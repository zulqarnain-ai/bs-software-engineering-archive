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34"/>
  </p:notesMasterIdLst>
  <p:handoutMasterIdLst>
    <p:handoutMasterId r:id="rId35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8" r:id="rId33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08" autoAdjust="0"/>
    <p:restoredTop sz="94660"/>
  </p:normalViewPr>
  <p:slideViewPr>
    <p:cSldViewPr>
      <p:cViewPr varScale="1">
        <p:scale>
          <a:sx n="75" d="100"/>
          <a:sy n="75" d="100"/>
        </p:scale>
        <p:origin x="179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0" d="100"/>
          <a:sy n="80" d="100"/>
        </p:scale>
        <p:origin x="224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892D7CE-751C-068F-3E73-4484F5FD938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5F38F1-2F20-8680-A00C-B392EF76700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98C5DF-E899-437A-8956-B0657DFDF6B0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57BFBA-A081-2EAC-67CD-D6A2E2E9F39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A40928-B197-A79D-3364-1BA6FE7908E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2A58EB-FDDE-4DA3-91C3-0B69D5CB9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9707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B1789B-809D-4575-AF44-5EE768DFB1FB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3EC1C-06FC-410E-95D7-2E00A2B9F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215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bing.com/ck/a?!&amp;&amp;p=a3ea67bf3f80142aJmltdHM9MTY4MjQ2NzIwMCZpZ3VpZD0xNTY1ZjVjMy0yZWQ1LTZhM2YtMjI0My1lNDQ5MmFkNTY4ZTMmaW5zaWQ9NTQyMQ&amp;ptn=3&amp;hsh=3&amp;fclid=1565f5c3-2ed5-6a3f-2243-e4492ad568e3&amp;psq=legacy+system&amp;u=a1aHR0cHM6Ly93d3cub3V0c3lzdGVtcy5jb20vZ2xvc3Nhcnkvd2hhdC1pcy1sZWdhY3ktc3lzdGVtLw&amp;ntb=1" TargetMode="External"/><Relationship Id="rId3" Type="http://schemas.openxmlformats.org/officeDocument/2006/relationships/hyperlink" Target="https://www.bing.com/ck/a?!&amp;&amp;p=7bd27be7b92565f8JmltdHM9MTY4MjQ2NzIwMCZpZ3VpZD0xNTY1ZjVjMy0yZWQ1LTZhM2YtMjI0My1lNDQ5MmFkNTY4ZTMmaW5zaWQ9NTQxNg&amp;ptn=3&amp;hsh=3&amp;fclid=1565f5c3-2ed5-6a3f-2243-e4492ad568e3&amp;psq=legacy+system&amp;u=a1aHR0cHM6Ly9lbi53aWtpcGVkaWEub3JnL3dpa2kvTGVnYWN5X3N5c3RlbQ&amp;ntb=1" TargetMode="External"/><Relationship Id="rId7" Type="http://schemas.openxmlformats.org/officeDocument/2006/relationships/hyperlink" Target="https://www.bing.com/ck/a?!&amp;&amp;p=fbbc64dfe77f9372JmltdHM9MTY4MjQ2NzIwMCZpZ3VpZD0xNTY1ZjVjMy0yZWQ1LTZhM2YtMjI0My1lNDQ5MmFkNTY4ZTMmaW5zaWQ9NTQyMA&amp;ptn=3&amp;hsh=3&amp;fclid=1565f5c3-2ed5-6a3f-2243-e4492ad568e3&amp;psq=legacy+system&amp;u=a1aHR0cHM6Ly9lbi53aWtpcGVkaWEub3JnL3dpa2kvTGVnYWN5X3N5c3RlbQ&amp;ntb=1" TargetMode="External"/><Relationship Id="rId12" Type="http://schemas.openxmlformats.org/officeDocument/2006/relationships/hyperlink" Target="https://www.bing.com/ck/a?!&amp;&amp;p=32ffc25e3a99860fJmltdHM9MTY4MjQ2NzIwMCZpZ3VpZD0xNTY1ZjVjMy0yZWQ1LTZhM2YtMjI0My1lNDQ5MmFkNTY4ZTMmaW5zaWQ9NTQyNQ&amp;ptn=3&amp;hsh=3&amp;fclid=1565f5c3-2ed5-6a3f-2243-e4492ad568e3&amp;psq=legacy+system&amp;u=a1aHR0cHM6Ly93d3cudGFsZW5kLmNvbS9yZXNvdXJjZXMvd2hhdC1pcy1sZWdhY3ktc3lzdGVtLw&amp;ntb=1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bing.com/ck/a?!&amp;&amp;p=a9c095d7f2aaac56JmltdHM9MTY4MjQ2NzIwMCZpZ3VpZD0xNTY1ZjVjMy0yZWQ1LTZhM2YtMjI0My1lNDQ5MmFkNTY4ZTMmaW5zaWQ9NTQxOQ&amp;ptn=3&amp;hsh=3&amp;fclid=1565f5c3-2ed5-6a3f-2243-e4492ad568e3&amp;psq=legacy+system&amp;u=a1aHR0cHM6Ly93d3cub3V0c3lzdGVtcy5jb20vZ2xvc3Nhcnkvd2hhdC1pcy1sZWdhY3ktc3lzdGVtLw&amp;ntb=1" TargetMode="External"/><Relationship Id="rId11" Type="http://schemas.openxmlformats.org/officeDocument/2006/relationships/hyperlink" Target="https://www.bing.com/ck/a?!&amp;&amp;p=1a2807cc22abc46aJmltdHM9MTY4MjQ2NzIwMCZpZ3VpZD0xNTY1ZjVjMy0yZWQ1LTZhM2YtMjI0My1lNDQ5MmFkNTY4ZTMmaW5zaWQ9NTQyNA&amp;ptn=3&amp;hsh=3&amp;fclid=1565f5c3-2ed5-6a3f-2243-e4492ad568e3&amp;psq=legacy+system&amp;u=a1aHR0cHM6Ly9tYXJrZXRidXNpbmVzc25ld3MuY29tL2ZpbmFuY2lhbC1nbG9zc2FyeS9sZWdhY3ktc3lzdGVtLWRlZmluaXRpb24tbWVhbmluZy8&amp;ntb=1" TargetMode="External"/><Relationship Id="rId5" Type="http://schemas.openxmlformats.org/officeDocument/2006/relationships/hyperlink" Target="https://www.bing.com/ck/a?!&amp;&amp;p=b290887918c21d7dJmltdHM9MTY4MjQ2NzIwMCZpZ3VpZD0xNTY1ZjVjMy0yZWQ1LTZhM2YtMjI0My1lNDQ5MmFkNTY4ZTMmaW5zaWQ9NTQxOA&amp;ptn=3&amp;hsh=3&amp;fclid=1565f5c3-2ed5-6a3f-2243-e4492ad568e3&amp;psq=legacy+system&amp;u=a1aHR0cHM6Ly9tYXJrZXRidXNpbmVzc25ld3MuY29tL2ZpbmFuY2lhbC1nbG9zc2FyeS9sZWdhY3ktc3lzdGVtLWRlZmluaXRpb24tbWVhbmluZy8&amp;ntb=1" TargetMode="External"/><Relationship Id="rId10" Type="http://schemas.openxmlformats.org/officeDocument/2006/relationships/hyperlink" Target="https://www.bing.com/ck/a?!&amp;&amp;p=d9603a0a75ff3a0cJmltdHM9MTY4MjQ2NzIwMCZpZ3VpZD0xNTY1ZjVjMy0yZWQ1LTZhM2YtMjI0My1lNDQ5MmFkNTY4ZTMmaW5zaWQ9NTQyMw&amp;ptn=3&amp;hsh=3&amp;fclid=1565f5c3-2ed5-6a3f-2243-e4492ad568e3&amp;psq=legacy+system&amp;u=a1aHR0cHM6Ly93d3cudGVjaG9wZWRpYS5jb20vZGVmaW5pdGlvbi82MzUvbGVnYWN5LXN5c3RlbQ&amp;ntb=1" TargetMode="External"/><Relationship Id="rId4" Type="http://schemas.openxmlformats.org/officeDocument/2006/relationships/hyperlink" Target="https://www.bing.com/ck/a?!&amp;&amp;p=2f86f34f44656c8fJmltdHM9MTY4MjQ2NzIwMCZpZ3VpZD0xNTY1ZjVjMy0yZWQ1LTZhM2YtMjI0My1lNDQ5MmFkNTY4ZTMmaW5zaWQ9NTQxNw&amp;ptn=3&amp;hsh=3&amp;fclid=1565f5c3-2ed5-6a3f-2243-e4492ad568e3&amp;psq=legacy+system&amp;u=a1aHR0cHM6Ly93d3cudGVjaG9wZWRpYS5jb20vZGVmaW5pdGlvbi82MzUvbGVnYWN5LXN5c3RlbQ&amp;ntb=1" TargetMode="External"/><Relationship Id="rId9" Type="http://schemas.openxmlformats.org/officeDocument/2006/relationships/hyperlink" Target="https://www.bing.com/ck/a?!&amp;&amp;p=14c3882ca8161419JmltdHM9MTY4MjQ2NzIwMCZpZ3VpZD0xNTY1ZjVjMy0yZWQ1LTZhM2YtMjI0My1lNDQ5MmFkNTY4ZTMmaW5zaWQ9NTQyMg&amp;ptn=3&amp;hsh=3&amp;fclid=1565f5c3-2ed5-6a3f-2243-e4492ad568e3&amp;psq=legacy+system&amp;u=a1aHR0cHM6Ly93d3cudGFsZW5kLmNvbS9yZXNvdXJjZXMvd2hhdC1pcy1sZWdhY3ktc3lzdGVtLw&amp;ntb=1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sca_esv=4ab666ac1a92460f&amp;q=periodically&amp;si=ACC90nxgkPHmtVkpPj_lUgtQ0AenbiPc21lbbVtFO9BaArY6ywr4X66O7nbTJtlTNqQRkwuOX6kbD-0taGxw2OKLFexV-DlVvjKmy-6BSeGEX0Bt_nHBlHQ%3D&amp;expnd=1&amp;sa=X&amp;ved=2ahUKEwiTyJH55_2IAxWtgP0HHf-oB7MQyecJegQIOhAO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A legacy system is a</a:t>
            </a: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 computer system, software, or hardware that is based on old or outdated technology</a:t>
            </a:r>
            <a:r>
              <a:rPr lang="en-US" b="1" i="0" u="none" strike="noStrike" baseline="30000" dirty="0">
                <a:solidFill>
                  <a:srgbClr val="123BB6"/>
                </a:solidFill>
                <a:effectLst/>
                <a:latin typeface="-apple-system"/>
                <a:hlinkClick r:id="rId3"/>
              </a:rPr>
              <a:t>1</a:t>
            </a:r>
            <a:r>
              <a:rPr lang="en-US" b="1" i="0" u="none" strike="noStrike" baseline="30000" dirty="0">
                <a:solidFill>
                  <a:srgbClr val="123BB6"/>
                </a:solidFill>
                <a:effectLst/>
                <a:latin typeface="-apple-system"/>
                <a:hlinkClick r:id="rId4"/>
              </a:rPr>
              <a:t>2</a:t>
            </a:r>
            <a:r>
              <a:rPr lang="en-US" b="1" i="0" u="none" strike="noStrike" baseline="30000" dirty="0">
                <a:solidFill>
                  <a:srgbClr val="123BB6"/>
                </a:solidFill>
                <a:effectLst/>
                <a:latin typeface="-apple-system"/>
                <a:hlinkClick r:id="rId5"/>
              </a:rPr>
              <a:t>3</a:t>
            </a:r>
            <a:r>
              <a:rPr lang="en-US" b="1" i="0" u="none" strike="noStrike" baseline="30000" dirty="0">
                <a:solidFill>
                  <a:srgbClr val="123BB6"/>
                </a:solidFill>
                <a:effectLst/>
                <a:latin typeface="-apple-system"/>
                <a:hlinkClick r:id="rId6"/>
              </a:rPr>
              <a:t>4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. It is still in use, but it may not meet the current or future needs of the user or organization</a:t>
            </a:r>
            <a:r>
              <a:rPr lang="en-US" b="1" i="0" u="none" strike="noStrike" baseline="30000" dirty="0">
                <a:solidFill>
                  <a:srgbClr val="123BB6"/>
                </a:solidFill>
                <a:effectLst/>
                <a:latin typeface="-apple-system"/>
                <a:hlinkClick r:id="rId7"/>
              </a:rPr>
              <a:t>1</a:t>
            </a:r>
            <a:r>
              <a:rPr lang="en-US" b="1" i="0" u="none" strike="noStrike" baseline="30000" dirty="0">
                <a:solidFill>
                  <a:srgbClr val="123BB6"/>
                </a:solidFill>
                <a:effectLst/>
                <a:latin typeface="-apple-system"/>
                <a:hlinkClick r:id="rId8"/>
              </a:rPr>
              <a:t>4</a:t>
            </a:r>
            <a:r>
              <a:rPr lang="en-US" b="1" i="0" u="none" strike="noStrike" baseline="30000" dirty="0">
                <a:solidFill>
                  <a:srgbClr val="123BB6"/>
                </a:solidFill>
                <a:effectLst/>
                <a:latin typeface="-apple-system"/>
                <a:hlinkClick r:id="rId9"/>
              </a:rPr>
              <a:t>5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. It may also have problems with compatibility, support, or terminology</a:t>
            </a:r>
            <a:r>
              <a:rPr lang="en-US" b="1" i="0" u="none" strike="noStrike" baseline="30000" dirty="0">
                <a:solidFill>
                  <a:srgbClr val="123BB6"/>
                </a:solidFill>
                <a:effectLst/>
                <a:latin typeface="-apple-system"/>
                <a:hlinkClick r:id="rId10"/>
              </a:rPr>
              <a:t>2</a:t>
            </a:r>
            <a:r>
              <a:rPr lang="en-US" b="1" i="0" u="none" strike="noStrike" baseline="30000" dirty="0">
                <a:solidFill>
                  <a:srgbClr val="123BB6"/>
                </a:solidFill>
                <a:effectLst/>
                <a:latin typeface="-apple-system"/>
                <a:hlinkClick r:id="rId11"/>
              </a:rPr>
              <a:t>3</a:t>
            </a:r>
            <a:r>
              <a:rPr lang="en-US" b="1" i="0" u="none" strike="noStrike" baseline="30000" dirty="0">
                <a:solidFill>
                  <a:srgbClr val="123BB6"/>
                </a:solidFill>
                <a:effectLst/>
                <a:latin typeface="-apple-system"/>
                <a:hlinkClick r:id="rId12"/>
              </a:rPr>
              <a:t>5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. A legacy system can be a previous or outdated</a:t>
            </a:r>
          </a:p>
          <a:p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 standard that was replaced by a newer one</a:t>
            </a:r>
            <a:endParaRPr lang="en-US" b="1" i="0" u="none" strike="noStrike" baseline="30000" dirty="0">
              <a:solidFill>
                <a:srgbClr val="123BB6"/>
              </a:solidFill>
              <a:effectLst/>
              <a:latin typeface="-apple-system"/>
            </a:endParaRPr>
          </a:p>
          <a:p>
            <a:r>
              <a:rPr lang="en-US" b="0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Object-oriented refers to a</a:t>
            </a:r>
            <a:r>
              <a:rPr lang="en-US" b="1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 programming language, system or software methodology that is built on the concepts of logical objects</a:t>
            </a:r>
            <a:r>
              <a:rPr lang="en-US" b="0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. It works through the creation, utilization and manipulation of reusable objects to perform a specific task, process or objective.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B3EC1C-06FC-410E-95D7-2E00A2B9F20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1416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spc="-60">
                <a:solidFill>
                  <a:srgbClr val="3F3F3F"/>
                </a:solidFill>
                <a:latin typeface="Verdana"/>
                <a:cs typeface="Verdana"/>
              </a:rPr>
              <a:t>Recurring </a:t>
            </a:r>
            <a:r>
              <a:rPr lang="en-US" b="0" i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occurring </a:t>
            </a:r>
            <a:r>
              <a:rPr lang="en-US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again </a:t>
            </a:r>
            <a:r>
              <a:rPr lang="en-US" b="0" i="0" u="none" strike="noStrike" dirty="0">
                <a:solidFill>
                  <a:srgbClr val="1F1F1F"/>
                </a:solidFill>
                <a:effectLst/>
                <a:latin typeface="Arial" panose="020B0604020202020204" pitchFamily="34" charset="0"/>
                <a:hlinkClick r:id="rId3"/>
              </a:rPr>
              <a:t>periodically</a:t>
            </a:r>
            <a:r>
              <a:rPr lang="en-US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 or repeatedly.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B3EC1C-06FC-410E-95D7-2E00A2B9F20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718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00A86274-AECA-4602-B404-A878824E60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916501"/>
            <a:ext cx="10058400" cy="1939399"/>
          </a:xfrm>
          <a:solidFill>
            <a:srgbClr val="00206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b"/>
          <a:lstStyle>
            <a:lvl1pPr algn="ctr">
              <a:defRPr sz="495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A093DEEF-51A1-4F3F-93A2-FDC4789A8C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79404" y="5370309"/>
            <a:ext cx="4278412" cy="521911"/>
          </a:xfrm>
        </p:spPr>
        <p:txBody>
          <a:bodyPr>
            <a:normAutofit/>
          </a:bodyPr>
          <a:lstStyle>
            <a:lvl1pPr marL="0" indent="0" algn="ctr">
              <a:buNone/>
              <a:defRPr sz="2310" b="1">
                <a:solidFill>
                  <a:srgbClr val="001050"/>
                </a:solidFill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A33559CF-3A39-464E-8153-CFB2A1128A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1515" y="7203864"/>
            <a:ext cx="2263140" cy="413808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3FABC3BD-2AAA-4531-895B-3DD70DF72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03745" y="7203864"/>
            <a:ext cx="2263140" cy="413808"/>
          </a:xfrm>
        </p:spPr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D070B560-5622-461A-9086-C81B8DFD0314}"/>
              </a:ext>
            </a:extLst>
          </p:cNvPr>
          <p:cNvSpPr txBox="1">
            <a:spLocks/>
          </p:cNvSpPr>
          <p:nvPr/>
        </p:nvSpPr>
        <p:spPr>
          <a:xfrm>
            <a:off x="-10777" y="676211"/>
            <a:ext cx="3829930" cy="1411415"/>
          </a:xfrm>
          <a:prstGeom prst="rect">
            <a:avLst/>
          </a:prstGeom>
          <a:solidFill>
            <a:srgbClr val="001050"/>
          </a:solidFill>
          <a:ln>
            <a:miter lim="800000"/>
            <a:headEnd/>
            <a:tailEnd/>
          </a:ln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 rtl="0" eaLnBrk="1" latinLnBrk="0" hangingPunct="1">
              <a:spcBef>
                <a:spcPct val="0"/>
              </a:spcBef>
              <a:buNone/>
              <a:defRPr kumimoji="0" sz="48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l">
              <a:defRPr/>
            </a:pPr>
            <a:endParaRPr lang="en-US" sz="4455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157C00DF-2495-4CA0-B9A7-6ED45A39B1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769" y="784642"/>
            <a:ext cx="3631801" cy="1184366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buNone/>
              <a:defRPr sz="3960" b="1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FE984078-D535-4E16-A9EF-E132281C5B64}"/>
              </a:ext>
            </a:extLst>
          </p:cNvPr>
          <p:cNvSpPr txBox="1">
            <a:spLocks/>
          </p:cNvSpPr>
          <p:nvPr/>
        </p:nvSpPr>
        <p:spPr>
          <a:xfrm>
            <a:off x="6236210" y="686080"/>
            <a:ext cx="3829930" cy="1411415"/>
          </a:xfrm>
          <a:prstGeom prst="rect">
            <a:avLst/>
          </a:prstGeom>
          <a:solidFill>
            <a:srgbClr val="001050"/>
          </a:solidFill>
          <a:ln>
            <a:miter lim="800000"/>
            <a:headEnd/>
            <a:tailEnd/>
          </a:ln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 rtl="0" eaLnBrk="1" latinLnBrk="0" hangingPunct="1">
              <a:spcBef>
                <a:spcPct val="0"/>
              </a:spcBef>
              <a:buNone/>
              <a:defRPr kumimoji="0" sz="48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l">
              <a:defRPr/>
            </a:pPr>
            <a:endParaRPr lang="en-US" sz="4455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EC0F849A-A128-466B-9879-BD67134DE4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3685" y="784642"/>
            <a:ext cx="3685685" cy="1199170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buNone/>
              <a:defRPr sz="396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2551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C6514-E628-458B-AA9A-60A33D091D2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02060"/>
          </a:solidFill>
        </p:spPr>
        <p:txBody>
          <a:bodyPr/>
          <a:lstStyle>
            <a:lvl1pPr>
              <a:defRPr b="1">
                <a:solidFill>
                  <a:schemeClr val="bg1">
                    <a:lumMod val="9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4EEA8-1D0F-4EDA-AC1C-3D8EC8821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anose="05000000000000000000" pitchFamily="2" charset="2"/>
              <a:buChar char="q"/>
              <a:defRPr b="1">
                <a:solidFill>
                  <a:srgbClr val="001050"/>
                </a:solidFill>
              </a:defRPr>
            </a:lvl1pPr>
            <a:lvl2pPr>
              <a:buFont typeface="Wingdings" panose="05000000000000000000" pitchFamily="2" charset="2"/>
              <a:buChar char="§"/>
              <a:defRPr b="0"/>
            </a:lvl2pPr>
            <a:lvl3pPr>
              <a:buFont typeface="Courier New" panose="02070309020205020404" pitchFamily="49" charset="0"/>
              <a:buChar char="o"/>
              <a:defRPr b="0">
                <a:latin typeface="+mj-lt"/>
              </a:defRPr>
            </a:lvl3pPr>
            <a:lvl4pPr>
              <a:buFont typeface="Arial" panose="020B0604020202020204" pitchFamily="34" charset="0"/>
              <a:buChar char="•"/>
              <a:defRPr b="0">
                <a:latin typeface="+mj-lt"/>
              </a:defRPr>
            </a:lvl4pPr>
            <a:lvl5pPr>
              <a:buFont typeface="Arial" panose="020B0604020202020204" pitchFamily="34" charset="0"/>
              <a:buChar char="•"/>
              <a:defRPr b="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03E359-53AB-4630-9445-BD1EC2114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AB4D4-DD5B-499F-AF34-6F714EED9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153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1F4C5-DA85-42F4-9809-54A7416F1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276" y="1937704"/>
            <a:ext cx="8675370" cy="3233102"/>
          </a:xfrm>
          <a:solidFill>
            <a:srgbClr val="002060"/>
          </a:solidFill>
        </p:spPr>
        <p:txBody>
          <a:bodyPr anchor="b"/>
          <a:lstStyle>
            <a:lvl1pPr>
              <a:defRPr sz="495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83C6D7-FA11-4EC0-B04D-17711775B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6276" y="5201392"/>
            <a:ext cx="8675370" cy="1700212"/>
          </a:xfrm>
        </p:spPr>
        <p:txBody>
          <a:bodyPr>
            <a:normAutofit/>
          </a:bodyPr>
          <a:lstStyle>
            <a:lvl1pPr marL="0" indent="0">
              <a:buNone/>
              <a:defRPr sz="2640" b="0">
                <a:solidFill>
                  <a:srgbClr val="001050"/>
                </a:solidFill>
                <a:latin typeface="+mj-lt"/>
              </a:defRPr>
            </a:lvl1pPr>
            <a:lvl2pPr marL="377190" indent="0">
              <a:buNone/>
              <a:defRPr sz="1650">
                <a:solidFill>
                  <a:schemeClr val="tx1">
                    <a:tint val="75000"/>
                  </a:schemeClr>
                </a:solidFill>
              </a:defRPr>
            </a:lvl2pPr>
            <a:lvl3pPr marL="754380" indent="0">
              <a:buNone/>
              <a:defRPr sz="1485">
                <a:solidFill>
                  <a:schemeClr val="tx1">
                    <a:tint val="75000"/>
                  </a:schemeClr>
                </a:solidFill>
              </a:defRPr>
            </a:lvl3pPr>
            <a:lvl4pPr marL="113157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4pPr>
            <a:lvl5pPr marL="150876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5pPr>
            <a:lvl6pPr marL="188595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6pPr>
            <a:lvl7pPr marL="226314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7pPr>
            <a:lvl8pPr marL="264033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8pPr>
            <a:lvl9pPr marL="301752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790E4-1765-4F51-B6C8-CF3473463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3C99A-182B-47B9-803E-FD4A2E2C5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854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180E0-5E40-408E-BDD1-D6554F927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15" y="399004"/>
            <a:ext cx="8675370" cy="1502305"/>
          </a:xfrm>
          <a:solidFill>
            <a:srgbClr val="002060"/>
          </a:solidFill>
        </p:spPr>
        <p:txBody>
          <a:bodyPr>
            <a:normAutofit/>
          </a:bodyPr>
          <a:lstStyle>
            <a:lvl1pPr>
              <a:defRPr sz="396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A4002-4A0D-4A91-A1FF-EEA9F9CE6A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>
            <a:lvl1pPr>
              <a:buFont typeface="Wingdings" panose="05000000000000000000" pitchFamily="2" charset="2"/>
              <a:buChar char="q"/>
              <a:defRPr/>
            </a:lvl1pPr>
            <a:lvl2pPr>
              <a:buFont typeface="Wingdings" panose="05000000000000000000" pitchFamily="2" charset="2"/>
              <a:buChar char="§"/>
              <a:defRPr/>
            </a:lvl2pPr>
            <a:lvl3pPr>
              <a:buFont typeface="Arial" panose="020B0604020202020204" pitchFamily="34" charset="0"/>
              <a:buChar char="•"/>
              <a:defRPr>
                <a:latin typeface="+mj-lt"/>
              </a:defRPr>
            </a:lvl3pPr>
            <a:lvl4pPr>
              <a:buFont typeface="Courier New" panose="02070309020205020404" pitchFamily="49" charset="0"/>
              <a:buChar char="o"/>
              <a:defRPr>
                <a:latin typeface="+mj-lt"/>
              </a:defRPr>
            </a:lvl4pPr>
            <a:lvl5pPr>
              <a:buFont typeface="Courier New" panose="02070309020205020404" pitchFamily="49" charset="0"/>
              <a:buChar char="o"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26D3D0-22D7-4FE1-9BC2-28DE2F5EC7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>
            <a:lvl1pPr>
              <a:buFont typeface="Wingdings" panose="05000000000000000000" pitchFamily="2" charset="2"/>
              <a:buChar char="q"/>
              <a:defRPr/>
            </a:lvl1pPr>
            <a:lvl2pPr>
              <a:buFont typeface="Wingdings" panose="05000000000000000000" pitchFamily="2" charset="2"/>
              <a:buChar char="§"/>
              <a:defRPr/>
            </a:lvl2pPr>
            <a:lvl3pPr>
              <a:buFont typeface="Arial" panose="020B0604020202020204" pitchFamily="34" charset="0"/>
              <a:buChar char="•"/>
              <a:defRPr>
                <a:latin typeface="+mj-lt"/>
              </a:defRPr>
            </a:lvl3pPr>
            <a:lvl4pPr>
              <a:buFont typeface="Courier New" panose="02070309020205020404" pitchFamily="49" charset="0"/>
              <a:buChar char="o"/>
              <a:defRPr>
                <a:latin typeface="+mj-lt"/>
              </a:defRPr>
            </a:lvl4pPr>
            <a:lvl5pPr>
              <a:buFont typeface="Courier New" panose="02070309020205020404" pitchFamily="49" charset="0"/>
              <a:buChar char="o"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1E05DC-021E-4421-ACCD-6ED98EF2E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1E2AC-9805-48FF-BA68-31E79A971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557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B6EF0-EABB-4D40-99F9-02DEBD1ED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96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629DF0-9338-429B-894B-6BA89B81F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4F8401-E628-423C-AAB0-CEFA43993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388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698250-7BF9-4699-8DAA-10CA39A6A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5DEACF-DE1A-4413-8881-A9F8E73A2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197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53004" y="1102838"/>
            <a:ext cx="5552391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CA1A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45935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262626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5458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F26DA1-7ABB-4B30-BC38-25B428BDC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15" y="413809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56C9A3-0ABC-4112-86CC-F1C647B8F5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414F0-AD23-468C-BFE0-6A14B6401D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1515" y="7203864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87060-9AB1-4B3A-A1EF-C8A00129BE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03745" y="7203864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745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</p:sldLayoutIdLst>
  <p:txStyles>
    <p:titleStyle>
      <a:lvl1pPr algn="l" defTabSz="754380" rtl="0" eaLnBrk="1" latinLnBrk="0" hangingPunct="1">
        <a:lnSpc>
          <a:spcPct val="90000"/>
        </a:lnSpc>
        <a:spcBef>
          <a:spcPct val="0"/>
        </a:spcBef>
        <a:buNone/>
        <a:defRPr sz="396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188595" indent="-188595" algn="l" defTabSz="754380" rtl="0" eaLnBrk="1" latinLnBrk="0" hangingPunct="1">
        <a:lnSpc>
          <a:spcPct val="90000"/>
        </a:lnSpc>
        <a:spcBef>
          <a:spcPts val="825"/>
        </a:spcBef>
        <a:buFont typeface="Wingdings" panose="05000000000000000000" pitchFamily="2" charset="2"/>
        <a:buChar char="q"/>
        <a:defRPr sz="2310" kern="1200">
          <a:solidFill>
            <a:schemeClr val="tx1"/>
          </a:solidFill>
          <a:latin typeface="+mn-lt"/>
          <a:ea typeface="+mn-ea"/>
          <a:cs typeface="+mn-cs"/>
        </a:defRPr>
      </a:lvl1pPr>
      <a:lvl2pPr marL="565785" indent="-188595" algn="l" defTabSz="754380" rtl="0" eaLnBrk="1" latinLnBrk="0" hangingPunct="1">
        <a:lnSpc>
          <a:spcPct val="90000"/>
        </a:lnSpc>
        <a:spcBef>
          <a:spcPts val="413"/>
        </a:spcBef>
        <a:buFont typeface="Wingdings" panose="05000000000000000000" pitchFamily="2" charset="2"/>
        <a:buChar char="§"/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942975" indent="-188595" algn="l" defTabSz="754380" rtl="0" eaLnBrk="1" latinLnBrk="0" hangingPunct="1">
        <a:lnSpc>
          <a:spcPct val="90000"/>
        </a:lnSpc>
        <a:spcBef>
          <a:spcPts val="413"/>
        </a:spcBef>
        <a:buFont typeface="Courier New" panose="02070309020205020404" pitchFamily="49" charset="0"/>
        <a:buChar char="o"/>
        <a:defRPr sz="1650" kern="1200">
          <a:solidFill>
            <a:schemeClr val="tx1"/>
          </a:solidFill>
          <a:latin typeface="+mj-lt"/>
          <a:ea typeface="+mn-ea"/>
          <a:cs typeface="+mn-cs"/>
        </a:defRPr>
      </a:lvl3pPr>
      <a:lvl4pPr marL="132016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j-lt"/>
          <a:ea typeface="+mn-ea"/>
          <a:cs typeface="+mn-cs"/>
        </a:defRPr>
      </a:lvl4pPr>
      <a:lvl5pPr marL="169735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j-lt"/>
          <a:ea typeface="+mn-ea"/>
          <a:cs typeface="+mn-cs"/>
        </a:defRPr>
      </a:lvl5pPr>
      <a:lvl6pPr marL="207454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45173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82892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20611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2pPr>
      <a:lvl3pPr marL="75438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3pPr>
      <a:lvl4pPr marL="113157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50876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26314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64033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01752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676400" y="3048000"/>
            <a:ext cx="7163436" cy="621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defTabSz="754380">
              <a:spcBef>
                <a:spcPts val="100"/>
              </a:spcBef>
            </a:pPr>
            <a:r>
              <a:rPr sz="3960" b="1" spc="95" dirty="0">
                <a:solidFill>
                  <a:schemeClr val="accent1">
                    <a:lumMod val="50000"/>
                  </a:schemeClr>
                </a:solidFill>
                <a:ea typeface="+mj-ea"/>
                <a:cs typeface="+mj-cs"/>
              </a:rPr>
              <a:t>SOFTWARE  REENGINEERING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68962" y="5022600"/>
            <a:ext cx="11683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85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462" y="1078747"/>
            <a:ext cx="6101080" cy="6222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OO Reengineering Patterns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15" y="2134616"/>
            <a:ext cx="2979420" cy="122809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95"/>
              </a:spcBef>
              <a:buClr>
                <a:srgbClr val="A52F0F"/>
              </a:buClr>
              <a:buFont typeface="Georgia"/>
              <a:buChar char=""/>
              <a:tabLst>
                <a:tab pos="354965" algn="l"/>
                <a:tab pos="355600" algn="l"/>
              </a:tabLst>
            </a:pPr>
            <a:r>
              <a:rPr sz="1800" spc="-25" dirty="0">
                <a:solidFill>
                  <a:srgbClr val="3F3F3F"/>
                </a:solidFill>
                <a:latin typeface="Verdana"/>
                <a:cs typeface="Verdana"/>
              </a:rPr>
              <a:t>What </a:t>
            </a:r>
            <a:r>
              <a:rPr sz="1800" spc="-180" dirty="0">
                <a:solidFill>
                  <a:srgbClr val="3F3F3F"/>
                </a:solidFill>
                <a:latin typeface="Verdana"/>
                <a:cs typeface="Verdana"/>
              </a:rPr>
              <a:t>is </a:t>
            </a:r>
            <a:r>
              <a:rPr sz="1800" spc="14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20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3F3F3F"/>
                </a:solidFill>
                <a:latin typeface="Verdana"/>
                <a:cs typeface="Verdana"/>
              </a:rPr>
              <a:t>pattern</a:t>
            </a:r>
            <a:endParaRPr sz="18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"/>
              <a:tabLst>
                <a:tab pos="354965" algn="l"/>
                <a:tab pos="355600" algn="l"/>
              </a:tabLst>
            </a:pPr>
            <a:r>
              <a:rPr sz="1800" spc="-25" dirty="0">
                <a:solidFill>
                  <a:srgbClr val="3F3F3F"/>
                </a:solidFill>
                <a:latin typeface="Verdana"/>
                <a:cs typeface="Verdana"/>
              </a:rPr>
              <a:t>What </a:t>
            </a:r>
            <a:r>
              <a:rPr sz="1800" spc="-180" dirty="0">
                <a:solidFill>
                  <a:srgbClr val="3F3F3F"/>
                </a:solidFill>
                <a:latin typeface="Verdana"/>
                <a:cs typeface="Verdana"/>
              </a:rPr>
              <a:t>is </a:t>
            </a:r>
            <a:r>
              <a:rPr sz="1800" spc="45" dirty="0">
                <a:solidFill>
                  <a:srgbClr val="3F3F3F"/>
                </a:solidFill>
                <a:latin typeface="Verdana"/>
                <a:cs typeface="Verdana"/>
              </a:rPr>
              <a:t>an </a:t>
            </a:r>
            <a:r>
              <a:rPr sz="1800" spc="35" dirty="0">
                <a:solidFill>
                  <a:srgbClr val="3F3F3F"/>
                </a:solidFill>
                <a:latin typeface="Verdana"/>
                <a:cs typeface="Verdana"/>
              </a:rPr>
              <a:t>OOR</a:t>
            </a:r>
            <a:r>
              <a:rPr sz="1800" spc="-3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Pattern</a:t>
            </a:r>
            <a:endParaRPr sz="18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"/>
              <a:tabLst>
                <a:tab pos="354965" algn="l"/>
                <a:tab pos="355600" algn="l"/>
              </a:tabLst>
            </a:pPr>
            <a:r>
              <a:rPr sz="1800" spc="-80" dirty="0">
                <a:solidFill>
                  <a:srgbClr val="3F3F3F"/>
                </a:solidFill>
                <a:latin typeface="Verdana"/>
                <a:cs typeface="Verdana"/>
              </a:rPr>
              <a:t>Setting</a:t>
            </a:r>
            <a:r>
              <a:rPr sz="1800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3F3F3F"/>
                </a:solidFill>
                <a:latin typeface="Verdana"/>
                <a:cs typeface="Verdana"/>
              </a:rPr>
              <a:t>direction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462" y="1102838"/>
            <a:ext cx="45402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5" dirty="0"/>
              <a:t>OO </a:t>
            </a:r>
            <a:r>
              <a:rPr spc="95" dirty="0"/>
              <a:t>Legacy</a:t>
            </a:r>
            <a:r>
              <a:rPr spc="-925" dirty="0"/>
              <a:t> </a:t>
            </a:r>
            <a:r>
              <a:rPr spc="-280" dirty="0"/>
              <a:t>System!!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98446" y="2362200"/>
            <a:ext cx="6478753" cy="1397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 algn="just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800" spc="-200" dirty="0">
                <a:solidFill>
                  <a:srgbClr val="A52F0F"/>
                </a:solidFill>
                <a:latin typeface="Georgia"/>
                <a:cs typeface="Georgia"/>
              </a:rPr>
              <a:t>	</a:t>
            </a:r>
            <a:r>
              <a:rPr sz="1800" spc="-10" dirty="0">
                <a:solidFill>
                  <a:srgbClr val="3F3F3F"/>
                </a:solidFill>
                <a:latin typeface="Verdana"/>
                <a:cs typeface="Verdana"/>
              </a:rPr>
              <a:t>Any </a:t>
            </a:r>
            <a:r>
              <a:rPr sz="1800" spc="-55" dirty="0">
                <a:solidFill>
                  <a:srgbClr val="3F3F3F"/>
                </a:solidFill>
                <a:latin typeface="Verdana"/>
                <a:cs typeface="Verdana"/>
              </a:rPr>
              <a:t>successful 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software </a:t>
            </a:r>
            <a:r>
              <a:rPr sz="1800" spc="-114" dirty="0">
                <a:solidFill>
                  <a:srgbClr val="3F3F3F"/>
                </a:solidFill>
                <a:latin typeface="Verdana"/>
                <a:cs typeface="Verdana"/>
              </a:rPr>
              <a:t>system </a:t>
            </a:r>
            <a:r>
              <a:rPr sz="1800" spc="-95" dirty="0">
                <a:solidFill>
                  <a:srgbClr val="3F3F3F"/>
                </a:solidFill>
                <a:latin typeface="Verdana"/>
                <a:cs typeface="Verdana"/>
              </a:rPr>
              <a:t>will 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suffer </a:t>
            </a:r>
            <a:r>
              <a:rPr sz="1800" spc="-75" dirty="0">
                <a:solidFill>
                  <a:srgbClr val="3F3F3F"/>
                </a:solidFill>
                <a:latin typeface="Verdana"/>
                <a:cs typeface="Verdana"/>
              </a:rPr>
              <a:t>from </a:t>
            </a:r>
            <a:r>
              <a:rPr sz="1800" spc="-25" dirty="0">
                <a:solidFill>
                  <a:srgbClr val="3F3F3F"/>
                </a:solidFill>
                <a:latin typeface="Verdana"/>
                <a:cs typeface="Verdana"/>
              </a:rPr>
              <a:t>the  </a:t>
            </a:r>
            <a:r>
              <a:rPr sz="1800" spc="-85" dirty="0">
                <a:solidFill>
                  <a:srgbClr val="3F3F3F"/>
                </a:solidFill>
                <a:latin typeface="Verdana"/>
                <a:cs typeface="Verdana"/>
              </a:rPr>
              <a:t>symptoms </a:t>
            </a:r>
            <a:r>
              <a:rPr sz="1800" dirty="0">
                <a:solidFill>
                  <a:srgbClr val="3F3F3F"/>
                </a:solidFill>
                <a:latin typeface="Verdana"/>
                <a:cs typeface="Verdana"/>
              </a:rPr>
              <a:t>of </a:t>
            </a:r>
            <a:r>
              <a:rPr sz="1800" spc="50" dirty="0">
                <a:solidFill>
                  <a:srgbClr val="3F3F3F"/>
                </a:solidFill>
                <a:latin typeface="Verdana"/>
                <a:cs typeface="Verdana"/>
              </a:rPr>
              <a:t>legacy 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systems. </a:t>
            </a:r>
            <a:r>
              <a:rPr sz="1800" spc="-10" dirty="0">
                <a:solidFill>
                  <a:srgbClr val="3F3F3F"/>
                </a:solidFill>
                <a:latin typeface="Verdana"/>
                <a:cs typeface="Verdana"/>
              </a:rPr>
              <a:t>Object-oriented </a:t>
            </a:r>
            <a:r>
              <a:rPr sz="1800" spc="50" dirty="0">
                <a:solidFill>
                  <a:srgbClr val="3F3F3F"/>
                </a:solidFill>
                <a:latin typeface="Verdana"/>
                <a:cs typeface="Verdana"/>
              </a:rPr>
              <a:t>legacy  </a:t>
            </a:r>
            <a:r>
              <a:rPr sz="1800" spc="-135" dirty="0">
                <a:solidFill>
                  <a:srgbClr val="3F3F3F"/>
                </a:solidFill>
                <a:latin typeface="Verdana"/>
                <a:cs typeface="Verdana"/>
              </a:rPr>
              <a:t>systems </a:t>
            </a:r>
            <a:r>
              <a:rPr sz="1800" dirty="0">
                <a:solidFill>
                  <a:srgbClr val="3F3F3F"/>
                </a:solidFill>
                <a:latin typeface="Verdana"/>
                <a:cs typeface="Verdana"/>
              </a:rPr>
              <a:t>are </a:t>
            </a:r>
            <a:r>
              <a:rPr sz="1800" spc="-165" dirty="0">
                <a:solidFill>
                  <a:srgbClr val="3F3F3F"/>
                </a:solidFill>
                <a:latin typeface="Verdana"/>
                <a:cs typeface="Verdana"/>
              </a:rPr>
              <a:t>just </a:t>
            </a:r>
            <a:r>
              <a:rPr sz="1800" spc="-50" dirty="0">
                <a:solidFill>
                  <a:srgbClr val="3F3F3F"/>
                </a:solidFill>
                <a:latin typeface="Verdana"/>
                <a:cs typeface="Verdana"/>
              </a:rPr>
              <a:t>successful </a:t>
            </a:r>
            <a:r>
              <a:rPr sz="1800" spc="-5" dirty="0">
                <a:solidFill>
                  <a:srgbClr val="FF0000"/>
                </a:solidFill>
                <a:latin typeface="Verdana"/>
                <a:cs typeface="Verdana"/>
              </a:rPr>
              <a:t>object</a:t>
            </a:r>
            <a:r>
              <a:rPr lang="en-US" sz="1800" spc="-5" dirty="0">
                <a:solidFill>
                  <a:srgbClr val="FF0000"/>
                </a:solidFill>
                <a:latin typeface="Verdana"/>
                <a:cs typeface="Verdana"/>
              </a:rPr>
              <a:t>-</a:t>
            </a:r>
            <a:r>
              <a:rPr sz="1800" spc="-5" dirty="0">
                <a:solidFill>
                  <a:srgbClr val="FF0000"/>
                </a:solidFill>
                <a:latin typeface="Verdana"/>
                <a:cs typeface="Verdana"/>
              </a:rPr>
              <a:t>oriented </a:t>
            </a:r>
            <a:r>
              <a:rPr sz="1800" spc="-135" dirty="0">
                <a:solidFill>
                  <a:srgbClr val="FF0000"/>
                </a:solidFill>
                <a:latin typeface="Verdana"/>
                <a:cs typeface="Verdana"/>
              </a:rPr>
              <a:t>systems  </a:t>
            </a:r>
            <a:r>
              <a:rPr sz="1800" spc="-25" dirty="0">
                <a:solidFill>
                  <a:srgbClr val="3F3F3F"/>
                </a:solidFill>
                <a:latin typeface="Verdana"/>
                <a:cs typeface="Verdana"/>
              </a:rPr>
              <a:t>whose</a:t>
            </a:r>
            <a:r>
              <a:rPr sz="1800" spc="-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Verdana"/>
                <a:cs typeface="Verdana"/>
              </a:rPr>
              <a:t>architecture</a:t>
            </a:r>
            <a:r>
              <a:rPr sz="18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65" dirty="0">
                <a:solidFill>
                  <a:srgbClr val="3F3F3F"/>
                </a:solidFill>
                <a:latin typeface="Verdana"/>
                <a:cs typeface="Verdana"/>
              </a:rPr>
              <a:t>and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Verdana"/>
                <a:cs typeface="Verdana"/>
              </a:rPr>
              <a:t>design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FF0000"/>
                </a:solidFill>
                <a:latin typeface="Verdana"/>
                <a:cs typeface="Verdana"/>
              </a:rPr>
              <a:t>no</a:t>
            </a:r>
            <a:r>
              <a:rPr sz="1800" spc="-1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FF0000"/>
                </a:solidFill>
                <a:latin typeface="Verdana"/>
                <a:cs typeface="Verdana"/>
              </a:rPr>
              <a:t>longer</a:t>
            </a:r>
            <a:r>
              <a:rPr sz="1800" spc="-1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Verdana"/>
                <a:cs typeface="Verdana"/>
              </a:rPr>
              <a:t>responds</a:t>
            </a:r>
            <a:r>
              <a:rPr sz="1800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Verdana"/>
                <a:cs typeface="Verdana"/>
              </a:rPr>
              <a:t>to  </a:t>
            </a:r>
            <a:r>
              <a:rPr sz="1800" spc="30" dirty="0">
                <a:solidFill>
                  <a:srgbClr val="FF0000"/>
                </a:solidFill>
                <a:latin typeface="Verdana"/>
                <a:cs typeface="Verdana"/>
              </a:rPr>
              <a:t>changing</a:t>
            </a:r>
            <a:r>
              <a:rPr sz="1800" spc="-1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FF0000"/>
                </a:solidFill>
                <a:latin typeface="Verdana"/>
                <a:cs typeface="Verdana"/>
              </a:rPr>
              <a:t>requirements</a:t>
            </a:r>
            <a:endParaRPr sz="1800" dirty="0">
              <a:solidFill>
                <a:srgbClr val="FF0000"/>
              </a:solidFill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07063" y="1253750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DFFFF"/>
                </a:solidFill>
                <a:latin typeface="Arial"/>
                <a:cs typeface="Arial"/>
              </a:rPr>
              <a:t>3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462" y="1102838"/>
            <a:ext cx="47510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5" dirty="0"/>
              <a:t>OO </a:t>
            </a:r>
            <a:r>
              <a:rPr spc="-250" dirty="0"/>
              <a:t>System</a:t>
            </a:r>
            <a:r>
              <a:rPr spc="-894" dirty="0"/>
              <a:t> </a:t>
            </a:r>
            <a:r>
              <a:rPr spc="-135" dirty="0"/>
              <a:t>Problems!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37372" y="2184400"/>
            <a:ext cx="6383655" cy="34547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391795" indent="-342900">
              <a:lnSpc>
                <a:spcPct val="100000"/>
              </a:lnSpc>
              <a:spcBef>
                <a:spcPts val="100"/>
              </a:spcBef>
              <a:buClr>
                <a:srgbClr val="A52F0F"/>
              </a:buClr>
              <a:buFont typeface="Georgia"/>
              <a:buChar char=""/>
              <a:tabLst>
                <a:tab pos="354965" algn="l"/>
                <a:tab pos="355600" algn="l"/>
              </a:tabLst>
            </a:pPr>
            <a:r>
              <a:rPr sz="1800" spc="-105" dirty="0">
                <a:solidFill>
                  <a:srgbClr val="3F3F3F"/>
                </a:solidFill>
                <a:latin typeface="Verdana"/>
                <a:cs typeface="Verdana"/>
              </a:rPr>
              <a:t>The</a:t>
            </a:r>
            <a:r>
              <a:rPr sz="18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3F3F3F"/>
                </a:solidFill>
                <a:latin typeface="Verdana"/>
                <a:cs typeface="Verdana"/>
              </a:rPr>
              <a:t>most</a:t>
            </a:r>
            <a:r>
              <a:rPr sz="18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3F3F3F"/>
                </a:solidFill>
                <a:latin typeface="Verdana"/>
                <a:cs typeface="Verdana"/>
              </a:rPr>
              <a:t>common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70" dirty="0">
                <a:solidFill>
                  <a:srgbClr val="FF0000"/>
                </a:solidFill>
                <a:latin typeface="Verdana"/>
                <a:cs typeface="Verdana"/>
              </a:rPr>
              <a:t>ﬁne-grain</a:t>
            </a:r>
            <a:r>
              <a:rPr sz="1800" spc="-1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FF0000"/>
                </a:solidFill>
                <a:latin typeface="Verdana"/>
                <a:cs typeface="Verdana"/>
              </a:rPr>
              <a:t>problems</a:t>
            </a:r>
            <a:r>
              <a:rPr sz="1800" spc="-14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Verdana"/>
                <a:cs typeface="Verdana"/>
              </a:rPr>
              <a:t>occurring</a:t>
            </a:r>
            <a:r>
              <a:rPr sz="1800" spc="-15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70" dirty="0">
                <a:solidFill>
                  <a:srgbClr val="3F3F3F"/>
                </a:solidFill>
                <a:latin typeface="Verdana"/>
                <a:cs typeface="Verdana"/>
              </a:rPr>
              <a:t>in  </a:t>
            </a:r>
            <a:r>
              <a:rPr sz="1800" spc="-15" dirty="0">
                <a:solidFill>
                  <a:srgbClr val="3F3F3F"/>
                </a:solidFill>
                <a:latin typeface="Verdana"/>
                <a:cs typeface="Verdana"/>
              </a:rPr>
              <a:t>object-oriented 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software</a:t>
            </a:r>
            <a:r>
              <a:rPr sz="1800" spc="-17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3F3F3F"/>
                </a:solidFill>
                <a:latin typeface="Verdana"/>
                <a:cs typeface="Verdana"/>
              </a:rPr>
              <a:t>include:</a:t>
            </a:r>
            <a:endParaRPr sz="1800" dirty="0">
              <a:latin typeface="Verdana"/>
              <a:cs typeface="Verdana"/>
            </a:endParaRPr>
          </a:p>
          <a:p>
            <a:pPr marL="756285" marR="40640" lvl="1" indent="-287020">
              <a:lnSpc>
                <a:spcPct val="100000"/>
              </a:lnSpc>
              <a:spcBef>
                <a:spcPts val="1005"/>
              </a:spcBef>
              <a:buClr>
                <a:srgbClr val="A52F0F"/>
              </a:buClr>
              <a:buFont typeface="Georgia"/>
              <a:buChar char=""/>
              <a:tabLst>
                <a:tab pos="756920" algn="l"/>
              </a:tabLst>
            </a:pPr>
            <a:r>
              <a:rPr sz="1600" spc="-70" dirty="0">
                <a:solidFill>
                  <a:srgbClr val="FF0000"/>
                </a:solidFill>
                <a:latin typeface="Verdana"/>
                <a:cs typeface="Verdana"/>
              </a:rPr>
              <a:t>Misuse</a:t>
            </a:r>
            <a:r>
              <a:rPr sz="1600" spc="-1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00" spc="5" dirty="0">
                <a:solidFill>
                  <a:srgbClr val="FF0000"/>
                </a:solidFill>
                <a:latin typeface="Verdana"/>
                <a:cs typeface="Verdana"/>
              </a:rPr>
              <a:t>of</a:t>
            </a:r>
            <a:r>
              <a:rPr sz="1600" spc="-1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00" spc="-40" dirty="0">
                <a:solidFill>
                  <a:srgbClr val="FF0000"/>
                </a:solidFill>
                <a:latin typeface="Verdana"/>
                <a:cs typeface="Verdana"/>
              </a:rPr>
              <a:t>inheritance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:</a:t>
            </a:r>
            <a:r>
              <a:rPr sz="1600" spc="-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70" dirty="0">
                <a:solidFill>
                  <a:srgbClr val="3F3F3F"/>
                </a:solidFill>
                <a:latin typeface="Verdana"/>
                <a:cs typeface="Verdana"/>
              </a:rPr>
              <a:t>for</a:t>
            </a:r>
            <a:r>
              <a:rPr sz="16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25" dirty="0">
                <a:solidFill>
                  <a:srgbClr val="3F3F3F"/>
                </a:solidFill>
                <a:latin typeface="Verdana"/>
                <a:cs typeface="Verdana"/>
              </a:rPr>
              <a:t>composition,</a:t>
            </a:r>
            <a:r>
              <a:rPr sz="1600" spc="-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110" dirty="0">
                <a:solidFill>
                  <a:srgbClr val="3F3F3F"/>
                </a:solidFill>
                <a:latin typeface="Verdana"/>
                <a:cs typeface="Verdana"/>
              </a:rPr>
              <a:t>code</a:t>
            </a:r>
            <a:r>
              <a:rPr sz="1600" spc="-1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65" dirty="0">
                <a:solidFill>
                  <a:srgbClr val="3F3F3F"/>
                </a:solidFill>
                <a:latin typeface="Verdana"/>
                <a:cs typeface="Verdana"/>
              </a:rPr>
              <a:t>reuse</a:t>
            </a:r>
            <a:r>
              <a:rPr sz="1600" spc="-1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60" dirty="0">
                <a:solidFill>
                  <a:srgbClr val="3F3F3F"/>
                </a:solidFill>
                <a:latin typeface="Verdana"/>
                <a:cs typeface="Verdana"/>
              </a:rPr>
              <a:t>rather  </a:t>
            </a:r>
            <a:r>
              <a:rPr sz="1600" spc="-15" dirty="0">
                <a:solidFill>
                  <a:srgbClr val="3F3F3F"/>
                </a:solidFill>
                <a:latin typeface="Verdana"/>
                <a:cs typeface="Verdana"/>
              </a:rPr>
              <a:t>than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50" dirty="0">
                <a:solidFill>
                  <a:srgbClr val="3F3F3F"/>
                </a:solidFill>
                <a:latin typeface="Verdana"/>
                <a:cs typeface="Verdana"/>
              </a:rPr>
              <a:t>polymorphism</a:t>
            </a:r>
            <a:endParaRPr sz="1600" dirty="0">
              <a:latin typeface="Verdana"/>
              <a:cs typeface="Verdana"/>
            </a:endParaRPr>
          </a:p>
          <a:p>
            <a:pPr marL="756285" marR="855344" lvl="1" indent="-28702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"/>
              <a:tabLst>
                <a:tab pos="810895" algn="l"/>
                <a:tab pos="811530" algn="l"/>
              </a:tabLst>
            </a:pPr>
            <a:r>
              <a:rPr dirty="0"/>
              <a:t>	</a:t>
            </a:r>
            <a:r>
              <a:rPr sz="1600" spc="-75" dirty="0">
                <a:solidFill>
                  <a:srgbClr val="FF0000"/>
                </a:solidFill>
                <a:latin typeface="Verdana"/>
                <a:cs typeface="Verdana"/>
              </a:rPr>
              <a:t>Missing</a:t>
            </a:r>
            <a:r>
              <a:rPr sz="1600" spc="-10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00" spc="-40" dirty="0">
                <a:solidFill>
                  <a:srgbClr val="FF0000"/>
                </a:solidFill>
                <a:latin typeface="Verdana"/>
                <a:cs typeface="Verdana"/>
              </a:rPr>
              <a:t>inheritance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: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30" dirty="0">
                <a:solidFill>
                  <a:srgbClr val="3F3F3F"/>
                </a:solidFill>
                <a:latin typeface="Verdana"/>
                <a:cs typeface="Verdana"/>
              </a:rPr>
              <a:t>duplicated</a:t>
            </a:r>
            <a:r>
              <a:rPr sz="16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55" dirty="0">
                <a:solidFill>
                  <a:srgbClr val="3F3F3F"/>
                </a:solidFill>
                <a:latin typeface="Verdana"/>
                <a:cs typeface="Verdana"/>
              </a:rPr>
              <a:t>code,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65" dirty="0">
                <a:solidFill>
                  <a:srgbClr val="3F3F3F"/>
                </a:solidFill>
                <a:latin typeface="Verdana"/>
                <a:cs typeface="Verdana"/>
              </a:rPr>
              <a:t>and</a:t>
            </a:r>
            <a:r>
              <a:rPr sz="16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45" dirty="0">
                <a:solidFill>
                  <a:srgbClr val="3F3F3F"/>
                </a:solidFill>
                <a:latin typeface="Verdana"/>
                <a:cs typeface="Verdana"/>
              </a:rPr>
              <a:t>case  </a:t>
            </a:r>
            <a:r>
              <a:rPr sz="1600" spc="-60" dirty="0">
                <a:solidFill>
                  <a:srgbClr val="3F3F3F"/>
                </a:solidFill>
                <a:latin typeface="Verdana"/>
                <a:cs typeface="Verdana"/>
              </a:rPr>
              <a:t>statements </a:t>
            </a:r>
            <a:r>
              <a:rPr sz="1600" spc="-20" dirty="0">
                <a:solidFill>
                  <a:srgbClr val="3F3F3F"/>
                </a:solidFill>
                <a:latin typeface="Verdana"/>
                <a:cs typeface="Verdana"/>
              </a:rPr>
              <a:t>to </a:t>
            </a:r>
            <a:r>
              <a:rPr sz="1600" spc="-10" dirty="0">
                <a:solidFill>
                  <a:srgbClr val="3F3F3F"/>
                </a:solidFill>
                <a:latin typeface="Verdana"/>
                <a:cs typeface="Verdana"/>
              </a:rPr>
              <a:t>select</a:t>
            </a:r>
            <a:r>
              <a:rPr sz="1600" spc="-2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3F3F3F"/>
                </a:solidFill>
                <a:latin typeface="Verdana"/>
                <a:cs typeface="Verdana"/>
              </a:rPr>
              <a:t>behavior</a:t>
            </a:r>
            <a:endParaRPr sz="1600" dirty="0">
              <a:latin typeface="Verdana"/>
              <a:cs typeface="Verdana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"/>
              <a:tabLst>
                <a:tab pos="756920" algn="l"/>
              </a:tabLst>
            </a:pPr>
            <a:r>
              <a:rPr sz="1600" spc="25" dirty="0">
                <a:solidFill>
                  <a:srgbClr val="FF0000"/>
                </a:solidFill>
                <a:latin typeface="Verdana"/>
                <a:cs typeface="Verdana"/>
              </a:rPr>
              <a:t>Misplaced </a:t>
            </a:r>
            <a:r>
              <a:rPr sz="1600" spc="-50" dirty="0">
                <a:solidFill>
                  <a:srgbClr val="FF0000"/>
                </a:solidFill>
                <a:latin typeface="Verdana"/>
                <a:cs typeface="Verdana"/>
              </a:rPr>
              <a:t>operations</a:t>
            </a:r>
            <a:r>
              <a:rPr sz="1600" spc="-50" dirty="0">
                <a:solidFill>
                  <a:srgbClr val="3F3F3F"/>
                </a:solidFill>
                <a:latin typeface="Verdana"/>
                <a:cs typeface="Verdana"/>
              </a:rPr>
              <a:t>: </a:t>
            </a:r>
            <a:r>
              <a:rPr sz="1600" spc="-20" dirty="0">
                <a:solidFill>
                  <a:srgbClr val="3F3F3F"/>
                </a:solidFill>
                <a:latin typeface="Verdana"/>
                <a:cs typeface="Verdana"/>
              </a:rPr>
              <a:t>unexploited</a:t>
            </a:r>
            <a:r>
              <a:rPr sz="1600" spc="-2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15" dirty="0">
                <a:solidFill>
                  <a:srgbClr val="3F3F3F"/>
                </a:solidFill>
                <a:latin typeface="Verdana"/>
                <a:cs typeface="Verdana"/>
              </a:rPr>
              <a:t>cohesion—operations  </a:t>
            </a:r>
            <a:r>
              <a:rPr sz="1600" spc="-35" dirty="0">
                <a:solidFill>
                  <a:srgbClr val="3F3F3F"/>
                </a:solidFill>
                <a:latin typeface="Verdana"/>
                <a:cs typeface="Verdana"/>
              </a:rPr>
              <a:t>outside </a:t>
            </a:r>
            <a:r>
              <a:rPr sz="1600" spc="-25" dirty="0">
                <a:solidFill>
                  <a:srgbClr val="3F3F3F"/>
                </a:solidFill>
                <a:latin typeface="Verdana"/>
                <a:cs typeface="Verdana"/>
              </a:rPr>
              <a:t>instead </a:t>
            </a:r>
            <a:r>
              <a:rPr sz="1600" spc="5" dirty="0">
                <a:solidFill>
                  <a:srgbClr val="3F3F3F"/>
                </a:solidFill>
                <a:latin typeface="Verdana"/>
                <a:cs typeface="Verdana"/>
              </a:rPr>
              <a:t>of </a:t>
            </a:r>
            <a:r>
              <a:rPr sz="1600" spc="-55" dirty="0">
                <a:solidFill>
                  <a:srgbClr val="3F3F3F"/>
                </a:solidFill>
                <a:latin typeface="Verdana"/>
                <a:cs typeface="Verdana"/>
              </a:rPr>
              <a:t>inside</a:t>
            </a:r>
            <a:r>
              <a:rPr sz="1600" spc="-4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50" dirty="0">
                <a:solidFill>
                  <a:srgbClr val="3F3F3F"/>
                </a:solidFill>
                <a:latin typeface="Verdana"/>
                <a:cs typeface="Verdana"/>
              </a:rPr>
              <a:t>classes</a:t>
            </a:r>
            <a:endParaRPr sz="1600" dirty="0">
              <a:latin typeface="Verdana"/>
              <a:cs typeface="Verdana"/>
            </a:endParaRPr>
          </a:p>
          <a:p>
            <a:pPr marL="756285" marR="421005" lvl="1" indent="-287020">
              <a:lnSpc>
                <a:spcPct val="100000"/>
              </a:lnSpc>
              <a:spcBef>
                <a:spcPts val="1005"/>
              </a:spcBef>
              <a:buClr>
                <a:srgbClr val="A52F0F"/>
              </a:buClr>
              <a:buFont typeface="Georgia"/>
              <a:buChar char=""/>
              <a:tabLst>
                <a:tab pos="756920" algn="l"/>
              </a:tabLst>
            </a:pPr>
            <a:r>
              <a:rPr sz="1600" spc="-25" dirty="0">
                <a:solidFill>
                  <a:srgbClr val="FF0000"/>
                </a:solidFill>
                <a:latin typeface="Verdana"/>
                <a:cs typeface="Verdana"/>
              </a:rPr>
              <a:t>Violation</a:t>
            </a:r>
            <a:r>
              <a:rPr sz="1600" spc="-1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00" spc="5" dirty="0">
                <a:solidFill>
                  <a:srgbClr val="FF0000"/>
                </a:solidFill>
                <a:latin typeface="Verdana"/>
                <a:cs typeface="Verdana"/>
              </a:rPr>
              <a:t>of</a:t>
            </a:r>
            <a:r>
              <a:rPr sz="1600" spc="-1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rgbClr val="FF0000"/>
                </a:solidFill>
                <a:latin typeface="Verdana"/>
                <a:cs typeface="Verdana"/>
              </a:rPr>
              <a:t>encapsulation</a:t>
            </a:r>
            <a:r>
              <a:rPr sz="1600" spc="-20" dirty="0">
                <a:solidFill>
                  <a:srgbClr val="3F3F3F"/>
                </a:solidFill>
                <a:latin typeface="Verdana"/>
                <a:cs typeface="Verdana"/>
              </a:rPr>
              <a:t>:</a:t>
            </a:r>
            <a:r>
              <a:rPr sz="16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30" dirty="0">
                <a:solidFill>
                  <a:srgbClr val="3F3F3F"/>
                </a:solidFill>
                <a:latin typeface="Verdana"/>
                <a:cs typeface="Verdana"/>
              </a:rPr>
              <a:t>explicit</a:t>
            </a:r>
            <a:r>
              <a:rPr sz="1600" spc="-15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35" dirty="0">
                <a:solidFill>
                  <a:srgbClr val="3F3F3F"/>
                </a:solidFill>
                <a:latin typeface="Verdana"/>
                <a:cs typeface="Verdana"/>
              </a:rPr>
              <a:t>type-casting,</a:t>
            </a:r>
            <a:r>
              <a:rPr sz="1600" spc="-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170" dirty="0">
                <a:solidFill>
                  <a:srgbClr val="3F3F3F"/>
                </a:solidFill>
                <a:latin typeface="Verdana"/>
                <a:cs typeface="Verdana"/>
              </a:rPr>
              <a:t>C++  </a:t>
            </a:r>
            <a:r>
              <a:rPr sz="1600" spc="-45" dirty="0">
                <a:solidFill>
                  <a:srgbClr val="3F3F3F"/>
                </a:solidFill>
                <a:latin typeface="Verdana"/>
                <a:cs typeface="Verdana"/>
              </a:rPr>
              <a:t>“friends”</a:t>
            </a:r>
            <a:r>
              <a:rPr sz="1600" spc="-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145" dirty="0">
                <a:solidFill>
                  <a:srgbClr val="3F3F3F"/>
                </a:solidFill>
                <a:latin typeface="Verdana"/>
                <a:cs typeface="Verdana"/>
              </a:rPr>
              <a:t>.</a:t>
            </a:r>
            <a:endParaRPr sz="1600" dirty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1000"/>
              </a:spcBef>
              <a:buClr>
                <a:srgbClr val="A52F0F"/>
              </a:buClr>
              <a:buFont typeface="Georgia"/>
              <a:buChar char=""/>
              <a:tabLst>
                <a:tab pos="756920" algn="l"/>
              </a:tabLst>
            </a:pPr>
            <a:r>
              <a:rPr sz="1600" spc="-45" dirty="0">
                <a:solidFill>
                  <a:srgbClr val="FF0000"/>
                </a:solidFill>
                <a:latin typeface="Verdana"/>
                <a:cs typeface="Verdana"/>
              </a:rPr>
              <a:t>Class</a:t>
            </a:r>
            <a:r>
              <a:rPr sz="1600" spc="-1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00" spc="-45" dirty="0">
                <a:solidFill>
                  <a:srgbClr val="FF0000"/>
                </a:solidFill>
                <a:latin typeface="Verdana"/>
                <a:cs typeface="Verdana"/>
              </a:rPr>
              <a:t>abuse</a:t>
            </a:r>
            <a:r>
              <a:rPr sz="1600" spc="-45" dirty="0">
                <a:solidFill>
                  <a:srgbClr val="3F3F3F"/>
                </a:solidFill>
                <a:latin typeface="Verdana"/>
                <a:cs typeface="Verdana"/>
              </a:rPr>
              <a:t>: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15" dirty="0">
                <a:solidFill>
                  <a:srgbClr val="3F3F3F"/>
                </a:solidFill>
                <a:latin typeface="Verdana"/>
                <a:cs typeface="Verdana"/>
              </a:rPr>
              <a:t>lack</a:t>
            </a:r>
            <a:r>
              <a:rPr sz="16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5" dirty="0">
                <a:solidFill>
                  <a:srgbClr val="3F3F3F"/>
                </a:solidFill>
                <a:latin typeface="Verdana"/>
                <a:cs typeface="Verdana"/>
              </a:rPr>
              <a:t>of</a:t>
            </a:r>
            <a:r>
              <a:rPr sz="16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25" dirty="0">
                <a:solidFill>
                  <a:srgbClr val="3F3F3F"/>
                </a:solidFill>
                <a:latin typeface="Verdana"/>
                <a:cs typeface="Verdana"/>
              </a:rPr>
              <a:t>cohesion—classes</a:t>
            </a:r>
            <a:r>
              <a:rPr sz="1600" spc="-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45" dirty="0">
                <a:solidFill>
                  <a:srgbClr val="3F3F3F"/>
                </a:solidFill>
                <a:latin typeface="Verdana"/>
                <a:cs typeface="Verdana"/>
              </a:rPr>
              <a:t>as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15" dirty="0">
                <a:solidFill>
                  <a:srgbClr val="3F3F3F"/>
                </a:solidFill>
                <a:latin typeface="Verdana"/>
                <a:cs typeface="Verdana"/>
              </a:rPr>
              <a:t>namespaces</a:t>
            </a:r>
            <a:endParaRPr sz="16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07063" y="1253750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DFFFF"/>
                </a:solidFill>
                <a:latin typeface="Arial"/>
                <a:cs typeface="Arial"/>
              </a:rPr>
              <a:t>4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462" y="1102838"/>
            <a:ext cx="181228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5" dirty="0"/>
              <a:t>P</a:t>
            </a:r>
            <a:r>
              <a:rPr spc="315" dirty="0"/>
              <a:t>a</a:t>
            </a:r>
            <a:r>
              <a:rPr spc="-200" dirty="0"/>
              <a:t>tt</a:t>
            </a:r>
            <a:r>
              <a:rPr spc="195" dirty="0"/>
              <a:t>e</a:t>
            </a:r>
            <a:r>
              <a:rPr spc="-459" dirty="0"/>
              <a:t>r</a:t>
            </a:r>
            <a:r>
              <a:rPr spc="-85" dirty="0"/>
              <a:t>n</a:t>
            </a:r>
            <a:r>
              <a:rPr spc="-480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76400" y="2438400"/>
            <a:ext cx="6278880" cy="20726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93980" indent="-342900">
              <a:lnSpc>
                <a:spcPct val="100000"/>
              </a:lnSpc>
              <a:spcBef>
                <a:spcPts val="100"/>
              </a:spcBef>
              <a:buClr>
                <a:srgbClr val="A52F0F"/>
              </a:buClr>
              <a:buFont typeface="Georgia"/>
              <a:buChar char=""/>
              <a:tabLst>
                <a:tab pos="354965" algn="l"/>
                <a:tab pos="355600" algn="l"/>
              </a:tabLst>
            </a:pPr>
            <a:r>
              <a:rPr sz="1800" spc="-70" dirty="0">
                <a:solidFill>
                  <a:srgbClr val="3F3F3F"/>
                </a:solidFill>
                <a:latin typeface="Verdana"/>
                <a:cs typeface="Verdana"/>
              </a:rPr>
              <a:t>Patterns </a:t>
            </a:r>
            <a:r>
              <a:rPr sz="1800" spc="-55" dirty="0">
                <a:solidFill>
                  <a:srgbClr val="3F3F3F"/>
                </a:solidFill>
                <a:latin typeface="Verdana"/>
                <a:cs typeface="Verdana"/>
              </a:rPr>
              <a:t>as </a:t>
            </a:r>
            <a:r>
              <a:rPr sz="1800" spc="145" dirty="0">
                <a:solidFill>
                  <a:srgbClr val="3F3F3F"/>
                </a:solidFill>
                <a:latin typeface="Verdana"/>
                <a:cs typeface="Verdana"/>
              </a:rPr>
              <a:t>a </a:t>
            </a:r>
            <a:r>
              <a:rPr sz="1800" spc="-90" dirty="0">
                <a:solidFill>
                  <a:srgbClr val="3F3F3F"/>
                </a:solidFill>
                <a:latin typeface="Verdana"/>
                <a:cs typeface="Verdana"/>
              </a:rPr>
              <a:t>literary </a:t>
            </a:r>
            <a:r>
              <a:rPr sz="1800" spc="-70" dirty="0">
                <a:solidFill>
                  <a:srgbClr val="3F3F3F"/>
                </a:solidFill>
                <a:latin typeface="Verdana"/>
                <a:cs typeface="Verdana"/>
              </a:rPr>
              <a:t>form </a:t>
            </a:r>
            <a:r>
              <a:rPr sz="1800" spc="-15" dirty="0">
                <a:solidFill>
                  <a:srgbClr val="3F3F3F"/>
                </a:solidFill>
                <a:latin typeface="Verdana"/>
                <a:cs typeface="Verdana"/>
              </a:rPr>
              <a:t>were </a:t>
            </a:r>
            <a:r>
              <a:rPr sz="1800" spc="5" dirty="0">
                <a:solidFill>
                  <a:srgbClr val="FF0000"/>
                </a:solidFill>
                <a:latin typeface="Verdana"/>
                <a:cs typeface="Verdana"/>
              </a:rPr>
              <a:t>introduced</a:t>
            </a:r>
            <a:r>
              <a:rPr sz="1800" spc="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F3F3F"/>
                </a:solidFill>
                <a:latin typeface="Verdana"/>
                <a:cs typeface="Verdana"/>
              </a:rPr>
              <a:t>by </a:t>
            </a:r>
            <a:r>
              <a:rPr sz="1800" spc="-25" dirty="0">
                <a:solidFill>
                  <a:srgbClr val="3F3F3F"/>
                </a:solidFill>
                <a:latin typeface="Verdana"/>
                <a:cs typeface="Verdana"/>
              </a:rPr>
              <a:t>the  </a:t>
            </a:r>
            <a:r>
              <a:rPr sz="1800" spc="5" dirty="0">
                <a:solidFill>
                  <a:srgbClr val="3F3F3F"/>
                </a:solidFill>
                <a:latin typeface="Verdana"/>
                <a:cs typeface="Verdana"/>
              </a:rPr>
              <a:t>architect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Verdana"/>
                <a:cs typeface="Verdana"/>
              </a:rPr>
              <a:t>Christopher</a:t>
            </a:r>
            <a:r>
              <a:rPr sz="1800" spc="-1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Verdana"/>
                <a:cs typeface="Verdana"/>
              </a:rPr>
              <a:t>Alexander</a:t>
            </a:r>
            <a:r>
              <a:rPr sz="1800" spc="-1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3F3F3F"/>
                </a:solidFill>
                <a:latin typeface="Verdana"/>
                <a:cs typeface="Verdana"/>
              </a:rPr>
              <a:t>in</a:t>
            </a:r>
            <a:r>
              <a:rPr sz="1800" spc="-17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35" dirty="0">
                <a:solidFill>
                  <a:srgbClr val="3F3F3F"/>
                </a:solidFill>
                <a:latin typeface="Verdana"/>
                <a:cs typeface="Verdana"/>
              </a:rPr>
              <a:t>his</a:t>
            </a:r>
            <a:r>
              <a:rPr sz="1800" spc="-15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3F3F3F"/>
                </a:solidFill>
                <a:latin typeface="Verdana"/>
                <a:cs typeface="Verdana"/>
              </a:rPr>
              <a:t>landmark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50" dirty="0">
                <a:solidFill>
                  <a:srgbClr val="FF0000"/>
                </a:solidFill>
                <a:latin typeface="Verdana"/>
                <a:cs typeface="Verdana"/>
              </a:rPr>
              <a:t>1977 </a:t>
            </a:r>
            <a:r>
              <a:rPr sz="1800" spc="-1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3F3F3F"/>
                </a:solidFill>
                <a:latin typeface="Verdana"/>
                <a:cs typeface="Verdana"/>
              </a:rPr>
              <a:t>book, </a:t>
            </a:r>
            <a:r>
              <a:rPr lang="en-US" sz="1800" spc="-15" dirty="0">
                <a:solidFill>
                  <a:srgbClr val="3F3F3F"/>
                </a:solidFill>
                <a:latin typeface="Verdana"/>
                <a:cs typeface="Verdana"/>
              </a:rPr>
              <a:t>"</a:t>
            </a:r>
            <a:r>
              <a:rPr sz="1800" spc="100" dirty="0">
                <a:solidFill>
                  <a:srgbClr val="FF0000"/>
                </a:solidFill>
                <a:latin typeface="Verdana"/>
                <a:cs typeface="Verdana"/>
              </a:rPr>
              <a:t>A </a:t>
            </a:r>
            <a:r>
              <a:rPr sz="1800" spc="-45" dirty="0">
                <a:solidFill>
                  <a:srgbClr val="FF0000"/>
                </a:solidFill>
                <a:latin typeface="Verdana"/>
                <a:cs typeface="Verdana"/>
              </a:rPr>
              <a:t>Pattern</a:t>
            </a:r>
            <a:r>
              <a:rPr sz="1800" spc="-48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FF0000"/>
                </a:solidFill>
                <a:latin typeface="Verdana"/>
                <a:cs typeface="Verdana"/>
              </a:rPr>
              <a:t>Language</a:t>
            </a:r>
            <a:r>
              <a:rPr lang="en-US" sz="1800" spc="10" dirty="0">
                <a:solidFill>
                  <a:srgbClr val="FF0000"/>
                </a:solidFill>
                <a:latin typeface="Verdana"/>
                <a:cs typeface="Verdana"/>
              </a:rPr>
              <a:t>"</a:t>
            </a:r>
            <a:r>
              <a:rPr sz="1800" spc="10" dirty="0">
                <a:solidFill>
                  <a:srgbClr val="3F3F3F"/>
                </a:solidFill>
                <a:latin typeface="Verdana"/>
                <a:cs typeface="Verdana"/>
              </a:rPr>
              <a:t>.</a:t>
            </a:r>
            <a:endParaRPr sz="1800" dirty="0">
              <a:latin typeface="Verdana"/>
              <a:cs typeface="Verdana"/>
            </a:endParaRPr>
          </a:p>
          <a:p>
            <a:pPr marL="354965" marR="5080" indent="-34290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"/>
              <a:tabLst>
                <a:tab pos="419100" algn="l"/>
                <a:tab pos="419734" algn="l"/>
              </a:tabLst>
            </a:pPr>
            <a:r>
              <a:rPr dirty="0"/>
              <a:t>	</a:t>
            </a:r>
            <a:r>
              <a:rPr sz="1800" spc="-185" dirty="0">
                <a:solidFill>
                  <a:srgbClr val="3F3F3F"/>
                </a:solidFill>
                <a:latin typeface="Verdana"/>
                <a:cs typeface="Verdana"/>
              </a:rPr>
              <a:t>In</a:t>
            </a:r>
            <a:r>
              <a:rPr sz="1800" spc="-16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25" dirty="0">
                <a:solidFill>
                  <a:srgbClr val="3F3F3F"/>
                </a:solidFill>
                <a:latin typeface="Verdana"/>
                <a:cs typeface="Verdana"/>
              </a:rPr>
              <a:t>this</a:t>
            </a:r>
            <a:r>
              <a:rPr sz="18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3F3F3F"/>
                </a:solidFill>
                <a:latin typeface="Verdana"/>
                <a:cs typeface="Verdana"/>
              </a:rPr>
              <a:t>book,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Verdana"/>
                <a:cs typeface="Verdana"/>
              </a:rPr>
              <a:t>Alexander</a:t>
            </a:r>
            <a:r>
              <a:rPr sz="1800" spc="-1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65" dirty="0">
                <a:solidFill>
                  <a:srgbClr val="3F3F3F"/>
                </a:solidFill>
                <a:latin typeface="Verdana"/>
                <a:cs typeface="Verdana"/>
              </a:rPr>
              <a:t>and</a:t>
            </a:r>
            <a:r>
              <a:rPr sz="18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35" dirty="0">
                <a:solidFill>
                  <a:srgbClr val="3F3F3F"/>
                </a:solidFill>
                <a:latin typeface="Verdana"/>
                <a:cs typeface="Verdana"/>
              </a:rPr>
              <a:t>his</a:t>
            </a:r>
            <a:r>
              <a:rPr sz="18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5" dirty="0">
                <a:solidFill>
                  <a:srgbClr val="3F3F3F"/>
                </a:solidFill>
                <a:latin typeface="Verdana"/>
                <a:cs typeface="Verdana"/>
              </a:rPr>
              <a:t>colleagues</a:t>
            </a:r>
            <a:r>
              <a:rPr sz="18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presented  </a:t>
            </a:r>
            <a:r>
              <a:rPr sz="1800" spc="145" dirty="0">
                <a:solidFill>
                  <a:srgbClr val="3F3F3F"/>
                </a:solidFill>
                <a:latin typeface="Verdana"/>
                <a:cs typeface="Verdana"/>
              </a:rPr>
              <a:t>a </a:t>
            </a:r>
            <a:r>
              <a:rPr sz="1800" spc="-55" dirty="0">
                <a:solidFill>
                  <a:srgbClr val="FF0000"/>
                </a:solidFill>
                <a:latin typeface="Verdana"/>
                <a:cs typeface="Verdana"/>
              </a:rPr>
              <a:t>systematic </a:t>
            </a:r>
            <a:r>
              <a:rPr sz="1800" spc="5" dirty="0">
                <a:solidFill>
                  <a:srgbClr val="FF0000"/>
                </a:solidFill>
                <a:latin typeface="Verdana"/>
                <a:cs typeface="Verdana"/>
              </a:rPr>
              <a:t>method </a:t>
            </a:r>
            <a:r>
              <a:rPr sz="1800" spc="-80" dirty="0">
                <a:solidFill>
                  <a:srgbClr val="FF0000"/>
                </a:solidFill>
                <a:latin typeface="Verdana"/>
                <a:cs typeface="Verdana"/>
              </a:rPr>
              <a:t>for </a:t>
            </a:r>
            <a:r>
              <a:rPr sz="1800" spc="-5" dirty="0">
                <a:solidFill>
                  <a:srgbClr val="FF0000"/>
                </a:solidFill>
                <a:latin typeface="Verdana"/>
                <a:cs typeface="Verdana"/>
              </a:rPr>
              <a:t>architecting </a:t>
            </a:r>
            <a:r>
              <a:rPr sz="1800" spc="145" dirty="0">
                <a:solidFill>
                  <a:srgbClr val="FF0000"/>
                </a:solidFill>
                <a:latin typeface="Verdana"/>
                <a:cs typeface="Verdana"/>
              </a:rPr>
              <a:t>a </a:t>
            </a:r>
            <a:r>
              <a:rPr sz="1800" spc="5" dirty="0">
                <a:solidFill>
                  <a:srgbClr val="FF0000"/>
                </a:solidFill>
                <a:latin typeface="Verdana"/>
                <a:cs typeface="Verdana"/>
              </a:rPr>
              <a:t>range </a:t>
            </a:r>
            <a:r>
              <a:rPr sz="1800" dirty="0">
                <a:solidFill>
                  <a:srgbClr val="FF0000"/>
                </a:solidFill>
                <a:latin typeface="Verdana"/>
                <a:cs typeface="Verdana"/>
              </a:rPr>
              <a:t>of  </a:t>
            </a:r>
            <a:r>
              <a:rPr sz="1800" spc="-40" dirty="0">
                <a:solidFill>
                  <a:srgbClr val="FF0000"/>
                </a:solidFill>
                <a:latin typeface="Verdana"/>
                <a:cs typeface="Verdana"/>
              </a:rPr>
              <a:t>different </a:t>
            </a:r>
            <a:r>
              <a:rPr sz="1800" spc="-95" dirty="0">
                <a:solidFill>
                  <a:srgbClr val="FF0000"/>
                </a:solidFill>
                <a:latin typeface="Verdana"/>
                <a:cs typeface="Verdana"/>
              </a:rPr>
              <a:t>kinds </a:t>
            </a:r>
            <a:r>
              <a:rPr sz="1800" spc="10" dirty="0">
                <a:solidFill>
                  <a:srgbClr val="FF0000"/>
                </a:solidFill>
                <a:latin typeface="Verdana"/>
                <a:cs typeface="Verdana"/>
              </a:rPr>
              <a:t>of </a:t>
            </a:r>
            <a:r>
              <a:rPr sz="1800" spc="-25" dirty="0">
                <a:solidFill>
                  <a:srgbClr val="FF0000"/>
                </a:solidFill>
                <a:latin typeface="Verdana"/>
                <a:cs typeface="Verdana"/>
              </a:rPr>
              <a:t>physical </a:t>
            </a:r>
            <a:r>
              <a:rPr sz="1800" spc="-105" dirty="0">
                <a:solidFill>
                  <a:srgbClr val="FF0000"/>
                </a:solidFill>
                <a:latin typeface="Verdana"/>
                <a:cs typeface="Verdana"/>
              </a:rPr>
              <a:t>structures</a:t>
            </a:r>
            <a:r>
              <a:rPr sz="1800" spc="-105" dirty="0">
                <a:solidFill>
                  <a:srgbClr val="3F3F3F"/>
                </a:solidFill>
                <a:latin typeface="Verdana"/>
                <a:cs typeface="Verdana"/>
              </a:rPr>
              <a:t>, </a:t>
            </a:r>
            <a:r>
              <a:rPr sz="1800" spc="-70" dirty="0">
                <a:solidFill>
                  <a:srgbClr val="3F3F3F"/>
                </a:solidFill>
                <a:latin typeface="Verdana"/>
                <a:cs typeface="Verdana"/>
              </a:rPr>
              <a:t>from </a:t>
            </a:r>
            <a:r>
              <a:rPr sz="1800" spc="-75" dirty="0">
                <a:solidFill>
                  <a:srgbClr val="3F3F3F"/>
                </a:solidFill>
                <a:latin typeface="Verdana"/>
                <a:cs typeface="Verdana"/>
              </a:rPr>
              <a:t>rooms </a:t>
            </a: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to  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buildings </a:t>
            </a:r>
            <a:r>
              <a:rPr sz="1800" spc="65" dirty="0">
                <a:solidFill>
                  <a:srgbClr val="3F3F3F"/>
                </a:solidFill>
                <a:latin typeface="Verdana"/>
                <a:cs typeface="Verdana"/>
              </a:rPr>
              <a:t>and</a:t>
            </a:r>
            <a:r>
              <a:rPr sz="1800" spc="-2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3F3F3F"/>
                </a:solidFill>
                <a:latin typeface="Verdana"/>
                <a:cs typeface="Verdana"/>
              </a:rPr>
              <a:t>towns.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07063" y="1253750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DFFFF"/>
                </a:solidFill>
                <a:latin typeface="Arial"/>
                <a:cs typeface="Arial"/>
              </a:rPr>
              <a:t>5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80462" y="1102838"/>
            <a:ext cx="38925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0" dirty="0">
                <a:solidFill>
                  <a:srgbClr val="262626"/>
                </a:solidFill>
                <a:latin typeface="Verdana"/>
                <a:cs typeface="Verdana"/>
              </a:rPr>
              <a:t>Software</a:t>
            </a:r>
            <a:r>
              <a:rPr sz="3600" spc="-315" dirty="0">
                <a:solidFill>
                  <a:srgbClr val="262626"/>
                </a:solidFill>
                <a:latin typeface="Verdana"/>
                <a:cs typeface="Verdana"/>
              </a:rPr>
              <a:t> </a:t>
            </a:r>
            <a:r>
              <a:rPr sz="3600" spc="-120" dirty="0">
                <a:solidFill>
                  <a:srgbClr val="262626"/>
                </a:solidFill>
                <a:latin typeface="Verdana"/>
                <a:cs typeface="Verdana"/>
              </a:rPr>
              <a:t>Patterns</a:t>
            </a:r>
            <a:endParaRPr sz="36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46074" y="2209800"/>
            <a:ext cx="7315200" cy="25955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800" spc="-200" dirty="0">
                <a:solidFill>
                  <a:srgbClr val="A52F0F"/>
                </a:solidFill>
                <a:latin typeface="Georgia"/>
                <a:cs typeface="Georgia"/>
              </a:rPr>
              <a:t>	</a:t>
            </a:r>
            <a:r>
              <a:rPr sz="1800" spc="-70" dirty="0">
                <a:solidFill>
                  <a:srgbClr val="3F3F3F"/>
                </a:solidFill>
                <a:latin typeface="Verdana"/>
                <a:cs typeface="Verdana"/>
              </a:rPr>
              <a:t>Patterns </a:t>
            </a:r>
            <a:r>
              <a:rPr sz="1800" spc="-15" dirty="0">
                <a:solidFill>
                  <a:srgbClr val="3F3F3F"/>
                </a:solidFill>
                <a:latin typeface="Verdana"/>
                <a:cs typeface="Verdana"/>
              </a:rPr>
              <a:t>were </a:t>
            </a:r>
            <a:r>
              <a:rPr sz="1800" spc="-204" dirty="0">
                <a:solidFill>
                  <a:srgbClr val="3F3F3F"/>
                </a:solidFill>
                <a:latin typeface="Verdana"/>
                <a:cs typeface="Verdana"/>
              </a:rPr>
              <a:t>ﬁrst </a:t>
            </a:r>
            <a:r>
              <a:rPr sz="1800" spc="70" dirty="0">
                <a:solidFill>
                  <a:srgbClr val="3F3F3F"/>
                </a:solidFill>
                <a:latin typeface="Verdana"/>
                <a:cs typeface="Verdana"/>
              </a:rPr>
              <a:t>adopted </a:t>
            </a:r>
            <a:r>
              <a:rPr sz="1800" dirty="0">
                <a:solidFill>
                  <a:srgbClr val="3F3F3F"/>
                </a:solidFill>
                <a:latin typeface="Verdana"/>
                <a:cs typeface="Verdana"/>
              </a:rPr>
              <a:t>by </a:t>
            </a:r>
            <a:r>
              <a:rPr sz="1800" spc="-25" dirty="0">
                <a:solidFill>
                  <a:srgbClr val="3F3F3F"/>
                </a:solidFill>
                <a:latin typeface="Verdana"/>
                <a:cs typeface="Verdana"/>
              </a:rPr>
              <a:t>the 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software  </a:t>
            </a:r>
            <a:r>
              <a:rPr sz="1800" spc="-30" dirty="0">
                <a:solidFill>
                  <a:srgbClr val="3F3F3F"/>
                </a:solidFill>
                <a:latin typeface="Verdana"/>
                <a:cs typeface="Verdana"/>
              </a:rPr>
              <a:t>community</a:t>
            </a:r>
            <a:r>
              <a:rPr sz="18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3F3F3F"/>
                </a:solidFill>
                <a:latin typeface="Verdana"/>
                <a:cs typeface="Verdana"/>
              </a:rPr>
              <a:t>as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4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3F3F3F"/>
                </a:solidFill>
                <a:latin typeface="Verdana"/>
                <a:cs typeface="Verdana"/>
              </a:rPr>
              <a:t>way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F3F3F"/>
                </a:solidFill>
                <a:latin typeface="Verdana"/>
                <a:cs typeface="Verdana"/>
              </a:rPr>
              <a:t>of</a:t>
            </a:r>
            <a:r>
              <a:rPr sz="1800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3F3F3F"/>
                </a:solidFill>
                <a:latin typeface="Verdana"/>
                <a:cs typeface="Verdana"/>
              </a:rPr>
              <a:t>documenting</a:t>
            </a:r>
            <a:r>
              <a:rPr sz="1800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3F3F3F"/>
                </a:solidFill>
                <a:latin typeface="Verdana"/>
                <a:cs typeface="Verdana"/>
              </a:rPr>
              <a:t>recurring  </a:t>
            </a:r>
            <a:r>
              <a:rPr sz="1800" spc="-85" dirty="0">
                <a:solidFill>
                  <a:srgbClr val="3F3F3F"/>
                </a:solidFill>
                <a:latin typeface="Verdana"/>
                <a:cs typeface="Verdana"/>
              </a:rPr>
              <a:t>solutions </a:t>
            </a: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to design</a:t>
            </a:r>
            <a:r>
              <a:rPr sz="1800" spc="-3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3F3F3F"/>
                </a:solidFill>
                <a:latin typeface="Verdana"/>
                <a:cs typeface="Verdana"/>
              </a:rPr>
              <a:t>problems.</a:t>
            </a:r>
            <a:endParaRPr lang="en-US" sz="1800" spc="-50" dirty="0">
              <a:solidFill>
                <a:srgbClr val="3F3F3F"/>
              </a:solidFill>
              <a:latin typeface="Verdana"/>
              <a:cs typeface="Verdana"/>
            </a:endParaRPr>
          </a:p>
          <a:p>
            <a:pPr marL="354965" marR="5080" indent="-3429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endParaRPr lang="en-US" spc="-50" dirty="0">
              <a:solidFill>
                <a:srgbClr val="3F3F3F"/>
              </a:solidFill>
              <a:latin typeface="Verdana"/>
              <a:cs typeface="Verdana"/>
            </a:endParaRPr>
          </a:p>
          <a:p>
            <a:pPr marL="354965" marR="5080" indent="-3429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endParaRPr lang="en-US" sz="1800" spc="-50" dirty="0">
              <a:solidFill>
                <a:srgbClr val="3F3F3F"/>
              </a:solidFill>
              <a:latin typeface="Verdana"/>
              <a:cs typeface="Verdana"/>
            </a:endParaRPr>
          </a:p>
          <a:p>
            <a:pPr marL="354965" marR="5080" indent="-3429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endParaRPr lang="en-US" spc="-50" dirty="0">
              <a:solidFill>
                <a:srgbClr val="3F3F3F"/>
              </a:solidFill>
              <a:latin typeface="Verdana"/>
              <a:cs typeface="Verdana"/>
            </a:endParaRPr>
          </a:p>
          <a:p>
            <a:pPr marL="354965" marR="5080" indent="-3429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endParaRPr lang="en-US" sz="1800" spc="-50" dirty="0">
              <a:solidFill>
                <a:srgbClr val="3F3F3F"/>
              </a:solidFill>
              <a:latin typeface="Verdana"/>
              <a:cs typeface="Verdana"/>
            </a:endParaRPr>
          </a:p>
          <a:p>
            <a:pPr marL="354965" marR="5080" indent="-3429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endParaRPr lang="en-US" spc="-50" dirty="0">
              <a:solidFill>
                <a:srgbClr val="3F3F3F"/>
              </a:solidFill>
              <a:latin typeface="Verdana"/>
              <a:cs typeface="Verdana"/>
            </a:endParaRPr>
          </a:p>
          <a:p>
            <a:pPr marL="354965" marR="5080" indent="-3429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endParaRPr lang="en-US" sz="1800" spc="-50" dirty="0">
              <a:solidFill>
                <a:srgbClr val="3F3F3F"/>
              </a:solidFill>
              <a:latin typeface="Verdana"/>
              <a:cs typeface="Verdana"/>
            </a:endParaRPr>
          </a:p>
          <a:p>
            <a:pPr marL="354965" marR="5080" indent="-3429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endParaRPr sz="18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07063" y="1253750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DFFFF"/>
                </a:solidFill>
                <a:latin typeface="Arial"/>
                <a:cs typeface="Arial"/>
              </a:rPr>
              <a:t>6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462" y="1102838"/>
            <a:ext cx="51777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Reengineering</a:t>
            </a:r>
            <a:r>
              <a:rPr spc="-300" dirty="0"/>
              <a:t> </a:t>
            </a:r>
            <a:r>
              <a:rPr spc="-125" dirty="0"/>
              <a:t>Patterns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30070" y="2189480"/>
            <a:ext cx="6398260" cy="47679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3975" indent="-342900">
              <a:spcBef>
                <a:spcPts val="100"/>
              </a:spcBef>
              <a:buClr>
                <a:srgbClr val="A52F0F"/>
              </a:buClr>
              <a:buFont typeface="Georgia"/>
              <a:buChar char=""/>
              <a:tabLst>
                <a:tab pos="354965" algn="l"/>
                <a:tab pos="355600" algn="l"/>
              </a:tabLst>
            </a:pPr>
            <a:r>
              <a:rPr lang="en-US" sz="1800" spc="-10" dirty="0">
                <a:solidFill>
                  <a:srgbClr val="3F3F3F"/>
                </a:solidFill>
                <a:latin typeface="Verdana"/>
                <a:cs typeface="Verdana"/>
              </a:rPr>
              <a:t>We</a:t>
            </a:r>
            <a:r>
              <a:rPr lang="en-US" sz="1800" spc="-7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lang="en-US" sz="1800" spc="-25" dirty="0">
                <a:solidFill>
                  <a:srgbClr val="3F3F3F"/>
                </a:solidFill>
                <a:latin typeface="Verdana"/>
                <a:cs typeface="Verdana"/>
              </a:rPr>
              <a:t>see</a:t>
            </a:r>
            <a:r>
              <a:rPr lang="en-US" sz="18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lang="en-US" sz="1800" b="1" spc="-25" dirty="0">
                <a:solidFill>
                  <a:srgbClr val="3F3F3F"/>
                </a:solidFill>
                <a:latin typeface="Verdana"/>
                <a:cs typeface="Verdana"/>
              </a:rPr>
              <a:t>reengineering</a:t>
            </a:r>
            <a:r>
              <a:rPr lang="en-US" sz="1800" b="1" spc="-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lang="en-US" sz="1800" b="1" spc="-50" dirty="0">
                <a:solidFill>
                  <a:srgbClr val="3F3F3F"/>
                </a:solidFill>
                <a:latin typeface="Verdana"/>
                <a:cs typeface="Verdana"/>
              </a:rPr>
              <a:t>patterns</a:t>
            </a:r>
            <a:r>
              <a:rPr lang="en-US" sz="1800" b="1" spc="-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lang="en-US" sz="1800" spc="-45" dirty="0">
                <a:solidFill>
                  <a:srgbClr val="3F3F3F"/>
                </a:solidFill>
                <a:latin typeface="Verdana"/>
                <a:cs typeface="Verdana"/>
              </a:rPr>
              <a:t>as</a:t>
            </a:r>
            <a:r>
              <a:rPr lang="en-US" sz="18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lang="en-US" sz="1800" spc="-20" dirty="0">
                <a:solidFill>
                  <a:srgbClr val="FF0000"/>
                </a:solidFill>
                <a:latin typeface="Verdana"/>
                <a:cs typeface="Verdana"/>
              </a:rPr>
              <a:t>stable</a:t>
            </a:r>
            <a:r>
              <a:rPr lang="en-US" sz="1800" spc="-1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lang="en-US" sz="1800" spc="-105" dirty="0">
                <a:solidFill>
                  <a:srgbClr val="FF0000"/>
                </a:solidFill>
                <a:latin typeface="Verdana"/>
                <a:cs typeface="Verdana"/>
              </a:rPr>
              <a:t>units</a:t>
            </a:r>
            <a:r>
              <a:rPr lang="en-US" sz="1800" spc="-9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lang="en-US" sz="1800" dirty="0">
                <a:solidFill>
                  <a:srgbClr val="3F3F3F"/>
                </a:solidFill>
                <a:latin typeface="Verdana"/>
                <a:cs typeface="Verdana"/>
              </a:rPr>
              <a:t>of</a:t>
            </a:r>
            <a:r>
              <a:rPr lang="en-US" sz="1800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lang="en-US" sz="1800" spc="-60" dirty="0">
                <a:solidFill>
                  <a:srgbClr val="FF0000"/>
                </a:solidFill>
                <a:latin typeface="Verdana"/>
                <a:cs typeface="Verdana"/>
              </a:rPr>
              <a:t>expertise</a:t>
            </a:r>
            <a:r>
              <a:rPr lang="en-US" sz="1800" spc="-60" dirty="0">
                <a:solidFill>
                  <a:srgbClr val="3F3F3F"/>
                </a:solidFill>
                <a:latin typeface="Verdana"/>
                <a:cs typeface="Verdana"/>
              </a:rPr>
              <a:t>  </a:t>
            </a:r>
            <a:r>
              <a:rPr lang="en-US" sz="1800" spc="-5" dirty="0">
                <a:solidFill>
                  <a:srgbClr val="3F3F3F"/>
                </a:solidFill>
                <a:latin typeface="Verdana"/>
                <a:cs typeface="Verdana"/>
              </a:rPr>
              <a:t>which</a:t>
            </a:r>
            <a:r>
              <a:rPr lang="en-US" sz="1800" spc="-9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lang="en-US" sz="1800" spc="90" dirty="0">
                <a:solidFill>
                  <a:srgbClr val="3F3F3F"/>
                </a:solidFill>
                <a:latin typeface="Verdana"/>
                <a:cs typeface="Verdana"/>
              </a:rPr>
              <a:t>can</a:t>
            </a:r>
            <a:r>
              <a:rPr lang="en-US" sz="18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lang="en-US" sz="1800" spc="85" dirty="0">
                <a:solidFill>
                  <a:srgbClr val="3F3F3F"/>
                </a:solidFill>
                <a:latin typeface="Verdana"/>
                <a:cs typeface="Verdana"/>
              </a:rPr>
              <a:t>be</a:t>
            </a:r>
            <a:r>
              <a:rPr lang="en-US" sz="18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lang="en-US" sz="1800" spc="-10" dirty="0">
                <a:solidFill>
                  <a:srgbClr val="3F3F3F"/>
                </a:solidFill>
                <a:latin typeface="Verdana"/>
                <a:cs typeface="Verdana"/>
              </a:rPr>
              <a:t>consulted</a:t>
            </a:r>
            <a:r>
              <a:rPr lang="en-US" sz="1800" spc="-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lang="en-US" sz="1800" spc="-85" dirty="0">
                <a:solidFill>
                  <a:srgbClr val="3F3F3F"/>
                </a:solidFill>
                <a:latin typeface="Verdana"/>
                <a:cs typeface="Verdana"/>
              </a:rPr>
              <a:t>in</a:t>
            </a:r>
            <a:r>
              <a:rPr lang="en-US" sz="18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lang="en-US" sz="1800" spc="-5" dirty="0">
                <a:solidFill>
                  <a:srgbClr val="3F3F3F"/>
                </a:solidFill>
                <a:latin typeface="Verdana"/>
                <a:cs typeface="Verdana"/>
              </a:rPr>
              <a:t>any</a:t>
            </a:r>
            <a:r>
              <a:rPr lang="en-US"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lang="en-US" sz="1800" spc="-25" dirty="0">
                <a:solidFill>
                  <a:srgbClr val="3F3F3F"/>
                </a:solidFill>
                <a:latin typeface="Verdana"/>
                <a:cs typeface="Verdana"/>
              </a:rPr>
              <a:t>reengineering</a:t>
            </a:r>
            <a:r>
              <a:rPr lang="en-US" sz="1800" spc="-6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lang="en-US" sz="1800" spc="-85" dirty="0">
                <a:solidFill>
                  <a:srgbClr val="3F3F3F"/>
                </a:solidFill>
                <a:latin typeface="Verdana"/>
                <a:cs typeface="Verdana"/>
              </a:rPr>
              <a:t>effort:</a:t>
            </a:r>
            <a:r>
              <a:rPr lang="en-US" sz="18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lang="en-US" sz="1800" spc="-40" dirty="0">
                <a:solidFill>
                  <a:srgbClr val="3F3F3F"/>
                </a:solidFill>
                <a:latin typeface="Verdana"/>
                <a:cs typeface="Verdana"/>
              </a:rPr>
              <a:t>they  </a:t>
            </a:r>
            <a:r>
              <a:rPr lang="en-US" sz="1800" dirty="0">
                <a:solidFill>
                  <a:srgbClr val="3F3F3F"/>
                </a:solidFill>
                <a:latin typeface="Verdana"/>
                <a:cs typeface="Verdana"/>
              </a:rPr>
              <a:t>describe </a:t>
            </a:r>
            <a:r>
              <a:rPr lang="en-US" sz="1800" spc="125" dirty="0">
                <a:solidFill>
                  <a:srgbClr val="3F3F3F"/>
                </a:solidFill>
                <a:latin typeface="Verdana"/>
                <a:cs typeface="Verdana"/>
              </a:rPr>
              <a:t>a </a:t>
            </a:r>
            <a:r>
              <a:rPr lang="en-US" sz="1800" spc="-30" dirty="0">
                <a:solidFill>
                  <a:srgbClr val="3F3F3F"/>
                </a:solidFill>
                <a:latin typeface="Verdana"/>
                <a:cs typeface="Verdana"/>
              </a:rPr>
              <a:t>process </a:t>
            </a:r>
            <a:r>
              <a:rPr lang="en-US" sz="1800" spc="-50" dirty="0">
                <a:solidFill>
                  <a:srgbClr val="3F3F3F"/>
                </a:solidFill>
                <a:latin typeface="Verdana"/>
                <a:cs typeface="Verdana"/>
              </a:rPr>
              <a:t>without </a:t>
            </a:r>
            <a:r>
              <a:rPr lang="en-US" sz="1800" spc="-20" dirty="0">
                <a:solidFill>
                  <a:srgbClr val="3F3F3F"/>
                </a:solidFill>
                <a:latin typeface="Verdana"/>
                <a:cs typeface="Verdana"/>
              </a:rPr>
              <a:t>proposing </a:t>
            </a:r>
            <a:r>
              <a:rPr lang="en-US" sz="1800" spc="125" dirty="0">
                <a:solidFill>
                  <a:srgbClr val="3F3F3F"/>
                </a:solidFill>
                <a:latin typeface="Verdana"/>
                <a:cs typeface="Verdana"/>
              </a:rPr>
              <a:t>a </a:t>
            </a:r>
            <a:r>
              <a:rPr lang="en-US" sz="1800" spc="30" dirty="0">
                <a:solidFill>
                  <a:srgbClr val="3F3F3F"/>
                </a:solidFill>
                <a:latin typeface="Verdana"/>
                <a:cs typeface="Verdana"/>
              </a:rPr>
              <a:t>complete  </a:t>
            </a:r>
            <a:r>
              <a:rPr lang="en-US" sz="1800" spc="-10" dirty="0">
                <a:solidFill>
                  <a:srgbClr val="3F3F3F"/>
                </a:solidFill>
                <a:latin typeface="Verdana"/>
                <a:cs typeface="Verdana"/>
              </a:rPr>
              <a:t>methodology, </a:t>
            </a:r>
            <a:r>
              <a:rPr lang="en-US" sz="1800" spc="60" dirty="0">
                <a:solidFill>
                  <a:srgbClr val="3F3F3F"/>
                </a:solidFill>
                <a:latin typeface="Verdana"/>
                <a:cs typeface="Verdana"/>
              </a:rPr>
              <a:t>and </a:t>
            </a:r>
            <a:r>
              <a:rPr lang="en-US" sz="1800" spc="-40" dirty="0">
                <a:solidFill>
                  <a:srgbClr val="3F3F3F"/>
                </a:solidFill>
                <a:latin typeface="Verdana"/>
                <a:cs typeface="Verdana"/>
              </a:rPr>
              <a:t>they </a:t>
            </a:r>
            <a:r>
              <a:rPr lang="en-US" sz="1800" spc="-50" dirty="0">
                <a:solidFill>
                  <a:srgbClr val="3F3F3F"/>
                </a:solidFill>
                <a:latin typeface="Verdana"/>
                <a:cs typeface="Verdana"/>
              </a:rPr>
              <a:t>suggest </a:t>
            </a:r>
            <a:r>
              <a:rPr lang="en-US" sz="1800" spc="5" dirty="0">
                <a:solidFill>
                  <a:srgbClr val="3F3F3F"/>
                </a:solidFill>
                <a:latin typeface="Verdana"/>
                <a:cs typeface="Verdana"/>
              </a:rPr>
              <a:t>appropriate </a:t>
            </a:r>
            <a:r>
              <a:rPr lang="en-US" sz="1800" spc="-60" dirty="0">
                <a:solidFill>
                  <a:srgbClr val="3F3F3F"/>
                </a:solidFill>
                <a:latin typeface="Verdana"/>
                <a:cs typeface="Verdana"/>
              </a:rPr>
              <a:t>tools  </a:t>
            </a:r>
            <a:r>
              <a:rPr lang="en-US" sz="1800" spc="-50" dirty="0">
                <a:solidFill>
                  <a:srgbClr val="3F3F3F"/>
                </a:solidFill>
                <a:latin typeface="Verdana"/>
                <a:cs typeface="Verdana"/>
              </a:rPr>
              <a:t>without </a:t>
            </a:r>
            <a:r>
              <a:rPr lang="en-US" sz="1800" spc="-40" dirty="0">
                <a:solidFill>
                  <a:srgbClr val="3F3F3F"/>
                </a:solidFill>
                <a:latin typeface="Verdana"/>
                <a:cs typeface="Verdana"/>
              </a:rPr>
              <a:t>“selling” </a:t>
            </a:r>
            <a:r>
              <a:rPr lang="en-US" sz="1800" spc="12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lang="en-US" sz="1800" spc="-3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lang="en-US" sz="1800" dirty="0">
                <a:solidFill>
                  <a:srgbClr val="3F3F3F"/>
                </a:solidFill>
                <a:latin typeface="Verdana"/>
                <a:cs typeface="Verdana"/>
              </a:rPr>
              <a:t>speciﬁc </a:t>
            </a:r>
            <a:r>
              <a:rPr lang="en-US" sz="1800" spc="-10" dirty="0">
                <a:solidFill>
                  <a:srgbClr val="3F3F3F"/>
                </a:solidFill>
                <a:latin typeface="Verdana"/>
                <a:cs typeface="Verdana"/>
              </a:rPr>
              <a:t>one.</a:t>
            </a:r>
            <a:endParaRPr lang="en-US" sz="1800" dirty="0">
              <a:latin typeface="Verdana"/>
              <a:cs typeface="Verdana"/>
            </a:endParaRPr>
          </a:p>
          <a:p>
            <a:pPr marL="12065" marR="53975">
              <a:lnSpc>
                <a:spcPct val="100000"/>
              </a:lnSpc>
              <a:spcBef>
                <a:spcPts val="100"/>
              </a:spcBef>
              <a:buClr>
                <a:srgbClr val="A52F0F"/>
              </a:buClr>
              <a:tabLst>
                <a:tab pos="354965" algn="l"/>
                <a:tab pos="355600" algn="l"/>
              </a:tabLst>
            </a:pPr>
            <a:endParaRPr lang="en-US" sz="1800" spc="-20" dirty="0">
              <a:solidFill>
                <a:srgbClr val="3F3F3F"/>
              </a:solidFill>
              <a:latin typeface="Verdana"/>
              <a:cs typeface="Verdana"/>
            </a:endParaRPr>
          </a:p>
          <a:p>
            <a:pPr marL="354965" marR="53975" indent="-342900">
              <a:lnSpc>
                <a:spcPct val="100000"/>
              </a:lnSpc>
              <a:spcBef>
                <a:spcPts val="100"/>
              </a:spcBef>
              <a:buClr>
                <a:srgbClr val="A52F0F"/>
              </a:buClr>
              <a:buFont typeface="Georgia"/>
              <a:buChar char=""/>
              <a:tabLst>
                <a:tab pos="354965" algn="l"/>
                <a:tab pos="355600" algn="l"/>
              </a:tabLst>
            </a:pP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Reengineering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3F3F3F"/>
                </a:solidFill>
                <a:latin typeface="Verdana"/>
                <a:cs typeface="Verdana"/>
              </a:rPr>
              <a:t>patterns</a:t>
            </a:r>
            <a:r>
              <a:rPr sz="1800" spc="-7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b="1" spc="20" dirty="0">
                <a:solidFill>
                  <a:srgbClr val="FF0000"/>
                </a:solidFill>
                <a:latin typeface="Verdana"/>
                <a:cs typeface="Verdana"/>
              </a:rPr>
              <a:t>codify</a:t>
            </a:r>
            <a:r>
              <a:rPr sz="1800" b="1" spc="-16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65" dirty="0">
                <a:solidFill>
                  <a:srgbClr val="3F3F3F"/>
                </a:solidFill>
                <a:latin typeface="Verdana"/>
                <a:cs typeface="Verdana"/>
              </a:rPr>
              <a:t>and</a:t>
            </a:r>
            <a:r>
              <a:rPr sz="18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b="1" spc="5" dirty="0">
                <a:solidFill>
                  <a:srgbClr val="FF0000"/>
                </a:solidFill>
                <a:latin typeface="Verdana"/>
                <a:cs typeface="Verdana"/>
              </a:rPr>
              <a:t>record</a:t>
            </a:r>
            <a:r>
              <a:rPr sz="1800" b="1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FF0000"/>
                </a:solidFill>
                <a:latin typeface="Verdana"/>
                <a:cs typeface="Verdana"/>
              </a:rPr>
              <a:t>knowledge</a:t>
            </a:r>
            <a:r>
              <a:rPr sz="1800" spc="10" dirty="0">
                <a:solidFill>
                  <a:srgbClr val="3F3F3F"/>
                </a:solidFill>
                <a:latin typeface="Verdana"/>
                <a:cs typeface="Verdana"/>
              </a:rPr>
              <a:t>  </a:t>
            </a:r>
            <a:r>
              <a:rPr sz="1800" spc="30" dirty="0">
                <a:solidFill>
                  <a:srgbClr val="3F3F3F"/>
                </a:solidFill>
                <a:latin typeface="Verdana"/>
                <a:cs typeface="Verdana"/>
              </a:rPr>
              <a:t>about </a:t>
            </a:r>
            <a:r>
              <a:rPr sz="1800" b="1" spc="-30" dirty="0">
                <a:solidFill>
                  <a:srgbClr val="3F3F3F"/>
                </a:solidFill>
                <a:latin typeface="Verdana"/>
                <a:cs typeface="Verdana"/>
              </a:rPr>
              <a:t>modifying </a:t>
            </a:r>
            <a:r>
              <a:rPr sz="1800" b="1" spc="50" dirty="0">
                <a:solidFill>
                  <a:srgbClr val="3F3F3F"/>
                </a:solidFill>
                <a:latin typeface="Verdana"/>
                <a:cs typeface="Verdana"/>
              </a:rPr>
              <a:t>legacy</a:t>
            </a:r>
            <a:r>
              <a:rPr sz="1800" b="1" spc="-4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b="1" spc="-75" dirty="0">
                <a:solidFill>
                  <a:srgbClr val="3F3F3F"/>
                </a:solidFill>
                <a:latin typeface="Verdana"/>
                <a:cs typeface="Verdana"/>
              </a:rPr>
              <a:t>software</a:t>
            </a:r>
            <a:r>
              <a:rPr sz="1800" spc="-75" dirty="0">
                <a:solidFill>
                  <a:srgbClr val="3F3F3F"/>
                </a:solidFill>
                <a:latin typeface="Verdana"/>
                <a:cs typeface="Verdana"/>
              </a:rPr>
              <a:t>:</a:t>
            </a:r>
            <a:endParaRPr sz="1800" dirty="0">
              <a:latin typeface="Verdana"/>
              <a:cs typeface="Verdana"/>
            </a:endParaRPr>
          </a:p>
          <a:p>
            <a:pPr marL="756285" marR="309880" lvl="1" indent="-287020">
              <a:lnSpc>
                <a:spcPct val="100000"/>
              </a:lnSpc>
              <a:spcBef>
                <a:spcPts val="1005"/>
              </a:spcBef>
              <a:buClr>
                <a:srgbClr val="A52F0F"/>
              </a:buClr>
              <a:buFont typeface="Georgia"/>
              <a:buChar char=""/>
              <a:tabLst>
                <a:tab pos="756920" algn="l"/>
              </a:tabLst>
            </a:pP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they </a:t>
            </a:r>
            <a:r>
              <a:rPr sz="1600" spc="5" dirty="0">
                <a:solidFill>
                  <a:srgbClr val="3F3F3F"/>
                </a:solidFill>
                <a:latin typeface="Verdana"/>
                <a:cs typeface="Verdana"/>
              </a:rPr>
              <a:t>help </a:t>
            </a:r>
            <a:r>
              <a:rPr sz="1600" spc="-75" dirty="0">
                <a:solidFill>
                  <a:srgbClr val="3F3F3F"/>
                </a:solidFill>
                <a:latin typeface="Verdana"/>
                <a:cs typeface="Verdana"/>
              </a:rPr>
              <a:t>in </a:t>
            </a:r>
            <a:r>
              <a:rPr sz="1600" b="1" spc="-15" dirty="0">
                <a:solidFill>
                  <a:srgbClr val="3F3F3F"/>
                </a:solidFill>
                <a:latin typeface="Verdana"/>
                <a:cs typeface="Verdana"/>
              </a:rPr>
              <a:t>diagnosing </a:t>
            </a:r>
            <a:r>
              <a:rPr sz="1600" b="1" spc="-35" dirty="0">
                <a:solidFill>
                  <a:srgbClr val="3F3F3F"/>
                </a:solidFill>
                <a:latin typeface="Verdana"/>
                <a:cs typeface="Verdana"/>
              </a:rPr>
              <a:t>problems </a:t>
            </a:r>
            <a:r>
              <a:rPr sz="1600" spc="60" dirty="0">
                <a:solidFill>
                  <a:srgbClr val="3F3F3F"/>
                </a:solidFill>
                <a:latin typeface="Verdana"/>
                <a:cs typeface="Verdana"/>
              </a:rPr>
              <a:t>and </a:t>
            </a:r>
            <a:r>
              <a:rPr sz="1600" b="1" spc="-45" dirty="0">
                <a:solidFill>
                  <a:srgbClr val="3F3F3F"/>
                </a:solidFill>
                <a:latin typeface="Verdana"/>
                <a:cs typeface="Verdana"/>
              </a:rPr>
              <a:t>identifying  </a:t>
            </a:r>
            <a:r>
              <a:rPr sz="1600" b="1" spc="-50" dirty="0">
                <a:solidFill>
                  <a:srgbClr val="3F3F3F"/>
                </a:solidFill>
                <a:latin typeface="Verdana"/>
                <a:cs typeface="Verdana"/>
              </a:rPr>
              <a:t>weaknesses</a:t>
            </a:r>
            <a:r>
              <a:rPr sz="1600" spc="-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3F3F3F"/>
                </a:solidFill>
                <a:latin typeface="Verdana"/>
                <a:cs typeface="Verdana"/>
              </a:rPr>
              <a:t>which</a:t>
            </a:r>
            <a:r>
              <a:rPr sz="1600" spc="-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3F3F3F"/>
                </a:solidFill>
                <a:latin typeface="Verdana"/>
                <a:cs typeface="Verdana"/>
              </a:rPr>
              <a:t>may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delay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85" dirty="0">
                <a:solidFill>
                  <a:srgbClr val="3F3F3F"/>
                </a:solidFill>
                <a:latin typeface="Verdana"/>
                <a:cs typeface="Verdana"/>
              </a:rPr>
              <a:t>further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10" dirty="0">
                <a:solidFill>
                  <a:srgbClr val="3F3F3F"/>
                </a:solidFill>
                <a:latin typeface="Verdana"/>
                <a:cs typeface="Verdana"/>
              </a:rPr>
              <a:t>development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5" dirty="0">
                <a:solidFill>
                  <a:srgbClr val="3F3F3F"/>
                </a:solidFill>
                <a:latin typeface="Verdana"/>
                <a:cs typeface="Verdana"/>
              </a:rPr>
              <a:t>of  </a:t>
            </a:r>
            <a:r>
              <a:rPr sz="1600" spc="-20" dirty="0">
                <a:solidFill>
                  <a:srgbClr val="3F3F3F"/>
                </a:solidFill>
                <a:latin typeface="Verdana"/>
                <a:cs typeface="Verdana"/>
              </a:rPr>
              <a:t>the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110" dirty="0">
                <a:solidFill>
                  <a:srgbClr val="3F3F3F"/>
                </a:solidFill>
                <a:latin typeface="Verdana"/>
                <a:cs typeface="Verdana"/>
              </a:rPr>
              <a:t>system.</a:t>
            </a:r>
            <a:endParaRPr sz="1600" dirty="0">
              <a:latin typeface="Verdana"/>
              <a:cs typeface="Verdana"/>
            </a:endParaRPr>
          </a:p>
          <a:p>
            <a:pPr marL="756285" marR="138430" lvl="1" indent="-287020">
              <a:lnSpc>
                <a:spcPct val="100000"/>
              </a:lnSpc>
              <a:spcBef>
                <a:spcPts val="995"/>
              </a:spcBef>
              <a:buClr>
                <a:srgbClr val="A52F0F"/>
              </a:buClr>
              <a:buFont typeface="Georgia"/>
              <a:buChar char=""/>
              <a:tabLst>
                <a:tab pos="756920" algn="l"/>
              </a:tabLst>
            </a:pPr>
            <a:r>
              <a:rPr sz="1600" spc="-100" dirty="0">
                <a:solidFill>
                  <a:srgbClr val="3F3F3F"/>
                </a:solidFill>
                <a:latin typeface="Verdana"/>
                <a:cs typeface="Verdana"/>
              </a:rPr>
              <a:t>They</a:t>
            </a:r>
            <a:r>
              <a:rPr sz="1600" spc="-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b="1" spc="35" dirty="0">
                <a:solidFill>
                  <a:srgbClr val="3F3F3F"/>
                </a:solidFill>
                <a:latin typeface="Verdana"/>
                <a:cs typeface="Verdana"/>
              </a:rPr>
              <a:t>aid</a:t>
            </a:r>
            <a:r>
              <a:rPr sz="1600" b="1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b="1" spc="-75" dirty="0">
                <a:solidFill>
                  <a:srgbClr val="3F3F3F"/>
                </a:solidFill>
                <a:latin typeface="Verdana"/>
                <a:cs typeface="Verdana"/>
              </a:rPr>
              <a:t>in</a:t>
            </a:r>
            <a:r>
              <a:rPr sz="1600" b="1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b="1" spc="-45" dirty="0">
                <a:solidFill>
                  <a:srgbClr val="3F3F3F"/>
                </a:solidFill>
                <a:latin typeface="Verdana"/>
                <a:cs typeface="Verdana"/>
              </a:rPr>
              <a:t>ﬁnding</a:t>
            </a:r>
            <a:r>
              <a:rPr sz="1600" b="1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b="1" spc="-80" dirty="0">
                <a:solidFill>
                  <a:srgbClr val="3F3F3F"/>
                </a:solidFill>
                <a:latin typeface="Verdana"/>
                <a:cs typeface="Verdana"/>
              </a:rPr>
              <a:t>solutions</a:t>
            </a:r>
            <a:r>
              <a:rPr sz="1600" b="1" spc="-1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3F3F3F"/>
                </a:solidFill>
                <a:latin typeface="Verdana"/>
                <a:cs typeface="Verdana"/>
              </a:rPr>
              <a:t>which</a:t>
            </a:r>
            <a:r>
              <a:rPr sz="1600" spc="-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5" dirty="0">
                <a:solidFill>
                  <a:srgbClr val="3F3F3F"/>
                </a:solidFill>
                <a:latin typeface="Verdana"/>
                <a:cs typeface="Verdana"/>
              </a:rPr>
              <a:t>are</a:t>
            </a:r>
            <a:r>
              <a:rPr sz="16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30" dirty="0">
                <a:solidFill>
                  <a:srgbClr val="3F3F3F"/>
                </a:solidFill>
                <a:latin typeface="Verdana"/>
                <a:cs typeface="Verdana"/>
              </a:rPr>
              <a:t>more</a:t>
            </a:r>
            <a:r>
              <a:rPr sz="16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5" dirty="0">
                <a:solidFill>
                  <a:srgbClr val="3F3F3F"/>
                </a:solidFill>
                <a:latin typeface="Verdana"/>
                <a:cs typeface="Verdana"/>
              </a:rPr>
              <a:t>appropriate  </a:t>
            </a:r>
            <a:r>
              <a:rPr sz="1600" spc="-20" dirty="0">
                <a:solidFill>
                  <a:srgbClr val="3F3F3F"/>
                </a:solidFill>
                <a:latin typeface="Verdana"/>
                <a:cs typeface="Verdana"/>
              </a:rPr>
              <a:t>to the </a:t>
            </a:r>
            <a:r>
              <a:rPr sz="1600" spc="20" dirty="0">
                <a:solidFill>
                  <a:srgbClr val="3F3F3F"/>
                </a:solidFill>
                <a:latin typeface="Verdana"/>
                <a:cs typeface="Verdana"/>
              </a:rPr>
              <a:t>new</a:t>
            </a:r>
            <a:r>
              <a:rPr sz="1600" spc="-3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65" dirty="0">
                <a:solidFill>
                  <a:srgbClr val="3F3F3F"/>
                </a:solidFill>
                <a:latin typeface="Verdana"/>
                <a:cs typeface="Verdana"/>
              </a:rPr>
              <a:t>requirements.</a:t>
            </a:r>
            <a:endParaRPr lang="en-US" sz="1600" spc="-65" dirty="0">
              <a:solidFill>
                <a:srgbClr val="3F3F3F"/>
              </a:solidFill>
              <a:latin typeface="Verdana"/>
              <a:cs typeface="Verdana"/>
            </a:endParaRPr>
          </a:p>
          <a:p>
            <a:pPr marL="756285" marR="138430" lvl="1" indent="-287020">
              <a:lnSpc>
                <a:spcPct val="100000"/>
              </a:lnSpc>
              <a:spcBef>
                <a:spcPts val="995"/>
              </a:spcBef>
              <a:buClr>
                <a:srgbClr val="A52F0F"/>
              </a:buClr>
              <a:buFont typeface="Georgia"/>
              <a:buChar char=""/>
              <a:tabLst>
                <a:tab pos="756920" algn="l"/>
              </a:tabLst>
            </a:pPr>
            <a:endParaRPr lang="en-US" sz="1600" spc="-65" dirty="0">
              <a:solidFill>
                <a:srgbClr val="3F3F3F"/>
              </a:solidFill>
              <a:latin typeface="Verdana"/>
              <a:cs typeface="Verdana"/>
            </a:endParaRPr>
          </a:p>
          <a:p>
            <a:pPr marL="469265" marR="138430" lvl="1">
              <a:lnSpc>
                <a:spcPct val="100000"/>
              </a:lnSpc>
              <a:spcBef>
                <a:spcPts val="995"/>
              </a:spcBef>
              <a:buClr>
                <a:srgbClr val="A52F0F"/>
              </a:buClr>
              <a:tabLst>
                <a:tab pos="756920" algn="l"/>
              </a:tabLst>
            </a:pPr>
            <a:endParaRPr sz="16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07063" y="1253750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DFFFF"/>
                </a:solidFill>
                <a:latin typeface="Arial"/>
                <a:cs typeface="Arial"/>
              </a:rPr>
              <a:t>7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4865" marR="508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Design </a:t>
            </a:r>
            <a:r>
              <a:rPr spc="-320" dirty="0"/>
              <a:t>vs</a:t>
            </a:r>
            <a:r>
              <a:rPr spc="-430" dirty="0"/>
              <a:t> </a:t>
            </a:r>
            <a:r>
              <a:rPr spc="-35" dirty="0"/>
              <a:t>Reengineering  </a:t>
            </a:r>
            <a:r>
              <a:rPr spc="-120" dirty="0"/>
              <a:t>Patterns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74068" y="2286000"/>
            <a:ext cx="7593732" cy="33162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489584" indent="-342900" algn="just">
              <a:lnSpc>
                <a:spcPct val="100000"/>
              </a:lnSpc>
              <a:spcBef>
                <a:spcPts val="100"/>
              </a:spcBef>
              <a:buClr>
                <a:srgbClr val="A52F0F"/>
              </a:buClr>
              <a:buFont typeface="Georgia"/>
              <a:buChar char=""/>
              <a:tabLst>
                <a:tab pos="354965" algn="l"/>
                <a:tab pos="355600" algn="l"/>
              </a:tabLst>
            </a:pP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Whereas</a:t>
            </a:r>
            <a:r>
              <a:rPr sz="1800" spc="-7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4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design</a:t>
            </a:r>
            <a:r>
              <a:rPr sz="1800" spc="-1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3F3F3F"/>
                </a:solidFill>
                <a:latin typeface="Verdana"/>
                <a:cs typeface="Verdana"/>
              </a:rPr>
              <a:t>pattern</a:t>
            </a:r>
            <a:r>
              <a:rPr sz="1800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3F3F3F"/>
                </a:solidFill>
                <a:latin typeface="Verdana"/>
                <a:cs typeface="Verdana"/>
              </a:rPr>
              <a:t>presents </a:t>
            </a:r>
            <a:r>
              <a:rPr sz="1800" spc="14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70" dirty="0">
                <a:solidFill>
                  <a:srgbClr val="3F3F3F"/>
                </a:solidFill>
                <a:latin typeface="Verdana"/>
                <a:cs typeface="Verdana"/>
              </a:rPr>
              <a:t>solution</a:t>
            </a:r>
            <a:r>
              <a:rPr sz="18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3F3F3F"/>
                </a:solidFill>
                <a:latin typeface="Verdana"/>
                <a:cs typeface="Verdana"/>
              </a:rPr>
              <a:t>for</a:t>
            </a:r>
            <a:r>
              <a:rPr sz="18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45" dirty="0">
                <a:solidFill>
                  <a:srgbClr val="3F3F3F"/>
                </a:solidFill>
                <a:latin typeface="Verdana"/>
                <a:cs typeface="Verdana"/>
              </a:rPr>
              <a:t>a  </a:t>
            </a:r>
            <a:r>
              <a:rPr sz="1800" spc="-60" dirty="0">
                <a:solidFill>
                  <a:srgbClr val="3F3F3F"/>
                </a:solidFill>
                <a:latin typeface="Verdana"/>
                <a:cs typeface="Verdana"/>
              </a:rPr>
              <a:t>frequent</a:t>
            </a:r>
            <a:r>
              <a:rPr sz="18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design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3F3F3F"/>
                </a:solidFill>
                <a:latin typeface="Verdana"/>
                <a:cs typeface="Verdana"/>
              </a:rPr>
              <a:t>problem,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4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3F3F3F"/>
                </a:solidFill>
                <a:latin typeface="Verdana"/>
                <a:cs typeface="Verdana"/>
              </a:rPr>
              <a:t>reengineering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3F3F3F"/>
                </a:solidFill>
                <a:latin typeface="Verdana"/>
                <a:cs typeface="Verdana"/>
              </a:rPr>
              <a:t>pattern  </a:t>
            </a:r>
            <a:r>
              <a:rPr sz="1800" spc="-75" dirty="0">
                <a:solidFill>
                  <a:srgbClr val="3F3F3F"/>
                </a:solidFill>
                <a:latin typeface="Verdana"/>
                <a:cs typeface="Verdana"/>
              </a:rPr>
              <a:t>presents </a:t>
            </a:r>
            <a:r>
              <a:rPr sz="1800" spc="145" dirty="0">
                <a:solidFill>
                  <a:srgbClr val="3F3F3F"/>
                </a:solidFill>
                <a:latin typeface="Verdana"/>
                <a:cs typeface="Verdana"/>
              </a:rPr>
              <a:t>a </a:t>
            </a:r>
            <a:r>
              <a:rPr sz="1800" spc="-70" dirty="0">
                <a:solidFill>
                  <a:srgbClr val="3F3F3F"/>
                </a:solidFill>
                <a:latin typeface="Verdana"/>
                <a:cs typeface="Verdana"/>
              </a:rPr>
              <a:t>solution </a:t>
            </a:r>
            <a:r>
              <a:rPr sz="1800" spc="-80" dirty="0">
                <a:solidFill>
                  <a:srgbClr val="3F3F3F"/>
                </a:solidFill>
                <a:latin typeface="Verdana"/>
                <a:cs typeface="Verdana"/>
              </a:rPr>
              <a:t>for </a:t>
            </a:r>
            <a:r>
              <a:rPr sz="1800" spc="145" dirty="0">
                <a:solidFill>
                  <a:srgbClr val="3F3F3F"/>
                </a:solidFill>
                <a:latin typeface="Verdana"/>
                <a:cs typeface="Verdana"/>
              </a:rPr>
              <a:t>a </a:t>
            </a:r>
            <a:r>
              <a:rPr sz="1800" spc="-60" dirty="0">
                <a:solidFill>
                  <a:srgbClr val="3F3F3F"/>
                </a:solidFill>
                <a:latin typeface="Verdana"/>
                <a:cs typeface="Verdana"/>
              </a:rPr>
              <a:t>frequent </a:t>
            </a:r>
            <a:r>
              <a:rPr sz="1800" spc="-25" dirty="0">
                <a:solidFill>
                  <a:srgbClr val="3F3F3F"/>
                </a:solidFill>
                <a:latin typeface="Verdana"/>
                <a:cs typeface="Verdana"/>
              </a:rPr>
              <a:t>reengineering  problem.</a:t>
            </a:r>
            <a:endParaRPr sz="1800" dirty="0">
              <a:latin typeface="Verdana"/>
              <a:cs typeface="Verdana"/>
            </a:endParaRPr>
          </a:p>
          <a:p>
            <a:pPr marL="354965" marR="5080" indent="-342900" algn="just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"/>
              <a:tabLst>
                <a:tab pos="354965" algn="l"/>
                <a:tab pos="355600" algn="l"/>
              </a:tabLst>
            </a:pPr>
            <a:r>
              <a:rPr sz="1800" spc="-95" dirty="0">
                <a:solidFill>
                  <a:srgbClr val="3F3F3F"/>
                </a:solidFill>
                <a:latin typeface="Verdana"/>
                <a:cs typeface="Verdana"/>
              </a:rPr>
              <a:t>There </a:t>
            </a:r>
            <a:r>
              <a:rPr sz="1800" spc="-170" dirty="0">
                <a:solidFill>
                  <a:srgbClr val="3F3F3F"/>
                </a:solidFill>
                <a:latin typeface="Verdana"/>
                <a:cs typeface="Verdana"/>
              </a:rPr>
              <a:t>is </a:t>
            </a:r>
            <a:r>
              <a:rPr sz="1800" spc="45" dirty="0">
                <a:solidFill>
                  <a:srgbClr val="3F3F3F"/>
                </a:solidFill>
                <a:latin typeface="Verdana"/>
                <a:cs typeface="Verdana"/>
              </a:rPr>
              <a:t>an </a:t>
            </a:r>
            <a:r>
              <a:rPr sz="1800" spc="5" dirty="0">
                <a:solidFill>
                  <a:srgbClr val="3F3F3F"/>
                </a:solidFill>
                <a:latin typeface="Verdana"/>
                <a:cs typeface="Verdana"/>
              </a:rPr>
              <a:t>importance difference </a:t>
            </a:r>
            <a:r>
              <a:rPr sz="1800" spc="-80" dirty="0">
                <a:solidFill>
                  <a:srgbClr val="3F3F3F"/>
                </a:solidFill>
                <a:latin typeface="Verdana"/>
                <a:cs typeface="Verdana"/>
              </a:rPr>
              <a:t>in </a:t>
            </a:r>
            <a:r>
              <a:rPr sz="1800" spc="-35" dirty="0">
                <a:solidFill>
                  <a:srgbClr val="3F3F3F"/>
                </a:solidFill>
                <a:latin typeface="Verdana"/>
                <a:cs typeface="Verdana"/>
              </a:rPr>
              <a:t>that </a:t>
            </a:r>
            <a:r>
              <a:rPr sz="1800" spc="-20" dirty="0">
                <a:solidFill>
                  <a:srgbClr val="FF0000"/>
                </a:solidFill>
                <a:latin typeface="Verdana"/>
                <a:cs typeface="Verdana"/>
              </a:rPr>
              <a:t>design  </a:t>
            </a:r>
            <a:r>
              <a:rPr sz="1800" spc="-55" dirty="0">
                <a:solidFill>
                  <a:srgbClr val="FF0000"/>
                </a:solidFill>
                <a:latin typeface="Verdana"/>
                <a:cs typeface="Verdana"/>
              </a:rPr>
              <a:t>patterns</a:t>
            </a:r>
            <a:r>
              <a:rPr sz="1800" spc="-9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FF0000"/>
                </a:solidFill>
                <a:latin typeface="Verdana"/>
                <a:cs typeface="Verdana"/>
              </a:rPr>
              <a:t>have</a:t>
            </a:r>
            <a:r>
              <a:rPr sz="1800" spc="-1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Verdana"/>
                <a:cs typeface="Verdana"/>
              </a:rPr>
              <a:t>to</a:t>
            </a:r>
            <a:r>
              <a:rPr sz="1800" spc="-1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FF0000"/>
                </a:solidFill>
                <a:latin typeface="Verdana"/>
                <a:cs typeface="Verdana"/>
              </a:rPr>
              <a:t>do</a:t>
            </a:r>
            <a:r>
              <a:rPr sz="1800" spc="-14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70" dirty="0">
                <a:solidFill>
                  <a:srgbClr val="FF0000"/>
                </a:solidFill>
                <a:latin typeface="Verdana"/>
                <a:cs typeface="Verdana"/>
              </a:rPr>
              <a:t>with</a:t>
            </a:r>
            <a:r>
              <a:rPr sz="1800" spc="-114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0000"/>
                </a:solidFill>
                <a:latin typeface="Verdana"/>
                <a:cs typeface="Verdana"/>
              </a:rPr>
              <a:t>choosing</a:t>
            </a:r>
            <a:r>
              <a:rPr sz="1800" spc="-1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145" dirty="0">
                <a:solidFill>
                  <a:srgbClr val="FF0000"/>
                </a:solidFill>
                <a:latin typeface="Verdana"/>
                <a:cs typeface="Verdana"/>
              </a:rPr>
              <a:t>a</a:t>
            </a:r>
            <a:r>
              <a:rPr sz="1800" spc="-1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Verdana"/>
                <a:cs typeface="Verdana"/>
              </a:rPr>
              <a:t>particular</a:t>
            </a:r>
            <a:r>
              <a:rPr sz="1800" spc="-1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65" dirty="0">
                <a:solidFill>
                  <a:srgbClr val="FF0000"/>
                </a:solidFill>
                <a:latin typeface="Verdana"/>
                <a:cs typeface="Verdana"/>
              </a:rPr>
              <a:t>solution  </a:t>
            </a:r>
            <a:r>
              <a:rPr sz="1800" spc="-20" dirty="0">
                <a:solidFill>
                  <a:srgbClr val="FF0000"/>
                </a:solidFill>
                <a:latin typeface="Verdana"/>
                <a:cs typeface="Verdana"/>
              </a:rPr>
              <a:t>to </a:t>
            </a:r>
            <a:r>
              <a:rPr sz="1800" spc="145" dirty="0">
                <a:solidFill>
                  <a:srgbClr val="FF0000"/>
                </a:solidFill>
                <a:latin typeface="Verdana"/>
                <a:cs typeface="Verdana"/>
              </a:rPr>
              <a:t>a </a:t>
            </a:r>
            <a:r>
              <a:rPr sz="1800" spc="-20" dirty="0">
                <a:solidFill>
                  <a:srgbClr val="FF0000"/>
                </a:solidFill>
                <a:latin typeface="Verdana"/>
                <a:cs typeface="Verdana"/>
              </a:rPr>
              <a:t>design </a:t>
            </a:r>
            <a:r>
              <a:rPr sz="1800" spc="-25" dirty="0">
                <a:solidFill>
                  <a:srgbClr val="FF0000"/>
                </a:solidFill>
                <a:latin typeface="Verdana"/>
                <a:cs typeface="Verdana"/>
              </a:rPr>
              <a:t>problem</a:t>
            </a:r>
            <a:r>
              <a:rPr sz="1800" spc="-25" dirty="0">
                <a:solidFill>
                  <a:srgbClr val="3F3F3F"/>
                </a:solidFill>
                <a:latin typeface="Verdana"/>
                <a:cs typeface="Verdana"/>
              </a:rPr>
              <a:t>, </a:t>
            </a:r>
            <a:r>
              <a:rPr sz="1800" spc="-30" dirty="0">
                <a:solidFill>
                  <a:srgbClr val="3F3F3F"/>
                </a:solidFill>
                <a:latin typeface="Verdana"/>
                <a:cs typeface="Verdana"/>
              </a:rPr>
              <a:t>whereas </a:t>
            </a:r>
            <a:r>
              <a:rPr sz="1800" spc="-25" dirty="0">
                <a:solidFill>
                  <a:srgbClr val="FF0000"/>
                </a:solidFill>
                <a:latin typeface="Verdana"/>
                <a:cs typeface="Verdana"/>
              </a:rPr>
              <a:t>reengineering </a:t>
            </a:r>
            <a:r>
              <a:rPr sz="1800" spc="-55" dirty="0">
                <a:solidFill>
                  <a:srgbClr val="FF0000"/>
                </a:solidFill>
                <a:latin typeface="Verdana"/>
                <a:cs typeface="Verdana"/>
              </a:rPr>
              <a:t>patterns  </a:t>
            </a:r>
            <a:r>
              <a:rPr sz="1800" spc="30" dirty="0">
                <a:solidFill>
                  <a:srgbClr val="FF0000"/>
                </a:solidFill>
                <a:latin typeface="Verdana"/>
                <a:cs typeface="Verdana"/>
              </a:rPr>
              <a:t>have </a:t>
            </a:r>
            <a:r>
              <a:rPr sz="1800" spc="-20" dirty="0">
                <a:solidFill>
                  <a:srgbClr val="FF0000"/>
                </a:solidFill>
                <a:latin typeface="Verdana"/>
                <a:cs typeface="Verdana"/>
              </a:rPr>
              <a:t>to </a:t>
            </a:r>
            <a:r>
              <a:rPr sz="1800" spc="90" dirty="0">
                <a:solidFill>
                  <a:srgbClr val="FF0000"/>
                </a:solidFill>
                <a:latin typeface="Verdana"/>
                <a:cs typeface="Verdana"/>
              </a:rPr>
              <a:t>do </a:t>
            </a:r>
            <a:r>
              <a:rPr sz="1800" spc="-70" dirty="0">
                <a:solidFill>
                  <a:srgbClr val="FF0000"/>
                </a:solidFill>
                <a:latin typeface="Verdana"/>
                <a:cs typeface="Verdana"/>
              </a:rPr>
              <a:t>with </a:t>
            </a:r>
            <a:r>
              <a:rPr sz="1800" spc="-20" dirty="0">
                <a:solidFill>
                  <a:srgbClr val="FF0000"/>
                </a:solidFill>
                <a:latin typeface="Verdana"/>
                <a:cs typeface="Verdana"/>
              </a:rPr>
              <a:t>discovering </a:t>
            </a:r>
            <a:r>
              <a:rPr sz="1800" spc="45" dirty="0">
                <a:solidFill>
                  <a:srgbClr val="FF0000"/>
                </a:solidFill>
                <a:latin typeface="Verdana"/>
                <a:cs typeface="Verdana"/>
              </a:rPr>
              <a:t>an </a:t>
            </a:r>
            <a:r>
              <a:rPr sz="1800" spc="-85" dirty="0">
                <a:solidFill>
                  <a:srgbClr val="FF0000"/>
                </a:solidFill>
                <a:latin typeface="Verdana"/>
                <a:cs typeface="Verdana"/>
              </a:rPr>
              <a:t>existing </a:t>
            </a:r>
            <a:r>
              <a:rPr sz="1800" spc="-40" dirty="0">
                <a:solidFill>
                  <a:srgbClr val="FF0000"/>
                </a:solidFill>
                <a:latin typeface="Verdana"/>
                <a:cs typeface="Verdana"/>
              </a:rPr>
              <a:t>design</a:t>
            </a:r>
            <a:r>
              <a:rPr sz="1800" spc="-40" dirty="0">
                <a:solidFill>
                  <a:srgbClr val="3F3F3F"/>
                </a:solidFill>
                <a:latin typeface="Verdana"/>
                <a:cs typeface="Verdana"/>
              </a:rPr>
              <a:t>,  </a:t>
            </a:r>
            <a:r>
              <a:rPr sz="1800" spc="-35" dirty="0">
                <a:solidFill>
                  <a:srgbClr val="3F3F3F"/>
                </a:solidFill>
                <a:latin typeface="Verdana"/>
                <a:cs typeface="Verdana"/>
              </a:rPr>
              <a:t>determining</a:t>
            </a:r>
            <a:r>
              <a:rPr sz="18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Verdana"/>
                <a:cs typeface="Verdana"/>
              </a:rPr>
              <a:t>what</a:t>
            </a:r>
            <a:r>
              <a:rPr sz="1800" spc="-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3F3F3F"/>
                </a:solidFill>
                <a:latin typeface="Verdana"/>
                <a:cs typeface="Verdana"/>
              </a:rPr>
              <a:t>problems</a:t>
            </a:r>
            <a:r>
              <a:rPr sz="18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3F3F3F"/>
                </a:solidFill>
                <a:latin typeface="Verdana"/>
                <a:cs typeface="Verdana"/>
              </a:rPr>
              <a:t>it</a:t>
            </a:r>
            <a:r>
              <a:rPr sz="18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3F3F3F"/>
                </a:solidFill>
                <a:latin typeface="Verdana"/>
                <a:cs typeface="Verdana"/>
              </a:rPr>
              <a:t>has,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65" dirty="0">
                <a:solidFill>
                  <a:srgbClr val="3F3F3F"/>
                </a:solidFill>
                <a:latin typeface="Verdana"/>
                <a:cs typeface="Verdana"/>
              </a:rPr>
              <a:t>and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3F3F3F"/>
                </a:solidFill>
                <a:latin typeface="Verdana"/>
                <a:cs typeface="Verdana"/>
              </a:rPr>
              <a:t>repairing</a:t>
            </a:r>
            <a:r>
              <a:rPr sz="1800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these  </a:t>
            </a:r>
            <a:r>
              <a:rPr sz="1800" spc="-50" dirty="0">
                <a:solidFill>
                  <a:srgbClr val="3F3F3F"/>
                </a:solidFill>
                <a:latin typeface="Verdana"/>
                <a:cs typeface="Verdana"/>
              </a:rPr>
              <a:t>problems.</a:t>
            </a:r>
            <a:endParaRPr sz="1800" dirty="0">
              <a:latin typeface="Verdana"/>
              <a:cs typeface="Verdana"/>
            </a:endParaRPr>
          </a:p>
          <a:p>
            <a:pPr marL="354965" marR="300355" indent="-342900" algn="just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"/>
              <a:tabLst>
                <a:tab pos="419100" algn="l"/>
                <a:tab pos="419734" algn="l"/>
              </a:tabLst>
            </a:pPr>
            <a:r>
              <a:rPr dirty="0"/>
              <a:t>	</a:t>
            </a: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Reengineering </a:t>
            </a:r>
            <a:r>
              <a:rPr sz="1800" spc="-55" dirty="0">
                <a:solidFill>
                  <a:srgbClr val="3F3F3F"/>
                </a:solidFill>
                <a:latin typeface="Verdana"/>
                <a:cs typeface="Verdana"/>
              </a:rPr>
              <a:t>patterns </a:t>
            </a:r>
            <a:r>
              <a:rPr sz="1800" spc="30" dirty="0">
                <a:solidFill>
                  <a:srgbClr val="3F3F3F"/>
                </a:solidFill>
                <a:latin typeface="Verdana"/>
                <a:cs typeface="Verdana"/>
              </a:rPr>
              <a:t>have </a:t>
            </a:r>
            <a:r>
              <a:rPr sz="1800" spc="-35" dirty="0">
                <a:solidFill>
                  <a:srgbClr val="3F3F3F"/>
                </a:solidFill>
                <a:latin typeface="Verdana"/>
                <a:cs typeface="Verdana"/>
              </a:rPr>
              <a:t>more </a:t>
            </a: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to </a:t>
            </a:r>
            <a:r>
              <a:rPr sz="1800" spc="100" dirty="0">
                <a:solidFill>
                  <a:srgbClr val="3F3F3F"/>
                </a:solidFill>
                <a:latin typeface="Verdana"/>
                <a:cs typeface="Verdana"/>
              </a:rPr>
              <a:t>do </a:t>
            </a:r>
            <a:r>
              <a:rPr sz="1800" spc="-70" dirty="0">
                <a:solidFill>
                  <a:srgbClr val="3F3F3F"/>
                </a:solidFill>
                <a:latin typeface="Verdana"/>
                <a:cs typeface="Verdana"/>
              </a:rPr>
              <a:t>with </a:t>
            </a:r>
            <a:r>
              <a:rPr sz="1800" spc="-25" dirty="0">
                <a:solidFill>
                  <a:srgbClr val="3F3F3F"/>
                </a:solidFill>
                <a:latin typeface="Verdana"/>
                <a:cs typeface="Verdana"/>
              </a:rPr>
              <a:t>the  </a:t>
            </a:r>
            <a:r>
              <a:rPr sz="1800" spc="-35" dirty="0">
                <a:solidFill>
                  <a:srgbClr val="3F3F3F"/>
                </a:solidFill>
                <a:latin typeface="Verdana"/>
                <a:cs typeface="Verdana"/>
              </a:rPr>
              <a:t>process</a:t>
            </a:r>
            <a:r>
              <a:rPr sz="18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F3F3F"/>
                </a:solidFill>
                <a:latin typeface="Verdana"/>
                <a:cs typeface="Verdana"/>
              </a:rPr>
              <a:t>of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3F3F3F"/>
                </a:solidFill>
                <a:latin typeface="Verdana"/>
                <a:cs typeface="Verdana"/>
              </a:rPr>
              <a:t>discovery</a:t>
            </a:r>
            <a:r>
              <a:rPr sz="1800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60" dirty="0">
                <a:solidFill>
                  <a:srgbClr val="3F3F3F"/>
                </a:solidFill>
                <a:latin typeface="Verdana"/>
                <a:cs typeface="Verdana"/>
              </a:rPr>
              <a:t>and</a:t>
            </a:r>
            <a:r>
              <a:rPr sz="18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3F3F3F"/>
                </a:solidFill>
                <a:latin typeface="Verdana"/>
                <a:cs typeface="Verdana"/>
              </a:rPr>
              <a:t>transformation</a:t>
            </a:r>
            <a:r>
              <a:rPr sz="18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than</a:t>
            </a:r>
            <a:r>
              <a:rPr sz="18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3F3F3F"/>
                </a:solidFill>
                <a:latin typeface="Verdana"/>
                <a:cs typeface="Verdana"/>
              </a:rPr>
              <a:t>purely  </a:t>
            </a:r>
            <a:r>
              <a:rPr sz="1800" spc="-70" dirty="0">
                <a:solidFill>
                  <a:srgbClr val="3F3F3F"/>
                </a:solidFill>
                <a:latin typeface="Verdana"/>
                <a:cs typeface="Verdana"/>
              </a:rPr>
              <a:t>with </a:t>
            </a:r>
            <a:r>
              <a:rPr sz="1800" spc="14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800" spc="-45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Verdana"/>
                <a:cs typeface="Verdana"/>
              </a:rPr>
              <a:t>given </a:t>
            </a: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design </a:t>
            </a:r>
            <a:r>
              <a:rPr sz="1800" spc="-90" dirty="0">
                <a:solidFill>
                  <a:srgbClr val="3F3F3F"/>
                </a:solidFill>
                <a:latin typeface="Verdana"/>
                <a:cs typeface="Verdana"/>
              </a:rPr>
              <a:t>structure.</a:t>
            </a:r>
            <a:endParaRPr sz="18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199" y="1168908"/>
            <a:ext cx="1366520" cy="508000"/>
          </a:xfrm>
          <a:custGeom>
            <a:avLst/>
            <a:gdLst/>
            <a:ahLst/>
            <a:cxnLst/>
            <a:rect l="l" t="t" r="r" b="b"/>
            <a:pathLst>
              <a:path w="1366520" h="508000">
                <a:moveTo>
                  <a:pt x="1121664" y="507492"/>
                </a:moveTo>
                <a:lnTo>
                  <a:pt x="1021080" y="507492"/>
                </a:lnTo>
                <a:lnTo>
                  <a:pt x="0" y="504444"/>
                </a:lnTo>
                <a:lnTo>
                  <a:pt x="0" y="0"/>
                </a:lnTo>
                <a:lnTo>
                  <a:pt x="1115568" y="3048"/>
                </a:lnTo>
                <a:lnTo>
                  <a:pt x="1121664" y="7620"/>
                </a:lnTo>
                <a:lnTo>
                  <a:pt x="1126236" y="7620"/>
                </a:lnTo>
                <a:lnTo>
                  <a:pt x="1126236" y="12192"/>
                </a:lnTo>
                <a:lnTo>
                  <a:pt x="1130808" y="12192"/>
                </a:lnTo>
                <a:lnTo>
                  <a:pt x="1359408" y="240792"/>
                </a:lnTo>
                <a:lnTo>
                  <a:pt x="1364551" y="247888"/>
                </a:lnTo>
                <a:lnTo>
                  <a:pt x="1366266" y="255270"/>
                </a:lnTo>
                <a:lnTo>
                  <a:pt x="1364551" y="262651"/>
                </a:lnTo>
                <a:lnTo>
                  <a:pt x="1359408" y="269748"/>
                </a:lnTo>
                <a:lnTo>
                  <a:pt x="1121664" y="507492"/>
                </a:lnTo>
                <a:close/>
              </a:path>
            </a:pathLst>
          </a:custGeom>
          <a:solidFill>
            <a:srgbClr val="A52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981200" y="76200"/>
            <a:ext cx="7467600" cy="769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462" y="1102838"/>
            <a:ext cx="45027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Reverse</a:t>
            </a:r>
            <a:r>
              <a:rPr spc="-300" dirty="0"/>
              <a:t> </a:t>
            </a:r>
            <a:r>
              <a:rPr spc="-80" dirty="0"/>
              <a:t>Engineering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7433" y="1962404"/>
            <a:ext cx="229044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229" dirty="0">
                <a:solidFill>
                  <a:srgbClr val="A52F0F"/>
                </a:solidFill>
                <a:latin typeface="Georgia"/>
                <a:cs typeface="Georgia"/>
              </a:rPr>
              <a:t> </a:t>
            </a:r>
            <a:r>
              <a:rPr sz="2100" spc="-30" dirty="0">
                <a:solidFill>
                  <a:srgbClr val="3F3F3F"/>
                </a:solidFill>
                <a:latin typeface="Verdana"/>
                <a:cs typeface="Verdana"/>
              </a:rPr>
              <a:t>What </a:t>
            </a:r>
            <a:r>
              <a:rPr sz="2100" spc="85" dirty="0">
                <a:solidFill>
                  <a:srgbClr val="3F3F3F"/>
                </a:solidFill>
                <a:latin typeface="Verdana"/>
                <a:cs typeface="Verdana"/>
              </a:rPr>
              <a:t>and</a:t>
            </a:r>
            <a:r>
              <a:rPr sz="2100" spc="-3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100" spc="-100" dirty="0">
                <a:solidFill>
                  <a:srgbClr val="3F3F3F"/>
                </a:solidFill>
                <a:latin typeface="Verdana"/>
                <a:cs typeface="Verdana"/>
              </a:rPr>
              <a:t>Why</a:t>
            </a:r>
            <a:endParaRPr sz="21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8800" y="2365671"/>
            <a:ext cx="3441700" cy="3262629"/>
          </a:xfrm>
          <a:prstGeom prst="rect">
            <a:avLst/>
          </a:prstGeom>
        </p:spPr>
        <p:txBody>
          <a:bodyPr vert="horz" wrap="square" lIns="0" tIns="180975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1425"/>
              </a:spcBef>
              <a:buClr>
                <a:srgbClr val="A52F0F"/>
              </a:buClr>
              <a:buFont typeface="Georgia"/>
              <a:buChar char=""/>
              <a:tabLst>
                <a:tab pos="355600" algn="l"/>
              </a:tabLst>
            </a:pPr>
            <a:r>
              <a:rPr sz="2100" i="1" dirty="0">
                <a:solidFill>
                  <a:srgbClr val="7E010C"/>
                </a:solidFill>
                <a:latin typeface="TeX Gyre Adventor"/>
                <a:cs typeface="TeX Gyre Adventor"/>
              </a:rPr>
              <a:t>Setting</a:t>
            </a:r>
            <a:r>
              <a:rPr sz="2100" i="1" spc="-35" dirty="0">
                <a:solidFill>
                  <a:srgbClr val="7E010C"/>
                </a:solidFill>
                <a:latin typeface="TeX Gyre Adventor"/>
                <a:cs typeface="TeX Gyre Adventor"/>
              </a:rPr>
              <a:t> </a:t>
            </a:r>
            <a:r>
              <a:rPr sz="2100" i="1" dirty="0">
                <a:solidFill>
                  <a:srgbClr val="7E010C"/>
                </a:solidFill>
                <a:latin typeface="TeX Gyre Adventor"/>
                <a:cs typeface="TeX Gyre Adventor"/>
              </a:rPr>
              <a:t>Direction</a:t>
            </a:r>
            <a:endParaRPr sz="2100" dirty="0">
              <a:latin typeface="TeX Gyre Adventor"/>
              <a:cs typeface="TeX Gyre Adventor"/>
            </a:endParaRPr>
          </a:p>
          <a:p>
            <a:pPr marL="756285" lvl="1" indent="-287655">
              <a:lnSpc>
                <a:spcPct val="100000"/>
              </a:lnSpc>
              <a:spcBef>
                <a:spcPts val="1005"/>
              </a:spcBef>
              <a:buClr>
                <a:srgbClr val="A52F0F"/>
              </a:buClr>
              <a:buFont typeface="Georgia"/>
              <a:buChar char=""/>
              <a:tabLst>
                <a:tab pos="756920" algn="l"/>
              </a:tabLst>
            </a:pPr>
            <a:r>
              <a:rPr sz="1600" spc="-35" dirty="0">
                <a:solidFill>
                  <a:srgbClr val="3F3F3F"/>
                </a:solidFill>
                <a:latin typeface="Verdana"/>
                <a:cs typeface="Verdana"/>
              </a:rPr>
              <a:t>Most </a:t>
            </a:r>
            <a:r>
              <a:rPr sz="1600" spc="20" dirty="0">
                <a:solidFill>
                  <a:srgbClr val="3F3F3F"/>
                </a:solidFill>
                <a:latin typeface="Verdana"/>
                <a:cs typeface="Verdana"/>
              </a:rPr>
              <a:t>Valuable</a:t>
            </a:r>
            <a:r>
              <a:rPr sz="1600" spc="-20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160" dirty="0">
                <a:solidFill>
                  <a:srgbClr val="3F3F3F"/>
                </a:solidFill>
                <a:latin typeface="Verdana"/>
                <a:cs typeface="Verdana"/>
              </a:rPr>
              <a:t>First</a:t>
            </a:r>
            <a:endParaRPr sz="1600" dirty="0">
              <a:latin typeface="Verdana"/>
              <a:cs typeface="Verdana"/>
            </a:endParaRPr>
          </a:p>
          <a:p>
            <a:pPr marL="354965" indent="-342900">
              <a:lnSpc>
                <a:spcPct val="100000"/>
              </a:lnSpc>
              <a:spcBef>
                <a:spcPts val="985"/>
              </a:spcBef>
              <a:buClr>
                <a:srgbClr val="A52F0F"/>
              </a:buClr>
              <a:buFont typeface="Georgia"/>
              <a:buChar char=""/>
              <a:tabLst>
                <a:tab pos="355600" algn="l"/>
              </a:tabLst>
            </a:pPr>
            <a:r>
              <a:rPr sz="2100" i="1" dirty="0">
                <a:solidFill>
                  <a:srgbClr val="7E010C"/>
                </a:solidFill>
                <a:latin typeface="TeX Gyre Adventor"/>
                <a:cs typeface="TeX Gyre Adventor"/>
              </a:rPr>
              <a:t>First</a:t>
            </a:r>
            <a:r>
              <a:rPr sz="2100" i="1" spc="-20" dirty="0">
                <a:solidFill>
                  <a:srgbClr val="7E010C"/>
                </a:solidFill>
                <a:latin typeface="TeX Gyre Adventor"/>
                <a:cs typeface="TeX Gyre Adventor"/>
              </a:rPr>
              <a:t> </a:t>
            </a:r>
            <a:r>
              <a:rPr sz="2100" i="1" dirty="0">
                <a:solidFill>
                  <a:srgbClr val="7E010C"/>
                </a:solidFill>
                <a:latin typeface="TeX Gyre Adventor"/>
                <a:cs typeface="TeX Gyre Adventor"/>
              </a:rPr>
              <a:t>Contact</a:t>
            </a:r>
            <a:endParaRPr sz="2100" dirty="0">
              <a:latin typeface="TeX Gyre Adventor"/>
              <a:cs typeface="TeX Gyre Adventor"/>
            </a:endParaRPr>
          </a:p>
          <a:p>
            <a:pPr marL="756285" lvl="1" indent="-287655">
              <a:lnSpc>
                <a:spcPct val="100000"/>
              </a:lnSpc>
              <a:spcBef>
                <a:spcPts val="1015"/>
              </a:spcBef>
              <a:buClr>
                <a:srgbClr val="A52F0F"/>
              </a:buClr>
              <a:buFont typeface="Georgia"/>
              <a:buChar char=""/>
              <a:tabLst>
                <a:tab pos="756920" algn="l"/>
              </a:tabLst>
            </a:pPr>
            <a:r>
              <a:rPr sz="1600" spc="40" dirty="0">
                <a:solidFill>
                  <a:srgbClr val="3F3F3F"/>
                </a:solidFill>
                <a:latin typeface="Verdana"/>
                <a:cs typeface="Verdana"/>
              </a:rPr>
              <a:t>Chat </a:t>
            </a:r>
            <a:r>
              <a:rPr sz="1600" spc="-70" dirty="0">
                <a:solidFill>
                  <a:srgbClr val="3F3F3F"/>
                </a:solidFill>
                <a:latin typeface="Verdana"/>
                <a:cs typeface="Verdana"/>
              </a:rPr>
              <a:t>with </a:t>
            </a:r>
            <a:r>
              <a:rPr sz="1600" spc="-20" dirty="0">
                <a:solidFill>
                  <a:srgbClr val="3F3F3F"/>
                </a:solidFill>
                <a:latin typeface="Verdana"/>
                <a:cs typeface="Verdana"/>
              </a:rPr>
              <a:t>the</a:t>
            </a:r>
            <a:r>
              <a:rPr sz="1600" spc="-3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35" dirty="0">
                <a:solidFill>
                  <a:srgbClr val="3F3F3F"/>
                </a:solidFill>
                <a:latin typeface="Verdana"/>
                <a:cs typeface="Verdana"/>
              </a:rPr>
              <a:t>Maintainers</a:t>
            </a:r>
            <a:endParaRPr sz="1600" dirty="0">
              <a:latin typeface="Verdana"/>
              <a:cs typeface="Verdana"/>
            </a:endParaRPr>
          </a:p>
          <a:p>
            <a:pPr marL="756285" lvl="1" indent="-287655">
              <a:lnSpc>
                <a:spcPct val="100000"/>
              </a:lnSpc>
              <a:spcBef>
                <a:spcPts val="1000"/>
              </a:spcBef>
              <a:buClr>
                <a:srgbClr val="A52F0F"/>
              </a:buClr>
              <a:buFont typeface="Georgia"/>
              <a:buChar char=""/>
              <a:tabLst>
                <a:tab pos="756920" algn="l"/>
              </a:tabLst>
            </a:pPr>
            <a:r>
              <a:rPr sz="1600" spc="-70" dirty="0">
                <a:solidFill>
                  <a:srgbClr val="3F3F3F"/>
                </a:solidFill>
                <a:latin typeface="Verdana"/>
                <a:cs typeface="Verdana"/>
              </a:rPr>
              <a:t>Interview </a:t>
            </a:r>
            <a:r>
              <a:rPr sz="1600" spc="-45" dirty="0">
                <a:solidFill>
                  <a:srgbClr val="3F3F3F"/>
                </a:solidFill>
                <a:latin typeface="Verdana"/>
                <a:cs typeface="Verdana"/>
              </a:rPr>
              <a:t>during</a:t>
            </a:r>
            <a:r>
              <a:rPr sz="1600" spc="-1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10" dirty="0">
                <a:solidFill>
                  <a:srgbClr val="3F3F3F"/>
                </a:solidFill>
                <a:latin typeface="Verdana"/>
                <a:cs typeface="Verdana"/>
              </a:rPr>
              <a:t>Demo</a:t>
            </a:r>
            <a:endParaRPr sz="1600" dirty="0">
              <a:latin typeface="Verdana"/>
              <a:cs typeface="Verdana"/>
            </a:endParaRPr>
          </a:p>
          <a:p>
            <a:pPr marL="354965" indent="-342900">
              <a:lnSpc>
                <a:spcPct val="100000"/>
              </a:lnSpc>
              <a:spcBef>
                <a:spcPts val="985"/>
              </a:spcBef>
              <a:buClr>
                <a:srgbClr val="A52F0F"/>
              </a:buClr>
              <a:buFont typeface="Georgia"/>
              <a:buChar char=""/>
              <a:tabLst>
                <a:tab pos="355600" algn="l"/>
              </a:tabLst>
            </a:pPr>
            <a:r>
              <a:rPr sz="2100" i="1" dirty="0">
                <a:solidFill>
                  <a:srgbClr val="7E010C"/>
                </a:solidFill>
                <a:latin typeface="TeX Gyre Adventor"/>
                <a:cs typeface="TeX Gyre Adventor"/>
              </a:rPr>
              <a:t>Initial</a:t>
            </a:r>
            <a:r>
              <a:rPr sz="2100" i="1" spc="-50" dirty="0">
                <a:solidFill>
                  <a:srgbClr val="7E010C"/>
                </a:solidFill>
                <a:latin typeface="TeX Gyre Adventor"/>
                <a:cs typeface="TeX Gyre Adventor"/>
              </a:rPr>
              <a:t> </a:t>
            </a:r>
            <a:r>
              <a:rPr sz="2100" i="1" dirty="0">
                <a:solidFill>
                  <a:srgbClr val="7E010C"/>
                </a:solidFill>
                <a:latin typeface="TeX Gyre Adventor"/>
                <a:cs typeface="TeX Gyre Adventor"/>
              </a:rPr>
              <a:t>Understanding</a:t>
            </a:r>
            <a:endParaRPr sz="2100" dirty="0">
              <a:latin typeface="TeX Gyre Adventor"/>
              <a:cs typeface="TeX Gyre Adventor"/>
            </a:endParaRPr>
          </a:p>
          <a:p>
            <a:pPr marL="756285" lvl="1" indent="-287655">
              <a:lnSpc>
                <a:spcPct val="100000"/>
              </a:lnSpc>
              <a:spcBef>
                <a:spcPts val="1015"/>
              </a:spcBef>
              <a:buClr>
                <a:srgbClr val="A52F0F"/>
              </a:buClr>
              <a:buFont typeface="Georgia"/>
              <a:buChar char=""/>
              <a:tabLst>
                <a:tab pos="756920" algn="l"/>
              </a:tabLst>
            </a:pPr>
            <a:r>
              <a:rPr sz="1600" spc="-15" dirty="0">
                <a:solidFill>
                  <a:srgbClr val="3F3F3F"/>
                </a:solidFill>
                <a:latin typeface="Verdana"/>
                <a:cs typeface="Verdana"/>
              </a:rPr>
              <a:t>Analyze </a:t>
            </a:r>
            <a:r>
              <a:rPr sz="1600" spc="-20" dirty="0">
                <a:solidFill>
                  <a:srgbClr val="3F3F3F"/>
                </a:solidFill>
                <a:latin typeface="Verdana"/>
                <a:cs typeface="Verdana"/>
              </a:rPr>
              <a:t>the </a:t>
            </a:r>
            <a:r>
              <a:rPr sz="1600" spc="-90" dirty="0">
                <a:solidFill>
                  <a:srgbClr val="3F3F3F"/>
                </a:solidFill>
                <a:latin typeface="Verdana"/>
                <a:cs typeface="Verdana"/>
              </a:rPr>
              <a:t>Persistent</a:t>
            </a:r>
            <a:r>
              <a:rPr sz="1600" spc="-3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25" dirty="0">
                <a:solidFill>
                  <a:srgbClr val="3F3F3F"/>
                </a:solidFill>
                <a:latin typeface="Verdana"/>
                <a:cs typeface="Verdana"/>
              </a:rPr>
              <a:t>Data</a:t>
            </a:r>
            <a:endParaRPr sz="1600" dirty="0">
              <a:latin typeface="Verdana"/>
              <a:cs typeface="Verdana"/>
            </a:endParaRPr>
          </a:p>
          <a:p>
            <a:pPr marL="756285" lvl="1" indent="-287655">
              <a:lnSpc>
                <a:spcPct val="100000"/>
              </a:lnSpc>
              <a:spcBef>
                <a:spcPts val="1000"/>
              </a:spcBef>
              <a:buClr>
                <a:srgbClr val="A52F0F"/>
              </a:buClr>
              <a:buFont typeface="Georgia"/>
              <a:buChar char=""/>
              <a:tabLst>
                <a:tab pos="756920" algn="l"/>
              </a:tabLst>
            </a:pPr>
            <a:r>
              <a:rPr sz="1600" spc="-95" dirty="0">
                <a:solidFill>
                  <a:srgbClr val="3F3F3F"/>
                </a:solidFill>
                <a:latin typeface="Verdana"/>
                <a:cs typeface="Verdana"/>
              </a:rPr>
              <a:t>Study </a:t>
            </a:r>
            <a:r>
              <a:rPr sz="1600" spc="-15" dirty="0">
                <a:solidFill>
                  <a:srgbClr val="3F3F3F"/>
                </a:solidFill>
                <a:latin typeface="Verdana"/>
                <a:cs typeface="Verdana"/>
              </a:rPr>
              <a:t>Exceptional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100" dirty="0">
                <a:solidFill>
                  <a:srgbClr val="3F3F3F"/>
                </a:solidFill>
                <a:latin typeface="Verdana"/>
                <a:cs typeface="Verdana"/>
              </a:rPr>
              <a:t>Entities</a:t>
            </a:r>
            <a:endParaRPr sz="1600" dirty="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080247" y="1220724"/>
            <a:ext cx="1059180" cy="914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462" y="1102838"/>
            <a:ext cx="372935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What </a:t>
            </a:r>
            <a:r>
              <a:rPr spc="140" dirty="0"/>
              <a:t>and </a:t>
            </a:r>
            <a:r>
              <a:rPr spc="-130" dirty="0"/>
              <a:t>Why</a:t>
            </a:r>
            <a:r>
              <a:rPr spc="-960" dirty="0"/>
              <a:t> </a:t>
            </a:r>
            <a:r>
              <a:rPr spc="160" dirty="0"/>
              <a:t>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20" y="1489351"/>
            <a:ext cx="8030845" cy="415099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2500" b="1" spc="-5" dirty="0">
                <a:solidFill>
                  <a:srgbClr val="DD7E18"/>
                </a:solidFill>
                <a:latin typeface="Gothic Uralic"/>
                <a:cs typeface="Gothic Uralic"/>
              </a:rPr>
              <a:t>Definition</a:t>
            </a:r>
            <a:endParaRPr sz="2500" dirty="0">
              <a:latin typeface="Gothic Uralic"/>
              <a:cs typeface="Gothic Uralic"/>
            </a:endParaRPr>
          </a:p>
          <a:p>
            <a:pPr marL="355600" marR="5080" indent="-342900">
              <a:lnSpc>
                <a:spcPct val="100000"/>
              </a:lnSpc>
              <a:spcBef>
                <a:spcPts val="1005"/>
              </a:spcBef>
            </a:pPr>
            <a:r>
              <a:rPr sz="2300" spc="-70" dirty="0">
                <a:solidFill>
                  <a:srgbClr val="3F3F3F"/>
                </a:solidFill>
                <a:latin typeface="Verdana"/>
                <a:cs typeface="Verdana"/>
              </a:rPr>
              <a:t>Reverse </a:t>
            </a:r>
            <a:r>
              <a:rPr sz="2300" spc="-50" dirty="0">
                <a:solidFill>
                  <a:srgbClr val="3F3F3F"/>
                </a:solidFill>
                <a:latin typeface="Verdana"/>
                <a:cs typeface="Verdana"/>
              </a:rPr>
              <a:t>Engineering </a:t>
            </a:r>
            <a:r>
              <a:rPr sz="2300" spc="-240" dirty="0">
                <a:solidFill>
                  <a:srgbClr val="3F3F3F"/>
                </a:solidFill>
                <a:latin typeface="Verdana"/>
                <a:cs typeface="Verdana"/>
              </a:rPr>
              <a:t>is </a:t>
            </a:r>
            <a:r>
              <a:rPr sz="2300" spc="-20" dirty="0">
                <a:solidFill>
                  <a:srgbClr val="3F3F3F"/>
                </a:solidFill>
                <a:latin typeface="Verdana"/>
                <a:cs typeface="Verdana"/>
              </a:rPr>
              <a:t>the </a:t>
            </a:r>
            <a:r>
              <a:rPr sz="2300" i="1" dirty="0">
                <a:solidFill>
                  <a:srgbClr val="7E010C"/>
                </a:solidFill>
                <a:latin typeface="TeX Gyre Adventor"/>
                <a:cs typeface="TeX Gyre Adventor"/>
              </a:rPr>
              <a:t>process </a:t>
            </a:r>
            <a:r>
              <a:rPr sz="2300" i="1" spc="5" dirty="0">
                <a:solidFill>
                  <a:srgbClr val="7E010C"/>
                </a:solidFill>
                <a:latin typeface="TeX Gyre Adventor"/>
                <a:cs typeface="TeX Gyre Adventor"/>
              </a:rPr>
              <a:t>of </a:t>
            </a:r>
            <a:r>
              <a:rPr sz="2300" i="1" spc="-5" dirty="0">
                <a:solidFill>
                  <a:srgbClr val="7E010C"/>
                </a:solidFill>
                <a:latin typeface="TeX Gyre Adventor"/>
                <a:cs typeface="TeX Gyre Adventor"/>
              </a:rPr>
              <a:t>analysing </a:t>
            </a:r>
            <a:r>
              <a:rPr sz="2300" spc="190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300" spc="-6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300" spc="-35" dirty="0">
                <a:solidFill>
                  <a:srgbClr val="3F3F3F"/>
                </a:solidFill>
                <a:latin typeface="Verdana"/>
                <a:cs typeface="Verdana"/>
              </a:rPr>
              <a:t>subject  </a:t>
            </a:r>
            <a:r>
              <a:rPr sz="2300" spc="-135" dirty="0">
                <a:solidFill>
                  <a:srgbClr val="3F3F3F"/>
                </a:solidFill>
                <a:latin typeface="Verdana"/>
                <a:cs typeface="Verdana"/>
              </a:rPr>
              <a:t>system</a:t>
            </a:r>
            <a:endParaRPr sz="2300" dirty="0">
              <a:latin typeface="Verdana"/>
              <a:cs typeface="Verdana"/>
            </a:endParaRPr>
          </a:p>
          <a:p>
            <a:pPr marL="756285" indent="-287020">
              <a:lnSpc>
                <a:spcPct val="100000"/>
              </a:lnSpc>
              <a:spcBef>
                <a:spcPts val="1010"/>
              </a:spcBef>
              <a:buClr>
                <a:srgbClr val="A52F0F"/>
              </a:buClr>
              <a:buFont typeface="Georgia"/>
              <a:buChar char=""/>
              <a:tabLst>
                <a:tab pos="756920" algn="l"/>
              </a:tabLst>
            </a:pPr>
            <a:r>
              <a:rPr sz="1600" spc="-20" dirty="0">
                <a:solidFill>
                  <a:srgbClr val="3F3F3F"/>
                </a:solidFill>
                <a:latin typeface="Verdana"/>
                <a:cs typeface="Verdana"/>
              </a:rPr>
              <a:t>to</a:t>
            </a:r>
            <a:r>
              <a:rPr sz="16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50" dirty="0">
                <a:solidFill>
                  <a:srgbClr val="3F3F3F"/>
                </a:solidFill>
                <a:latin typeface="Verdana"/>
                <a:cs typeface="Verdana"/>
              </a:rPr>
              <a:t>identify</a:t>
            </a:r>
            <a:r>
              <a:rPr sz="1600" spc="-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rgbClr val="3F3F3F"/>
                </a:solidFill>
                <a:latin typeface="Verdana"/>
                <a:cs typeface="Verdana"/>
              </a:rPr>
              <a:t>the</a:t>
            </a:r>
            <a:r>
              <a:rPr sz="16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85" dirty="0">
                <a:solidFill>
                  <a:srgbClr val="3F3F3F"/>
                </a:solidFill>
                <a:latin typeface="Verdana"/>
                <a:cs typeface="Verdana"/>
              </a:rPr>
              <a:t>system’s</a:t>
            </a:r>
            <a:r>
              <a:rPr sz="16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5" dirty="0">
                <a:solidFill>
                  <a:srgbClr val="3F3F3F"/>
                </a:solidFill>
                <a:latin typeface="Verdana"/>
                <a:cs typeface="Verdana"/>
              </a:rPr>
              <a:t>components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55" dirty="0">
                <a:solidFill>
                  <a:srgbClr val="3F3F3F"/>
                </a:solidFill>
                <a:latin typeface="Verdana"/>
                <a:cs typeface="Verdana"/>
              </a:rPr>
              <a:t>and</a:t>
            </a:r>
            <a:r>
              <a:rPr sz="1600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80" dirty="0">
                <a:solidFill>
                  <a:srgbClr val="3F3F3F"/>
                </a:solidFill>
                <a:latin typeface="Verdana"/>
                <a:cs typeface="Verdana"/>
              </a:rPr>
              <a:t>their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65" dirty="0">
                <a:solidFill>
                  <a:srgbClr val="3F3F3F"/>
                </a:solidFill>
                <a:latin typeface="Verdana"/>
                <a:cs typeface="Verdana"/>
              </a:rPr>
              <a:t>interrelationships</a:t>
            </a:r>
            <a:r>
              <a:rPr sz="1600" spc="-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60" dirty="0">
                <a:solidFill>
                  <a:srgbClr val="3F3F3F"/>
                </a:solidFill>
                <a:latin typeface="Verdana"/>
                <a:cs typeface="Verdana"/>
              </a:rPr>
              <a:t>and</a:t>
            </a:r>
            <a:endParaRPr sz="1600" dirty="0">
              <a:latin typeface="Verdana"/>
              <a:cs typeface="Verdana"/>
            </a:endParaRPr>
          </a:p>
          <a:p>
            <a:pPr marL="756285" indent="-28702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"/>
              <a:tabLst>
                <a:tab pos="756920" algn="l"/>
              </a:tabLst>
            </a:pPr>
            <a:r>
              <a:rPr sz="1600" spc="25" dirty="0">
                <a:solidFill>
                  <a:srgbClr val="3F3F3F"/>
                </a:solidFill>
                <a:latin typeface="Verdana"/>
                <a:cs typeface="Verdana"/>
              </a:rPr>
              <a:t>create </a:t>
            </a:r>
            <a:r>
              <a:rPr sz="1600" spc="-50" dirty="0">
                <a:solidFill>
                  <a:srgbClr val="3F3F3F"/>
                </a:solidFill>
                <a:latin typeface="Verdana"/>
                <a:cs typeface="Verdana"/>
              </a:rPr>
              <a:t>representations </a:t>
            </a:r>
            <a:r>
              <a:rPr sz="1600" dirty="0">
                <a:solidFill>
                  <a:srgbClr val="3F3F3F"/>
                </a:solidFill>
                <a:latin typeface="Verdana"/>
                <a:cs typeface="Verdana"/>
              </a:rPr>
              <a:t>of </a:t>
            </a:r>
            <a:r>
              <a:rPr sz="1600" spc="-20" dirty="0">
                <a:solidFill>
                  <a:srgbClr val="3F3F3F"/>
                </a:solidFill>
                <a:latin typeface="Verdana"/>
                <a:cs typeface="Verdana"/>
              </a:rPr>
              <a:t>the</a:t>
            </a:r>
            <a:r>
              <a:rPr sz="1600" spc="-37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100" dirty="0">
                <a:solidFill>
                  <a:srgbClr val="3F3F3F"/>
                </a:solidFill>
                <a:latin typeface="Verdana"/>
                <a:cs typeface="Verdana"/>
              </a:rPr>
              <a:t>system</a:t>
            </a:r>
            <a:endParaRPr sz="1600" dirty="0">
              <a:latin typeface="Verdana"/>
              <a:cs typeface="Verdana"/>
            </a:endParaRPr>
          </a:p>
          <a:p>
            <a:pPr marL="1155700" lvl="1" indent="-229235">
              <a:lnSpc>
                <a:spcPct val="100000"/>
              </a:lnSpc>
              <a:spcBef>
                <a:spcPts val="1005"/>
              </a:spcBef>
              <a:buClr>
                <a:srgbClr val="A52F0F"/>
              </a:buClr>
              <a:buFont typeface="Georgia"/>
              <a:buChar char=""/>
              <a:tabLst>
                <a:tab pos="1156335" algn="l"/>
              </a:tabLst>
            </a:pPr>
            <a:r>
              <a:rPr sz="1400" spc="-65" dirty="0">
                <a:solidFill>
                  <a:srgbClr val="3F3F3F"/>
                </a:solidFill>
                <a:latin typeface="Verdana"/>
                <a:cs typeface="Verdana"/>
              </a:rPr>
              <a:t>in </a:t>
            </a:r>
            <a:r>
              <a:rPr sz="1400" spc="-10" dirty="0">
                <a:solidFill>
                  <a:srgbClr val="3F3F3F"/>
                </a:solidFill>
                <a:latin typeface="Verdana"/>
                <a:cs typeface="Verdana"/>
              </a:rPr>
              <a:t>another </a:t>
            </a:r>
            <a:r>
              <a:rPr sz="1400" spc="-55" dirty="0">
                <a:solidFill>
                  <a:srgbClr val="3F3F3F"/>
                </a:solidFill>
                <a:latin typeface="Verdana"/>
                <a:cs typeface="Verdana"/>
              </a:rPr>
              <a:t>form</a:t>
            </a:r>
            <a:r>
              <a:rPr sz="1400" spc="-29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400" spc="-60" dirty="0">
                <a:solidFill>
                  <a:srgbClr val="3F3F3F"/>
                </a:solidFill>
                <a:latin typeface="Verdana"/>
                <a:cs typeface="Verdana"/>
              </a:rPr>
              <a:t>or</a:t>
            </a:r>
            <a:endParaRPr sz="1400" dirty="0">
              <a:latin typeface="Verdana"/>
              <a:cs typeface="Verdana"/>
            </a:endParaRPr>
          </a:p>
          <a:p>
            <a:pPr marL="1155700" lvl="1" indent="-229235">
              <a:lnSpc>
                <a:spcPct val="100000"/>
              </a:lnSpc>
              <a:spcBef>
                <a:spcPts val="1010"/>
              </a:spcBef>
              <a:buClr>
                <a:srgbClr val="A52F0F"/>
              </a:buClr>
              <a:buFont typeface="Georgia"/>
              <a:buChar char=""/>
              <a:tabLst>
                <a:tab pos="1156335" algn="l"/>
              </a:tabLst>
            </a:pPr>
            <a:r>
              <a:rPr sz="1400" spc="15" dirty="0">
                <a:solidFill>
                  <a:srgbClr val="3F3F3F"/>
                </a:solidFill>
                <a:latin typeface="Verdana"/>
                <a:cs typeface="Verdana"/>
              </a:rPr>
              <a:t>at</a:t>
            </a:r>
            <a:r>
              <a:rPr sz="1400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400" spc="114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1400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400" spc="-35" dirty="0">
                <a:solidFill>
                  <a:srgbClr val="3F3F3F"/>
                </a:solidFill>
                <a:latin typeface="Verdana"/>
                <a:cs typeface="Verdana"/>
              </a:rPr>
              <a:t>higher</a:t>
            </a:r>
            <a:r>
              <a:rPr sz="14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400" spc="-20" dirty="0">
                <a:solidFill>
                  <a:srgbClr val="3F3F3F"/>
                </a:solidFill>
                <a:latin typeface="Verdana"/>
                <a:cs typeface="Verdana"/>
              </a:rPr>
              <a:t>level</a:t>
            </a:r>
            <a:r>
              <a:rPr sz="14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3F3F3F"/>
                </a:solidFill>
                <a:latin typeface="Verdana"/>
                <a:cs typeface="Verdana"/>
              </a:rPr>
              <a:t>of</a:t>
            </a:r>
            <a:r>
              <a:rPr sz="14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400" spc="-20" dirty="0">
                <a:solidFill>
                  <a:srgbClr val="3F3F3F"/>
                </a:solidFill>
                <a:latin typeface="Verdana"/>
                <a:cs typeface="Verdana"/>
              </a:rPr>
              <a:t>abstraction.</a:t>
            </a:r>
            <a:endParaRPr sz="1400" dirty="0">
              <a:latin typeface="Verdana"/>
              <a:cs typeface="Verdana"/>
            </a:endParaRPr>
          </a:p>
          <a:p>
            <a:pPr marR="173355" algn="ctr">
              <a:lnSpc>
                <a:spcPct val="100000"/>
              </a:lnSpc>
              <a:spcBef>
                <a:spcPts val="985"/>
              </a:spcBef>
            </a:pPr>
            <a:r>
              <a:rPr sz="1400" dirty="0">
                <a:solidFill>
                  <a:srgbClr val="3F3F3F"/>
                </a:solidFill>
                <a:latin typeface="Verdana"/>
                <a:cs typeface="Verdana"/>
              </a:rPr>
              <a:t>—</a:t>
            </a:r>
            <a:r>
              <a:rPr lang="en-US" sz="14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lang="en-US" sz="1600" spc="-65" dirty="0" err="1">
                <a:solidFill>
                  <a:srgbClr val="3F3F3F"/>
                </a:solidFill>
                <a:latin typeface="Verdana"/>
                <a:cs typeface="Verdana"/>
              </a:rPr>
              <a:t>Chikofsky</a:t>
            </a:r>
            <a:r>
              <a:rPr lang="en-US" sz="1600" spc="-6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lang="en-US" sz="1600" spc="45" dirty="0">
                <a:solidFill>
                  <a:srgbClr val="3F3F3F"/>
                </a:solidFill>
                <a:latin typeface="Verdana"/>
                <a:cs typeface="Verdana"/>
              </a:rPr>
              <a:t>&amp;</a:t>
            </a:r>
            <a:r>
              <a:rPr lang="en-US" sz="1600" spc="-31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lang="en-US" sz="1600" spc="-90" dirty="0">
                <a:solidFill>
                  <a:srgbClr val="3F3F3F"/>
                </a:solidFill>
                <a:latin typeface="Verdana"/>
                <a:cs typeface="Verdana"/>
              </a:rPr>
              <a:t>Cross, </a:t>
            </a:r>
            <a:r>
              <a:rPr lang="en-US" sz="1600" spc="-45" dirty="0">
                <a:solidFill>
                  <a:srgbClr val="3F3F3F"/>
                </a:solidFill>
                <a:latin typeface="Verdana"/>
                <a:cs typeface="Verdana"/>
              </a:rPr>
              <a:t>’90</a:t>
            </a:r>
            <a:endParaRPr lang="en-US" sz="16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lang="en-US" sz="2500" b="1" spc="-10" dirty="0">
                <a:solidFill>
                  <a:srgbClr val="DD7E18"/>
                </a:solidFill>
                <a:latin typeface="Gothic Uralic"/>
                <a:cs typeface="Gothic Uralic"/>
              </a:rPr>
              <a:t>Motivation</a:t>
            </a:r>
            <a:endParaRPr lang="en-US" sz="2500" dirty="0">
              <a:latin typeface="Gothic Uralic"/>
              <a:cs typeface="Gothic Uralic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2300" i="1" spc="-5" dirty="0">
                <a:solidFill>
                  <a:srgbClr val="7E010C"/>
                </a:solidFill>
                <a:latin typeface="TeX Gyre Adventor"/>
                <a:cs typeface="TeX Gyre Adventor"/>
              </a:rPr>
              <a:t>Understanding </a:t>
            </a:r>
            <a:r>
              <a:rPr sz="2300" spc="-50" dirty="0">
                <a:solidFill>
                  <a:srgbClr val="3F3F3F"/>
                </a:solidFill>
                <a:latin typeface="Verdana"/>
                <a:cs typeface="Verdana"/>
              </a:rPr>
              <a:t>other </a:t>
            </a:r>
            <a:r>
              <a:rPr sz="2300" spc="45" dirty="0">
                <a:solidFill>
                  <a:srgbClr val="3F3F3F"/>
                </a:solidFill>
                <a:latin typeface="Verdana"/>
                <a:cs typeface="Verdana"/>
              </a:rPr>
              <a:t>people’s</a:t>
            </a:r>
            <a:r>
              <a:rPr sz="2300" spc="-36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300" spc="165" dirty="0">
                <a:solidFill>
                  <a:srgbClr val="3F3F3F"/>
                </a:solidFill>
                <a:latin typeface="Verdana"/>
                <a:cs typeface="Verdana"/>
              </a:rPr>
              <a:t>code</a:t>
            </a:r>
            <a:endParaRPr sz="23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44028" y="5755133"/>
            <a:ext cx="2325370" cy="90043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1400" spc="-150" dirty="0">
                <a:solidFill>
                  <a:srgbClr val="A52F0F"/>
                </a:solidFill>
                <a:latin typeface="Georgia"/>
                <a:cs typeface="Georgia"/>
              </a:rPr>
              <a:t> </a:t>
            </a:r>
            <a:r>
              <a:rPr sz="1400" spc="-5" dirty="0">
                <a:solidFill>
                  <a:srgbClr val="3F3F3F"/>
                </a:solidFill>
                <a:latin typeface="Verdana"/>
                <a:cs typeface="Verdana"/>
              </a:rPr>
              <a:t>newcomers </a:t>
            </a:r>
            <a:r>
              <a:rPr sz="1400" spc="-55" dirty="0">
                <a:solidFill>
                  <a:srgbClr val="3F3F3F"/>
                </a:solidFill>
                <a:latin typeface="Verdana"/>
                <a:cs typeface="Verdana"/>
              </a:rPr>
              <a:t>in </a:t>
            </a:r>
            <a:r>
              <a:rPr sz="1400" spc="-15" dirty="0">
                <a:solidFill>
                  <a:srgbClr val="3F3F3F"/>
                </a:solidFill>
                <a:latin typeface="Verdana"/>
                <a:cs typeface="Verdana"/>
              </a:rPr>
              <a:t>the</a:t>
            </a:r>
            <a:r>
              <a:rPr sz="1400" spc="-2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400" spc="-15" dirty="0">
                <a:solidFill>
                  <a:srgbClr val="3F3F3F"/>
                </a:solidFill>
                <a:latin typeface="Verdana"/>
                <a:cs typeface="Verdana"/>
              </a:rPr>
              <a:t>team,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94"/>
              </a:spcBef>
            </a:pPr>
            <a:r>
              <a:rPr sz="1400" spc="-150" dirty="0">
                <a:solidFill>
                  <a:srgbClr val="A52F0F"/>
                </a:solidFill>
                <a:latin typeface="Georgia"/>
                <a:cs typeface="Georgia"/>
              </a:rPr>
              <a:t> </a:t>
            </a:r>
            <a:r>
              <a:rPr sz="1400" spc="100" dirty="0">
                <a:solidFill>
                  <a:srgbClr val="3F3F3F"/>
                </a:solidFill>
                <a:latin typeface="Verdana"/>
                <a:cs typeface="Verdana"/>
              </a:rPr>
              <a:t>code</a:t>
            </a:r>
            <a:r>
              <a:rPr sz="14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400" spc="-30" dirty="0">
                <a:solidFill>
                  <a:srgbClr val="3F3F3F"/>
                </a:solidFill>
                <a:latin typeface="Verdana"/>
                <a:cs typeface="Verdana"/>
              </a:rPr>
              <a:t>reviewing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10"/>
              </a:spcBef>
            </a:pPr>
            <a:r>
              <a:rPr sz="1400" spc="-150" dirty="0">
                <a:solidFill>
                  <a:srgbClr val="A52F0F"/>
                </a:solidFill>
                <a:latin typeface="Georgia"/>
                <a:cs typeface="Georgia"/>
              </a:rPr>
              <a:t> </a:t>
            </a:r>
            <a:r>
              <a:rPr sz="1400" spc="-35" dirty="0">
                <a:solidFill>
                  <a:srgbClr val="3F3F3F"/>
                </a:solidFill>
                <a:latin typeface="Verdana"/>
                <a:cs typeface="Verdana"/>
              </a:rPr>
              <a:t>original </a:t>
            </a:r>
            <a:r>
              <a:rPr sz="1400" spc="-10" dirty="0">
                <a:solidFill>
                  <a:srgbClr val="3F3F3F"/>
                </a:solidFill>
                <a:latin typeface="Verdana"/>
                <a:cs typeface="Verdana"/>
              </a:rPr>
              <a:t>developers</a:t>
            </a:r>
            <a:r>
              <a:rPr sz="1400" spc="-28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400" spc="-35" dirty="0">
                <a:solidFill>
                  <a:srgbClr val="3F3F3F"/>
                </a:solidFill>
                <a:latin typeface="Verdana"/>
                <a:cs typeface="Verdana"/>
              </a:rPr>
              <a:t>left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136015" y="6655563"/>
            <a:ext cx="7786370" cy="727075"/>
            <a:chOff x="1136903" y="5833871"/>
            <a:chExt cx="7786370" cy="727075"/>
          </a:xfrm>
        </p:grpSpPr>
        <p:sp>
          <p:nvSpPr>
            <p:cNvPr id="6" name="object 6"/>
            <p:cNvSpPr/>
            <p:nvPr/>
          </p:nvSpPr>
          <p:spPr>
            <a:xfrm>
              <a:off x="1142999" y="5839967"/>
              <a:ext cx="7772400" cy="713740"/>
            </a:xfrm>
            <a:custGeom>
              <a:avLst/>
              <a:gdLst/>
              <a:ahLst/>
              <a:cxnLst/>
              <a:rect l="l" t="t" r="r" b="b"/>
              <a:pathLst>
                <a:path w="7772400" h="713740">
                  <a:moveTo>
                    <a:pt x="7772400" y="713231"/>
                  </a:moveTo>
                  <a:lnTo>
                    <a:pt x="0" y="713231"/>
                  </a:lnTo>
                  <a:lnTo>
                    <a:pt x="0" y="0"/>
                  </a:lnTo>
                  <a:lnTo>
                    <a:pt x="7772400" y="0"/>
                  </a:lnTo>
                  <a:lnTo>
                    <a:pt x="7772400" y="713231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36903" y="5833871"/>
              <a:ext cx="7786370" cy="727075"/>
            </a:xfrm>
            <a:custGeom>
              <a:avLst/>
              <a:gdLst/>
              <a:ahLst/>
              <a:cxnLst/>
              <a:rect l="l" t="t" r="r" b="b"/>
              <a:pathLst>
                <a:path w="7786370" h="727075">
                  <a:moveTo>
                    <a:pt x="7786116" y="726948"/>
                  </a:moveTo>
                  <a:lnTo>
                    <a:pt x="0" y="726948"/>
                  </a:lnTo>
                  <a:lnTo>
                    <a:pt x="0" y="0"/>
                  </a:lnTo>
                  <a:lnTo>
                    <a:pt x="7786116" y="0"/>
                  </a:lnTo>
                  <a:lnTo>
                    <a:pt x="7786116" y="6096"/>
                  </a:lnTo>
                  <a:lnTo>
                    <a:pt x="13716" y="6096"/>
                  </a:lnTo>
                  <a:lnTo>
                    <a:pt x="6096" y="12192"/>
                  </a:lnTo>
                  <a:lnTo>
                    <a:pt x="13716" y="12192"/>
                  </a:lnTo>
                  <a:lnTo>
                    <a:pt x="13716" y="713232"/>
                  </a:lnTo>
                  <a:lnTo>
                    <a:pt x="6096" y="713232"/>
                  </a:lnTo>
                  <a:lnTo>
                    <a:pt x="13716" y="719328"/>
                  </a:lnTo>
                  <a:lnTo>
                    <a:pt x="7786116" y="719328"/>
                  </a:lnTo>
                  <a:lnTo>
                    <a:pt x="7786116" y="726948"/>
                  </a:lnTo>
                  <a:close/>
                </a:path>
                <a:path w="7786370" h="727075">
                  <a:moveTo>
                    <a:pt x="13716" y="12192"/>
                  </a:moveTo>
                  <a:lnTo>
                    <a:pt x="6096" y="12192"/>
                  </a:lnTo>
                  <a:lnTo>
                    <a:pt x="13716" y="6096"/>
                  </a:lnTo>
                  <a:lnTo>
                    <a:pt x="13716" y="12192"/>
                  </a:lnTo>
                  <a:close/>
                </a:path>
                <a:path w="7786370" h="727075">
                  <a:moveTo>
                    <a:pt x="7772400" y="12192"/>
                  </a:moveTo>
                  <a:lnTo>
                    <a:pt x="13716" y="12192"/>
                  </a:lnTo>
                  <a:lnTo>
                    <a:pt x="13716" y="6096"/>
                  </a:lnTo>
                  <a:lnTo>
                    <a:pt x="7772400" y="6096"/>
                  </a:lnTo>
                  <a:lnTo>
                    <a:pt x="7772400" y="12192"/>
                  </a:lnTo>
                  <a:close/>
                </a:path>
                <a:path w="7786370" h="727075">
                  <a:moveTo>
                    <a:pt x="7772400" y="719328"/>
                  </a:moveTo>
                  <a:lnTo>
                    <a:pt x="7772400" y="6096"/>
                  </a:lnTo>
                  <a:lnTo>
                    <a:pt x="7778496" y="12192"/>
                  </a:lnTo>
                  <a:lnTo>
                    <a:pt x="7786116" y="12192"/>
                  </a:lnTo>
                  <a:lnTo>
                    <a:pt x="7786116" y="713232"/>
                  </a:lnTo>
                  <a:lnTo>
                    <a:pt x="7778496" y="713232"/>
                  </a:lnTo>
                  <a:lnTo>
                    <a:pt x="7772400" y="719328"/>
                  </a:lnTo>
                  <a:close/>
                </a:path>
                <a:path w="7786370" h="727075">
                  <a:moveTo>
                    <a:pt x="7786116" y="12192"/>
                  </a:moveTo>
                  <a:lnTo>
                    <a:pt x="7778496" y="12192"/>
                  </a:lnTo>
                  <a:lnTo>
                    <a:pt x="7772400" y="6096"/>
                  </a:lnTo>
                  <a:lnTo>
                    <a:pt x="7786116" y="6096"/>
                  </a:lnTo>
                  <a:lnTo>
                    <a:pt x="7786116" y="12192"/>
                  </a:lnTo>
                  <a:close/>
                </a:path>
                <a:path w="7786370" h="727075">
                  <a:moveTo>
                    <a:pt x="13716" y="719328"/>
                  </a:moveTo>
                  <a:lnTo>
                    <a:pt x="6096" y="713232"/>
                  </a:lnTo>
                  <a:lnTo>
                    <a:pt x="13716" y="713232"/>
                  </a:lnTo>
                  <a:lnTo>
                    <a:pt x="13716" y="719328"/>
                  </a:lnTo>
                  <a:close/>
                </a:path>
                <a:path w="7786370" h="727075">
                  <a:moveTo>
                    <a:pt x="7772400" y="719328"/>
                  </a:moveTo>
                  <a:lnTo>
                    <a:pt x="13716" y="719328"/>
                  </a:lnTo>
                  <a:lnTo>
                    <a:pt x="13716" y="713232"/>
                  </a:lnTo>
                  <a:lnTo>
                    <a:pt x="7772400" y="713232"/>
                  </a:lnTo>
                  <a:lnTo>
                    <a:pt x="7772400" y="719328"/>
                  </a:lnTo>
                  <a:close/>
                </a:path>
                <a:path w="7786370" h="727075">
                  <a:moveTo>
                    <a:pt x="7786116" y="719328"/>
                  </a:moveTo>
                  <a:lnTo>
                    <a:pt x="7772400" y="719328"/>
                  </a:lnTo>
                  <a:lnTo>
                    <a:pt x="7778496" y="713232"/>
                  </a:lnTo>
                  <a:lnTo>
                    <a:pt x="7786116" y="713232"/>
                  </a:lnTo>
                  <a:lnTo>
                    <a:pt x="7786116" y="719328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46142" y="6672518"/>
            <a:ext cx="7772400" cy="71374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2000" spc="-5" dirty="0">
                <a:latin typeface="Comic Sans MS"/>
                <a:cs typeface="Comic Sans MS"/>
              </a:rPr>
              <a:t>Generating </a:t>
            </a:r>
            <a:r>
              <a:rPr sz="2000" spc="-10" dirty="0">
                <a:latin typeface="Comic Sans MS"/>
                <a:cs typeface="Comic Sans MS"/>
              </a:rPr>
              <a:t>UML </a:t>
            </a:r>
            <a:r>
              <a:rPr sz="2000" dirty="0">
                <a:latin typeface="Comic Sans MS"/>
                <a:cs typeface="Comic Sans MS"/>
              </a:rPr>
              <a:t>diagrams </a:t>
            </a:r>
            <a:r>
              <a:rPr sz="2000" spc="-5" dirty="0">
                <a:latin typeface="Comic Sans MS"/>
                <a:cs typeface="Comic Sans MS"/>
              </a:rPr>
              <a:t>is </a:t>
            </a:r>
            <a:r>
              <a:rPr sz="2000" dirty="0">
                <a:latin typeface="Comic Sans MS"/>
                <a:cs typeface="Comic Sans MS"/>
              </a:rPr>
              <a:t>NOT </a:t>
            </a:r>
            <a:r>
              <a:rPr sz="2000" spc="-5" dirty="0">
                <a:latin typeface="Comic Sans MS"/>
                <a:cs typeface="Comic Sans MS"/>
              </a:rPr>
              <a:t>reverse</a:t>
            </a:r>
            <a:r>
              <a:rPr sz="2000" spc="35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engineering</a:t>
            </a:r>
            <a:endParaRPr sz="2000" dirty="0">
              <a:latin typeface="Comic Sans MS"/>
              <a:cs typeface="Comic Sans MS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omic Sans MS"/>
                <a:cs typeface="Comic Sans MS"/>
              </a:rPr>
              <a:t>... </a:t>
            </a:r>
            <a:r>
              <a:rPr sz="2000" spc="-5" dirty="0">
                <a:latin typeface="Comic Sans MS"/>
                <a:cs typeface="Comic Sans MS"/>
              </a:rPr>
              <a:t>but it is </a:t>
            </a:r>
            <a:r>
              <a:rPr sz="2000" dirty="0">
                <a:latin typeface="Comic Sans MS"/>
                <a:cs typeface="Comic Sans MS"/>
              </a:rPr>
              <a:t>a valuable </a:t>
            </a:r>
            <a:r>
              <a:rPr sz="2000" spc="-5" dirty="0">
                <a:latin typeface="Comic Sans MS"/>
                <a:cs typeface="Comic Sans MS"/>
              </a:rPr>
              <a:t>support</a:t>
            </a:r>
            <a:r>
              <a:rPr sz="2000" spc="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tool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59822" y="475063"/>
            <a:ext cx="6203750" cy="6222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0" dirty="0"/>
              <a:t>The </a:t>
            </a:r>
            <a:r>
              <a:rPr spc="-35" dirty="0"/>
              <a:t>Reengineering</a:t>
            </a:r>
            <a:r>
              <a:rPr spc="-385" dirty="0"/>
              <a:t> </a:t>
            </a:r>
            <a:r>
              <a:rPr spc="-200" dirty="0"/>
              <a:t>Life-</a:t>
            </a:r>
            <a:r>
              <a:rPr lang="en-US" spc="-35" dirty="0"/>
              <a:t>Cycle</a:t>
            </a:r>
            <a:endParaRPr spc="-35" dirty="0"/>
          </a:p>
        </p:txBody>
      </p:sp>
      <p:grpSp>
        <p:nvGrpSpPr>
          <p:cNvPr id="3" name="object 3"/>
          <p:cNvGrpSpPr/>
          <p:nvPr/>
        </p:nvGrpSpPr>
        <p:grpSpPr>
          <a:xfrm>
            <a:off x="3913632" y="3663696"/>
            <a:ext cx="2109470" cy="2033270"/>
            <a:chOff x="3913632" y="3663696"/>
            <a:chExt cx="2109470" cy="2033270"/>
          </a:xfrm>
        </p:grpSpPr>
        <p:sp>
          <p:nvSpPr>
            <p:cNvPr id="4" name="object 4"/>
            <p:cNvSpPr/>
            <p:nvPr/>
          </p:nvSpPr>
          <p:spPr>
            <a:xfrm>
              <a:off x="3913619" y="4349495"/>
              <a:ext cx="9525" cy="1343025"/>
            </a:xfrm>
            <a:custGeom>
              <a:avLst/>
              <a:gdLst/>
              <a:ahLst/>
              <a:cxnLst/>
              <a:rect l="l" t="t" r="r" b="b"/>
              <a:pathLst>
                <a:path w="9525" h="1343025">
                  <a:moveTo>
                    <a:pt x="9156" y="1333500"/>
                  </a:moveTo>
                  <a:lnTo>
                    <a:pt x="0" y="1333500"/>
                  </a:lnTo>
                  <a:lnTo>
                    <a:pt x="0" y="1342656"/>
                  </a:lnTo>
                  <a:lnTo>
                    <a:pt x="9156" y="1342656"/>
                  </a:lnTo>
                  <a:lnTo>
                    <a:pt x="9156" y="1333500"/>
                  </a:lnTo>
                  <a:close/>
                </a:path>
                <a:path w="9525" h="1343025">
                  <a:moveTo>
                    <a:pt x="9156" y="1313688"/>
                  </a:moveTo>
                  <a:lnTo>
                    <a:pt x="0" y="1313688"/>
                  </a:lnTo>
                  <a:lnTo>
                    <a:pt x="0" y="1322832"/>
                  </a:lnTo>
                  <a:lnTo>
                    <a:pt x="9156" y="1322832"/>
                  </a:lnTo>
                  <a:lnTo>
                    <a:pt x="9156" y="1313688"/>
                  </a:lnTo>
                  <a:close/>
                </a:path>
                <a:path w="9525" h="1343025">
                  <a:moveTo>
                    <a:pt x="9156" y="1295400"/>
                  </a:moveTo>
                  <a:lnTo>
                    <a:pt x="0" y="1295400"/>
                  </a:lnTo>
                  <a:lnTo>
                    <a:pt x="0" y="1304544"/>
                  </a:lnTo>
                  <a:lnTo>
                    <a:pt x="9156" y="1304544"/>
                  </a:lnTo>
                  <a:lnTo>
                    <a:pt x="9156" y="1295400"/>
                  </a:lnTo>
                  <a:close/>
                </a:path>
                <a:path w="9525" h="1343025">
                  <a:moveTo>
                    <a:pt x="9156" y="1275588"/>
                  </a:moveTo>
                  <a:lnTo>
                    <a:pt x="0" y="1275588"/>
                  </a:lnTo>
                  <a:lnTo>
                    <a:pt x="0" y="1284732"/>
                  </a:lnTo>
                  <a:lnTo>
                    <a:pt x="9156" y="1284732"/>
                  </a:lnTo>
                  <a:lnTo>
                    <a:pt x="9156" y="1275588"/>
                  </a:lnTo>
                  <a:close/>
                </a:path>
                <a:path w="9525" h="1343025">
                  <a:moveTo>
                    <a:pt x="9156" y="1257300"/>
                  </a:moveTo>
                  <a:lnTo>
                    <a:pt x="0" y="1257300"/>
                  </a:lnTo>
                  <a:lnTo>
                    <a:pt x="0" y="1266444"/>
                  </a:lnTo>
                  <a:lnTo>
                    <a:pt x="9156" y="1266444"/>
                  </a:lnTo>
                  <a:lnTo>
                    <a:pt x="9156" y="1257300"/>
                  </a:lnTo>
                  <a:close/>
                </a:path>
                <a:path w="9525" h="1343025">
                  <a:moveTo>
                    <a:pt x="9156" y="1237488"/>
                  </a:moveTo>
                  <a:lnTo>
                    <a:pt x="0" y="1237488"/>
                  </a:lnTo>
                  <a:lnTo>
                    <a:pt x="0" y="1246632"/>
                  </a:lnTo>
                  <a:lnTo>
                    <a:pt x="9156" y="1246632"/>
                  </a:lnTo>
                  <a:lnTo>
                    <a:pt x="9156" y="1237488"/>
                  </a:lnTo>
                  <a:close/>
                </a:path>
                <a:path w="9525" h="1343025">
                  <a:moveTo>
                    <a:pt x="9156" y="1219200"/>
                  </a:moveTo>
                  <a:lnTo>
                    <a:pt x="0" y="1219200"/>
                  </a:lnTo>
                  <a:lnTo>
                    <a:pt x="0" y="1228356"/>
                  </a:lnTo>
                  <a:lnTo>
                    <a:pt x="9156" y="1228356"/>
                  </a:lnTo>
                  <a:lnTo>
                    <a:pt x="9156" y="1219200"/>
                  </a:lnTo>
                  <a:close/>
                </a:path>
                <a:path w="9525" h="1343025">
                  <a:moveTo>
                    <a:pt x="9156" y="1199388"/>
                  </a:moveTo>
                  <a:lnTo>
                    <a:pt x="0" y="1199388"/>
                  </a:lnTo>
                  <a:lnTo>
                    <a:pt x="0" y="1208532"/>
                  </a:lnTo>
                  <a:lnTo>
                    <a:pt x="9156" y="1208532"/>
                  </a:lnTo>
                  <a:lnTo>
                    <a:pt x="9156" y="1199388"/>
                  </a:lnTo>
                  <a:close/>
                </a:path>
                <a:path w="9525" h="1343025">
                  <a:moveTo>
                    <a:pt x="9156" y="1181100"/>
                  </a:moveTo>
                  <a:lnTo>
                    <a:pt x="0" y="1181100"/>
                  </a:lnTo>
                  <a:lnTo>
                    <a:pt x="0" y="1190244"/>
                  </a:lnTo>
                  <a:lnTo>
                    <a:pt x="9156" y="1190244"/>
                  </a:lnTo>
                  <a:lnTo>
                    <a:pt x="9156" y="1181100"/>
                  </a:lnTo>
                  <a:close/>
                </a:path>
                <a:path w="9525" h="1343025">
                  <a:moveTo>
                    <a:pt x="9156" y="1161288"/>
                  </a:moveTo>
                  <a:lnTo>
                    <a:pt x="0" y="1161288"/>
                  </a:lnTo>
                  <a:lnTo>
                    <a:pt x="0" y="1170432"/>
                  </a:lnTo>
                  <a:lnTo>
                    <a:pt x="9156" y="1170432"/>
                  </a:lnTo>
                  <a:lnTo>
                    <a:pt x="9156" y="1161288"/>
                  </a:lnTo>
                  <a:close/>
                </a:path>
                <a:path w="9525" h="1343025">
                  <a:moveTo>
                    <a:pt x="9156" y="1143000"/>
                  </a:moveTo>
                  <a:lnTo>
                    <a:pt x="0" y="1143000"/>
                  </a:lnTo>
                  <a:lnTo>
                    <a:pt x="0" y="1152144"/>
                  </a:lnTo>
                  <a:lnTo>
                    <a:pt x="9156" y="1152144"/>
                  </a:lnTo>
                  <a:lnTo>
                    <a:pt x="9156" y="1143000"/>
                  </a:lnTo>
                  <a:close/>
                </a:path>
                <a:path w="9525" h="1343025">
                  <a:moveTo>
                    <a:pt x="9156" y="1123188"/>
                  </a:moveTo>
                  <a:lnTo>
                    <a:pt x="0" y="1123188"/>
                  </a:lnTo>
                  <a:lnTo>
                    <a:pt x="0" y="1132332"/>
                  </a:lnTo>
                  <a:lnTo>
                    <a:pt x="9156" y="1132332"/>
                  </a:lnTo>
                  <a:lnTo>
                    <a:pt x="9156" y="1123188"/>
                  </a:lnTo>
                  <a:close/>
                </a:path>
                <a:path w="9525" h="1343025">
                  <a:moveTo>
                    <a:pt x="9156" y="1104900"/>
                  </a:moveTo>
                  <a:lnTo>
                    <a:pt x="0" y="1104900"/>
                  </a:lnTo>
                  <a:lnTo>
                    <a:pt x="0" y="1114056"/>
                  </a:lnTo>
                  <a:lnTo>
                    <a:pt x="9156" y="1114056"/>
                  </a:lnTo>
                  <a:lnTo>
                    <a:pt x="9156" y="1104900"/>
                  </a:lnTo>
                  <a:close/>
                </a:path>
                <a:path w="9525" h="1343025">
                  <a:moveTo>
                    <a:pt x="9156" y="1085088"/>
                  </a:moveTo>
                  <a:lnTo>
                    <a:pt x="0" y="1085088"/>
                  </a:lnTo>
                  <a:lnTo>
                    <a:pt x="0" y="1094232"/>
                  </a:lnTo>
                  <a:lnTo>
                    <a:pt x="9156" y="1094232"/>
                  </a:lnTo>
                  <a:lnTo>
                    <a:pt x="9156" y="1085088"/>
                  </a:lnTo>
                  <a:close/>
                </a:path>
                <a:path w="9525" h="1343025">
                  <a:moveTo>
                    <a:pt x="9156" y="1066800"/>
                  </a:moveTo>
                  <a:lnTo>
                    <a:pt x="0" y="1066800"/>
                  </a:lnTo>
                  <a:lnTo>
                    <a:pt x="0" y="1075944"/>
                  </a:lnTo>
                  <a:lnTo>
                    <a:pt x="9156" y="1075944"/>
                  </a:lnTo>
                  <a:lnTo>
                    <a:pt x="9156" y="1066800"/>
                  </a:lnTo>
                  <a:close/>
                </a:path>
                <a:path w="9525" h="1343025">
                  <a:moveTo>
                    <a:pt x="9156" y="1046988"/>
                  </a:moveTo>
                  <a:lnTo>
                    <a:pt x="0" y="1046988"/>
                  </a:lnTo>
                  <a:lnTo>
                    <a:pt x="0" y="1056132"/>
                  </a:lnTo>
                  <a:lnTo>
                    <a:pt x="9156" y="1056132"/>
                  </a:lnTo>
                  <a:lnTo>
                    <a:pt x="9156" y="1046988"/>
                  </a:lnTo>
                  <a:close/>
                </a:path>
                <a:path w="9525" h="1343025">
                  <a:moveTo>
                    <a:pt x="9156" y="1028700"/>
                  </a:moveTo>
                  <a:lnTo>
                    <a:pt x="0" y="1028700"/>
                  </a:lnTo>
                  <a:lnTo>
                    <a:pt x="0" y="1037844"/>
                  </a:lnTo>
                  <a:lnTo>
                    <a:pt x="9156" y="1037844"/>
                  </a:lnTo>
                  <a:lnTo>
                    <a:pt x="9156" y="1028700"/>
                  </a:lnTo>
                  <a:close/>
                </a:path>
                <a:path w="9525" h="1343025">
                  <a:moveTo>
                    <a:pt x="9156" y="1008888"/>
                  </a:moveTo>
                  <a:lnTo>
                    <a:pt x="0" y="1008888"/>
                  </a:lnTo>
                  <a:lnTo>
                    <a:pt x="0" y="1018032"/>
                  </a:lnTo>
                  <a:lnTo>
                    <a:pt x="9156" y="1018032"/>
                  </a:lnTo>
                  <a:lnTo>
                    <a:pt x="9156" y="1008888"/>
                  </a:lnTo>
                  <a:close/>
                </a:path>
                <a:path w="9525" h="1343025">
                  <a:moveTo>
                    <a:pt x="9156" y="990600"/>
                  </a:moveTo>
                  <a:lnTo>
                    <a:pt x="0" y="990600"/>
                  </a:lnTo>
                  <a:lnTo>
                    <a:pt x="0" y="999756"/>
                  </a:lnTo>
                  <a:lnTo>
                    <a:pt x="9156" y="999756"/>
                  </a:lnTo>
                  <a:lnTo>
                    <a:pt x="9156" y="990600"/>
                  </a:lnTo>
                  <a:close/>
                </a:path>
                <a:path w="9525" h="1343025">
                  <a:moveTo>
                    <a:pt x="9156" y="970788"/>
                  </a:moveTo>
                  <a:lnTo>
                    <a:pt x="0" y="970788"/>
                  </a:lnTo>
                  <a:lnTo>
                    <a:pt x="0" y="979932"/>
                  </a:lnTo>
                  <a:lnTo>
                    <a:pt x="9156" y="979932"/>
                  </a:lnTo>
                  <a:lnTo>
                    <a:pt x="9156" y="970788"/>
                  </a:lnTo>
                  <a:close/>
                </a:path>
                <a:path w="9525" h="1343025">
                  <a:moveTo>
                    <a:pt x="9156" y="952500"/>
                  </a:moveTo>
                  <a:lnTo>
                    <a:pt x="0" y="952500"/>
                  </a:lnTo>
                  <a:lnTo>
                    <a:pt x="0" y="961644"/>
                  </a:lnTo>
                  <a:lnTo>
                    <a:pt x="9156" y="961644"/>
                  </a:lnTo>
                  <a:lnTo>
                    <a:pt x="9156" y="952500"/>
                  </a:lnTo>
                  <a:close/>
                </a:path>
                <a:path w="9525" h="1343025">
                  <a:moveTo>
                    <a:pt x="9156" y="932688"/>
                  </a:moveTo>
                  <a:lnTo>
                    <a:pt x="0" y="932688"/>
                  </a:lnTo>
                  <a:lnTo>
                    <a:pt x="0" y="941832"/>
                  </a:lnTo>
                  <a:lnTo>
                    <a:pt x="9156" y="941832"/>
                  </a:lnTo>
                  <a:lnTo>
                    <a:pt x="9156" y="932688"/>
                  </a:lnTo>
                  <a:close/>
                </a:path>
                <a:path w="9525" h="1343025">
                  <a:moveTo>
                    <a:pt x="9156" y="914400"/>
                  </a:moveTo>
                  <a:lnTo>
                    <a:pt x="0" y="914400"/>
                  </a:lnTo>
                  <a:lnTo>
                    <a:pt x="0" y="923544"/>
                  </a:lnTo>
                  <a:lnTo>
                    <a:pt x="9156" y="923544"/>
                  </a:lnTo>
                  <a:lnTo>
                    <a:pt x="9156" y="914400"/>
                  </a:lnTo>
                  <a:close/>
                </a:path>
                <a:path w="9525" h="1343025">
                  <a:moveTo>
                    <a:pt x="9156" y="894588"/>
                  </a:moveTo>
                  <a:lnTo>
                    <a:pt x="0" y="894588"/>
                  </a:lnTo>
                  <a:lnTo>
                    <a:pt x="0" y="903732"/>
                  </a:lnTo>
                  <a:lnTo>
                    <a:pt x="9156" y="903732"/>
                  </a:lnTo>
                  <a:lnTo>
                    <a:pt x="9156" y="894588"/>
                  </a:lnTo>
                  <a:close/>
                </a:path>
                <a:path w="9525" h="1343025">
                  <a:moveTo>
                    <a:pt x="9156" y="876300"/>
                  </a:moveTo>
                  <a:lnTo>
                    <a:pt x="0" y="876300"/>
                  </a:lnTo>
                  <a:lnTo>
                    <a:pt x="0" y="885456"/>
                  </a:lnTo>
                  <a:lnTo>
                    <a:pt x="9156" y="885456"/>
                  </a:lnTo>
                  <a:lnTo>
                    <a:pt x="9156" y="876300"/>
                  </a:lnTo>
                  <a:close/>
                </a:path>
                <a:path w="9525" h="1343025">
                  <a:moveTo>
                    <a:pt x="9156" y="856488"/>
                  </a:moveTo>
                  <a:lnTo>
                    <a:pt x="0" y="856488"/>
                  </a:lnTo>
                  <a:lnTo>
                    <a:pt x="0" y="865632"/>
                  </a:lnTo>
                  <a:lnTo>
                    <a:pt x="9156" y="865632"/>
                  </a:lnTo>
                  <a:lnTo>
                    <a:pt x="9156" y="856488"/>
                  </a:lnTo>
                  <a:close/>
                </a:path>
                <a:path w="9525" h="1343025">
                  <a:moveTo>
                    <a:pt x="9156" y="838200"/>
                  </a:moveTo>
                  <a:lnTo>
                    <a:pt x="0" y="838200"/>
                  </a:lnTo>
                  <a:lnTo>
                    <a:pt x="0" y="847344"/>
                  </a:lnTo>
                  <a:lnTo>
                    <a:pt x="9156" y="847344"/>
                  </a:lnTo>
                  <a:lnTo>
                    <a:pt x="9156" y="838200"/>
                  </a:lnTo>
                  <a:close/>
                </a:path>
                <a:path w="9525" h="1343025">
                  <a:moveTo>
                    <a:pt x="9156" y="818388"/>
                  </a:moveTo>
                  <a:lnTo>
                    <a:pt x="0" y="818388"/>
                  </a:lnTo>
                  <a:lnTo>
                    <a:pt x="0" y="827532"/>
                  </a:lnTo>
                  <a:lnTo>
                    <a:pt x="9156" y="827532"/>
                  </a:lnTo>
                  <a:lnTo>
                    <a:pt x="9156" y="818388"/>
                  </a:lnTo>
                  <a:close/>
                </a:path>
                <a:path w="9525" h="1343025">
                  <a:moveTo>
                    <a:pt x="9156" y="800100"/>
                  </a:moveTo>
                  <a:lnTo>
                    <a:pt x="0" y="800100"/>
                  </a:lnTo>
                  <a:lnTo>
                    <a:pt x="0" y="809244"/>
                  </a:lnTo>
                  <a:lnTo>
                    <a:pt x="9156" y="809244"/>
                  </a:lnTo>
                  <a:lnTo>
                    <a:pt x="9156" y="800100"/>
                  </a:lnTo>
                  <a:close/>
                </a:path>
                <a:path w="9525" h="1343025">
                  <a:moveTo>
                    <a:pt x="9156" y="780288"/>
                  </a:moveTo>
                  <a:lnTo>
                    <a:pt x="0" y="780288"/>
                  </a:lnTo>
                  <a:lnTo>
                    <a:pt x="0" y="789432"/>
                  </a:lnTo>
                  <a:lnTo>
                    <a:pt x="9156" y="789432"/>
                  </a:lnTo>
                  <a:lnTo>
                    <a:pt x="9156" y="780288"/>
                  </a:lnTo>
                  <a:close/>
                </a:path>
                <a:path w="9525" h="1343025">
                  <a:moveTo>
                    <a:pt x="9156" y="762000"/>
                  </a:moveTo>
                  <a:lnTo>
                    <a:pt x="0" y="762000"/>
                  </a:lnTo>
                  <a:lnTo>
                    <a:pt x="0" y="771156"/>
                  </a:lnTo>
                  <a:lnTo>
                    <a:pt x="9156" y="771156"/>
                  </a:lnTo>
                  <a:lnTo>
                    <a:pt x="9156" y="762000"/>
                  </a:lnTo>
                  <a:close/>
                </a:path>
                <a:path w="9525" h="1343025">
                  <a:moveTo>
                    <a:pt x="9156" y="742188"/>
                  </a:moveTo>
                  <a:lnTo>
                    <a:pt x="0" y="742188"/>
                  </a:lnTo>
                  <a:lnTo>
                    <a:pt x="0" y="751332"/>
                  </a:lnTo>
                  <a:lnTo>
                    <a:pt x="9156" y="751332"/>
                  </a:lnTo>
                  <a:lnTo>
                    <a:pt x="9156" y="742188"/>
                  </a:lnTo>
                  <a:close/>
                </a:path>
                <a:path w="9525" h="1343025">
                  <a:moveTo>
                    <a:pt x="9156" y="723900"/>
                  </a:moveTo>
                  <a:lnTo>
                    <a:pt x="0" y="723900"/>
                  </a:lnTo>
                  <a:lnTo>
                    <a:pt x="0" y="733044"/>
                  </a:lnTo>
                  <a:lnTo>
                    <a:pt x="9156" y="733044"/>
                  </a:lnTo>
                  <a:lnTo>
                    <a:pt x="9156" y="723900"/>
                  </a:lnTo>
                  <a:close/>
                </a:path>
                <a:path w="9525" h="1343025">
                  <a:moveTo>
                    <a:pt x="9156" y="704088"/>
                  </a:moveTo>
                  <a:lnTo>
                    <a:pt x="0" y="704088"/>
                  </a:lnTo>
                  <a:lnTo>
                    <a:pt x="0" y="713232"/>
                  </a:lnTo>
                  <a:lnTo>
                    <a:pt x="9156" y="713232"/>
                  </a:lnTo>
                  <a:lnTo>
                    <a:pt x="9156" y="704088"/>
                  </a:lnTo>
                  <a:close/>
                </a:path>
                <a:path w="9525" h="1343025">
                  <a:moveTo>
                    <a:pt x="9156" y="685800"/>
                  </a:moveTo>
                  <a:lnTo>
                    <a:pt x="0" y="685800"/>
                  </a:lnTo>
                  <a:lnTo>
                    <a:pt x="0" y="694944"/>
                  </a:lnTo>
                  <a:lnTo>
                    <a:pt x="9156" y="694944"/>
                  </a:lnTo>
                  <a:lnTo>
                    <a:pt x="9156" y="685800"/>
                  </a:lnTo>
                  <a:close/>
                </a:path>
                <a:path w="9525" h="1343025">
                  <a:moveTo>
                    <a:pt x="9156" y="665988"/>
                  </a:moveTo>
                  <a:lnTo>
                    <a:pt x="0" y="665988"/>
                  </a:lnTo>
                  <a:lnTo>
                    <a:pt x="0" y="675132"/>
                  </a:lnTo>
                  <a:lnTo>
                    <a:pt x="9156" y="675132"/>
                  </a:lnTo>
                  <a:lnTo>
                    <a:pt x="9156" y="665988"/>
                  </a:lnTo>
                  <a:close/>
                </a:path>
                <a:path w="9525" h="1343025">
                  <a:moveTo>
                    <a:pt x="9156" y="647700"/>
                  </a:moveTo>
                  <a:lnTo>
                    <a:pt x="0" y="647700"/>
                  </a:lnTo>
                  <a:lnTo>
                    <a:pt x="0" y="656856"/>
                  </a:lnTo>
                  <a:lnTo>
                    <a:pt x="9156" y="656856"/>
                  </a:lnTo>
                  <a:lnTo>
                    <a:pt x="9156" y="647700"/>
                  </a:lnTo>
                  <a:close/>
                </a:path>
                <a:path w="9525" h="1343025">
                  <a:moveTo>
                    <a:pt x="9156" y="627888"/>
                  </a:moveTo>
                  <a:lnTo>
                    <a:pt x="0" y="627888"/>
                  </a:lnTo>
                  <a:lnTo>
                    <a:pt x="0" y="637032"/>
                  </a:lnTo>
                  <a:lnTo>
                    <a:pt x="9156" y="637032"/>
                  </a:lnTo>
                  <a:lnTo>
                    <a:pt x="9156" y="627888"/>
                  </a:lnTo>
                  <a:close/>
                </a:path>
                <a:path w="9525" h="1343025">
                  <a:moveTo>
                    <a:pt x="9156" y="609600"/>
                  </a:moveTo>
                  <a:lnTo>
                    <a:pt x="0" y="609600"/>
                  </a:lnTo>
                  <a:lnTo>
                    <a:pt x="0" y="618744"/>
                  </a:lnTo>
                  <a:lnTo>
                    <a:pt x="9156" y="618744"/>
                  </a:lnTo>
                  <a:lnTo>
                    <a:pt x="9156" y="609600"/>
                  </a:lnTo>
                  <a:close/>
                </a:path>
                <a:path w="9525" h="1343025">
                  <a:moveTo>
                    <a:pt x="9156" y="589788"/>
                  </a:moveTo>
                  <a:lnTo>
                    <a:pt x="0" y="589788"/>
                  </a:lnTo>
                  <a:lnTo>
                    <a:pt x="0" y="598932"/>
                  </a:lnTo>
                  <a:lnTo>
                    <a:pt x="9156" y="598932"/>
                  </a:lnTo>
                  <a:lnTo>
                    <a:pt x="9156" y="589788"/>
                  </a:lnTo>
                  <a:close/>
                </a:path>
                <a:path w="9525" h="1343025">
                  <a:moveTo>
                    <a:pt x="9156" y="571500"/>
                  </a:moveTo>
                  <a:lnTo>
                    <a:pt x="0" y="571500"/>
                  </a:lnTo>
                  <a:lnTo>
                    <a:pt x="0" y="580644"/>
                  </a:lnTo>
                  <a:lnTo>
                    <a:pt x="9156" y="580644"/>
                  </a:lnTo>
                  <a:lnTo>
                    <a:pt x="9156" y="571500"/>
                  </a:lnTo>
                  <a:close/>
                </a:path>
                <a:path w="9525" h="1343025">
                  <a:moveTo>
                    <a:pt x="9156" y="551688"/>
                  </a:moveTo>
                  <a:lnTo>
                    <a:pt x="0" y="551688"/>
                  </a:lnTo>
                  <a:lnTo>
                    <a:pt x="0" y="560832"/>
                  </a:lnTo>
                  <a:lnTo>
                    <a:pt x="9156" y="560832"/>
                  </a:lnTo>
                  <a:lnTo>
                    <a:pt x="9156" y="551688"/>
                  </a:lnTo>
                  <a:close/>
                </a:path>
                <a:path w="9525" h="1343025">
                  <a:moveTo>
                    <a:pt x="9156" y="533400"/>
                  </a:moveTo>
                  <a:lnTo>
                    <a:pt x="0" y="533400"/>
                  </a:lnTo>
                  <a:lnTo>
                    <a:pt x="0" y="542556"/>
                  </a:lnTo>
                  <a:lnTo>
                    <a:pt x="9156" y="542556"/>
                  </a:lnTo>
                  <a:lnTo>
                    <a:pt x="9156" y="533400"/>
                  </a:lnTo>
                  <a:close/>
                </a:path>
                <a:path w="9525" h="1343025">
                  <a:moveTo>
                    <a:pt x="9156" y="513588"/>
                  </a:moveTo>
                  <a:lnTo>
                    <a:pt x="0" y="513588"/>
                  </a:lnTo>
                  <a:lnTo>
                    <a:pt x="0" y="522732"/>
                  </a:lnTo>
                  <a:lnTo>
                    <a:pt x="9156" y="522732"/>
                  </a:lnTo>
                  <a:lnTo>
                    <a:pt x="9156" y="513588"/>
                  </a:lnTo>
                  <a:close/>
                </a:path>
                <a:path w="9525" h="1343025">
                  <a:moveTo>
                    <a:pt x="9156" y="495300"/>
                  </a:moveTo>
                  <a:lnTo>
                    <a:pt x="0" y="495300"/>
                  </a:lnTo>
                  <a:lnTo>
                    <a:pt x="0" y="504444"/>
                  </a:lnTo>
                  <a:lnTo>
                    <a:pt x="9156" y="504444"/>
                  </a:lnTo>
                  <a:lnTo>
                    <a:pt x="9156" y="495300"/>
                  </a:lnTo>
                  <a:close/>
                </a:path>
                <a:path w="9525" h="1343025">
                  <a:moveTo>
                    <a:pt x="9156" y="475488"/>
                  </a:moveTo>
                  <a:lnTo>
                    <a:pt x="0" y="475488"/>
                  </a:lnTo>
                  <a:lnTo>
                    <a:pt x="0" y="484632"/>
                  </a:lnTo>
                  <a:lnTo>
                    <a:pt x="9156" y="484632"/>
                  </a:lnTo>
                  <a:lnTo>
                    <a:pt x="9156" y="475488"/>
                  </a:lnTo>
                  <a:close/>
                </a:path>
                <a:path w="9525" h="1343025">
                  <a:moveTo>
                    <a:pt x="9156" y="457200"/>
                  </a:moveTo>
                  <a:lnTo>
                    <a:pt x="0" y="457200"/>
                  </a:lnTo>
                  <a:lnTo>
                    <a:pt x="0" y="466344"/>
                  </a:lnTo>
                  <a:lnTo>
                    <a:pt x="9156" y="466344"/>
                  </a:lnTo>
                  <a:lnTo>
                    <a:pt x="9156" y="457200"/>
                  </a:lnTo>
                  <a:close/>
                </a:path>
                <a:path w="9525" h="1343025">
                  <a:moveTo>
                    <a:pt x="9156" y="437388"/>
                  </a:moveTo>
                  <a:lnTo>
                    <a:pt x="0" y="437388"/>
                  </a:lnTo>
                  <a:lnTo>
                    <a:pt x="0" y="446532"/>
                  </a:lnTo>
                  <a:lnTo>
                    <a:pt x="9156" y="446532"/>
                  </a:lnTo>
                  <a:lnTo>
                    <a:pt x="9156" y="437388"/>
                  </a:lnTo>
                  <a:close/>
                </a:path>
                <a:path w="9525" h="1343025">
                  <a:moveTo>
                    <a:pt x="9156" y="419100"/>
                  </a:moveTo>
                  <a:lnTo>
                    <a:pt x="0" y="419100"/>
                  </a:lnTo>
                  <a:lnTo>
                    <a:pt x="0" y="428244"/>
                  </a:lnTo>
                  <a:lnTo>
                    <a:pt x="9156" y="428244"/>
                  </a:lnTo>
                  <a:lnTo>
                    <a:pt x="9156" y="419100"/>
                  </a:lnTo>
                  <a:close/>
                </a:path>
                <a:path w="9525" h="1343025">
                  <a:moveTo>
                    <a:pt x="9156" y="399288"/>
                  </a:moveTo>
                  <a:lnTo>
                    <a:pt x="0" y="399288"/>
                  </a:lnTo>
                  <a:lnTo>
                    <a:pt x="0" y="408432"/>
                  </a:lnTo>
                  <a:lnTo>
                    <a:pt x="9156" y="408432"/>
                  </a:lnTo>
                  <a:lnTo>
                    <a:pt x="9156" y="399288"/>
                  </a:lnTo>
                  <a:close/>
                </a:path>
                <a:path w="9525" h="1343025">
                  <a:moveTo>
                    <a:pt x="9156" y="381000"/>
                  </a:moveTo>
                  <a:lnTo>
                    <a:pt x="0" y="381000"/>
                  </a:lnTo>
                  <a:lnTo>
                    <a:pt x="0" y="390144"/>
                  </a:lnTo>
                  <a:lnTo>
                    <a:pt x="9156" y="390144"/>
                  </a:lnTo>
                  <a:lnTo>
                    <a:pt x="9156" y="381000"/>
                  </a:lnTo>
                  <a:close/>
                </a:path>
                <a:path w="9525" h="1343025">
                  <a:moveTo>
                    <a:pt x="9156" y="361188"/>
                  </a:moveTo>
                  <a:lnTo>
                    <a:pt x="0" y="361188"/>
                  </a:lnTo>
                  <a:lnTo>
                    <a:pt x="0" y="370332"/>
                  </a:lnTo>
                  <a:lnTo>
                    <a:pt x="9156" y="370332"/>
                  </a:lnTo>
                  <a:lnTo>
                    <a:pt x="9156" y="361188"/>
                  </a:lnTo>
                  <a:close/>
                </a:path>
                <a:path w="9525" h="1343025">
                  <a:moveTo>
                    <a:pt x="9156" y="342900"/>
                  </a:moveTo>
                  <a:lnTo>
                    <a:pt x="0" y="342900"/>
                  </a:lnTo>
                  <a:lnTo>
                    <a:pt x="0" y="352044"/>
                  </a:lnTo>
                  <a:lnTo>
                    <a:pt x="9156" y="352044"/>
                  </a:lnTo>
                  <a:lnTo>
                    <a:pt x="9156" y="342900"/>
                  </a:lnTo>
                  <a:close/>
                </a:path>
                <a:path w="9525" h="1343025">
                  <a:moveTo>
                    <a:pt x="9156" y="323088"/>
                  </a:moveTo>
                  <a:lnTo>
                    <a:pt x="0" y="323088"/>
                  </a:lnTo>
                  <a:lnTo>
                    <a:pt x="0" y="332232"/>
                  </a:lnTo>
                  <a:lnTo>
                    <a:pt x="9156" y="332232"/>
                  </a:lnTo>
                  <a:lnTo>
                    <a:pt x="9156" y="323088"/>
                  </a:lnTo>
                  <a:close/>
                </a:path>
                <a:path w="9525" h="1343025">
                  <a:moveTo>
                    <a:pt x="9156" y="304800"/>
                  </a:moveTo>
                  <a:lnTo>
                    <a:pt x="0" y="304800"/>
                  </a:lnTo>
                  <a:lnTo>
                    <a:pt x="0" y="313956"/>
                  </a:lnTo>
                  <a:lnTo>
                    <a:pt x="9156" y="313956"/>
                  </a:lnTo>
                  <a:lnTo>
                    <a:pt x="9156" y="304800"/>
                  </a:lnTo>
                  <a:close/>
                </a:path>
                <a:path w="9525" h="1343025">
                  <a:moveTo>
                    <a:pt x="9156" y="284988"/>
                  </a:moveTo>
                  <a:lnTo>
                    <a:pt x="0" y="284988"/>
                  </a:lnTo>
                  <a:lnTo>
                    <a:pt x="0" y="294132"/>
                  </a:lnTo>
                  <a:lnTo>
                    <a:pt x="9156" y="294132"/>
                  </a:lnTo>
                  <a:lnTo>
                    <a:pt x="9156" y="284988"/>
                  </a:lnTo>
                  <a:close/>
                </a:path>
                <a:path w="9525" h="1343025">
                  <a:moveTo>
                    <a:pt x="9156" y="266700"/>
                  </a:moveTo>
                  <a:lnTo>
                    <a:pt x="0" y="266700"/>
                  </a:lnTo>
                  <a:lnTo>
                    <a:pt x="0" y="275844"/>
                  </a:lnTo>
                  <a:lnTo>
                    <a:pt x="9156" y="275844"/>
                  </a:lnTo>
                  <a:lnTo>
                    <a:pt x="9156" y="266700"/>
                  </a:lnTo>
                  <a:close/>
                </a:path>
                <a:path w="9525" h="1343025">
                  <a:moveTo>
                    <a:pt x="9156" y="246888"/>
                  </a:moveTo>
                  <a:lnTo>
                    <a:pt x="0" y="246888"/>
                  </a:lnTo>
                  <a:lnTo>
                    <a:pt x="0" y="256032"/>
                  </a:lnTo>
                  <a:lnTo>
                    <a:pt x="9156" y="256032"/>
                  </a:lnTo>
                  <a:lnTo>
                    <a:pt x="9156" y="246888"/>
                  </a:lnTo>
                  <a:close/>
                </a:path>
                <a:path w="9525" h="1343025">
                  <a:moveTo>
                    <a:pt x="9156" y="228600"/>
                  </a:moveTo>
                  <a:lnTo>
                    <a:pt x="0" y="228600"/>
                  </a:lnTo>
                  <a:lnTo>
                    <a:pt x="0" y="237744"/>
                  </a:lnTo>
                  <a:lnTo>
                    <a:pt x="9156" y="237744"/>
                  </a:lnTo>
                  <a:lnTo>
                    <a:pt x="9156" y="228600"/>
                  </a:lnTo>
                  <a:close/>
                </a:path>
                <a:path w="9525" h="1343025">
                  <a:moveTo>
                    <a:pt x="9156" y="208788"/>
                  </a:moveTo>
                  <a:lnTo>
                    <a:pt x="0" y="208788"/>
                  </a:lnTo>
                  <a:lnTo>
                    <a:pt x="0" y="217932"/>
                  </a:lnTo>
                  <a:lnTo>
                    <a:pt x="9156" y="217932"/>
                  </a:lnTo>
                  <a:lnTo>
                    <a:pt x="9156" y="208788"/>
                  </a:lnTo>
                  <a:close/>
                </a:path>
                <a:path w="9525" h="1343025">
                  <a:moveTo>
                    <a:pt x="9156" y="190500"/>
                  </a:moveTo>
                  <a:lnTo>
                    <a:pt x="0" y="190500"/>
                  </a:lnTo>
                  <a:lnTo>
                    <a:pt x="0" y="199656"/>
                  </a:lnTo>
                  <a:lnTo>
                    <a:pt x="9156" y="199656"/>
                  </a:lnTo>
                  <a:lnTo>
                    <a:pt x="9156" y="190500"/>
                  </a:lnTo>
                  <a:close/>
                </a:path>
                <a:path w="9525" h="1343025">
                  <a:moveTo>
                    <a:pt x="9156" y="170688"/>
                  </a:moveTo>
                  <a:lnTo>
                    <a:pt x="0" y="170688"/>
                  </a:lnTo>
                  <a:lnTo>
                    <a:pt x="0" y="179832"/>
                  </a:lnTo>
                  <a:lnTo>
                    <a:pt x="9156" y="179832"/>
                  </a:lnTo>
                  <a:lnTo>
                    <a:pt x="9156" y="170688"/>
                  </a:lnTo>
                  <a:close/>
                </a:path>
                <a:path w="9525" h="1343025">
                  <a:moveTo>
                    <a:pt x="9156" y="152400"/>
                  </a:moveTo>
                  <a:lnTo>
                    <a:pt x="0" y="152400"/>
                  </a:lnTo>
                  <a:lnTo>
                    <a:pt x="0" y="161544"/>
                  </a:lnTo>
                  <a:lnTo>
                    <a:pt x="9156" y="161544"/>
                  </a:lnTo>
                  <a:lnTo>
                    <a:pt x="9156" y="152400"/>
                  </a:lnTo>
                  <a:close/>
                </a:path>
                <a:path w="9525" h="1343025">
                  <a:moveTo>
                    <a:pt x="9156" y="132588"/>
                  </a:moveTo>
                  <a:lnTo>
                    <a:pt x="0" y="132588"/>
                  </a:lnTo>
                  <a:lnTo>
                    <a:pt x="0" y="141732"/>
                  </a:lnTo>
                  <a:lnTo>
                    <a:pt x="9156" y="141732"/>
                  </a:lnTo>
                  <a:lnTo>
                    <a:pt x="9156" y="132588"/>
                  </a:lnTo>
                  <a:close/>
                </a:path>
                <a:path w="9525" h="1343025">
                  <a:moveTo>
                    <a:pt x="9156" y="114300"/>
                  </a:moveTo>
                  <a:lnTo>
                    <a:pt x="0" y="114300"/>
                  </a:lnTo>
                  <a:lnTo>
                    <a:pt x="0" y="123444"/>
                  </a:lnTo>
                  <a:lnTo>
                    <a:pt x="9156" y="123444"/>
                  </a:lnTo>
                  <a:lnTo>
                    <a:pt x="9156" y="114300"/>
                  </a:lnTo>
                  <a:close/>
                </a:path>
                <a:path w="9525" h="1343025">
                  <a:moveTo>
                    <a:pt x="9156" y="94488"/>
                  </a:moveTo>
                  <a:lnTo>
                    <a:pt x="0" y="94488"/>
                  </a:lnTo>
                  <a:lnTo>
                    <a:pt x="0" y="103632"/>
                  </a:lnTo>
                  <a:lnTo>
                    <a:pt x="9156" y="103632"/>
                  </a:lnTo>
                  <a:lnTo>
                    <a:pt x="9156" y="94488"/>
                  </a:lnTo>
                  <a:close/>
                </a:path>
                <a:path w="9525" h="1343025">
                  <a:moveTo>
                    <a:pt x="9156" y="76200"/>
                  </a:moveTo>
                  <a:lnTo>
                    <a:pt x="0" y="76200"/>
                  </a:lnTo>
                  <a:lnTo>
                    <a:pt x="0" y="85356"/>
                  </a:lnTo>
                  <a:lnTo>
                    <a:pt x="9156" y="85356"/>
                  </a:lnTo>
                  <a:lnTo>
                    <a:pt x="9156" y="76200"/>
                  </a:lnTo>
                  <a:close/>
                </a:path>
                <a:path w="9525" h="1343025">
                  <a:moveTo>
                    <a:pt x="9156" y="56388"/>
                  </a:moveTo>
                  <a:lnTo>
                    <a:pt x="0" y="56388"/>
                  </a:lnTo>
                  <a:lnTo>
                    <a:pt x="0" y="65532"/>
                  </a:lnTo>
                  <a:lnTo>
                    <a:pt x="9156" y="65532"/>
                  </a:lnTo>
                  <a:lnTo>
                    <a:pt x="9156" y="56388"/>
                  </a:lnTo>
                  <a:close/>
                </a:path>
                <a:path w="9525" h="1343025">
                  <a:moveTo>
                    <a:pt x="9156" y="38100"/>
                  </a:moveTo>
                  <a:lnTo>
                    <a:pt x="0" y="38100"/>
                  </a:lnTo>
                  <a:lnTo>
                    <a:pt x="0" y="47244"/>
                  </a:lnTo>
                  <a:lnTo>
                    <a:pt x="9156" y="47244"/>
                  </a:lnTo>
                  <a:lnTo>
                    <a:pt x="9156" y="38100"/>
                  </a:lnTo>
                  <a:close/>
                </a:path>
                <a:path w="9525" h="1343025">
                  <a:moveTo>
                    <a:pt x="9156" y="18288"/>
                  </a:moveTo>
                  <a:lnTo>
                    <a:pt x="0" y="18288"/>
                  </a:lnTo>
                  <a:lnTo>
                    <a:pt x="0" y="27432"/>
                  </a:lnTo>
                  <a:lnTo>
                    <a:pt x="9156" y="27432"/>
                  </a:lnTo>
                  <a:lnTo>
                    <a:pt x="9156" y="18288"/>
                  </a:lnTo>
                  <a:close/>
                </a:path>
                <a:path w="9525" h="1343025">
                  <a:moveTo>
                    <a:pt x="9156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9156" y="9144"/>
                  </a:lnTo>
                  <a:lnTo>
                    <a:pt x="915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913619" y="3663695"/>
              <a:ext cx="867410" cy="695325"/>
            </a:xfrm>
            <a:custGeom>
              <a:avLst/>
              <a:gdLst/>
              <a:ahLst/>
              <a:cxnLst/>
              <a:rect l="l" t="t" r="r" b="b"/>
              <a:pathLst>
                <a:path w="867410" h="695325">
                  <a:moveTo>
                    <a:pt x="9156" y="685800"/>
                  </a:moveTo>
                  <a:lnTo>
                    <a:pt x="0" y="685800"/>
                  </a:lnTo>
                  <a:lnTo>
                    <a:pt x="0" y="694944"/>
                  </a:lnTo>
                  <a:lnTo>
                    <a:pt x="9156" y="694944"/>
                  </a:lnTo>
                  <a:lnTo>
                    <a:pt x="9156" y="685800"/>
                  </a:lnTo>
                  <a:close/>
                </a:path>
                <a:path w="867410" h="695325">
                  <a:moveTo>
                    <a:pt x="9156" y="665988"/>
                  </a:moveTo>
                  <a:lnTo>
                    <a:pt x="0" y="665988"/>
                  </a:lnTo>
                  <a:lnTo>
                    <a:pt x="0" y="675132"/>
                  </a:lnTo>
                  <a:lnTo>
                    <a:pt x="9156" y="675132"/>
                  </a:lnTo>
                  <a:lnTo>
                    <a:pt x="9156" y="665988"/>
                  </a:lnTo>
                  <a:close/>
                </a:path>
                <a:path w="867410" h="695325">
                  <a:moveTo>
                    <a:pt x="9156" y="647700"/>
                  </a:moveTo>
                  <a:lnTo>
                    <a:pt x="0" y="647700"/>
                  </a:lnTo>
                  <a:lnTo>
                    <a:pt x="0" y="656856"/>
                  </a:lnTo>
                  <a:lnTo>
                    <a:pt x="9156" y="656856"/>
                  </a:lnTo>
                  <a:lnTo>
                    <a:pt x="9156" y="647700"/>
                  </a:lnTo>
                  <a:close/>
                </a:path>
                <a:path w="867410" h="695325">
                  <a:moveTo>
                    <a:pt x="9156" y="627888"/>
                  </a:moveTo>
                  <a:lnTo>
                    <a:pt x="0" y="627888"/>
                  </a:lnTo>
                  <a:lnTo>
                    <a:pt x="0" y="637032"/>
                  </a:lnTo>
                  <a:lnTo>
                    <a:pt x="9156" y="637032"/>
                  </a:lnTo>
                  <a:lnTo>
                    <a:pt x="9156" y="627888"/>
                  </a:lnTo>
                  <a:close/>
                </a:path>
                <a:path w="867410" h="695325">
                  <a:moveTo>
                    <a:pt x="9156" y="609600"/>
                  </a:moveTo>
                  <a:lnTo>
                    <a:pt x="0" y="609600"/>
                  </a:lnTo>
                  <a:lnTo>
                    <a:pt x="0" y="618744"/>
                  </a:lnTo>
                  <a:lnTo>
                    <a:pt x="9156" y="618744"/>
                  </a:lnTo>
                  <a:lnTo>
                    <a:pt x="9156" y="609600"/>
                  </a:lnTo>
                  <a:close/>
                </a:path>
                <a:path w="867410" h="695325">
                  <a:moveTo>
                    <a:pt x="9156" y="589788"/>
                  </a:moveTo>
                  <a:lnTo>
                    <a:pt x="0" y="589788"/>
                  </a:lnTo>
                  <a:lnTo>
                    <a:pt x="0" y="598932"/>
                  </a:lnTo>
                  <a:lnTo>
                    <a:pt x="9156" y="598932"/>
                  </a:lnTo>
                  <a:lnTo>
                    <a:pt x="9156" y="589788"/>
                  </a:lnTo>
                  <a:close/>
                </a:path>
                <a:path w="867410" h="695325">
                  <a:moveTo>
                    <a:pt x="9156" y="571500"/>
                  </a:moveTo>
                  <a:lnTo>
                    <a:pt x="0" y="571500"/>
                  </a:lnTo>
                  <a:lnTo>
                    <a:pt x="0" y="580644"/>
                  </a:lnTo>
                  <a:lnTo>
                    <a:pt x="9156" y="580644"/>
                  </a:lnTo>
                  <a:lnTo>
                    <a:pt x="9156" y="571500"/>
                  </a:lnTo>
                  <a:close/>
                </a:path>
                <a:path w="867410" h="695325">
                  <a:moveTo>
                    <a:pt x="9156" y="551688"/>
                  </a:moveTo>
                  <a:lnTo>
                    <a:pt x="0" y="551688"/>
                  </a:lnTo>
                  <a:lnTo>
                    <a:pt x="0" y="560832"/>
                  </a:lnTo>
                  <a:lnTo>
                    <a:pt x="9156" y="560832"/>
                  </a:lnTo>
                  <a:lnTo>
                    <a:pt x="9156" y="551688"/>
                  </a:lnTo>
                  <a:close/>
                </a:path>
                <a:path w="867410" h="695325">
                  <a:moveTo>
                    <a:pt x="9156" y="533400"/>
                  </a:moveTo>
                  <a:lnTo>
                    <a:pt x="0" y="533400"/>
                  </a:lnTo>
                  <a:lnTo>
                    <a:pt x="0" y="542556"/>
                  </a:lnTo>
                  <a:lnTo>
                    <a:pt x="9156" y="542556"/>
                  </a:lnTo>
                  <a:lnTo>
                    <a:pt x="9156" y="533400"/>
                  </a:lnTo>
                  <a:close/>
                </a:path>
                <a:path w="867410" h="695325">
                  <a:moveTo>
                    <a:pt x="9156" y="513588"/>
                  </a:moveTo>
                  <a:lnTo>
                    <a:pt x="0" y="513588"/>
                  </a:lnTo>
                  <a:lnTo>
                    <a:pt x="0" y="522732"/>
                  </a:lnTo>
                  <a:lnTo>
                    <a:pt x="9156" y="522732"/>
                  </a:lnTo>
                  <a:lnTo>
                    <a:pt x="9156" y="513588"/>
                  </a:lnTo>
                  <a:close/>
                </a:path>
                <a:path w="867410" h="695325">
                  <a:moveTo>
                    <a:pt x="9156" y="495300"/>
                  </a:moveTo>
                  <a:lnTo>
                    <a:pt x="0" y="495300"/>
                  </a:lnTo>
                  <a:lnTo>
                    <a:pt x="0" y="504444"/>
                  </a:lnTo>
                  <a:lnTo>
                    <a:pt x="9156" y="504444"/>
                  </a:lnTo>
                  <a:lnTo>
                    <a:pt x="9156" y="495300"/>
                  </a:lnTo>
                  <a:close/>
                </a:path>
                <a:path w="867410" h="695325">
                  <a:moveTo>
                    <a:pt x="9156" y="475488"/>
                  </a:moveTo>
                  <a:lnTo>
                    <a:pt x="0" y="475488"/>
                  </a:lnTo>
                  <a:lnTo>
                    <a:pt x="0" y="484632"/>
                  </a:lnTo>
                  <a:lnTo>
                    <a:pt x="9156" y="484632"/>
                  </a:lnTo>
                  <a:lnTo>
                    <a:pt x="9156" y="475488"/>
                  </a:lnTo>
                  <a:close/>
                </a:path>
                <a:path w="867410" h="695325">
                  <a:moveTo>
                    <a:pt x="9156" y="457200"/>
                  </a:moveTo>
                  <a:lnTo>
                    <a:pt x="0" y="457200"/>
                  </a:lnTo>
                  <a:lnTo>
                    <a:pt x="0" y="466344"/>
                  </a:lnTo>
                  <a:lnTo>
                    <a:pt x="9156" y="466344"/>
                  </a:lnTo>
                  <a:lnTo>
                    <a:pt x="9156" y="457200"/>
                  </a:lnTo>
                  <a:close/>
                </a:path>
                <a:path w="867410" h="695325">
                  <a:moveTo>
                    <a:pt x="9156" y="437388"/>
                  </a:moveTo>
                  <a:lnTo>
                    <a:pt x="0" y="437388"/>
                  </a:lnTo>
                  <a:lnTo>
                    <a:pt x="0" y="446532"/>
                  </a:lnTo>
                  <a:lnTo>
                    <a:pt x="9156" y="446532"/>
                  </a:lnTo>
                  <a:lnTo>
                    <a:pt x="9156" y="437388"/>
                  </a:lnTo>
                  <a:close/>
                </a:path>
                <a:path w="867410" h="695325">
                  <a:moveTo>
                    <a:pt x="9156" y="419100"/>
                  </a:moveTo>
                  <a:lnTo>
                    <a:pt x="0" y="419100"/>
                  </a:lnTo>
                  <a:lnTo>
                    <a:pt x="0" y="428256"/>
                  </a:lnTo>
                  <a:lnTo>
                    <a:pt x="9156" y="428256"/>
                  </a:lnTo>
                  <a:lnTo>
                    <a:pt x="9156" y="419100"/>
                  </a:lnTo>
                  <a:close/>
                </a:path>
                <a:path w="867410" h="695325">
                  <a:moveTo>
                    <a:pt x="9156" y="399288"/>
                  </a:moveTo>
                  <a:lnTo>
                    <a:pt x="0" y="399288"/>
                  </a:lnTo>
                  <a:lnTo>
                    <a:pt x="0" y="408432"/>
                  </a:lnTo>
                  <a:lnTo>
                    <a:pt x="9156" y="408432"/>
                  </a:lnTo>
                  <a:lnTo>
                    <a:pt x="9156" y="399288"/>
                  </a:lnTo>
                  <a:close/>
                </a:path>
                <a:path w="867410" h="695325">
                  <a:moveTo>
                    <a:pt x="9156" y="381000"/>
                  </a:moveTo>
                  <a:lnTo>
                    <a:pt x="0" y="381000"/>
                  </a:lnTo>
                  <a:lnTo>
                    <a:pt x="0" y="390144"/>
                  </a:lnTo>
                  <a:lnTo>
                    <a:pt x="9156" y="390144"/>
                  </a:lnTo>
                  <a:lnTo>
                    <a:pt x="9156" y="381000"/>
                  </a:lnTo>
                  <a:close/>
                </a:path>
                <a:path w="867410" h="695325">
                  <a:moveTo>
                    <a:pt x="9156" y="361188"/>
                  </a:moveTo>
                  <a:lnTo>
                    <a:pt x="0" y="361188"/>
                  </a:lnTo>
                  <a:lnTo>
                    <a:pt x="0" y="370332"/>
                  </a:lnTo>
                  <a:lnTo>
                    <a:pt x="9156" y="370332"/>
                  </a:lnTo>
                  <a:lnTo>
                    <a:pt x="9156" y="361188"/>
                  </a:lnTo>
                  <a:close/>
                </a:path>
                <a:path w="867410" h="695325">
                  <a:moveTo>
                    <a:pt x="9156" y="342900"/>
                  </a:moveTo>
                  <a:lnTo>
                    <a:pt x="0" y="342900"/>
                  </a:lnTo>
                  <a:lnTo>
                    <a:pt x="0" y="352044"/>
                  </a:lnTo>
                  <a:lnTo>
                    <a:pt x="9156" y="352044"/>
                  </a:lnTo>
                  <a:lnTo>
                    <a:pt x="9156" y="342900"/>
                  </a:lnTo>
                  <a:close/>
                </a:path>
                <a:path w="867410" h="695325">
                  <a:moveTo>
                    <a:pt x="9156" y="323088"/>
                  </a:moveTo>
                  <a:lnTo>
                    <a:pt x="0" y="323088"/>
                  </a:lnTo>
                  <a:lnTo>
                    <a:pt x="0" y="332232"/>
                  </a:lnTo>
                  <a:lnTo>
                    <a:pt x="9156" y="332232"/>
                  </a:lnTo>
                  <a:lnTo>
                    <a:pt x="9156" y="323088"/>
                  </a:lnTo>
                  <a:close/>
                </a:path>
                <a:path w="867410" h="695325">
                  <a:moveTo>
                    <a:pt x="9156" y="304800"/>
                  </a:moveTo>
                  <a:lnTo>
                    <a:pt x="0" y="304800"/>
                  </a:lnTo>
                  <a:lnTo>
                    <a:pt x="0" y="313956"/>
                  </a:lnTo>
                  <a:lnTo>
                    <a:pt x="9156" y="313956"/>
                  </a:lnTo>
                  <a:lnTo>
                    <a:pt x="9156" y="304800"/>
                  </a:lnTo>
                  <a:close/>
                </a:path>
                <a:path w="867410" h="695325">
                  <a:moveTo>
                    <a:pt x="9156" y="284988"/>
                  </a:moveTo>
                  <a:lnTo>
                    <a:pt x="0" y="284988"/>
                  </a:lnTo>
                  <a:lnTo>
                    <a:pt x="0" y="294132"/>
                  </a:lnTo>
                  <a:lnTo>
                    <a:pt x="9156" y="294132"/>
                  </a:lnTo>
                  <a:lnTo>
                    <a:pt x="9156" y="284988"/>
                  </a:lnTo>
                  <a:close/>
                </a:path>
                <a:path w="867410" h="695325">
                  <a:moveTo>
                    <a:pt x="9156" y="266700"/>
                  </a:moveTo>
                  <a:lnTo>
                    <a:pt x="0" y="266700"/>
                  </a:lnTo>
                  <a:lnTo>
                    <a:pt x="0" y="275844"/>
                  </a:lnTo>
                  <a:lnTo>
                    <a:pt x="9156" y="275844"/>
                  </a:lnTo>
                  <a:lnTo>
                    <a:pt x="9156" y="266700"/>
                  </a:lnTo>
                  <a:close/>
                </a:path>
                <a:path w="867410" h="695325">
                  <a:moveTo>
                    <a:pt x="9156" y="246888"/>
                  </a:moveTo>
                  <a:lnTo>
                    <a:pt x="0" y="246888"/>
                  </a:lnTo>
                  <a:lnTo>
                    <a:pt x="0" y="256032"/>
                  </a:lnTo>
                  <a:lnTo>
                    <a:pt x="9156" y="256032"/>
                  </a:lnTo>
                  <a:lnTo>
                    <a:pt x="9156" y="246888"/>
                  </a:lnTo>
                  <a:close/>
                </a:path>
                <a:path w="867410" h="695325">
                  <a:moveTo>
                    <a:pt x="9156" y="228600"/>
                  </a:moveTo>
                  <a:lnTo>
                    <a:pt x="0" y="228600"/>
                  </a:lnTo>
                  <a:lnTo>
                    <a:pt x="0" y="237744"/>
                  </a:lnTo>
                  <a:lnTo>
                    <a:pt x="9156" y="237744"/>
                  </a:lnTo>
                  <a:lnTo>
                    <a:pt x="9156" y="228600"/>
                  </a:lnTo>
                  <a:close/>
                </a:path>
                <a:path w="867410" h="695325">
                  <a:moveTo>
                    <a:pt x="9156" y="208788"/>
                  </a:moveTo>
                  <a:lnTo>
                    <a:pt x="0" y="208788"/>
                  </a:lnTo>
                  <a:lnTo>
                    <a:pt x="0" y="217932"/>
                  </a:lnTo>
                  <a:lnTo>
                    <a:pt x="9156" y="217932"/>
                  </a:lnTo>
                  <a:lnTo>
                    <a:pt x="9156" y="208788"/>
                  </a:lnTo>
                  <a:close/>
                </a:path>
                <a:path w="867410" h="695325">
                  <a:moveTo>
                    <a:pt x="9156" y="190500"/>
                  </a:moveTo>
                  <a:lnTo>
                    <a:pt x="0" y="190500"/>
                  </a:lnTo>
                  <a:lnTo>
                    <a:pt x="0" y="199656"/>
                  </a:lnTo>
                  <a:lnTo>
                    <a:pt x="9156" y="199656"/>
                  </a:lnTo>
                  <a:lnTo>
                    <a:pt x="9156" y="190500"/>
                  </a:lnTo>
                  <a:close/>
                </a:path>
                <a:path w="867410" h="695325">
                  <a:moveTo>
                    <a:pt x="9156" y="170688"/>
                  </a:moveTo>
                  <a:lnTo>
                    <a:pt x="0" y="170688"/>
                  </a:lnTo>
                  <a:lnTo>
                    <a:pt x="0" y="179832"/>
                  </a:lnTo>
                  <a:lnTo>
                    <a:pt x="9156" y="179832"/>
                  </a:lnTo>
                  <a:lnTo>
                    <a:pt x="9156" y="170688"/>
                  </a:lnTo>
                  <a:close/>
                </a:path>
                <a:path w="867410" h="695325">
                  <a:moveTo>
                    <a:pt x="9156" y="152400"/>
                  </a:moveTo>
                  <a:lnTo>
                    <a:pt x="0" y="152400"/>
                  </a:lnTo>
                  <a:lnTo>
                    <a:pt x="0" y="161544"/>
                  </a:lnTo>
                  <a:lnTo>
                    <a:pt x="9156" y="161544"/>
                  </a:lnTo>
                  <a:lnTo>
                    <a:pt x="9156" y="152400"/>
                  </a:lnTo>
                  <a:close/>
                </a:path>
                <a:path w="867410" h="695325">
                  <a:moveTo>
                    <a:pt x="9156" y="132588"/>
                  </a:moveTo>
                  <a:lnTo>
                    <a:pt x="0" y="132588"/>
                  </a:lnTo>
                  <a:lnTo>
                    <a:pt x="0" y="141732"/>
                  </a:lnTo>
                  <a:lnTo>
                    <a:pt x="9156" y="141732"/>
                  </a:lnTo>
                  <a:lnTo>
                    <a:pt x="9156" y="132588"/>
                  </a:lnTo>
                  <a:close/>
                </a:path>
                <a:path w="867410" h="695325">
                  <a:moveTo>
                    <a:pt x="9156" y="114300"/>
                  </a:moveTo>
                  <a:lnTo>
                    <a:pt x="0" y="114300"/>
                  </a:lnTo>
                  <a:lnTo>
                    <a:pt x="0" y="123444"/>
                  </a:lnTo>
                  <a:lnTo>
                    <a:pt x="9156" y="123444"/>
                  </a:lnTo>
                  <a:lnTo>
                    <a:pt x="9156" y="114300"/>
                  </a:lnTo>
                  <a:close/>
                </a:path>
                <a:path w="867410" h="695325">
                  <a:moveTo>
                    <a:pt x="9156" y="94488"/>
                  </a:moveTo>
                  <a:lnTo>
                    <a:pt x="0" y="94488"/>
                  </a:lnTo>
                  <a:lnTo>
                    <a:pt x="0" y="103632"/>
                  </a:lnTo>
                  <a:lnTo>
                    <a:pt x="9156" y="103632"/>
                  </a:lnTo>
                  <a:lnTo>
                    <a:pt x="9156" y="94488"/>
                  </a:lnTo>
                  <a:close/>
                </a:path>
                <a:path w="867410" h="695325">
                  <a:moveTo>
                    <a:pt x="9156" y="76200"/>
                  </a:moveTo>
                  <a:lnTo>
                    <a:pt x="0" y="76200"/>
                  </a:lnTo>
                  <a:lnTo>
                    <a:pt x="0" y="85344"/>
                  </a:lnTo>
                  <a:lnTo>
                    <a:pt x="9156" y="85344"/>
                  </a:lnTo>
                  <a:lnTo>
                    <a:pt x="9156" y="76200"/>
                  </a:lnTo>
                  <a:close/>
                </a:path>
                <a:path w="867410" h="695325">
                  <a:moveTo>
                    <a:pt x="9156" y="56388"/>
                  </a:moveTo>
                  <a:lnTo>
                    <a:pt x="0" y="56388"/>
                  </a:lnTo>
                  <a:lnTo>
                    <a:pt x="0" y="65532"/>
                  </a:lnTo>
                  <a:lnTo>
                    <a:pt x="9156" y="65532"/>
                  </a:lnTo>
                  <a:lnTo>
                    <a:pt x="9156" y="56388"/>
                  </a:lnTo>
                  <a:close/>
                </a:path>
                <a:path w="867410" h="695325">
                  <a:moveTo>
                    <a:pt x="9156" y="38100"/>
                  </a:moveTo>
                  <a:lnTo>
                    <a:pt x="0" y="38100"/>
                  </a:lnTo>
                  <a:lnTo>
                    <a:pt x="0" y="47244"/>
                  </a:lnTo>
                  <a:lnTo>
                    <a:pt x="9156" y="47244"/>
                  </a:lnTo>
                  <a:lnTo>
                    <a:pt x="9156" y="38100"/>
                  </a:lnTo>
                  <a:close/>
                </a:path>
                <a:path w="867410" h="695325">
                  <a:moveTo>
                    <a:pt x="9156" y="18288"/>
                  </a:moveTo>
                  <a:lnTo>
                    <a:pt x="0" y="18288"/>
                  </a:lnTo>
                  <a:lnTo>
                    <a:pt x="0" y="27432"/>
                  </a:lnTo>
                  <a:lnTo>
                    <a:pt x="9156" y="27432"/>
                  </a:lnTo>
                  <a:lnTo>
                    <a:pt x="9156" y="18288"/>
                  </a:lnTo>
                  <a:close/>
                </a:path>
                <a:path w="867410" h="695325">
                  <a:moveTo>
                    <a:pt x="9156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4584" y="9144"/>
                  </a:lnTo>
                  <a:lnTo>
                    <a:pt x="9156" y="9144"/>
                  </a:lnTo>
                  <a:lnTo>
                    <a:pt x="9156" y="4572"/>
                  </a:lnTo>
                  <a:lnTo>
                    <a:pt x="9156" y="0"/>
                  </a:lnTo>
                  <a:close/>
                </a:path>
                <a:path w="867410" h="695325">
                  <a:moveTo>
                    <a:pt x="28968" y="0"/>
                  </a:moveTo>
                  <a:lnTo>
                    <a:pt x="19824" y="0"/>
                  </a:lnTo>
                  <a:lnTo>
                    <a:pt x="19824" y="9144"/>
                  </a:lnTo>
                  <a:lnTo>
                    <a:pt x="28968" y="9144"/>
                  </a:lnTo>
                  <a:lnTo>
                    <a:pt x="28968" y="0"/>
                  </a:lnTo>
                  <a:close/>
                </a:path>
                <a:path w="867410" h="695325">
                  <a:moveTo>
                    <a:pt x="47256" y="0"/>
                  </a:moveTo>
                  <a:lnTo>
                    <a:pt x="38100" y="0"/>
                  </a:lnTo>
                  <a:lnTo>
                    <a:pt x="38100" y="9156"/>
                  </a:lnTo>
                  <a:lnTo>
                    <a:pt x="47256" y="9156"/>
                  </a:lnTo>
                  <a:lnTo>
                    <a:pt x="47256" y="0"/>
                  </a:lnTo>
                  <a:close/>
                </a:path>
                <a:path w="867410" h="695325">
                  <a:moveTo>
                    <a:pt x="67068" y="0"/>
                  </a:moveTo>
                  <a:lnTo>
                    <a:pt x="57924" y="0"/>
                  </a:lnTo>
                  <a:lnTo>
                    <a:pt x="57924" y="9156"/>
                  </a:lnTo>
                  <a:lnTo>
                    <a:pt x="67068" y="9156"/>
                  </a:lnTo>
                  <a:lnTo>
                    <a:pt x="67068" y="0"/>
                  </a:lnTo>
                  <a:close/>
                </a:path>
                <a:path w="867410" h="695325">
                  <a:moveTo>
                    <a:pt x="85356" y="0"/>
                  </a:moveTo>
                  <a:lnTo>
                    <a:pt x="76212" y="0"/>
                  </a:lnTo>
                  <a:lnTo>
                    <a:pt x="76212" y="9156"/>
                  </a:lnTo>
                  <a:lnTo>
                    <a:pt x="85356" y="9156"/>
                  </a:lnTo>
                  <a:lnTo>
                    <a:pt x="85356" y="0"/>
                  </a:lnTo>
                  <a:close/>
                </a:path>
                <a:path w="867410" h="695325">
                  <a:moveTo>
                    <a:pt x="105168" y="0"/>
                  </a:moveTo>
                  <a:lnTo>
                    <a:pt x="96024" y="0"/>
                  </a:lnTo>
                  <a:lnTo>
                    <a:pt x="96024" y="9156"/>
                  </a:lnTo>
                  <a:lnTo>
                    <a:pt x="105168" y="9156"/>
                  </a:lnTo>
                  <a:lnTo>
                    <a:pt x="105168" y="0"/>
                  </a:lnTo>
                  <a:close/>
                </a:path>
                <a:path w="867410" h="695325">
                  <a:moveTo>
                    <a:pt x="123456" y="0"/>
                  </a:moveTo>
                  <a:lnTo>
                    <a:pt x="114312" y="0"/>
                  </a:lnTo>
                  <a:lnTo>
                    <a:pt x="114312" y="9156"/>
                  </a:lnTo>
                  <a:lnTo>
                    <a:pt x="123456" y="9156"/>
                  </a:lnTo>
                  <a:lnTo>
                    <a:pt x="123456" y="0"/>
                  </a:lnTo>
                  <a:close/>
                </a:path>
                <a:path w="867410" h="695325">
                  <a:moveTo>
                    <a:pt x="143268" y="0"/>
                  </a:moveTo>
                  <a:lnTo>
                    <a:pt x="134124" y="0"/>
                  </a:lnTo>
                  <a:lnTo>
                    <a:pt x="134124" y="9156"/>
                  </a:lnTo>
                  <a:lnTo>
                    <a:pt x="143268" y="9156"/>
                  </a:lnTo>
                  <a:lnTo>
                    <a:pt x="143268" y="0"/>
                  </a:lnTo>
                  <a:close/>
                </a:path>
                <a:path w="867410" h="695325">
                  <a:moveTo>
                    <a:pt x="161556" y="0"/>
                  </a:moveTo>
                  <a:lnTo>
                    <a:pt x="152400" y="0"/>
                  </a:lnTo>
                  <a:lnTo>
                    <a:pt x="152400" y="9156"/>
                  </a:lnTo>
                  <a:lnTo>
                    <a:pt x="161556" y="9156"/>
                  </a:lnTo>
                  <a:lnTo>
                    <a:pt x="161556" y="0"/>
                  </a:lnTo>
                  <a:close/>
                </a:path>
                <a:path w="867410" h="695325">
                  <a:moveTo>
                    <a:pt x="181368" y="0"/>
                  </a:moveTo>
                  <a:lnTo>
                    <a:pt x="172224" y="0"/>
                  </a:lnTo>
                  <a:lnTo>
                    <a:pt x="172224" y="9156"/>
                  </a:lnTo>
                  <a:lnTo>
                    <a:pt x="181368" y="9156"/>
                  </a:lnTo>
                  <a:lnTo>
                    <a:pt x="181368" y="0"/>
                  </a:lnTo>
                  <a:close/>
                </a:path>
                <a:path w="867410" h="695325">
                  <a:moveTo>
                    <a:pt x="199656" y="0"/>
                  </a:moveTo>
                  <a:lnTo>
                    <a:pt x="190512" y="0"/>
                  </a:lnTo>
                  <a:lnTo>
                    <a:pt x="190512" y="9156"/>
                  </a:lnTo>
                  <a:lnTo>
                    <a:pt x="199656" y="9156"/>
                  </a:lnTo>
                  <a:lnTo>
                    <a:pt x="199656" y="0"/>
                  </a:lnTo>
                  <a:close/>
                </a:path>
                <a:path w="867410" h="695325">
                  <a:moveTo>
                    <a:pt x="219468" y="0"/>
                  </a:moveTo>
                  <a:lnTo>
                    <a:pt x="210324" y="0"/>
                  </a:lnTo>
                  <a:lnTo>
                    <a:pt x="210324" y="9156"/>
                  </a:lnTo>
                  <a:lnTo>
                    <a:pt x="219468" y="9156"/>
                  </a:lnTo>
                  <a:lnTo>
                    <a:pt x="219468" y="0"/>
                  </a:lnTo>
                  <a:close/>
                </a:path>
                <a:path w="867410" h="695325">
                  <a:moveTo>
                    <a:pt x="237756" y="0"/>
                  </a:moveTo>
                  <a:lnTo>
                    <a:pt x="228612" y="0"/>
                  </a:lnTo>
                  <a:lnTo>
                    <a:pt x="228612" y="9156"/>
                  </a:lnTo>
                  <a:lnTo>
                    <a:pt x="237756" y="9156"/>
                  </a:lnTo>
                  <a:lnTo>
                    <a:pt x="237756" y="0"/>
                  </a:lnTo>
                  <a:close/>
                </a:path>
                <a:path w="867410" h="695325">
                  <a:moveTo>
                    <a:pt x="257568" y="0"/>
                  </a:moveTo>
                  <a:lnTo>
                    <a:pt x="248424" y="0"/>
                  </a:lnTo>
                  <a:lnTo>
                    <a:pt x="248424" y="9156"/>
                  </a:lnTo>
                  <a:lnTo>
                    <a:pt x="257568" y="9156"/>
                  </a:lnTo>
                  <a:lnTo>
                    <a:pt x="257568" y="0"/>
                  </a:lnTo>
                  <a:close/>
                </a:path>
                <a:path w="867410" h="695325">
                  <a:moveTo>
                    <a:pt x="275856" y="0"/>
                  </a:moveTo>
                  <a:lnTo>
                    <a:pt x="266700" y="0"/>
                  </a:lnTo>
                  <a:lnTo>
                    <a:pt x="266700" y="9156"/>
                  </a:lnTo>
                  <a:lnTo>
                    <a:pt x="275856" y="9156"/>
                  </a:lnTo>
                  <a:lnTo>
                    <a:pt x="275856" y="0"/>
                  </a:lnTo>
                  <a:close/>
                </a:path>
                <a:path w="867410" h="695325">
                  <a:moveTo>
                    <a:pt x="295668" y="0"/>
                  </a:moveTo>
                  <a:lnTo>
                    <a:pt x="286524" y="0"/>
                  </a:lnTo>
                  <a:lnTo>
                    <a:pt x="286524" y="9156"/>
                  </a:lnTo>
                  <a:lnTo>
                    <a:pt x="295668" y="9156"/>
                  </a:lnTo>
                  <a:lnTo>
                    <a:pt x="295668" y="0"/>
                  </a:lnTo>
                  <a:close/>
                </a:path>
                <a:path w="867410" h="695325">
                  <a:moveTo>
                    <a:pt x="313956" y="0"/>
                  </a:moveTo>
                  <a:lnTo>
                    <a:pt x="304812" y="0"/>
                  </a:lnTo>
                  <a:lnTo>
                    <a:pt x="304812" y="9156"/>
                  </a:lnTo>
                  <a:lnTo>
                    <a:pt x="313956" y="9156"/>
                  </a:lnTo>
                  <a:lnTo>
                    <a:pt x="313956" y="0"/>
                  </a:lnTo>
                  <a:close/>
                </a:path>
                <a:path w="867410" h="695325">
                  <a:moveTo>
                    <a:pt x="333768" y="0"/>
                  </a:moveTo>
                  <a:lnTo>
                    <a:pt x="324624" y="0"/>
                  </a:lnTo>
                  <a:lnTo>
                    <a:pt x="324624" y="9156"/>
                  </a:lnTo>
                  <a:lnTo>
                    <a:pt x="333768" y="9156"/>
                  </a:lnTo>
                  <a:lnTo>
                    <a:pt x="333768" y="0"/>
                  </a:lnTo>
                  <a:close/>
                </a:path>
                <a:path w="867410" h="695325">
                  <a:moveTo>
                    <a:pt x="352056" y="0"/>
                  </a:moveTo>
                  <a:lnTo>
                    <a:pt x="342912" y="0"/>
                  </a:lnTo>
                  <a:lnTo>
                    <a:pt x="342912" y="9156"/>
                  </a:lnTo>
                  <a:lnTo>
                    <a:pt x="352056" y="9156"/>
                  </a:lnTo>
                  <a:lnTo>
                    <a:pt x="352056" y="0"/>
                  </a:lnTo>
                  <a:close/>
                </a:path>
                <a:path w="867410" h="695325">
                  <a:moveTo>
                    <a:pt x="371868" y="0"/>
                  </a:moveTo>
                  <a:lnTo>
                    <a:pt x="362724" y="0"/>
                  </a:lnTo>
                  <a:lnTo>
                    <a:pt x="362724" y="9156"/>
                  </a:lnTo>
                  <a:lnTo>
                    <a:pt x="371868" y="9156"/>
                  </a:lnTo>
                  <a:lnTo>
                    <a:pt x="371868" y="0"/>
                  </a:lnTo>
                  <a:close/>
                </a:path>
                <a:path w="867410" h="695325">
                  <a:moveTo>
                    <a:pt x="390156" y="0"/>
                  </a:moveTo>
                  <a:lnTo>
                    <a:pt x="381000" y="0"/>
                  </a:lnTo>
                  <a:lnTo>
                    <a:pt x="381000" y="9156"/>
                  </a:lnTo>
                  <a:lnTo>
                    <a:pt x="390156" y="9156"/>
                  </a:lnTo>
                  <a:lnTo>
                    <a:pt x="390156" y="0"/>
                  </a:lnTo>
                  <a:close/>
                </a:path>
                <a:path w="867410" h="695325">
                  <a:moveTo>
                    <a:pt x="409968" y="0"/>
                  </a:moveTo>
                  <a:lnTo>
                    <a:pt x="400824" y="0"/>
                  </a:lnTo>
                  <a:lnTo>
                    <a:pt x="400824" y="9156"/>
                  </a:lnTo>
                  <a:lnTo>
                    <a:pt x="409968" y="9156"/>
                  </a:lnTo>
                  <a:lnTo>
                    <a:pt x="409968" y="0"/>
                  </a:lnTo>
                  <a:close/>
                </a:path>
                <a:path w="867410" h="695325">
                  <a:moveTo>
                    <a:pt x="428256" y="0"/>
                  </a:moveTo>
                  <a:lnTo>
                    <a:pt x="419112" y="0"/>
                  </a:lnTo>
                  <a:lnTo>
                    <a:pt x="419112" y="9156"/>
                  </a:lnTo>
                  <a:lnTo>
                    <a:pt x="428256" y="9156"/>
                  </a:lnTo>
                  <a:lnTo>
                    <a:pt x="428256" y="0"/>
                  </a:lnTo>
                  <a:close/>
                </a:path>
                <a:path w="867410" h="695325">
                  <a:moveTo>
                    <a:pt x="448068" y="0"/>
                  </a:moveTo>
                  <a:lnTo>
                    <a:pt x="438924" y="0"/>
                  </a:lnTo>
                  <a:lnTo>
                    <a:pt x="438924" y="9156"/>
                  </a:lnTo>
                  <a:lnTo>
                    <a:pt x="448068" y="9156"/>
                  </a:lnTo>
                  <a:lnTo>
                    <a:pt x="448068" y="0"/>
                  </a:lnTo>
                  <a:close/>
                </a:path>
                <a:path w="867410" h="695325">
                  <a:moveTo>
                    <a:pt x="466356" y="0"/>
                  </a:moveTo>
                  <a:lnTo>
                    <a:pt x="457212" y="0"/>
                  </a:lnTo>
                  <a:lnTo>
                    <a:pt x="457212" y="9156"/>
                  </a:lnTo>
                  <a:lnTo>
                    <a:pt x="466356" y="9156"/>
                  </a:lnTo>
                  <a:lnTo>
                    <a:pt x="466356" y="0"/>
                  </a:lnTo>
                  <a:close/>
                </a:path>
                <a:path w="867410" h="695325">
                  <a:moveTo>
                    <a:pt x="486168" y="0"/>
                  </a:moveTo>
                  <a:lnTo>
                    <a:pt x="477024" y="0"/>
                  </a:lnTo>
                  <a:lnTo>
                    <a:pt x="477024" y="9156"/>
                  </a:lnTo>
                  <a:lnTo>
                    <a:pt x="486168" y="9156"/>
                  </a:lnTo>
                  <a:lnTo>
                    <a:pt x="486168" y="0"/>
                  </a:lnTo>
                  <a:close/>
                </a:path>
                <a:path w="867410" h="695325">
                  <a:moveTo>
                    <a:pt x="504456" y="0"/>
                  </a:moveTo>
                  <a:lnTo>
                    <a:pt x="495300" y="0"/>
                  </a:lnTo>
                  <a:lnTo>
                    <a:pt x="495300" y="9156"/>
                  </a:lnTo>
                  <a:lnTo>
                    <a:pt x="504456" y="9156"/>
                  </a:lnTo>
                  <a:lnTo>
                    <a:pt x="504456" y="0"/>
                  </a:lnTo>
                  <a:close/>
                </a:path>
                <a:path w="867410" h="695325">
                  <a:moveTo>
                    <a:pt x="524268" y="0"/>
                  </a:moveTo>
                  <a:lnTo>
                    <a:pt x="515124" y="0"/>
                  </a:lnTo>
                  <a:lnTo>
                    <a:pt x="515124" y="9156"/>
                  </a:lnTo>
                  <a:lnTo>
                    <a:pt x="524268" y="9156"/>
                  </a:lnTo>
                  <a:lnTo>
                    <a:pt x="524268" y="0"/>
                  </a:lnTo>
                  <a:close/>
                </a:path>
                <a:path w="867410" h="695325">
                  <a:moveTo>
                    <a:pt x="542556" y="0"/>
                  </a:moveTo>
                  <a:lnTo>
                    <a:pt x="533412" y="0"/>
                  </a:lnTo>
                  <a:lnTo>
                    <a:pt x="533412" y="9156"/>
                  </a:lnTo>
                  <a:lnTo>
                    <a:pt x="542556" y="9156"/>
                  </a:lnTo>
                  <a:lnTo>
                    <a:pt x="542556" y="0"/>
                  </a:lnTo>
                  <a:close/>
                </a:path>
                <a:path w="867410" h="695325">
                  <a:moveTo>
                    <a:pt x="562368" y="0"/>
                  </a:moveTo>
                  <a:lnTo>
                    <a:pt x="553224" y="0"/>
                  </a:lnTo>
                  <a:lnTo>
                    <a:pt x="553224" y="9156"/>
                  </a:lnTo>
                  <a:lnTo>
                    <a:pt x="562368" y="9156"/>
                  </a:lnTo>
                  <a:lnTo>
                    <a:pt x="562368" y="0"/>
                  </a:lnTo>
                  <a:close/>
                </a:path>
                <a:path w="867410" h="695325">
                  <a:moveTo>
                    <a:pt x="580656" y="0"/>
                  </a:moveTo>
                  <a:lnTo>
                    <a:pt x="571512" y="0"/>
                  </a:lnTo>
                  <a:lnTo>
                    <a:pt x="571512" y="9156"/>
                  </a:lnTo>
                  <a:lnTo>
                    <a:pt x="580656" y="9156"/>
                  </a:lnTo>
                  <a:lnTo>
                    <a:pt x="580656" y="0"/>
                  </a:lnTo>
                  <a:close/>
                </a:path>
                <a:path w="867410" h="695325">
                  <a:moveTo>
                    <a:pt x="600468" y="0"/>
                  </a:moveTo>
                  <a:lnTo>
                    <a:pt x="591324" y="0"/>
                  </a:lnTo>
                  <a:lnTo>
                    <a:pt x="591324" y="9156"/>
                  </a:lnTo>
                  <a:lnTo>
                    <a:pt x="600468" y="9156"/>
                  </a:lnTo>
                  <a:lnTo>
                    <a:pt x="600468" y="0"/>
                  </a:lnTo>
                  <a:close/>
                </a:path>
                <a:path w="867410" h="695325">
                  <a:moveTo>
                    <a:pt x="618756" y="0"/>
                  </a:moveTo>
                  <a:lnTo>
                    <a:pt x="609600" y="0"/>
                  </a:lnTo>
                  <a:lnTo>
                    <a:pt x="609600" y="9156"/>
                  </a:lnTo>
                  <a:lnTo>
                    <a:pt x="618756" y="9156"/>
                  </a:lnTo>
                  <a:lnTo>
                    <a:pt x="618756" y="0"/>
                  </a:lnTo>
                  <a:close/>
                </a:path>
                <a:path w="867410" h="695325">
                  <a:moveTo>
                    <a:pt x="638568" y="0"/>
                  </a:moveTo>
                  <a:lnTo>
                    <a:pt x="629424" y="0"/>
                  </a:lnTo>
                  <a:lnTo>
                    <a:pt x="629424" y="9156"/>
                  </a:lnTo>
                  <a:lnTo>
                    <a:pt x="638568" y="9156"/>
                  </a:lnTo>
                  <a:lnTo>
                    <a:pt x="638568" y="0"/>
                  </a:lnTo>
                  <a:close/>
                </a:path>
                <a:path w="867410" h="695325">
                  <a:moveTo>
                    <a:pt x="656856" y="0"/>
                  </a:moveTo>
                  <a:lnTo>
                    <a:pt x="647712" y="0"/>
                  </a:lnTo>
                  <a:lnTo>
                    <a:pt x="647712" y="9156"/>
                  </a:lnTo>
                  <a:lnTo>
                    <a:pt x="656856" y="9156"/>
                  </a:lnTo>
                  <a:lnTo>
                    <a:pt x="656856" y="0"/>
                  </a:lnTo>
                  <a:close/>
                </a:path>
                <a:path w="867410" h="695325">
                  <a:moveTo>
                    <a:pt x="676668" y="0"/>
                  </a:moveTo>
                  <a:lnTo>
                    <a:pt x="667524" y="0"/>
                  </a:lnTo>
                  <a:lnTo>
                    <a:pt x="667524" y="9156"/>
                  </a:lnTo>
                  <a:lnTo>
                    <a:pt x="676668" y="9156"/>
                  </a:lnTo>
                  <a:lnTo>
                    <a:pt x="676668" y="0"/>
                  </a:lnTo>
                  <a:close/>
                </a:path>
                <a:path w="867410" h="695325">
                  <a:moveTo>
                    <a:pt x="694956" y="0"/>
                  </a:moveTo>
                  <a:lnTo>
                    <a:pt x="685812" y="0"/>
                  </a:lnTo>
                  <a:lnTo>
                    <a:pt x="685812" y="9156"/>
                  </a:lnTo>
                  <a:lnTo>
                    <a:pt x="694956" y="9156"/>
                  </a:lnTo>
                  <a:lnTo>
                    <a:pt x="694956" y="0"/>
                  </a:lnTo>
                  <a:close/>
                </a:path>
                <a:path w="867410" h="695325">
                  <a:moveTo>
                    <a:pt x="714768" y="0"/>
                  </a:moveTo>
                  <a:lnTo>
                    <a:pt x="705624" y="0"/>
                  </a:lnTo>
                  <a:lnTo>
                    <a:pt x="705624" y="9156"/>
                  </a:lnTo>
                  <a:lnTo>
                    <a:pt x="714768" y="9156"/>
                  </a:lnTo>
                  <a:lnTo>
                    <a:pt x="714768" y="0"/>
                  </a:lnTo>
                  <a:close/>
                </a:path>
                <a:path w="867410" h="695325">
                  <a:moveTo>
                    <a:pt x="733056" y="0"/>
                  </a:moveTo>
                  <a:lnTo>
                    <a:pt x="723900" y="0"/>
                  </a:lnTo>
                  <a:lnTo>
                    <a:pt x="723900" y="9156"/>
                  </a:lnTo>
                  <a:lnTo>
                    <a:pt x="733056" y="9156"/>
                  </a:lnTo>
                  <a:lnTo>
                    <a:pt x="733056" y="0"/>
                  </a:lnTo>
                  <a:close/>
                </a:path>
                <a:path w="867410" h="695325">
                  <a:moveTo>
                    <a:pt x="752868" y="0"/>
                  </a:moveTo>
                  <a:lnTo>
                    <a:pt x="743724" y="0"/>
                  </a:lnTo>
                  <a:lnTo>
                    <a:pt x="743724" y="9156"/>
                  </a:lnTo>
                  <a:lnTo>
                    <a:pt x="752868" y="9156"/>
                  </a:lnTo>
                  <a:lnTo>
                    <a:pt x="752868" y="0"/>
                  </a:lnTo>
                  <a:close/>
                </a:path>
                <a:path w="867410" h="695325">
                  <a:moveTo>
                    <a:pt x="771156" y="0"/>
                  </a:moveTo>
                  <a:lnTo>
                    <a:pt x="762012" y="0"/>
                  </a:lnTo>
                  <a:lnTo>
                    <a:pt x="762012" y="9156"/>
                  </a:lnTo>
                  <a:lnTo>
                    <a:pt x="771156" y="9156"/>
                  </a:lnTo>
                  <a:lnTo>
                    <a:pt x="771156" y="0"/>
                  </a:lnTo>
                  <a:close/>
                </a:path>
                <a:path w="867410" h="695325">
                  <a:moveTo>
                    <a:pt x="790968" y="0"/>
                  </a:moveTo>
                  <a:lnTo>
                    <a:pt x="781824" y="0"/>
                  </a:lnTo>
                  <a:lnTo>
                    <a:pt x="781824" y="9156"/>
                  </a:lnTo>
                  <a:lnTo>
                    <a:pt x="790968" y="9156"/>
                  </a:lnTo>
                  <a:lnTo>
                    <a:pt x="790968" y="0"/>
                  </a:lnTo>
                  <a:close/>
                </a:path>
                <a:path w="867410" h="695325">
                  <a:moveTo>
                    <a:pt x="809256" y="0"/>
                  </a:moveTo>
                  <a:lnTo>
                    <a:pt x="800112" y="0"/>
                  </a:lnTo>
                  <a:lnTo>
                    <a:pt x="800112" y="9156"/>
                  </a:lnTo>
                  <a:lnTo>
                    <a:pt x="809256" y="9156"/>
                  </a:lnTo>
                  <a:lnTo>
                    <a:pt x="809256" y="0"/>
                  </a:lnTo>
                  <a:close/>
                </a:path>
                <a:path w="867410" h="695325">
                  <a:moveTo>
                    <a:pt x="829068" y="0"/>
                  </a:moveTo>
                  <a:lnTo>
                    <a:pt x="819924" y="0"/>
                  </a:lnTo>
                  <a:lnTo>
                    <a:pt x="819924" y="9156"/>
                  </a:lnTo>
                  <a:lnTo>
                    <a:pt x="829068" y="9156"/>
                  </a:lnTo>
                  <a:lnTo>
                    <a:pt x="829068" y="0"/>
                  </a:lnTo>
                  <a:close/>
                </a:path>
                <a:path w="867410" h="695325">
                  <a:moveTo>
                    <a:pt x="847356" y="0"/>
                  </a:moveTo>
                  <a:lnTo>
                    <a:pt x="838200" y="0"/>
                  </a:lnTo>
                  <a:lnTo>
                    <a:pt x="838200" y="9156"/>
                  </a:lnTo>
                  <a:lnTo>
                    <a:pt x="847356" y="9156"/>
                  </a:lnTo>
                  <a:lnTo>
                    <a:pt x="847356" y="0"/>
                  </a:lnTo>
                  <a:close/>
                </a:path>
                <a:path w="867410" h="695325">
                  <a:moveTo>
                    <a:pt x="867168" y="0"/>
                  </a:moveTo>
                  <a:lnTo>
                    <a:pt x="858024" y="0"/>
                  </a:lnTo>
                  <a:lnTo>
                    <a:pt x="858024" y="9156"/>
                  </a:lnTo>
                  <a:lnTo>
                    <a:pt x="867168" y="9156"/>
                  </a:lnTo>
                  <a:lnTo>
                    <a:pt x="8671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771644" y="3663695"/>
              <a:ext cx="1251585" cy="196850"/>
            </a:xfrm>
            <a:custGeom>
              <a:avLst/>
              <a:gdLst/>
              <a:ahLst/>
              <a:cxnLst/>
              <a:rect l="l" t="t" r="r" b="b"/>
              <a:pathLst>
                <a:path w="1251585" h="196850">
                  <a:moveTo>
                    <a:pt x="9144" y="0"/>
                  </a:moveTo>
                  <a:lnTo>
                    <a:pt x="0" y="0"/>
                  </a:lnTo>
                  <a:lnTo>
                    <a:pt x="0" y="9156"/>
                  </a:lnTo>
                  <a:lnTo>
                    <a:pt x="9144" y="9156"/>
                  </a:lnTo>
                  <a:lnTo>
                    <a:pt x="9144" y="0"/>
                  </a:lnTo>
                  <a:close/>
                </a:path>
                <a:path w="1251585" h="196850">
                  <a:moveTo>
                    <a:pt x="27432" y="0"/>
                  </a:moveTo>
                  <a:lnTo>
                    <a:pt x="18288" y="0"/>
                  </a:lnTo>
                  <a:lnTo>
                    <a:pt x="18288" y="9156"/>
                  </a:lnTo>
                  <a:lnTo>
                    <a:pt x="27432" y="9156"/>
                  </a:lnTo>
                  <a:lnTo>
                    <a:pt x="27432" y="0"/>
                  </a:lnTo>
                  <a:close/>
                </a:path>
                <a:path w="1251585" h="196850">
                  <a:moveTo>
                    <a:pt x="47244" y="0"/>
                  </a:moveTo>
                  <a:lnTo>
                    <a:pt x="38100" y="0"/>
                  </a:lnTo>
                  <a:lnTo>
                    <a:pt x="38100" y="9156"/>
                  </a:lnTo>
                  <a:lnTo>
                    <a:pt x="47244" y="9156"/>
                  </a:lnTo>
                  <a:lnTo>
                    <a:pt x="47244" y="0"/>
                  </a:lnTo>
                  <a:close/>
                </a:path>
                <a:path w="1251585" h="196850">
                  <a:moveTo>
                    <a:pt x="65532" y="0"/>
                  </a:moveTo>
                  <a:lnTo>
                    <a:pt x="56388" y="0"/>
                  </a:lnTo>
                  <a:lnTo>
                    <a:pt x="56388" y="9156"/>
                  </a:lnTo>
                  <a:lnTo>
                    <a:pt x="65532" y="9156"/>
                  </a:lnTo>
                  <a:lnTo>
                    <a:pt x="65532" y="0"/>
                  </a:lnTo>
                  <a:close/>
                </a:path>
                <a:path w="1251585" h="196850">
                  <a:moveTo>
                    <a:pt x="85344" y="0"/>
                  </a:moveTo>
                  <a:lnTo>
                    <a:pt x="76200" y="0"/>
                  </a:lnTo>
                  <a:lnTo>
                    <a:pt x="76200" y="9156"/>
                  </a:lnTo>
                  <a:lnTo>
                    <a:pt x="85344" y="9156"/>
                  </a:lnTo>
                  <a:lnTo>
                    <a:pt x="85344" y="0"/>
                  </a:lnTo>
                  <a:close/>
                </a:path>
                <a:path w="1251585" h="196850">
                  <a:moveTo>
                    <a:pt x="103632" y="0"/>
                  </a:moveTo>
                  <a:lnTo>
                    <a:pt x="94488" y="0"/>
                  </a:lnTo>
                  <a:lnTo>
                    <a:pt x="94488" y="9156"/>
                  </a:lnTo>
                  <a:lnTo>
                    <a:pt x="103632" y="9156"/>
                  </a:lnTo>
                  <a:lnTo>
                    <a:pt x="103632" y="0"/>
                  </a:lnTo>
                  <a:close/>
                </a:path>
                <a:path w="1251585" h="196850">
                  <a:moveTo>
                    <a:pt x="123444" y="0"/>
                  </a:moveTo>
                  <a:lnTo>
                    <a:pt x="114300" y="0"/>
                  </a:lnTo>
                  <a:lnTo>
                    <a:pt x="114300" y="9156"/>
                  </a:lnTo>
                  <a:lnTo>
                    <a:pt x="123444" y="9156"/>
                  </a:lnTo>
                  <a:lnTo>
                    <a:pt x="123444" y="0"/>
                  </a:lnTo>
                  <a:close/>
                </a:path>
                <a:path w="1251585" h="196850">
                  <a:moveTo>
                    <a:pt x="141732" y="0"/>
                  </a:moveTo>
                  <a:lnTo>
                    <a:pt x="132588" y="0"/>
                  </a:lnTo>
                  <a:lnTo>
                    <a:pt x="132588" y="9156"/>
                  </a:lnTo>
                  <a:lnTo>
                    <a:pt x="141732" y="9156"/>
                  </a:lnTo>
                  <a:lnTo>
                    <a:pt x="141732" y="0"/>
                  </a:lnTo>
                  <a:close/>
                </a:path>
                <a:path w="1251585" h="196850">
                  <a:moveTo>
                    <a:pt x="161544" y="0"/>
                  </a:moveTo>
                  <a:lnTo>
                    <a:pt x="152400" y="0"/>
                  </a:lnTo>
                  <a:lnTo>
                    <a:pt x="152400" y="9156"/>
                  </a:lnTo>
                  <a:lnTo>
                    <a:pt x="161544" y="9156"/>
                  </a:lnTo>
                  <a:lnTo>
                    <a:pt x="161544" y="0"/>
                  </a:lnTo>
                  <a:close/>
                </a:path>
                <a:path w="1251585" h="196850">
                  <a:moveTo>
                    <a:pt x="179832" y="0"/>
                  </a:moveTo>
                  <a:lnTo>
                    <a:pt x="170688" y="0"/>
                  </a:lnTo>
                  <a:lnTo>
                    <a:pt x="170688" y="9156"/>
                  </a:lnTo>
                  <a:lnTo>
                    <a:pt x="179832" y="9156"/>
                  </a:lnTo>
                  <a:lnTo>
                    <a:pt x="179832" y="0"/>
                  </a:lnTo>
                  <a:close/>
                </a:path>
                <a:path w="1251585" h="196850">
                  <a:moveTo>
                    <a:pt x="199644" y="0"/>
                  </a:moveTo>
                  <a:lnTo>
                    <a:pt x="190500" y="0"/>
                  </a:lnTo>
                  <a:lnTo>
                    <a:pt x="190500" y="9156"/>
                  </a:lnTo>
                  <a:lnTo>
                    <a:pt x="199644" y="9156"/>
                  </a:lnTo>
                  <a:lnTo>
                    <a:pt x="199644" y="0"/>
                  </a:lnTo>
                  <a:close/>
                </a:path>
                <a:path w="1251585" h="196850">
                  <a:moveTo>
                    <a:pt x="217932" y="0"/>
                  </a:moveTo>
                  <a:lnTo>
                    <a:pt x="208775" y="0"/>
                  </a:lnTo>
                  <a:lnTo>
                    <a:pt x="208775" y="9156"/>
                  </a:lnTo>
                  <a:lnTo>
                    <a:pt x="217932" y="9156"/>
                  </a:lnTo>
                  <a:lnTo>
                    <a:pt x="217932" y="0"/>
                  </a:lnTo>
                  <a:close/>
                </a:path>
                <a:path w="1251585" h="196850">
                  <a:moveTo>
                    <a:pt x="237744" y="0"/>
                  </a:moveTo>
                  <a:lnTo>
                    <a:pt x="228600" y="0"/>
                  </a:lnTo>
                  <a:lnTo>
                    <a:pt x="228600" y="9156"/>
                  </a:lnTo>
                  <a:lnTo>
                    <a:pt x="237744" y="9156"/>
                  </a:lnTo>
                  <a:lnTo>
                    <a:pt x="237744" y="0"/>
                  </a:lnTo>
                  <a:close/>
                </a:path>
                <a:path w="1251585" h="196850">
                  <a:moveTo>
                    <a:pt x="256032" y="0"/>
                  </a:moveTo>
                  <a:lnTo>
                    <a:pt x="246888" y="0"/>
                  </a:lnTo>
                  <a:lnTo>
                    <a:pt x="246888" y="9156"/>
                  </a:lnTo>
                  <a:lnTo>
                    <a:pt x="256032" y="9156"/>
                  </a:lnTo>
                  <a:lnTo>
                    <a:pt x="256032" y="0"/>
                  </a:lnTo>
                  <a:close/>
                </a:path>
                <a:path w="1251585" h="196850">
                  <a:moveTo>
                    <a:pt x="275844" y="0"/>
                  </a:moveTo>
                  <a:lnTo>
                    <a:pt x="266700" y="0"/>
                  </a:lnTo>
                  <a:lnTo>
                    <a:pt x="266700" y="9156"/>
                  </a:lnTo>
                  <a:lnTo>
                    <a:pt x="275844" y="9156"/>
                  </a:lnTo>
                  <a:lnTo>
                    <a:pt x="275844" y="0"/>
                  </a:lnTo>
                  <a:close/>
                </a:path>
                <a:path w="1251585" h="196850">
                  <a:moveTo>
                    <a:pt x="294132" y="0"/>
                  </a:moveTo>
                  <a:lnTo>
                    <a:pt x="284988" y="0"/>
                  </a:lnTo>
                  <a:lnTo>
                    <a:pt x="284988" y="9156"/>
                  </a:lnTo>
                  <a:lnTo>
                    <a:pt x="294132" y="9156"/>
                  </a:lnTo>
                  <a:lnTo>
                    <a:pt x="294132" y="0"/>
                  </a:lnTo>
                  <a:close/>
                </a:path>
                <a:path w="1251585" h="196850">
                  <a:moveTo>
                    <a:pt x="313944" y="0"/>
                  </a:moveTo>
                  <a:lnTo>
                    <a:pt x="304800" y="0"/>
                  </a:lnTo>
                  <a:lnTo>
                    <a:pt x="304800" y="9156"/>
                  </a:lnTo>
                  <a:lnTo>
                    <a:pt x="313944" y="9156"/>
                  </a:lnTo>
                  <a:lnTo>
                    <a:pt x="313944" y="0"/>
                  </a:lnTo>
                  <a:close/>
                </a:path>
                <a:path w="1251585" h="196850">
                  <a:moveTo>
                    <a:pt x="332232" y="0"/>
                  </a:moveTo>
                  <a:lnTo>
                    <a:pt x="323075" y="0"/>
                  </a:lnTo>
                  <a:lnTo>
                    <a:pt x="323075" y="9156"/>
                  </a:lnTo>
                  <a:lnTo>
                    <a:pt x="332232" y="9156"/>
                  </a:lnTo>
                  <a:lnTo>
                    <a:pt x="332232" y="0"/>
                  </a:lnTo>
                  <a:close/>
                </a:path>
                <a:path w="1251585" h="196850">
                  <a:moveTo>
                    <a:pt x="352044" y="0"/>
                  </a:moveTo>
                  <a:lnTo>
                    <a:pt x="342900" y="0"/>
                  </a:lnTo>
                  <a:lnTo>
                    <a:pt x="342900" y="9156"/>
                  </a:lnTo>
                  <a:lnTo>
                    <a:pt x="352044" y="9156"/>
                  </a:lnTo>
                  <a:lnTo>
                    <a:pt x="352044" y="0"/>
                  </a:lnTo>
                  <a:close/>
                </a:path>
                <a:path w="1251585" h="196850">
                  <a:moveTo>
                    <a:pt x="370332" y="0"/>
                  </a:moveTo>
                  <a:lnTo>
                    <a:pt x="361188" y="0"/>
                  </a:lnTo>
                  <a:lnTo>
                    <a:pt x="361188" y="9156"/>
                  </a:lnTo>
                  <a:lnTo>
                    <a:pt x="370332" y="9156"/>
                  </a:lnTo>
                  <a:lnTo>
                    <a:pt x="370332" y="0"/>
                  </a:lnTo>
                  <a:close/>
                </a:path>
                <a:path w="1251585" h="196850">
                  <a:moveTo>
                    <a:pt x="390144" y="0"/>
                  </a:moveTo>
                  <a:lnTo>
                    <a:pt x="381000" y="0"/>
                  </a:lnTo>
                  <a:lnTo>
                    <a:pt x="381000" y="9156"/>
                  </a:lnTo>
                  <a:lnTo>
                    <a:pt x="390144" y="9156"/>
                  </a:lnTo>
                  <a:lnTo>
                    <a:pt x="390144" y="0"/>
                  </a:lnTo>
                  <a:close/>
                </a:path>
                <a:path w="1251585" h="196850">
                  <a:moveTo>
                    <a:pt x="408432" y="0"/>
                  </a:moveTo>
                  <a:lnTo>
                    <a:pt x="399288" y="0"/>
                  </a:lnTo>
                  <a:lnTo>
                    <a:pt x="399288" y="9156"/>
                  </a:lnTo>
                  <a:lnTo>
                    <a:pt x="408432" y="9156"/>
                  </a:lnTo>
                  <a:lnTo>
                    <a:pt x="408432" y="0"/>
                  </a:lnTo>
                  <a:close/>
                </a:path>
                <a:path w="1251585" h="196850">
                  <a:moveTo>
                    <a:pt x="428244" y="0"/>
                  </a:moveTo>
                  <a:lnTo>
                    <a:pt x="419100" y="0"/>
                  </a:lnTo>
                  <a:lnTo>
                    <a:pt x="419100" y="9156"/>
                  </a:lnTo>
                  <a:lnTo>
                    <a:pt x="428244" y="9156"/>
                  </a:lnTo>
                  <a:lnTo>
                    <a:pt x="428244" y="0"/>
                  </a:lnTo>
                  <a:close/>
                </a:path>
                <a:path w="1251585" h="196850">
                  <a:moveTo>
                    <a:pt x="446532" y="0"/>
                  </a:moveTo>
                  <a:lnTo>
                    <a:pt x="437375" y="0"/>
                  </a:lnTo>
                  <a:lnTo>
                    <a:pt x="437375" y="9156"/>
                  </a:lnTo>
                  <a:lnTo>
                    <a:pt x="446532" y="9156"/>
                  </a:lnTo>
                  <a:lnTo>
                    <a:pt x="446532" y="0"/>
                  </a:lnTo>
                  <a:close/>
                </a:path>
                <a:path w="1251585" h="196850">
                  <a:moveTo>
                    <a:pt x="466344" y="0"/>
                  </a:moveTo>
                  <a:lnTo>
                    <a:pt x="457200" y="0"/>
                  </a:lnTo>
                  <a:lnTo>
                    <a:pt x="457200" y="9156"/>
                  </a:lnTo>
                  <a:lnTo>
                    <a:pt x="466344" y="9156"/>
                  </a:lnTo>
                  <a:lnTo>
                    <a:pt x="466344" y="0"/>
                  </a:lnTo>
                  <a:close/>
                </a:path>
                <a:path w="1251585" h="196850">
                  <a:moveTo>
                    <a:pt x="484632" y="0"/>
                  </a:moveTo>
                  <a:lnTo>
                    <a:pt x="475488" y="0"/>
                  </a:lnTo>
                  <a:lnTo>
                    <a:pt x="475488" y="9156"/>
                  </a:lnTo>
                  <a:lnTo>
                    <a:pt x="484632" y="9156"/>
                  </a:lnTo>
                  <a:lnTo>
                    <a:pt x="484632" y="0"/>
                  </a:lnTo>
                  <a:close/>
                </a:path>
                <a:path w="1251585" h="196850">
                  <a:moveTo>
                    <a:pt x="504444" y="0"/>
                  </a:moveTo>
                  <a:lnTo>
                    <a:pt x="495300" y="0"/>
                  </a:lnTo>
                  <a:lnTo>
                    <a:pt x="495300" y="9156"/>
                  </a:lnTo>
                  <a:lnTo>
                    <a:pt x="504444" y="9156"/>
                  </a:lnTo>
                  <a:lnTo>
                    <a:pt x="504444" y="0"/>
                  </a:lnTo>
                  <a:close/>
                </a:path>
                <a:path w="1251585" h="196850">
                  <a:moveTo>
                    <a:pt x="522732" y="0"/>
                  </a:moveTo>
                  <a:lnTo>
                    <a:pt x="513588" y="0"/>
                  </a:lnTo>
                  <a:lnTo>
                    <a:pt x="513588" y="9156"/>
                  </a:lnTo>
                  <a:lnTo>
                    <a:pt x="522732" y="9156"/>
                  </a:lnTo>
                  <a:lnTo>
                    <a:pt x="522732" y="0"/>
                  </a:lnTo>
                  <a:close/>
                </a:path>
                <a:path w="1251585" h="196850">
                  <a:moveTo>
                    <a:pt x="542544" y="0"/>
                  </a:moveTo>
                  <a:lnTo>
                    <a:pt x="533400" y="0"/>
                  </a:lnTo>
                  <a:lnTo>
                    <a:pt x="533400" y="9156"/>
                  </a:lnTo>
                  <a:lnTo>
                    <a:pt x="542544" y="9156"/>
                  </a:lnTo>
                  <a:lnTo>
                    <a:pt x="542544" y="0"/>
                  </a:lnTo>
                  <a:close/>
                </a:path>
                <a:path w="1251585" h="196850">
                  <a:moveTo>
                    <a:pt x="560832" y="0"/>
                  </a:moveTo>
                  <a:lnTo>
                    <a:pt x="551675" y="0"/>
                  </a:lnTo>
                  <a:lnTo>
                    <a:pt x="551675" y="9156"/>
                  </a:lnTo>
                  <a:lnTo>
                    <a:pt x="560832" y="9156"/>
                  </a:lnTo>
                  <a:lnTo>
                    <a:pt x="560832" y="0"/>
                  </a:lnTo>
                  <a:close/>
                </a:path>
                <a:path w="1251585" h="196850">
                  <a:moveTo>
                    <a:pt x="580644" y="0"/>
                  </a:moveTo>
                  <a:lnTo>
                    <a:pt x="571500" y="0"/>
                  </a:lnTo>
                  <a:lnTo>
                    <a:pt x="571500" y="9156"/>
                  </a:lnTo>
                  <a:lnTo>
                    <a:pt x="580644" y="9156"/>
                  </a:lnTo>
                  <a:lnTo>
                    <a:pt x="580644" y="0"/>
                  </a:lnTo>
                  <a:close/>
                </a:path>
                <a:path w="1251585" h="196850">
                  <a:moveTo>
                    <a:pt x="598932" y="0"/>
                  </a:moveTo>
                  <a:lnTo>
                    <a:pt x="589788" y="0"/>
                  </a:lnTo>
                  <a:lnTo>
                    <a:pt x="589788" y="9156"/>
                  </a:lnTo>
                  <a:lnTo>
                    <a:pt x="598932" y="9156"/>
                  </a:lnTo>
                  <a:lnTo>
                    <a:pt x="598932" y="0"/>
                  </a:lnTo>
                  <a:close/>
                </a:path>
                <a:path w="1251585" h="196850">
                  <a:moveTo>
                    <a:pt x="618744" y="0"/>
                  </a:moveTo>
                  <a:lnTo>
                    <a:pt x="609600" y="0"/>
                  </a:lnTo>
                  <a:lnTo>
                    <a:pt x="609600" y="9156"/>
                  </a:lnTo>
                  <a:lnTo>
                    <a:pt x="618744" y="9156"/>
                  </a:lnTo>
                  <a:lnTo>
                    <a:pt x="618744" y="0"/>
                  </a:lnTo>
                  <a:close/>
                </a:path>
                <a:path w="1251585" h="196850">
                  <a:moveTo>
                    <a:pt x="637032" y="0"/>
                  </a:moveTo>
                  <a:lnTo>
                    <a:pt x="627888" y="0"/>
                  </a:lnTo>
                  <a:lnTo>
                    <a:pt x="627888" y="9156"/>
                  </a:lnTo>
                  <a:lnTo>
                    <a:pt x="637032" y="9156"/>
                  </a:lnTo>
                  <a:lnTo>
                    <a:pt x="637032" y="0"/>
                  </a:lnTo>
                  <a:close/>
                </a:path>
                <a:path w="1251585" h="196850">
                  <a:moveTo>
                    <a:pt x="656844" y="0"/>
                  </a:moveTo>
                  <a:lnTo>
                    <a:pt x="647700" y="0"/>
                  </a:lnTo>
                  <a:lnTo>
                    <a:pt x="647700" y="9156"/>
                  </a:lnTo>
                  <a:lnTo>
                    <a:pt x="656844" y="9156"/>
                  </a:lnTo>
                  <a:lnTo>
                    <a:pt x="656844" y="0"/>
                  </a:lnTo>
                  <a:close/>
                </a:path>
                <a:path w="1251585" h="196850">
                  <a:moveTo>
                    <a:pt x="675132" y="0"/>
                  </a:moveTo>
                  <a:lnTo>
                    <a:pt x="665975" y="0"/>
                  </a:lnTo>
                  <a:lnTo>
                    <a:pt x="665975" y="9156"/>
                  </a:lnTo>
                  <a:lnTo>
                    <a:pt x="675132" y="9156"/>
                  </a:lnTo>
                  <a:lnTo>
                    <a:pt x="675132" y="0"/>
                  </a:lnTo>
                  <a:close/>
                </a:path>
                <a:path w="1251585" h="196850">
                  <a:moveTo>
                    <a:pt x="694944" y="0"/>
                  </a:moveTo>
                  <a:lnTo>
                    <a:pt x="685800" y="0"/>
                  </a:lnTo>
                  <a:lnTo>
                    <a:pt x="685800" y="9156"/>
                  </a:lnTo>
                  <a:lnTo>
                    <a:pt x="694944" y="9156"/>
                  </a:lnTo>
                  <a:lnTo>
                    <a:pt x="694944" y="0"/>
                  </a:lnTo>
                  <a:close/>
                </a:path>
                <a:path w="1251585" h="196850">
                  <a:moveTo>
                    <a:pt x="713232" y="0"/>
                  </a:moveTo>
                  <a:lnTo>
                    <a:pt x="704088" y="0"/>
                  </a:lnTo>
                  <a:lnTo>
                    <a:pt x="704088" y="9156"/>
                  </a:lnTo>
                  <a:lnTo>
                    <a:pt x="713232" y="9156"/>
                  </a:lnTo>
                  <a:lnTo>
                    <a:pt x="713232" y="0"/>
                  </a:lnTo>
                  <a:close/>
                </a:path>
                <a:path w="1251585" h="196850">
                  <a:moveTo>
                    <a:pt x="733044" y="0"/>
                  </a:moveTo>
                  <a:lnTo>
                    <a:pt x="723900" y="0"/>
                  </a:lnTo>
                  <a:lnTo>
                    <a:pt x="723900" y="9156"/>
                  </a:lnTo>
                  <a:lnTo>
                    <a:pt x="733044" y="9156"/>
                  </a:lnTo>
                  <a:lnTo>
                    <a:pt x="733044" y="0"/>
                  </a:lnTo>
                  <a:close/>
                </a:path>
                <a:path w="1251585" h="196850">
                  <a:moveTo>
                    <a:pt x="751332" y="0"/>
                  </a:moveTo>
                  <a:lnTo>
                    <a:pt x="742188" y="0"/>
                  </a:lnTo>
                  <a:lnTo>
                    <a:pt x="742188" y="9156"/>
                  </a:lnTo>
                  <a:lnTo>
                    <a:pt x="751332" y="9156"/>
                  </a:lnTo>
                  <a:lnTo>
                    <a:pt x="751332" y="0"/>
                  </a:lnTo>
                  <a:close/>
                </a:path>
                <a:path w="1251585" h="196850">
                  <a:moveTo>
                    <a:pt x="771144" y="0"/>
                  </a:moveTo>
                  <a:lnTo>
                    <a:pt x="762000" y="0"/>
                  </a:lnTo>
                  <a:lnTo>
                    <a:pt x="762000" y="9156"/>
                  </a:lnTo>
                  <a:lnTo>
                    <a:pt x="771144" y="9156"/>
                  </a:lnTo>
                  <a:lnTo>
                    <a:pt x="771144" y="0"/>
                  </a:lnTo>
                  <a:close/>
                </a:path>
                <a:path w="1251585" h="196850">
                  <a:moveTo>
                    <a:pt x="789432" y="0"/>
                  </a:moveTo>
                  <a:lnTo>
                    <a:pt x="780275" y="0"/>
                  </a:lnTo>
                  <a:lnTo>
                    <a:pt x="780275" y="9156"/>
                  </a:lnTo>
                  <a:lnTo>
                    <a:pt x="789432" y="9156"/>
                  </a:lnTo>
                  <a:lnTo>
                    <a:pt x="789432" y="0"/>
                  </a:lnTo>
                  <a:close/>
                </a:path>
                <a:path w="1251585" h="196850">
                  <a:moveTo>
                    <a:pt x="809244" y="0"/>
                  </a:moveTo>
                  <a:lnTo>
                    <a:pt x="800100" y="0"/>
                  </a:lnTo>
                  <a:lnTo>
                    <a:pt x="800100" y="9156"/>
                  </a:lnTo>
                  <a:lnTo>
                    <a:pt x="809244" y="9156"/>
                  </a:lnTo>
                  <a:lnTo>
                    <a:pt x="809244" y="0"/>
                  </a:lnTo>
                  <a:close/>
                </a:path>
                <a:path w="1251585" h="196850">
                  <a:moveTo>
                    <a:pt x="827532" y="0"/>
                  </a:moveTo>
                  <a:lnTo>
                    <a:pt x="818388" y="0"/>
                  </a:lnTo>
                  <a:lnTo>
                    <a:pt x="818388" y="9156"/>
                  </a:lnTo>
                  <a:lnTo>
                    <a:pt x="827532" y="9156"/>
                  </a:lnTo>
                  <a:lnTo>
                    <a:pt x="827532" y="0"/>
                  </a:lnTo>
                  <a:close/>
                </a:path>
                <a:path w="1251585" h="196850">
                  <a:moveTo>
                    <a:pt x="847344" y="0"/>
                  </a:moveTo>
                  <a:lnTo>
                    <a:pt x="838200" y="0"/>
                  </a:lnTo>
                  <a:lnTo>
                    <a:pt x="838200" y="9156"/>
                  </a:lnTo>
                  <a:lnTo>
                    <a:pt x="847344" y="9156"/>
                  </a:lnTo>
                  <a:lnTo>
                    <a:pt x="847344" y="0"/>
                  </a:lnTo>
                  <a:close/>
                </a:path>
                <a:path w="1251585" h="196850">
                  <a:moveTo>
                    <a:pt x="865632" y="0"/>
                  </a:moveTo>
                  <a:lnTo>
                    <a:pt x="856488" y="0"/>
                  </a:lnTo>
                  <a:lnTo>
                    <a:pt x="856488" y="9156"/>
                  </a:lnTo>
                  <a:lnTo>
                    <a:pt x="865632" y="9156"/>
                  </a:lnTo>
                  <a:lnTo>
                    <a:pt x="865632" y="0"/>
                  </a:lnTo>
                  <a:close/>
                </a:path>
                <a:path w="1251585" h="196850">
                  <a:moveTo>
                    <a:pt x="885444" y="0"/>
                  </a:moveTo>
                  <a:lnTo>
                    <a:pt x="876300" y="0"/>
                  </a:lnTo>
                  <a:lnTo>
                    <a:pt x="876300" y="9156"/>
                  </a:lnTo>
                  <a:lnTo>
                    <a:pt x="885444" y="9156"/>
                  </a:lnTo>
                  <a:lnTo>
                    <a:pt x="885444" y="0"/>
                  </a:lnTo>
                  <a:close/>
                </a:path>
                <a:path w="1251585" h="196850">
                  <a:moveTo>
                    <a:pt x="903732" y="0"/>
                  </a:moveTo>
                  <a:lnTo>
                    <a:pt x="894575" y="0"/>
                  </a:lnTo>
                  <a:lnTo>
                    <a:pt x="894575" y="9156"/>
                  </a:lnTo>
                  <a:lnTo>
                    <a:pt x="903732" y="9156"/>
                  </a:lnTo>
                  <a:lnTo>
                    <a:pt x="903732" y="0"/>
                  </a:lnTo>
                  <a:close/>
                </a:path>
                <a:path w="1251585" h="196850">
                  <a:moveTo>
                    <a:pt x="923544" y="0"/>
                  </a:moveTo>
                  <a:lnTo>
                    <a:pt x="914400" y="0"/>
                  </a:lnTo>
                  <a:lnTo>
                    <a:pt x="914400" y="9156"/>
                  </a:lnTo>
                  <a:lnTo>
                    <a:pt x="923544" y="9156"/>
                  </a:lnTo>
                  <a:lnTo>
                    <a:pt x="923544" y="0"/>
                  </a:lnTo>
                  <a:close/>
                </a:path>
                <a:path w="1251585" h="196850">
                  <a:moveTo>
                    <a:pt x="941832" y="0"/>
                  </a:moveTo>
                  <a:lnTo>
                    <a:pt x="932688" y="0"/>
                  </a:lnTo>
                  <a:lnTo>
                    <a:pt x="932688" y="9156"/>
                  </a:lnTo>
                  <a:lnTo>
                    <a:pt x="941832" y="9156"/>
                  </a:lnTo>
                  <a:lnTo>
                    <a:pt x="941832" y="0"/>
                  </a:lnTo>
                  <a:close/>
                </a:path>
                <a:path w="1251585" h="196850">
                  <a:moveTo>
                    <a:pt x="961644" y="0"/>
                  </a:moveTo>
                  <a:lnTo>
                    <a:pt x="952500" y="0"/>
                  </a:lnTo>
                  <a:lnTo>
                    <a:pt x="952500" y="9156"/>
                  </a:lnTo>
                  <a:lnTo>
                    <a:pt x="961644" y="9156"/>
                  </a:lnTo>
                  <a:lnTo>
                    <a:pt x="961644" y="0"/>
                  </a:lnTo>
                  <a:close/>
                </a:path>
                <a:path w="1251585" h="196850">
                  <a:moveTo>
                    <a:pt x="979932" y="0"/>
                  </a:moveTo>
                  <a:lnTo>
                    <a:pt x="970788" y="0"/>
                  </a:lnTo>
                  <a:lnTo>
                    <a:pt x="970788" y="9156"/>
                  </a:lnTo>
                  <a:lnTo>
                    <a:pt x="979932" y="9156"/>
                  </a:lnTo>
                  <a:lnTo>
                    <a:pt x="979932" y="0"/>
                  </a:lnTo>
                  <a:close/>
                </a:path>
                <a:path w="1251585" h="196850">
                  <a:moveTo>
                    <a:pt x="999744" y="0"/>
                  </a:moveTo>
                  <a:lnTo>
                    <a:pt x="990600" y="0"/>
                  </a:lnTo>
                  <a:lnTo>
                    <a:pt x="990600" y="9156"/>
                  </a:lnTo>
                  <a:lnTo>
                    <a:pt x="999744" y="9156"/>
                  </a:lnTo>
                  <a:lnTo>
                    <a:pt x="999744" y="0"/>
                  </a:lnTo>
                  <a:close/>
                </a:path>
                <a:path w="1251585" h="196850">
                  <a:moveTo>
                    <a:pt x="1018032" y="0"/>
                  </a:moveTo>
                  <a:lnTo>
                    <a:pt x="1008875" y="0"/>
                  </a:lnTo>
                  <a:lnTo>
                    <a:pt x="1008875" y="9156"/>
                  </a:lnTo>
                  <a:lnTo>
                    <a:pt x="1018032" y="9156"/>
                  </a:lnTo>
                  <a:lnTo>
                    <a:pt x="1018032" y="0"/>
                  </a:lnTo>
                  <a:close/>
                </a:path>
                <a:path w="1251585" h="196850">
                  <a:moveTo>
                    <a:pt x="1037844" y="0"/>
                  </a:moveTo>
                  <a:lnTo>
                    <a:pt x="1028700" y="0"/>
                  </a:lnTo>
                  <a:lnTo>
                    <a:pt x="1028700" y="9156"/>
                  </a:lnTo>
                  <a:lnTo>
                    <a:pt x="1037844" y="9156"/>
                  </a:lnTo>
                  <a:lnTo>
                    <a:pt x="1037844" y="0"/>
                  </a:lnTo>
                  <a:close/>
                </a:path>
                <a:path w="1251585" h="196850">
                  <a:moveTo>
                    <a:pt x="1056132" y="0"/>
                  </a:moveTo>
                  <a:lnTo>
                    <a:pt x="1046988" y="0"/>
                  </a:lnTo>
                  <a:lnTo>
                    <a:pt x="1046988" y="9156"/>
                  </a:lnTo>
                  <a:lnTo>
                    <a:pt x="1056132" y="9156"/>
                  </a:lnTo>
                  <a:lnTo>
                    <a:pt x="1056132" y="0"/>
                  </a:lnTo>
                  <a:close/>
                </a:path>
                <a:path w="1251585" h="196850">
                  <a:moveTo>
                    <a:pt x="1075944" y="0"/>
                  </a:moveTo>
                  <a:lnTo>
                    <a:pt x="1066800" y="0"/>
                  </a:lnTo>
                  <a:lnTo>
                    <a:pt x="1066800" y="9156"/>
                  </a:lnTo>
                  <a:lnTo>
                    <a:pt x="1075944" y="9156"/>
                  </a:lnTo>
                  <a:lnTo>
                    <a:pt x="1075944" y="0"/>
                  </a:lnTo>
                  <a:close/>
                </a:path>
                <a:path w="1251585" h="196850">
                  <a:moveTo>
                    <a:pt x="1094232" y="0"/>
                  </a:moveTo>
                  <a:lnTo>
                    <a:pt x="1085088" y="0"/>
                  </a:lnTo>
                  <a:lnTo>
                    <a:pt x="1085088" y="9156"/>
                  </a:lnTo>
                  <a:lnTo>
                    <a:pt x="1094232" y="9156"/>
                  </a:lnTo>
                  <a:lnTo>
                    <a:pt x="1094232" y="0"/>
                  </a:lnTo>
                  <a:close/>
                </a:path>
                <a:path w="1251585" h="196850">
                  <a:moveTo>
                    <a:pt x="1114044" y="0"/>
                  </a:moveTo>
                  <a:lnTo>
                    <a:pt x="1104900" y="0"/>
                  </a:lnTo>
                  <a:lnTo>
                    <a:pt x="1104900" y="9156"/>
                  </a:lnTo>
                  <a:lnTo>
                    <a:pt x="1114044" y="9156"/>
                  </a:lnTo>
                  <a:lnTo>
                    <a:pt x="1114044" y="0"/>
                  </a:lnTo>
                  <a:close/>
                </a:path>
                <a:path w="1251585" h="196850">
                  <a:moveTo>
                    <a:pt x="1132332" y="0"/>
                  </a:moveTo>
                  <a:lnTo>
                    <a:pt x="1123188" y="0"/>
                  </a:lnTo>
                  <a:lnTo>
                    <a:pt x="1123188" y="9156"/>
                  </a:lnTo>
                  <a:lnTo>
                    <a:pt x="1132332" y="9156"/>
                  </a:lnTo>
                  <a:lnTo>
                    <a:pt x="1132332" y="0"/>
                  </a:lnTo>
                  <a:close/>
                </a:path>
                <a:path w="1251585" h="196850">
                  <a:moveTo>
                    <a:pt x="1152144" y="0"/>
                  </a:moveTo>
                  <a:lnTo>
                    <a:pt x="1143000" y="0"/>
                  </a:lnTo>
                  <a:lnTo>
                    <a:pt x="1143000" y="9156"/>
                  </a:lnTo>
                  <a:lnTo>
                    <a:pt x="1152144" y="9156"/>
                  </a:lnTo>
                  <a:lnTo>
                    <a:pt x="1152144" y="0"/>
                  </a:lnTo>
                  <a:close/>
                </a:path>
                <a:path w="1251585" h="196850">
                  <a:moveTo>
                    <a:pt x="1170432" y="0"/>
                  </a:moveTo>
                  <a:lnTo>
                    <a:pt x="1161288" y="0"/>
                  </a:lnTo>
                  <a:lnTo>
                    <a:pt x="1161288" y="9156"/>
                  </a:lnTo>
                  <a:lnTo>
                    <a:pt x="1170432" y="9156"/>
                  </a:lnTo>
                  <a:lnTo>
                    <a:pt x="1170432" y="0"/>
                  </a:lnTo>
                  <a:close/>
                </a:path>
                <a:path w="1251585" h="196850">
                  <a:moveTo>
                    <a:pt x="1190244" y="0"/>
                  </a:moveTo>
                  <a:lnTo>
                    <a:pt x="1181100" y="0"/>
                  </a:lnTo>
                  <a:lnTo>
                    <a:pt x="1181100" y="9156"/>
                  </a:lnTo>
                  <a:lnTo>
                    <a:pt x="1190244" y="9156"/>
                  </a:lnTo>
                  <a:lnTo>
                    <a:pt x="1190244" y="0"/>
                  </a:lnTo>
                  <a:close/>
                </a:path>
                <a:path w="1251585" h="196850">
                  <a:moveTo>
                    <a:pt x="1208532" y="0"/>
                  </a:moveTo>
                  <a:lnTo>
                    <a:pt x="1199388" y="0"/>
                  </a:lnTo>
                  <a:lnTo>
                    <a:pt x="1199388" y="9156"/>
                  </a:lnTo>
                  <a:lnTo>
                    <a:pt x="1208532" y="9156"/>
                  </a:lnTo>
                  <a:lnTo>
                    <a:pt x="1208532" y="0"/>
                  </a:lnTo>
                  <a:close/>
                </a:path>
                <a:path w="1251585" h="196850">
                  <a:moveTo>
                    <a:pt x="1228344" y="0"/>
                  </a:moveTo>
                  <a:lnTo>
                    <a:pt x="1219200" y="0"/>
                  </a:lnTo>
                  <a:lnTo>
                    <a:pt x="1219200" y="9156"/>
                  </a:lnTo>
                  <a:lnTo>
                    <a:pt x="1228344" y="9156"/>
                  </a:lnTo>
                  <a:lnTo>
                    <a:pt x="1228344" y="0"/>
                  </a:lnTo>
                  <a:close/>
                </a:path>
                <a:path w="1251585" h="196850">
                  <a:moveTo>
                    <a:pt x="1251204" y="187464"/>
                  </a:moveTo>
                  <a:lnTo>
                    <a:pt x="1240523" y="187464"/>
                  </a:lnTo>
                  <a:lnTo>
                    <a:pt x="1240523" y="196608"/>
                  </a:lnTo>
                  <a:lnTo>
                    <a:pt x="1251204" y="196608"/>
                  </a:lnTo>
                  <a:lnTo>
                    <a:pt x="1251204" y="187464"/>
                  </a:lnTo>
                  <a:close/>
                </a:path>
                <a:path w="1251585" h="196850">
                  <a:moveTo>
                    <a:pt x="1251204" y="167652"/>
                  </a:moveTo>
                  <a:lnTo>
                    <a:pt x="1240523" y="167652"/>
                  </a:lnTo>
                  <a:lnTo>
                    <a:pt x="1240523" y="176796"/>
                  </a:lnTo>
                  <a:lnTo>
                    <a:pt x="1251204" y="176796"/>
                  </a:lnTo>
                  <a:lnTo>
                    <a:pt x="1251204" y="167652"/>
                  </a:lnTo>
                  <a:close/>
                </a:path>
                <a:path w="1251585" h="196850">
                  <a:moveTo>
                    <a:pt x="1251204" y="149364"/>
                  </a:moveTo>
                  <a:lnTo>
                    <a:pt x="1240523" y="149364"/>
                  </a:lnTo>
                  <a:lnTo>
                    <a:pt x="1240523" y="158508"/>
                  </a:lnTo>
                  <a:lnTo>
                    <a:pt x="1251204" y="158508"/>
                  </a:lnTo>
                  <a:lnTo>
                    <a:pt x="1251204" y="149364"/>
                  </a:lnTo>
                  <a:close/>
                </a:path>
                <a:path w="1251585" h="196850">
                  <a:moveTo>
                    <a:pt x="1251204" y="129552"/>
                  </a:moveTo>
                  <a:lnTo>
                    <a:pt x="1240523" y="129552"/>
                  </a:lnTo>
                  <a:lnTo>
                    <a:pt x="1240523" y="138696"/>
                  </a:lnTo>
                  <a:lnTo>
                    <a:pt x="1251204" y="138696"/>
                  </a:lnTo>
                  <a:lnTo>
                    <a:pt x="1251204" y="129552"/>
                  </a:lnTo>
                  <a:close/>
                </a:path>
                <a:path w="1251585" h="196850">
                  <a:moveTo>
                    <a:pt x="1251204" y="111252"/>
                  </a:moveTo>
                  <a:lnTo>
                    <a:pt x="1240523" y="111252"/>
                  </a:lnTo>
                  <a:lnTo>
                    <a:pt x="1240523" y="120408"/>
                  </a:lnTo>
                  <a:lnTo>
                    <a:pt x="1251204" y="120408"/>
                  </a:lnTo>
                  <a:lnTo>
                    <a:pt x="1251204" y="111252"/>
                  </a:lnTo>
                  <a:close/>
                </a:path>
                <a:path w="1251585" h="196850">
                  <a:moveTo>
                    <a:pt x="1251204" y="91452"/>
                  </a:moveTo>
                  <a:lnTo>
                    <a:pt x="1240536" y="91452"/>
                  </a:lnTo>
                  <a:lnTo>
                    <a:pt x="1240536" y="100596"/>
                  </a:lnTo>
                  <a:lnTo>
                    <a:pt x="1251204" y="100596"/>
                  </a:lnTo>
                  <a:lnTo>
                    <a:pt x="1251204" y="91452"/>
                  </a:lnTo>
                  <a:close/>
                </a:path>
                <a:path w="1251585" h="196850">
                  <a:moveTo>
                    <a:pt x="1251204" y="73164"/>
                  </a:moveTo>
                  <a:lnTo>
                    <a:pt x="1240536" y="73164"/>
                  </a:lnTo>
                  <a:lnTo>
                    <a:pt x="1240536" y="82308"/>
                  </a:lnTo>
                  <a:lnTo>
                    <a:pt x="1251204" y="82308"/>
                  </a:lnTo>
                  <a:lnTo>
                    <a:pt x="1251204" y="73164"/>
                  </a:lnTo>
                  <a:close/>
                </a:path>
                <a:path w="1251585" h="196850">
                  <a:moveTo>
                    <a:pt x="1251204" y="53352"/>
                  </a:moveTo>
                  <a:lnTo>
                    <a:pt x="1240536" y="53352"/>
                  </a:lnTo>
                  <a:lnTo>
                    <a:pt x="1240536" y="62496"/>
                  </a:lnTo>
                  <a:lnTo>
                    <a:pt x="1251204" y="62496"/>
                  </a:lnTo>
                  <a:lnTo>
                    <a:pt x="1251204" y="53352"/>
                  </a:lnTo>
                  <a:close/>
                </a:path>
                <a:path w="1251585" h="196850">
                  <a:moveTo>
                    <a:pt x="1251204" y="35064"/>
                  </a:moveTo>
                  <a:lnTo>
                    <a:pt x="1240536" y="35064"/>
                  </a:lnTo>
                  <a:lnTo>
                    <a:pt x="1240536" y="44208"/>
                  </a:lnTo>
                  <a:lnTo>
                    <a:pt x="1251204" y="44208"/>
                  </a:lnTo>
                  <a:lnTo>
                    <a:pt x="1251204" y="35064"/>
                  </a:lnTo>
                  <a:close/>
                </a:path>
                <a:path w="1251585" h="196850">
                  <a:moveTo>
                    <a:pt x="1251204" y="15252"/>
                  </a:moveTo>
                  <a:lnTo>
                    <a:pt x="1240536" y="15252"/>
                  </a:lnTo>
                  <a:lnTo>
                    <a:pt x="1240536" y="24396"/>
                  </a:lnTo>
                  <a:lnTo>
                    <a:pt x="1251204" y="24396"/>
                  </a:lnTo>
                  <a:lnTo>
                    <a:pt x="1251204" y="15252"/>
                  </a:lnTo>
                  <a:close/>
                </a:path>
                <a:path w="1251585" h="196850">
                  <a:moveTo>
                    <a:pt x="1251204" y="0"/>
                  </a:moveTo>
                  <a:lnTo>
                    <a:pt x="1237475" y="0"/>
                  </a:lnTo>
                  <a:lnTo>
                    <a:pt x="1237475" y="9156"/>
                  </a:lnTo>
                  <a:lnTo>
                    <a:pt x="1245108" y="9156"/>
                  </a:lnTo>
                  <a:lnTo>
                    <a:pt x="1242060" y="6108"/>
                  </a:lnTo>
                  <a:lnTo>
                    <a:pt x="1251204" y="6108"/>
                  </a:lnTo>
                  <a:lnTo>
                    <a:pt x="1251204" y="4584"/>
                  </a:lnTo>
                  <a:lnTo>
                    <a:pt x="12512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12167" y="3851160"/>
              <a:ext cx="10795" cy="1343025"/>
            </a:xfrm>
            <a:custGeom>
              <a:avLst/>
              <a:gdLst/>
              <a:ahLst/>
              <a:cxnLst/>
              <a:rect l="l" t="t" r="r" b="b"/>
              <a:pathLst>
                <a:path w="10795" h="1343025">
                  <a:moveTo>
                    <a:pt x="10680" y="1333500"/>
                  </a:moveTo>
                  <a:lnTo>
                    <a:pt x="0" y="1333500"/>
                  </a:lnTo>
                  <a:lnTo>
                    <a:pt x="0" y="1342644"/>
                  </a:lnTo>
                  <a:lnTo>
                    <a:pt x="10680" y="1342644"/>
                  </a:lnTo>
                  <a:lnTo>
                    <a:pt x="10680" y="1333500"/>
                  </a:lnTo>
                  <a:close/>
                </a:path>
                <a:path w="10795" h="1343025">
                  <a:moveTo>
                    <a:pt x="10680" y="1313688"/>
                  </a:moveTo>
                  <a:lnTo>
                    <a:pt x="0" y="1313688"/>
                  </a:lnTo>
                  <a:lnTo>
                    <a:pt x="0" y="1322832"/>
                  </a:lnTo>
                  <a:lnTo>
                    <a:pt x="10680" y="1322832"/>
                  </a:lnTo>
                  <a:lnTo>
                    <a:pt x="10680" y="1313688"/>
                  </a:lnTo>
                  <a:close/>
                </a:path>
                <a:path w="10795" h="1343025">
                  <a:moveTo>
                    <a:pt x="10680" y="1295387"/>
                  </a:moveTo>
                  <a:lnTo>
                    <a:pt x="0" y="1295387"/>
                  </a:lnTo>
                  <a:lnTo>
                    <a:pt x="0" y="1304544"/>
                  </a:lnTo>
                  <a:lnTo>
                    <a:pt x="10680" y="1304544"/>
                  </a:lnTo>
                  <a:lnTo>
                    <a:pt x="10680" y="1295387"/>
                  </a:lnTo>
                  <a:close/>
                </a:path>
                <a:path w="10795" h="1343025">
                  <a:moveTo>
                    <a:pt x="10680" y="1275588"/>
                  </a:moveTo>
                  <a:lnTo>
                    <a:pt x="0" y="1275588"/>
                  </a:lnTo>
                  <a:lnTo>
                    <a:pt x="0" y="1284732"/>
                  </a:lnTo>
                  <a:lnTo>
                    <a:pt x="10680" y="1284732"/>
                  </a:lnTo>
                  <a:lnTo>
                    <a:pt x="10680" y="1275588"/>
                  </a:lnTo>
                  <a:close/>
                </a:path>
                <a:path w="10795" h="1343025">
                  <a:moveTo>
                    <a:pt x="10680" y="1257300"/>
                  </a:moveTo>
                  <a:lnTo>
                    <a:pt x="0" y="1257300"/>
                  </a:lnTo>
                  <a:lnTo>
                    <a:pt x="0" y="1266444"/>
                  </a:lnTo>
                  <a:lnTo>
                    <a:pt x="10680" y="1266444"/>
                  </a:lnTo>
                  <a:lnTo>
                    <a:pt x="10680" y="1257300"/>
                  </a:lnTo>
                  <a:close/>
                </a:path>
                <a:path w="10795" h="1343025">
                  <a:moveTo>
                    <a:pt x="10680" y="1237488"/>
                  </a:moveTo>
                  <a:lnTo>
                    <a:pt x="0" y="1237488"/>
                  </a:lnTo>
                  <a:lnTo>
                    <a:pt x="0" y="1246632"/>
                  </a:lnTo>
                  <a:lnTo>
                    <a:pt x="10680" y="1246632"/>
                  </a:lnTo>
                  <a:lnTo>
                    <a:pt x="10680" y="1237488"/>
                  </a:lnTo>
                  <a:close/>
                </a:path>
                <a:path w="10795" h="1343025">
                  <a:moveTo>
                    <a:pt x="10680" y="1219200"/>
                  </a:moveTo>
                  <a:lnTo>
                    <a:pt x="0" y="1219200"/>
                  </a:lnTo>
                  <a:lnTo>
                    <a:pt x="0" y="1228344"/>
                  </a:lnTo>
                  <a:lnTo>
                    <a:pt x="10680" y="1228344"/>
                  </a:lnTo>
                  <a:lnTo>
                    <a:pt x="10680" y="1219200"/>
                  </a:lnTo>
                  <a:close/>
                </a:path>
                <a:path w="10795" h="1343025">
                  <a:moveTo>
                    <a:pt x="10680" y="1199388"/>
                  </a:moveTo>
                  <a:lnTo>
                    <a:pt x="0" y="1199388"/>
                  </a:lnTo>
                  <a:lnTo>
                    <a:pt x="0" y="1208532"/>
                  </a:lnTo>
                  <a:lnTo>
                    <a:pt x="10680" y="1208532"/>
                  </a:lnTo>
                  <a:lnTo>
                    <a:pt x="10680" y="1199388"/>
                  </a:lnTo>
                  <a:close/>
                </a:path>
                <a:path w="10795" h="1343025">
                  <a:moveTo>
                    <a:pt x="10680" y="1181087"/>
                  </a:moveTo>
                  <a:lnTo>
                    <a:pt x="0" y="1181087"/>
                  </a:lnTo>
                  <a:lnTo>
                    <a:pt x="0" y="1190244"/>
                  </a:lnTo>
                  <a:lnTo>
                    <a:pt x="10680" y="1190244"/>
                  </a:lnTo>
                  <a:lnTo>
                    <a:pt x="10680" y="1181087"/>
                  </a:lnTo>
                  <a:close/>
                </a:path>
                <a:path w="10795" h="1343025">
                  <a:moveTo>
                    <a:pt x="10680" y="1161288"/>
                  </a:moveTo>
                  <a:lnTo>
                    <a:pt x="0" y="1161288"/>
                  </a:lnTo>
                  <a:lnTo>
                    <a:pt x="0" y="1170432"/>
                  </a:lnTo>
                  <a:lnTo>
                    <a:pt x="10680" y="1170432"/>
                  </a:lnTo>
                  <a:lnTo>
                    <a:pt x="10680" y="1161288"/>
                  </a:lnTo>
                  <a:close/>
                </a:path>
                <a:path w="10795" h="1343025">
                  <a:moveTo>
                    <a:pt x="10680" y="1143000"/>
                  </a:moveTo>
                  <a:lnTo>
                    <a:pt x="0" y="1143000"/>
                  </a:lnTo>
                  <a:lnTo>
                    <a:pt x="0" y="1152144"/>
                  </a:lnTo>
                  <a:lnTo>
                    <a:pt x="10680" y="1152144"/>
                  </a:lnTo>
                  <a:lnTo>
                    <a:pt x="10680" y="1143000"/>
                  </a:lnTo>
                  <a:close/>
                </a:path>
                <a:path w="10795" h="1343025">
                  <a:moveTo>
                    <a:pt x="10680" y="1123188"/>
                  </a:moveTo>
                  <a:lnTo>
                    <a:pt x="0" y="1123188"/>
                  </a:lnTo>
                  <a:lnTo>
                    <a:pt x="0" y="1132332"/>
                  </a:lnTo>
                  <a:lnTo>
                    <a:pt x="10680" y="1132332"/>
                  </a:lnTo>
                  <a:lnTo>
                    <a:pt x="10680" y="1123188"/>
                  </a:lnTo>
                  <a:close/>
                </a:path>
                <a:path w="10795" h="1343025">
                  <a:moveTo>
                    <a:pt x="10680" y="1104900"/>
                  </a:moveTo>
                  <a:lnTo>
                    <a:pt x="0" y="1104900"/>
                  </a:lnTo>
                  <a:lnTo>
                    <a:pt x="0" y="1114044"/>
                  </a:lnTo>
                  <a:lnTo>
                    <a:pt x="10680" y="1114044"/>
                  </a:lnTo>
                  <a:lnTo>
                    <a:pt x="10680" y="1104900"/>
                  </a:lnTo>
                  <a:close/>
                </a:path>
                <a:path w="10795" h="1343025">
                  <a:moveTo>
                    <a:pt x="10680" y="1085088"/>
                  </a:moveTo>
                  <a:lnTo>
                    <a:pt x="0" y="1085088"/>
                  </a:lnTo>
                  <a:lnTo>
                    <a:pt x="0" y="1094232"/>
                  </a:lnTo>
                  <a:lnTo>
                    <a:pt x="10680" y="1094232"/>
                  </a:lnTo>
                  <a:lnTo>
                    <a:pt x="10680" y="1085088"/>
                  </a:lnTo>
                  <a:close/>
                </a:path>
                <a:path w="10795" h="1343025">
                  <a:moveTo>
                    <a:pt x="10680" y="1066787"/>
                  </a:moveTo>
                  <a:lnTo>
                    <a:pt x="0" y="1066787"/>
                  </a:lnTo>
                  <a:lnTo>
                    <a:pt x="0" y="1075944"/>
                  </a:lnTo>
                  <a:lnTo>
                    <a:pt x="10680" y="1075944"/>
                  </a:lnTo>
                  <a:lnTo>
                    <a:pt x="10680" y="1066787"/>
                  </a:lnTo>
                  <a:close/>
                </a:path>
                <a:path w="10795" h="1343025">
                  <a:moveTo>
                    <a:pt x="10680" y="1046988"/>
                  </a:moveTo>
                  <a:lnTo>
                    <a:pt x="0" y="1046988"/>
                  </a:lnTo>
                  <a:lnTo>
                    <a:pt x="0" y="1056132"/>
                  </a:lnTo>
                  <a:lnTo>
                    <a:pt x="10680" y="1056132"/>
                  </a:lnTo>
                  <a:lnTo>
                    <a:pt x="10680" y="1046988"/>
                  </a:lnTo>
                  <a:close/>
                </a:path>
                <a:path w="10795" h="1343025">
                  <a:moveTo>
                    <a:pt x="10680" y="1028700"/>
                  </a:moveTo>
                  <a:lnTo>
                    <a:pt x="0" y="1028700"/>
                  </a:lnTo>
                  <a:lnTo>
                    <a:pt x="0" y="1037844"/>
                  </a:lnTo>
                  <a:lnTo>
                    <a:pt x="10680" y="1037844"/>
                  </a:lnTo>
                  <a:lnTo>
                    <a:pt x="10680" y="1028700"/>
                  </a:lnTo>
                  <a:close/>
                </a:path>
                <a:path w="10795" h="1343025">
                  <a:moveTo>
                    <a:pt x="10680" y="1008888"/>
                  </a:moveTo>
                  <a:lnTo>
                    <a:pt x="0" y="1008888"/>
                  </a:lnTo>
                  <a:lnTo>
                    <a:pt x="0" y="1018032"/>
                  </a:lnTo>
                  <a:lnTo>
                    <a:pt x="10680" y="1018032"/>
                  </a:lnTo>
                  <a:lnTo>
                    <a:pt x="10680" y="1008888"/>
                  </a:lnTo>
                  <a:close/>
                </a:path>
                <a:path w="10795" h="1343025">
                  <a:moveTo>
                    <a:pt x="10680" y="990600"/>
                  </a:moveTo>
                  <a:lnTo>
                    <a:pt x="0" y="990600"/>
                  </a:lnTo>
                  <a:lnTo>
                    <a:pt x="0" y="999744"/>
                  </a:lnTo>
                  <a:lnTo>
                    <a:pt x="10680" y="999744"/>
                  </a:lnTo>
                  <a:lnTo>
                    <a:pt x="10680" y="990600"/>
                  </a:lnTo>
                  <a:close/>
                </a:path>
                <a:path w="10795" h="1343025">
                  <a:moveTo>
                    <a:pt x="10680" y="970788"/>
                  </a:moveTo>
                  <a:lnTo>
                    <a:pt x="0" y="970788"/>
                  </a:lnTo>
                  <a:lnTo>
                    <a:pt x="0" y="979932"/>
                  </a:lnTo>
                  <a:lnTo>
                    <a:pt x="10680" y="979932"/>
                  </a:lnTo>
                  <a:lnTo>
                    <a:pt x="10680" y="970788"/>
                  </a:lnTo>
                  <a:close/>
                </a:path>
                <a:path w="10795" h="1343025">
                  <a:moveTo>
                    <a:pt x="10680" y="952487"/>
                  </a:moveTo>
                  <a:lnTo>
                    <a:pt x="0" y="952487"/>
                  </a:lnTo>
                  <a:lnTo>
                    <a:pt x="0" y="961644"/>
                  </a:lnTo>
                  <a:lnTo>
                    <a:pt x="10680" y="961644"/>
                  </a:lnTo>
                  <a:lnTo>
                    <a:pt x="10680" y="952487"/>
                  </a:lnTo>
                  <a:close/>
                </a:path>
                <a:path w="10795" h="1343025">
                  <a:moveTo>
                    <a:pt x="10680" y="932688"/>
                  </a:moveTo>
                  <a:lnTo>
                    <a:pt x="0" y="932688"/>
                  </a:lnTo>
                  <a:lnTo>
                    <a:pt x="0" y="941832"/>
                  </a:lnTo>
                  <a:lnTo>
                    <a:pt x="10680" y="941832"/>
                  </a:lnTo>
                  <a:lnTo>
                    <a:pt x="10680" y="932688"/>
                  </a:lnTo>
                  <a:close/>
                </a:path>
                <a:path w="10795" h="1343025">
                  <a:moveTo>
                    <a:pt x="10680" y="914400"/>
                  </a:moveTo>
                  <a:lnTo>
                    <a:pt x="0" y="914400"/>
                  </a:lnTo>
                  <a:lnTo>
                    <a:pt x="0" y="923544"/>
                  </a:lnTo>
                  <a:lnTo>
                    <a:pt x="10680" y="923544"/>
                  </a:lnTo>
                  <a:lnTo>
                    <a:pt x="10680" y="914400"/>
                  </a:lnTo>
                  <a:close/>
                </a:path>
                <a:path w="10795" h="1343025">
                  <a:moveTo>
                    <a:pt x="10680" y="894588"/>
                  </a:moveTo>
                  <a:lnTo>
                    <a:pt x="0" y="894588"/>
                  </a:lnTo>
                  <a:lnTo>
                    <a:pt x="0" y="903732"/>
                  </a:lnTo>
                  <a:lnTo>
                    <a:pt x="10680" y="903732"/>
                  </a:lnTo>
                  <a:lnTo>
                    <a:pt x="10680" y="894588"/>
                  </a:lnTo>
                  <a:close/>
                </a:path>
                <a:path w="10795" h="1343025">
                  <a:moveTo>
                    <a:pt x="10680" y="876300"/>
                  </a:moveTo>
                  <a:lnTo>
                    <a:pt x="0" y="876300"/>
                  </a:lnTo>
                  <a:lnTo>
                    <a:pt x="0" y="885444"/>
                  </a:lnTo>
                  <a:lnTo>
                    <a:pt x="10680" y="885444"/>
                  </a:lnTo>
                  <a:lnTo>
                    <a:pt x="10680" y="876300"/>
                  </a:lnTo>
                  <a:close/>
                </a:path>
                <a:path w="10795" h="1343025">
                  <a:moveTo>
                    <a:pt x="10680" y="856488"/>
                  </a:moveTo>
                  <a:lnTo>
                    <a:pt x="0" y="856488"/>
                  </a:lnTo>
                  <a:lnTo>
                    <a:pt x="0" y="865632"/>
                  </a:lnTo>
                  <a:lnTo>
                    <a:pt x="10680" y="865632"/>
                  </a:lnTo>
                  <a:lnTo>
                    <a:pt x="10680" y="856488"/>
                  </a:lnTo>
                  <a:close/>
                </a:path>
                <a:path w="10795" h="1343025">
                  <a:moveTo>
                    <a:pt x="10680" y="838187"/>
                  </a:moveTo>
                  <a:lnTo>
                    <a:pt x="0" y="838187"/>
                  </a:lnTo>
                  <a:lnTo>
                    <a:pt x="0" y="847344"/>
                  </a:lnTo>
                  <a:lnTo>
                    <a:pt x="10680" y="847344"/>
                  </a:lnTo>
                  <a:lnTo>
                    <a:pt x="10680" y="838187"/>
                  </a:lnTo>
                  <a:close/>
                </a:path>
                <a:path w="10795" h="1343025">
                  <a:moveTo>
                    <a:pt x="10680" y="818388"/>
                  </a:moveTo>
                  <a:lnTo>
                    <a:pt x="0" y="818388"/>
                  </a:lnTo>
                  <a:lnTo>
                    <a:pt x="0" y="827532"/>
                  </a:lnTo>
                  <a:lnTo>
                    <a:pt x="10680" y="827532"/>
                  </a:lnTo>
                  <a:lnTo>
                    <a:pt x="10680" y="818388"/>
                  </a:lnTo>
                  <a:close/>
                </a:path>
                <a:path w="10795" h="1343025">
                  <a:moveTo>
                    <a:pt x="10680" y="800100"/>
                  </a:moveTo>
                  <a:lnTo>
                    <a:pt x="0" y="800100"/>
                  </a:lnTo>
                  <a:lnTo>
                    <a:pt x="0" y="809244"/>
                  </a:lnTo>
                  <a:lnTo>
                    <a:pt x="10680" y="809244"/>
                  </a:lnTo>
                  <a:lnTo>
                    <a:pt x="10680" y="800100"/>
                  </a:lnTo>
                  <a:close/>
                </a:path>
                <a:path w="10795" h="1343025">
                  <a:moveTo>
                    <a:pt x="10680" y="780288"/>
                  </a:moveTo>
                  <a:lnTo>
                    <a:pt x="0" y="780288"/>
                  </a:lnTo>
                  <a:lnTo>
                    <a:pt x="0" y="789432"/>
                  </a:lnTo>
                  <a:lnTo>
                    <a:pt x="10680" y="789432"/>
                  </a:lnTo>
                  <a:lnTo>
                    <a:pt x="10680" y="780288"/>
                  </a:lnTo>
                  <a:close/>
                </a:path>
                <a:path w="10795" h="1343025">
                  <a:moveTo>
                    <a:pt x="10680" y="762000"/>
                  </a:moveTo>
                  <a:lnTo>
                    <a:pt x="0" y="762000"/>
                  </a:lnTo>
                  <a:lnTo>
                    <a:pt x="0" y="771144"/>
                  </a:lnTo>
                  <a:lnTo>
                    <a:pt x="10680" y="771144"/>
                  </a:lnTo>
                  <a:lnTo>
                    <a:pt x="10680" y="762000"/>
                  </a:lnTo>
                  <a:close/>
                </a:path>
                <a:path w="10795" h="1343025">
                  <a:moveTo>
                    <a:pt x="10680" y="742188"/>
                  </a:moveTo>
                  <a:lnTo>
                    <a:pt x="0" y="742188"/>
                  </a:lnTo>
                  <a:lnTo>
                    <a:pt x="0" y="751332"/>
                  </a:lnTo>
                  <a:lnTo>
                    <a:pt x="10680" y="751332"/>
                  </a:lnTo>
                  <a:lnTo>
                    <a:pt x="10680" y="742188"/>
                  </a:lnTo>
                  <a:close/>
                </a:path>
                <a:path w="10795" h="1343025">
                  <a:moveTo>
                    <a:pt x="10680" y="723900"/>
                  </a:moveTo>
                  <a:lnTo>
                    <a:pt x="0" y="723900"/>
                  </a:lnTo>
                  <a:lnTo>
                    <a:pt x="0" y="733044"/>
                  </a:lnTo>
                  <a:lnTo>
                    <a:pt x="10680" y="733044"/>
                  </a:lnTo>
                  <a:lnTo>
                    <a:pt x="10680" y="723900"/>
                  </a:lnTo>
                  <a:close/>
                </a:path>
                <a:path w="10795" h="1343025">
                  <a:moveTo>
                    <a:pt x="10680" y="704088"/>
                  </a:moveTo>
                  <a:lnTo>
                    <a:pt x="0" y="704088"/>
                  </a:lnTo>
                  <a:lnTo>
                    <a:pt x="0" y="713232"/>
                  </a:lnTo>
                  <a:lnTo>
                    <a:pt x="10680" y="713232"/>
                  </a:lnTo>
                  <a:lnTo>
                    <a:pt x="10680" y="704088"/>
                  </a:lnTo>
                  <a:close/>
                </a:path>
                <a:path w="10795" h="1343025">
                  <a:moveTo>
                    <a:pt x="10680" y="685800"/>
                  </a:moveTo>
                  <a:lnTo>
                    <a:pt x="0" y="685800"/>
                  </a:lnTo>
                  <a:lnTo>
                    <a:pt x="0" y="694944"/>
                  </a:lnTo>
                  <a:lnTo>
                    <a:pt x="10680" y="694944"/>
                  </a:lnTo>
                  <a:lnTo>
                    <a:pt x="10680" y="685800"/>
                  </a:lnTo>
                  <a:close/>
                </a:path>
                <a:path w="10795" h="1343025">
                  <a:moveTo>
                    <a:pt x="10680" y="665988"/>
                  </a:moveTo>
                  <a:lnTo>
                    <a:pt x="0" y="665988"/>
                  </a:lnTo>
                  <a:lnTo>
                    <a:pt x="0" y="675132"/>
                  </a:lnTo>
                  <a:lnTo>
                    <a:pt x="10680" y="675132"/>
                  </a:lnTo>
                  <a:lnTo>
                    <a:pt x="10680" y="665988"/>
                  </a:lnTo>
                  <a:close/>
                </a:path>
                <a:path w="10795" h="1343025">
                  <a:moveTo>
                    <a:pt x="10680" y="647700"/>
                  </a:moveTo>
                  <a:lnTo>
                    <a:pt x="0" y="647700"/>
                  </a:lnTo>
                  <a:lnTo>
                    <a:pt x="0" y="656844"/>
                  </a:lnTo>
                  <a:lnTo>
                    <a:pt x="10680" y="656844"/>
                  </a:lnTo>
                  <a:lnTo>
                    <a:pt x="10680" y="647700"/>
                  </a:lnTo>
                  <a:close/>
                </a:path>
                <a:path w="10795" h="1343025">
                  <a:moveTo>
                    <a:pt x="10680" y="627888"/>
                  </a:moveTo>
                  <a:lnTo>
                    <a:pt x="0" y="627888"/>
                  </a:lnTo>
                  <a:lnTo>
                    <a:pt x="0" y="637032"/>
                  </a:lnTo>
                  <a:lnTo>
                    <a:pt x="10680" y="637032"/>
                  </a:lnTo>
                  <a:lnTo>
                    <a:pt x="10680" y="627888"/>
                  </a:lnTo>
                  <a:close/>
                </a:path>
                <a:path w="10795" h="1343025">
                  <a:moveTo>
                    <a:pt x="10680" y="609587"/>
                  </a:moveTo>
                  <a:lnTo>
                    <a:pt x="0" y="609587"/>
                  </a:lnTo>
                  <a:lnTo>
                    <a:pt x="0" y="618744"/>
                  </a:lnTo>
                  <a:lnTo>
                    <a:pt x="10680" y="618744"/>
                  </a:lnTo>
                  <a:lnTo>
                    <a:pt x="10680" y="609587"/>
                  </a:lnTo>
                  <a:close/>
                </a:path>
                <a:path w="10795" h="1343025">
                  <a:moveTo>
                    <a:pt x="10680" y="589788"/>
                  </a:moveTo>
                  <a:lnTo>
                    <a:pt x="0" y="589788"/>
                  </a:lnTo>
                  <a:lnTo>
                    <a:pt x="0" y="598932"/>
                  </a:lnTo>
                  <a:lnTo>
                    <a:pt x="10680" y="598932"/>
                  </a:lnTo>
                  <a:lnTo>
                    <a:pt x="10680" y="589788"/>
                  </a:lnTo>
                  <a:close/>
                </a:path>
                <a:path w="10795" h="1343025">
                  <a:moveTo>
                    <a:pt x="10680" y="571500"/>
                  </a:moveTo>
                  <a:lnTo>
                    <a:pt x="0" y="571500"/>
                  </a:lnTo>
                  <a:lnTo>
                    <a:pt x="0" y="580644"/>
                  </a:lnTo>
                  <a:lnTo>
                    <a:pt x="10680" y="580644"/>
                  </a:lnTo>
                  <a:lnTo>
                    <a:pt x="10680" y="571500"/>
                  </a:lnTo>
                  <a:close/>
                </a:path>
                <a:path w="10795" h="1343025">
                  <a:moveTo>
                    <a:pt x="10680" y="551688"/>
                  </a:moveTo>
                  <a:lnTo>
                    <a:pt x="0" y="551688"/>
                  </a:lnTo>
                  <a:lnTo>
                    <a:pt x="0" y="560832"/>
                  </a:lnTo>
                  <a:lnTo>
                    <a:pt x="10680" y="560832"/>
                  </a:lnTo>
                  <a:lnTo>
                    <a:pt x="10680" y="551688"/>
                  </a:lnTo>
                  <a:close/>
                </a:path>
                <a:path w="10795" h="1343025">
                  <a:moveTo>
                    <a:pt x="10680" y="533400"/>
                  </a:moveTo>
                  <a:lnTo>
                    <a:pt x="0" y="533400"/>
                  </a:lnTo>
                  <a:lnTo>
                    <a:pt x="0" y="542544"/>
                  </a:lnTo>
                  <a:lnTo>
                    <a:pt x="10680" y="542544"/>
                  </a:lnTo>
                  <a:lnTo>
                    <a:pt x="10680" y="533400"/>
                  </a:lnTo>
                  <a:close/>
                </a:path>
                <a:path w="10795" h="1343025">
                  <a:moveTo>
                    <a:pt x="10680" y="513588"/>
                  </a:moveTo>
                  <a:lnTo>
                    <a:pt x="0" y="513588"/>
                  </a:lnTo>
                  <a:lnTo>
                    <a:pt x="0" y="522732"/>
                  </a:lnTo>
                  <a:lnTo>
                    <a:pt x="10680" y="522732"/>
                  </a:lnTo>
                  <a:lnTo>
                    <a:pt x="10680" y="513588"/>
                  </a:lnTo>
                  <a:close/>
                </a:path>
                <a:path w="10795" h="1343025">
                  <a:moveTo>
                    <a:pt x="10680" y="495287"/>
                  </a:moveTo>
                  <a:lnTo>
                    <a:pt x="0" y="495287"/>
                  </a:lnTo>
                  <a:lnTo>
                    <a:pt x="0" y="504444"/>
                  </a:lnTo>
                  <a:lnTo>
                    <a:pt x="10680" y="504444"/>
                  </a:lnTo>
                  <a:lnTo>
                    <a:pt x="10680" y="495287"/>
                  </a:lnTo>
                  <a:close/>
                </a:path>
                <a:path w="10795" h="1343025">
                  <a:moveTo>
                    <a:pt x="10680" y="475488"/>
                  </a:moveTo>
                  <a:lnTo>
                    <a:pt x="0" y="475488"/>
                  </a:lnTo>
                  <a:lnTo>
                    <a:pt x="0" y="484632"/>
                  </a:lnTo>
                  <a:lnTo>
                    <a:pt x="10680" y="484632"/>
                  </a:lnTo>
                  <a:lnTo>
                    <a:pt x="10680" y="475488"/>
                  </a:lnTo>
                  <a:close/>
                </a:path>
                <a:path w="10795" h="1343025">
                  <a:moveTo>
                    <a:pt x="10680" y="457200"/>
                  </a:moveTo>
                  <a:lnTo>
                    <a:pt x="0" y="457200"/>
                  </a:lnTo>
                  <a:lnTo>
                    <a:pt x="0" y="466344"/>
                  </a:lnTo>
                  <a:lnTo>
                    <a:pt x="10680" y="466344"/>
                  </a:lnTo>
                  <a:lnTo>
                    <a:pt x="10680" y="457200"/>
                  </a:lnTo>
                  <a:close/>
                </a:path>
                <a:path w="10795" h="1343025">
                  <a:moveTo>
                    <a:pt x="10680" y="437388"/>
                  </a:moveTo>
                  <a:lnTo>
                    <a:pt x="0" y="437388"/>
                  </a:lnTo>
                  <a:lnTo>
                    <a:pt x="0" y="446532"/>
                  </a:lnTo>
                  <a:lnTo>
                    <a:pt x="10680" y="446532"/>
                  </a:lnTo>
                  <a:lnTo>
                    <a:pt x="10680" y="437388"/>
                  </a:lnTo>
                  <a:close/>
                </a:path>
                <a:path w="10795" h="1343025">
                  <a:moveTo>
                    <a:pt x="10680" y="419100"/>
                  </a:moveTo>
                  <a:lnTo>
                    <a:pt x="0" y="419100"/>
                  </a:lnTo>
                  <a:lnTo>
                    <a:pt x="0" y="428244"/>
                  </a:lnTo>
                  <a:lnTo>
                    <a:pt x="10680" y="428244"/>
                  </a:lnTo>
                  <a:lnTo>
                    <a:pt x="10680" y="419100"/>
                  </a:lnTo>
                  <a:close/>
                </a:path>
                <a:path w="10795" h="1343025">
                  <a:moveTo>
                    <a:pt x="10680" y="399288"/>
                  </a:moveTo>
                  <a:lnTo>
                    <a:pt x="0" y="399288"/>
                  </a:lnTo>
                  <a:lnTo>
                    <a:pt x="0" y="408432"/>
                  </a:lnTo>
                  <a:lnTo>
                    <a:pt x="10680" y="408432"/>
                  </a:lnTo>
                  <a:lnTo>
                    <a:pt x="10680" y="399288"/>
                  </a:lnTo>
                  <a:close/>
                </a:path>
                <a:path w="10795" h="1343025">
                  <a:moveTo>
                    <a:pt x="10680" y="380987"/>
                  </a:moveTo>
                  <a:lnTo>
                    <a:pt x="0" y="380987"/>
                  </a:lnTo>
                  <a:lnTo>
                    <a:pt x="0" y="390144"/>
                  </a:lnTo>
                  <a:lnTo>
                    <a:pt x="10680" y="390144"/>
                  </a:lnTo>
                  <a:lnTo>
                    <a:pt x="10680" y="380987"/>
                  </a:lnTo>
                  <a:close/>
                </a:path>
                <a:path w="10795" h="1343025">
                  <a:moveTo>
                    <a:pt x="10680" y="361188"/>
                  </a:moveTo>
                  <a:lnTo>
                    <a:pt x="0" y="361188"/>
                  </a:lnTo>
                  <a:lnTo>
                    <a:pt x="0" y="370332"/>
                  </a:lnTo>
                  <a:lnTo>
                    <a:pt x="10680" y="370332"/>
                  </a:lnTo>
                  <a:lnTo>
                    <a:pt x="10680" y="361188"/>
                  </a:lnTo>
                  <a:close/>
                </a:path>
                <a:path w="10795" h="1343025">
                  <a:moveTo>
                    <a:pt x="10680" y="342900"/>
                  </a:moveTo>
                  <a:lnTo>
                    <a:pt x="0" y="342900"/>
                  </a:lnTo>
                  <a:lnTo>
                    <a:pt x="0" y="352044"/>
                  </a:lnTo>
                  <a:lnTo>
                    <a:pt x="10680" y="352044"/>
                  </a:lnTo>
                  <a:lnTo>
                    <a:pt x="10680" y="342900"/>
                  </a:lnTo>
                  <a:close/>
                </a:path>
                <a:path w="10795" h="1343025">
                  <a:moveTo>
                    <a:pt x="10680" y="323088"/>
                  </a:moveTo>
                  <a:lnTo>
                    <a:pt x="0" y="323088"/>
                  </a:lnTo>
                  <a:lnTo>
                    <a:pt x="0" y="332232"/>
                  </a:lnTo>
                  <a:lnTo>
                    <a:pt x="10680" y="332232"/>
                  </a:lnTo>
                  <a:lnTo>
                    <a:pt x="10680" y="323088"/>
                  </a:lnTo>
                  <a:close/>
                </a:path>
                <a:path w="10795" h="1343025">
                  <a:moveTo>
                    <a:pt x="10680" y="304800"/>
                  </a:moveTo>
                  <a:lnTo>
                    <a:pt x="0" y="304800"/>
                  </a:lnTo>
                  <a:lnTo>
                    <a:pt x="0" y="313944"/>
                  </a:lnTo>
                  <a:lnTo>
                    <a:pt x="10680" y="313944"/>
                  </a:lnTo>
                  <a:lnTo>
                    <a:pt x="10680" y="304800"/>
                  </a:lnTo>
                  <a:close/>
                </a:path>
                <a:path w="10795" h="1343025">
                  <a:moveTo>
                    <a:pt x="10680" y="284988"/>
                  </a:moveTo>
                  <a:lnTo>
                    <a:pt x="0" y="284988"/>
                  </a:lnTo>
                  <a:lnTo>
                    <a:pt x="0" y="294132"/>
                  </a:lnTo>
                  <a:lnTo>
                    <a:pt x="10680" y="294132"/>
                  </a:lnTo>
                  <a:lnTo>
                    <a:pt x="10680" y="284988"/>
                  </a:lnTo>
                  <a:close/>
                </a:path>
                <a:path w="10795" h="1343025">
                  <a:moveTo>
                    <a:pt x="10680" y="266687"/>
                  </a:moveTo>
                  <a:lnTo>
                    <a:pt x="0" y="266687"/>
                  </a:lnTo>
                  <a:lnTo>
                    <a:pt x="0" y="275844"/>
                  </a:lnTo>
                  <a:lnTo>
                    <a:pt x="10680" y="275844"/>
                  </a:lnTo>
                  <a:lnTo>
                    <a:pt x="10680" y="266687"/>
                  </a:lnTo>
                  <a:close/>
                </a:path>
                <a:path w="10795" h="1343025">
                  <a:moveTo>
                    <a:pt x="10680" y="246888"/>
                  </a:moveTo>
                  <a:lnTo>
                    <a:pt x="0" y="246888"/>
                  </a:lnTo>
                  <a:lnTo>
                    <a:pt x="0" y="256032"/>
                  </a:lnTo>
                  <a:lnTo>
                    <a:pt x="10680" y="256032"/>
                  </a:lnTo>
                  <a:lnTo>
                    <a:pt x="10680" y="246888"/>
                  </a:lnTo>
                  <a:close/>
                </a:path>
                <a:path w="10795" h="1343025">
                  <a:moveTo>
                    <a:pt x="10680" y="228600"/>
                  </a:moveTo>
                  <a:lnTo>
                    <a:pt x="0" y="228600"/>
                  </a:lnTo>
                  <a:lnTo>
                    <a:pt x="0" y="237744"/>
                  </a:lnTo>
                  <a:lnTo>
                    <a:pt x="10680" y="237744"/>
                  </a:lnTo>
                  <a:lnTo>
                    <a:pt x="10680" y="228600"/>
                  </a:lnTo>
                  <a:close/>
                </a:path>
                <a:path w="10795" h="1343025">
                  <a:moveTo>
                    <a:pt x="10680" y="208788"/>
                  </a:moveTo>
                  <a:lnTo>
                    <a:pt x="0" y="208788"/>
                  </a:lnTo>
                  <a:lnTo>
                    <a:pt x="0" y="217932"/>
                  </a:lnTo>
                  <a:lnTo>
                    <a:pt x="10680" y="217932"/>
                  </a:lnTo>
                  <a:lnTo>
                    <a:pt x="10680" y="208788"/>
                  </a:lnTo>
                  <a:close/>
                </a:path>
                <a:path w="10795" h="1343025">
                  <a:moveTo>
                    <a:pt x="10680" y="190500"/>
                  </a:moveTo>
                  <a:lnTo>
                    <a:pt x="0" y="190500"/>
                  </a:lnTo>
                  <a:lnTo>
                    <a:pt x="0" y="199644"/>
                  </a:lnTo>
                  <a:lnTo>
                    <a:pt x="10680" y="199644"/>
                  </a:lnTo>
                  <a:lnTo>
                    <a:pt x="10680" y="190500"/>
                  </a:lnTo>
                  <a:close/>
                </a:path>
                <a:path w="10795" h="1343025">
                  <a:moveTo>
                    <a:pt x="10680" y="170688"/>
                  </a:moveTo>
                  <a:lnTo>
                    <a:pt x="0" y="170688"/>
                  </a:lnTo>
                  <a:lnTo>
                    <a:pt x="0" y="179832"/>
                  </a:lnTo>
                  <a:lnTo>
                    <a:pt x="10680" y="179832"/>
                  </a:lnTo>
                  <a:lnTo>
                    <a:pt x="10680" y="170688"/>
                  </a:lnTo>
                  <a:close/>
                </a:path>
                <a:path w="10795" h="1343025">
                  <a:moveTo>
                    <a:pt x="10680" y="152387"/>
                  </a:moveTo>
                  <a:lnTo>
                    <a:pt x="0" y="152387"/>
                  </a:lnTo>
                  <a:lnTo>
                    <a:pt x="0" y="161544"/>
                  </a:lnTo>
                  <a:lnTo>
                    <a:pt x="10680" y="161544"/>
                  </a:lnTo>
                  <a:lnTo>
                    <a:pt x="10680" y="152387"/>
                  </a:lnTo>
                  <a:close/>
                </a:path>
                <a:path w="10795" h="1343025">
                  <a:moveTo>
                    <a:pt x="10680" y="132588"/>
                  </a:moveTo>
                  <a:lnTo>
                    <a:pt x="0" y="132588"/>
                  </a:lnTo>
                  <a:lnTo>
                    <a:pt x="0" y="141732"/>
                  </a:lnTo>
                  <a:lnTo>
                    <a:pt x="10680" y="141732"/>
                  </a:lnTo>
                  <a:lnTo>
                    <a:pt x="10680" y="132588"/>
                  </a:lnTo>
                  <a:close/>
                </a:path>
                <a:path w="10795" h="1343025">
                  <a:moveTo>
                    <a:pt x="10680" y="114300"/>
                  </a:moveTo>
                  <a:lnTo>
                    <a:pt x="0" y="114300"/>
                  </a:lnTo>
                  <a:lnTo>
                    <a:pt x="0" y="123444"/>
                  </a:lnTo>
                  <a:lnTo>
                    <a:pt x="10680" y="123444"/>
                  </a:lnTo>
                  <a:lnTo>
                    <a:pt x="10680" y="114300"/>
                  </a:lnTo>
                  <a:close/>
                </a:path>
                <a:path w="10795" h="1343025">
                  <a:moveTo>
                    <a:pt x="10680" y="94488"/>
                  </a:moveTo>
                  <a:lnTo>
                    <a:pt x="0" y="94488"/>
                  </a:lnTo>
                  <a:lnTo>
                    <a:pt x="0" y="103632"/>
                  </a:lnTo>
                  <a:lnTo>
                    <a:pt x="10680" y="103632"/>
                  </a:lnTo>
                  <a:lnTo>
                    <a:pt x="10680" y="94488"/>
                  </a:lnTo>
                  <a:close/>
                </a:path>
                <a:path w="10795" h="1343025">
                  <a:moveTo>
                    <a:pt x="10680" y="76200"/>
                  </a:moveTo>
                  <a:lnTo>
                    <a:pt x="0" y="76200"/>
                  </a:lnTo>
                  <a:lnTo>
                    <a:pt x="0" y="85344"/>
                  </a:lnTo>
                  <a:lnTo>
                    <a:pt x="10680" y="85344"/>
                  </a:lnTo>
                  <a:lnTo>
                    <a:pt x="10680" y="76200"/>
                  </a:lnTo>
                  <a:close/>
                </a:path>
                <a:path w="10795" h="1343025">
                  <a:moveTo>
                    <a:pt x="10680" y="56388"/>
                  </a:moveTo>
                  <a:lnTo>
                    <a:pt x="0" y="56388"/>
                  </a:lnTo>
                  <a:lnTo>
                    <a:pt x="0" y="65532"/>
                  </a:lnTo>
                  <a:lnTo>
                    <a:pt x="10680" y="65532"/>
                  </a:lnTo>
                  <a:lnTo>
                    <a:pt x="10680" y="56388"/>
                  </a:lnTo>
                  <a:close/>
                </a:path>
                <a:path w="10795" h="1343025">
                  <a:moveTo>
                    <a:pt x="10680" y="38087"/>
                  </a:moveTo>
                  <a:lnTo>
                    <a:pt x="0" y="38087"/>
                  </a:lnTo>
                  <a:lnTo>
                    <a:pt x="0" y="47244"/>
                  </a:lnTo>
                  <a:lnTo>
                    <a:pt x="10680" y="47244"/>
                  </a:lnTo>
                  <a:lnTo>
                    <a:pt x="10680" y="38087"/>
                  </a:lnTo>
                  <a:close/>
                </a:path>
                <a:path w="10795" h="1343025">
                  <a:moveTo>
                    <a:pt x="10680" y="18288"/>
                  </a:moveTo>
                  <a:lnTo>
                    <a:pt x="0" y="18288"/>
                  </a:lnTo>
                  <a:lnTo>
                    <a:pt x="0" y="27432"/>
                  </a:lnTo>
                  <a:lnTo>
                    <a:pt x="10680" y="27432"/>
                  </a:lnTo>
                  <a:lnTo>
                    <a:pt x="10680" y="18288"/>
                  </a:lnTo>
                  <a:close/>
                </a:path>
                <a:path w="10795" h="1343025">
                  <a:moveTo>
                    <a:pt x="10680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10680" y="9144"/>
                  </a:lnTo>
                  <a:lnTo>
                    <a:pt x="106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181587" y="5184660"/>
              <a:ext cx="841375" cy="512445"/>
            </a:xfrm>
            <a:custGeom>
              <a:avLst/>
              <a:gdLst/>
              <a:ahLst/>
              <a:cxnLst/>
              <a:rect l="l" t="t" r="r" b="b"/>
              <a:pathLst>
                <a:path w="841375" h="512445">
                  <a:moveTo>
                    <a:pt x="10680" y="502907"/>
                  </a:moveTo>
                  <a:lnTo>
                    <a:pt x="0" y="502907"/>
                  </a:lnTo>
                  <a:lnTo>
                    <a:pt x="0" y="512064"/>
                  </a:lnTo>
                  <a:lnTo>
                    <a:pt x="10680" y="512064"/>
                  </a:lnTo>
                  <a:lnTo>
                    <a:pt x="10680" y="502907"/>
                  </a:lnTo>
                  <a:close/>
                </a:path>
                <a:path w="841375" h="512445">
                  <a:moveTo>
                    <a:pt x="28956" y="502907"/>
                  </a:moveTo>
                  <a:lnTo>
                    <a:pt x="19812" y="502907"/>
                  </a:lnTo>
                  <a:lnTo>
                    <a:pt x="19812" y="512064"/>
                  </a:lnTo>
                  <a:lnTo>
                    <a:pt x="28956" y="512064"/>
                  </a:lnTo>
                  <a:lnTo>
                    <a:pt x="28956" y="502907"/>
                  </a:lnTo>
                  <a:close/>
                </a:path>
                <a:path w="841375" h="512445">
                  <a:moveTo>
                    <a:pt x="48768" y="502907"/>
                  </a:moveTo>
                  <a:lnTo>
                    <a:pt x="38100" y="502907"/>
                  </a:lnTo>
                  <a:lnTo>
                    <a:pt x="38100" y="512064"/>
                  </a:lnTo>
                  <a:lnTo>
                    <a:pt x="48768" y="512064"/>
                  </a:lnTo>
                  <a:lnTo>
                    <a:pt x="48768" y="502907"/>
                  </a:lnTo>
                  <a:close/>
                </a:path>
                <a:path w="841375" h="512445">
                  <a:moveTo>
                    <a:pt x="67056" y="502907"/>
                  </a:moveTo>
                  <a:lnTo>
                    <a:pt x="57912" y="502907"/>
                  </a:lnTo>
                  <a:lnTo>
                    <a:pt x="57912" y="512064"/>
                  </a:lnTo>
                  <a:lnTo>
                    <a:pt x="67056" y="512064"/>
                  </a:lnTo>
                  <a:lnTo>
                    <a:pt x="67056" y="502907"/>
                  </a:lnTo>
                  <a:close/>
                </a:path>
                <a:path w="841375" h="512445">
                  <a:moveTo>
                    <a:pt x="86868" y="502907"/>
                  </a:moveTo>
                  <a:lnTo>
                    <a:pt x="76200" y="502907"/>
                  </a:lnTo>
                  <a:lnTo>
                    <a:pt x="76200" y="512064"/>
                  </a:lnTo>
                  <a:lnTo>
                    <a:pt x="86868" y="512064"/>
                  </a:lnTo>
                  <a:lnTo>
                    <a:pt x="86868" y="502907"/>
                  </a:lnTo>
                  <a:close/>
                </a:path>
                <a:path w="841375" h="512445">
                  <a:moveTo>
                    <a:pt x="105156" y="502907"/>
                  </a:moveTo>
                  <a:lnTo>
                    <a:pt x="96012" y="502907"/>
                  </a:lnTo>
                  <a:lnTo>
                    <a:pt x="96012" y="512064"/>
                  </a:lnTo>
                  <a:lnTo>
                    <a:pt x="105156" y="512064"/>
                  </a:lnTo>
                  <a:lnTo>
                    <a:pt x="105156" y="502907"/>
                  </a:lnTo>
                  <a:close/>
                </a:path>
                <a:path w="841375" h="512445">
                  <a:moveTo>
                    <a:pt x="124980" y="502907"/>
                  </a:moveTo>
                  <a:lnTo>
                    <a:pt x="114300" y="502907"/>
                  </a:lnTo>
                  <a:lnTo>
                    <a:pt x="114300" y="512064"/>
                  </a:lnTo>
                  <a:lnTo>
                    <a:pt x="124980" y="512064"/>
                  </a:lnTo>
                  <a:lnTo>
                    <a:pt x="124980" y="502907"/>
                  </a:lnTo>
                  <a:close/>
                </a:path>
                <a:path w="841375" h="512445">
                  <a:moveTo>
                    <a:pt x="143256" y="502907"/>
                  </a:moveTo>
                  <a:lnTo>
                    <a:pt x="134112" y="502907"/>
                  </a:lnTo>
                  <a:lnTo>
                    <a:pt x="134112" y="512064"/>
                  </a:lnTo>
                  <a:lnTo>
                    <a:pt x="143256" y="512064"/>
                  </a:lnTo>
                  <a:lnTo>
                    <a:pt x="143256" y="502907"/>
                  </a:lnTo>
                  <a:close/>
                </a:path>
                <a:path w="841375" h="512445">
                  <a:moveTo>
                    <a:pt x="163068" y="502907"/>
                  </a:moveTo>
                  <a:lnTo>
                    <a:pt x="152400" y="502907"/>
                  </a:lnTo>
                  <a:lnTo>
                    <a:pt x="152400" y="512064"/>
                  </a:lnTo>
                  <a:lnTo>
                    <a:pt x="163068" y="512064"/>
                  </a:lnTo>
                  <a:lnTo>
                    <a:pt x="163068" y="502907"/>
                  </a:lnTo>
                  <a:close/>
                </a:path>
                <a:path w="841375" h="512445">
                  <a:moveTo>
                    <a:pt x="181356" y="502907"/>
                  </a:moveTo>
                  <a:lnTo>
                    <a:pt x="172212" y="502907"/>
                  </a:lnTo>
                  <a:lnTo>
                    <a:pt x="172212" y="512064"/>
                  </a:lnTo>
                  <a:lnTo>
                    <a:pt x="181356" y="512064"/>
                  </a:lnTo>
                  <a:lnTo>
                    <a:pt x="181356" y="502907"/>
                  </a:lnTo>
                  <a:close/>
                </a:path>
                <a:path w="841375" h="512445">
                  <a:moveTo>
                    <a:pt x="201168" y="502907"/>
                  </a:moveTo>
                  <a:lnTo>
                    <a:pt x="190500" y="502907"/>
                  </a:lnTo>
                  <a:lnTo>
                    <a:pt x="190500" y="512064"/>
                  </a:lnTo>
                  <a:lnTo>
                    <a:pt x="201168" y="512064"/>
                  </a:lnTo>
                  <a:lnTo>
                    <a:pt x="201168" y="502907"/>
                  </a:lnTo>
                  <a:close/>
                </a:path>
                <a:path w="841375" h="512445">
                  <a:moveTo>
                    <a:pt x="219456" y="502907"/>
                  </a:moveTo>
                  <a:lnTo>
                    <a:pt x="210312" y="502907"/>
                  </a:lnTo>
                  <a:lnTo>
                    <a:pt x="210312" y="512064"/>
                  </a:lnTo>
                  <a:lnTo>
                    <a:pt x="219456" y="512064"/>
                  </a:lnTo>
                  <a:lnTo>
                    <a:pt x="219456" y="502907"/>
                  </a:lnTo>
                  <a:close/>
                </a:path>
                <a:path w="841375" h="512445">
                  <a:moveTo>
                    <a:pt x="239280" y="502907"/>
                  </a:moveTo>
                  <a:lnTo>
                    <a:pt x="228600" y="502907"/>
                  </a:lnTo>
                  <a:lnTo>
                    <a:pt x="228600" y="512064"/>
                  </a:lnTo>
                  <a:lnTo>
                    <a:pt x="239280" y="512064"/>
                  </a:lnTo>
                  <a:lnTo>
                    <a:pt x="239280" y="502907"/>
                  </a:lnTo>
                  <a:close/>
                </a:path>
                <a:path w="841375" h="512445">
                  <a:moveTo>
                    <a:pt x="257556" y="502907"/>
                  </a:moveTo>
                  <a:lnTo>
                    <a:pt x="248412" y="502907"/>
                  </a:lnTo>
                  <a:lnTo>
                    <a:pt x="248412" y="512064"/>
                  </a:lnTo>
                  <a:lnTo>
                    <a:pt x="257556" y="512064"/>
                  </a:lnTo>
                  <a:lnTo>
                    <a:pt x="257556" y="502907"/>
                  </a:lnTo>
                  <a:close/>
                </a:path>
                <a:path w="841375" h="512445">
                  <a:moveTo>
                    <a:pt x="277368" y="502907"/>
                  </a:moveTo>
                  <a:lnTo>
                    <a:pt x="266700" y="502907"/>
                  </a:lnTo>
                  <a:lnTo>
                    <a:pt x="266700" y="512064"/>
                  </a:lnTo>
                  <a:lnTo>
                    <a:pt x="277368" y="512064"/>
                  </a:lnTo>
                  <a:lnTo>
                    <a:pt x="277368" y="502907"/>
                  </a:lnTo>
                  <a:close/>
                </a:path>
                <a:path w="841375" h="512445">
                  <a:moveTo>
                    <a:pt x="295656" y="502907"/>
                  </a:moveTo>
                  <a:lnTo>
                    <a:pt x="286512" y="502907"/>
                  </a:lnTo>
                  <a:lnTo>
                    <a:pt x="286512" y="512064"/>
                  </a:lnTo>
                  <a:lnTo>
                    <a:pt x="295656" y="512064"/>
                  </a:lnTo>
                  <a:lnTo>
                    <a:pt x="295656" y="502907"/>
                  </a:lnTo>
                  <a:close/>
                </a:path>
                <a:path w="841375" h="512445">
                  <a:moveTo>
                    <a:pt x="315468" y="502907"/>
                  </a:moveTo>
                  <a:lnTo>
                    <a:pt x="304800" y="502907"/>
                  </a:lnTo>
                  <a:lnTo>
                    <a:pt x="304800" y="512064"/>
                  </a:lnTo>
                  <a:lnTo>
                    <a:pt x="315468" y="512064"/>
                  </a:lnTo>
                  <a:lnTo>
                    <a:pt x="315468" y="502907"/>
                  </a:lnTo>
                  <a:close/>
                </a:path>
                <a:path w="841375" h="512445">
                  <a:moveTo>
                    <a:pt x="333756" y="502907"/>
                  </a:moveTo>
                  <a:lnTo>
                    <a:pt x="324612" y="502907"/>
                  </a:lnTo>
                  <a:lnTo>
                    <a:pt x="324612" y="512064"/>
                  </a:lnTo>
                  <a:lnTo>
                    <a:pt x="333756" y="512064"/>
                  </a:lnTo>
                  <a:lnTo>
                    <a:pt x="333756" y="502907"/>
                  </a:lnTo>
                  <a:close/>
                </a:path>
                <a:path w="841375" h="512445">
                  <a:moveTo>
                    <a:pt x="353580" y="502907"/>
                  </a:moveTo>
                  <a:lnTo>
                    <a:pt x="342900" y="502907"/>
                  </a:lnTo>
                  <a:lnTo>
                    <a:pt x="342900" y="512064"/>
                  </a:lnTo>
                  <a:lnTo>
                    <a:pt x="353580" y="512064"/>
                  </a:lnTo>
                  <a:lnTo>
                    <a:pt x="353580" y="502907"/>
                  </a:lnTo>
                  <a:close/>
                </a:path>
                <a:path w="841375" h="512445">
                  <a:moveTo>
                    <a:pt x="371856" y="502907"/>
                  </a:moveTo>
                  <a:lnTo>
                    <a:pt x="362712" y="502907"/>
                  </a:lnTo>
                  <a:lnTo>
                    <a:pt x="362712" y="512064"/>
                  </a:lnTo>
                  <a:lnTo>
                    <a:pt x="371856" y="512064"/>
                  </a:lnTo>
                  <a:lnTo>
                    <a:pt x="371856" y="502907"/>
                  </a:lnTo>
                  <a:close/>
                </a:path>
                <a:path w="841375" h="512445">
                  <a:moveTo>
                    <a:pt x="391668" y="502907"/>
                  </a:moveTo>
                  <a:lnTo>
                    <a:pt x="381000" y="502907"/>
                  </a:lnTo>
                  <a:lnTo>
                    <a:pt x="381000" y="512064"/>
                  </a:lnTo>
                  <a:lnTo>
                    <a:pt x="391668" y="512064"/>
                  </a:lnTo>
                  <a:lnTo>
                    <a:pt x="391668" y="502907"/>
                  </a:lnTo>
                  <a:close/>
                </a:path>
                <a:path w="841375" h="512445">
                  <a:moveTo>
                    <a:pt x="409956" y="502907"/>
                  </a:moveTo>
                  <a:lnTo>
                    <a:pt x="400812" y="502907"/>
                  </a:lnTo>
                  <a:lnTo>
                    <a:pt x="400812" y="512064"/>
                  </a:lnTo>
                  <a:lnTo>
                    <a:pt x="409956" y="512064"/>
                  </a:lnTo>
                  <a:lnTo>
                    <a:pt x="409956" y="502907"/>
                  </a:lnTo>
                  <a:close/>
                </a:path>
                <a:path w="841375" h="512445">
                  <a:moveTo>
                    <a:pt x="429768" y="502907"/>
                  </a:moveTo>
                  <a:lnTo>
                    <a:pt x="419100" y="502907"/>
                  </a:lnTo>
                  <a:lnTo>
                    <a:pt x="419100" y="512064"/>
                  </a:lnTo>
                  <a:lnTo>
                    <a:pt x="429768" y="512064"/>
                  </a:lnTo>
                  <a:lnTo>
                    <a:pt x="429768" y="502907"/>
                  </a:lnTo>
                  <a:close/>
                </a:path>
                <a:path w="841375" h="512445">
                  <a:moveTo>
                    <a:pt x="448056" y="502907"/>
                  </a:moveTo>
                  <a:lnTo>
                    <a:pt x="438912" y="502907"/>
                  </a:lnTo>
                  <a:lnTo>
                    <a:pt x="438912" y="512064"/>
                  </a:lnTo>
                  <a:lnTo>
                    <a:pt x="448056" y="512064"/>
                  </a:lnTo>
                  <a:lnTo>
                    <a:pt x="448056" y="502907"/>
                  </a:lnTo>
                  <a:close/>
                </a:path>
                <a:path w="841375" h="512445">
                  <a:moveTo>
                    <a:pt x="467880" y="502907"/>
                  </a:moveTo>
                  <a:lnTo>
                    <a:pt x="457200" y="502907"/>
                  </a:lnTo>
                  <a:lnTo>
                    <a:pt x="457200" y="512064"/>
                  </a:lnTo>
                  <a:lnTo>
                    <a:pt x="467880" y="512064"/>
                  </a:lnTo>
                  <a:lnTo>
                    <a:pt x="467880" y="502907"/>
                  </a:lnTo>
                  <a:close/>
                </a:path>
                <a:path w="841375" h="512445">
                  <a:moveTo>
                    <a:pt x="486156" y="502907"/>
                  </a:moveTo>
                  <a:lnTo>
                    <a:pt x="477012" y="502907"/>
                  </a:lnTo>
                  <a:lnTo>
                    <a:pt x="477012" y="512064"/>
                  </a:lnTo>
                  <a:lnTo>
                    <a:pt x="486156" y="512064"/>
                  </a:lnTo>
                  <a:lnTo>
                    <a:pt x="486156" y="502907"/>
                  </a:lnTo>
                  <a:close/>
                </a:path>
                <a:path w="841375" h="512445">
                  <a:moveTo>
                    <a:pt x="505968" y="502907"/>
                  </a:moveTo>
                  <a:lnTo>
                    <a:pt x="495300" y="502907"/>
                  </a:lnTo>
                  <a:lnTo>
                    <a:pt x="495300" y="512064"/>
                  </a:lnTo>
                  <a:lnTo>
                    <a:pt x="505968" y="512064"/>
                  </a:lnTo>
                  <a:lnTo>
                    <a:pt x="505968" y="502907"/>
                  </a:lnTo>
                  <a:close/>
                </a:path>
                <a:path w="841375" h="512445">
                  <a:moveTo>
                    <a:pt x="524256" y="502907"/>
                  </a:moveTo>
                  <a:lnTo>
                    <a:pt x="515112" y="502907"/>
                  </a:lnTo>
                  <a:lnTo>
                    <a:pt x="515112" y="512064"/>
                  </a:lnTo>
                  <a:lnTo>
                    <a:pt x="524256" y="512064"/>
                  </a:lnTo>
                  <a:lnTo>
                    <a:pt x="524256" y="502907"/>
                  </a:lnTo>
                  <a:close/>
                </a:path>
                <a:path w="841375" h="512445">
                  <a:moveTo>
                    <a:pt x="544068" y="502907"/>
                  </a:moveTo>
                  <a:lnTo>
                    <a:pt x="533400" y="502907"/>
                  </a:lnTo>
                  <a:lnTo>
                    <a:pt x="533400" y="512064"/>
                  </a:lnTo>
                  <a:lnTo>
                    <a:pt x="544068" y="512064"/>
                  </a:lnTo>
                  <a:lnTo>
                    <a:pt x="544068" y="502907"/>
                  </a:lnTo>
                  <a:close/>
                </a:path>
                <a:path w="841375" h="512445">
                  <a:moveTo>
                    <a:pt x="562356" y="502907"/>
                  </a:moveTo>
                  <a:lnTo>
                    <a:pt x="553212" y="502907"/>
                  </a:lnTo>
                  <a:lnTo>
                    <a:pt x="553212" y="512064"/>
                  </a:lnTo>
                  <a:lnTo>
                    <a:pt x="562356" y="512064"/>
                  </a:lnTo>
                  <a:lnTo>
                    <a:pt x="562356" y="502907"/>
                  </a:lnTo>
                  <a:close/>
                </a:path>
                <a:path w="841375" h="512445">
                  <a:moveTo>
                    <a:pt x="582180" y="502907"/>
                  </a:moveTo>
                  <a:lnTo>
                    <a:pt x="571500" y="502907"/>
                  </a:lnTo>
                  <a:lnTo>
                    <a:pt x="571500" y="512064"/>
                  </a:lnTo>
                  <a:lnTo>
                    <a:pt x="582180" y="512064"/>
                  </a:lnTo>
                  <a:lnTo>
                    <a:pt x="582180" y="502907"/>
                  </a:lnTo>
                  <a:close/>
                </a:path>
                <a:path w="841375" h="512445">
                  <a:moveTo>
                    <a:pt x="600456" y="502907"/>
                  </a:moveTo>
                  <a:lnTo>
                    <a:pt x="591312" y="502907"/>
                  </a:lnTo>
                  <a:lnTo>
                    <a:pt x="591312" y="512064"/>
                  </a:lnTo>
                  <a:lnTo>
                    <a:pt x="600456" y="512064"/>
                  </a:lnTo>
                  <a:lnTo>
                    <a:pt x="600456" y="502907"/>
                  </a:lnTo>
                  <a:close/>
                </a:path>
                <a:path w="841375" h="512445">
                  <a:moveTo>
                    <a:pt x="620268" y="502907"/>
                  </a:moveTo>
                  <a:lnTo>
                    <a:pt x="609600" y="502907"/>
                  </a:lnTo>
                  <a:lnTo>
                    <a:pt x="609600" y="512064"/>
                  </a:lnTo>
                  <a:lnTo>
                    <a:pt x="620268" y="512064"/>
                  </a:lnTo>
                  <a:lnTo>
                    <a:pt x="620268" y="502907"/>
                  </a:lnTo>
                  <a:close/>
                </a:path>
                <a:path w="841375" h="512445">
                  <a:moveTo>
                    <a:pt x="638556" y="502907"/>
                  </a:moveTo>
                  <a:lnTo>
                    <a:pt x="629412" y="502907"/>
                  </a:lnTo>
                  <a:lnTo>
                    <a:pt x="629412" y="512064"/>
                  </a:lnTo>
                  <a:lnTo>
                    <a:pt x="638556" y="512064"/>
                  </a:lnTo>
                  <a:lnTo>
                    <a:pt x="638556" y="502907"/>
                  </a:lnTo>
                  <a:close/>
                </a:path>
                <a:path w="841375" h="512445">
                  <a:moveTo>
                    <a:pt x="658368" y="502907"/>
                  </a:moveTo>
                  <a:lnTo>
                    <a:pt x="647700" y="502907"/>
                  </a:lnTo>
                  <a:lnTo>
                    <a:pt x="647700" y="512064"/>
                  </a:lnTo>
                  <a:lnTo>
                    <a:pt x="658368" y="512064"/>
                  </a:lnTo>
                  <a:lnTo>
                    <a:pt x="658368" y="502907"/>
                  </a:lnTo>
                  <a:close/>
                </a:path>
                <a:path w="841375" h="512445">
                  <a:moveTo>
                    <a:pt x="676656" y="502907"/>
                  </a:moveTo>
                  <a:lnTo>
                    <a:pt x="667512" y="502907"/>
                  </a:lnTo>
                  <a:lnTo>
                    <a:pt x="667512" y="512064"/>
                  </a:lnTo>
                  <a:lnTo>
                    <a:pt x="676656" y="512064"/>
                  </a:lnTo>
                  <a:lnTo>
                    <a:pt x="676656" y="502907"/>
                  </a:lnTo>
                  <a:close/>
                </a:path>
                <a:path w="841375" h="512445">
                  <a:moveTo>
                    <a:pt x="696480" y="502907"/>
                  </a:moveTo>
                  <a:lnTo>
                    <a:pt x="685800" y="502907"/>
                  </a:lnTo>
                  <a:lnTo>
                    <a:pt x="685800" y="512064"/>
                  </a:lnTo>
                  <a:lnTo>
                    <a:pt x="696480" y="512064"/>
                  </a:lnTo>
                  <a:lnTo>
                    <a:pt x="696480" y="502907"/>
                  </a:lnTo>
                  <a:close/>
                </a:path>
                <a:path w="841375" h="512445">
                  <a:moveTo>
                    <a:pt x="714756" y="502907"/>
                  </a:moveTo>
                  <a:lnTo>
                    <a:pt x="705612" y="502907"/>
                  </a:lnTo>
                  <a:lnTo>
                    <a:pt x="705612" y="512064"/>
                  </a:lnTo>
                  <a:lnTo>
                    <a:pt x="714756" y="512064"/>
                  </a:lnTo>
                  <a:lnTo>
                    <a:pt x="714756" y="502907"/>
                  </a:lnTo>
                  <a:close/>
                </a:path>
                <a:path w="841375" h="512445">
                  <a:moveTo>
                    <a:pt x="734568" y="502907"/>
                  </a:moveTo>
                  <a:lnTo>
                    <a:pt x="723900" y="502907"/>
                  </a:lnTo>
                  <a:lnTo>
                    <a:pt x="723900" y="512064"/>
                  </a:lnTo>
                  <a:lnTo>
                    <a:pt x="734568" y="512064"/>
                  </a:lnTo>
                  <a:lnTo>
                    <a:pt x="734568" y="502907"/>
                  </a:lnTo>
                  <a:close/>
                </a:path>
                <a:path w="841375" h="512445">
                  <a:moveTo>
                    <a:pt x="752856" y="502907"/>
                  </a:moveTo>
                  <a:lnTo>
                    <a:pt x="743712" y="502907"/>
                  </a:lnTo>
                  <a:lnTo>
                    <a:pt x="743712" y="512064"/>
                  </a:lnTo>
                  <a:lnTo>
                    <a:pt x="752856" y="512064"/>
                  </a:lnTo>
                  <a:lnTo>
                    <a:pt x="752856" y="502907"/>
                  </a:lnTo>
                  <a:close/>
                </a:path>
                <a:path w="841375" h="512445">
                  <a:moveTo>
                    <a:pt x="772668" y="502907"/>
                  </a:moveTo>
                  <a:lnTo>
                    <a:pt x="762000" y="502907"/>
                  </a:lnTo>
                  <a:lnTo>
                    <a:pt x="762000" y="512064"/>
                  </a:lnTo>
                  <a:lnTo>
                    <a:pt x="772668" y="512064"/>
                  </a:lnTo>
                  <a:lnTo>
                    <a:pt x="772668" y="502907"/>
                  </a:lnTo>
                  <a:close/>
                </a:path>
                <a:path w="841375" h="512445">
                  <a:moveTo>
                    <a:pt x="790956" y="502907"/>
                  </a:moveTo>
                  <a:lnTo>
                    <a:pt x="781812" y="502907"/>
                  </a:lnTo>
                  <a:lnTo>
                    <a:pt x="781812" y="512064"/>
                  </a:lnTo>
                  <a:lnTo>
                    <a:pt x="790956" y="512064"/>
                  </a:lnTo>
                  <a:lnTo>
                    <a:pt x="790956" y="502907"/>
                  </a:lnTo>
                  <a:close/>
                </a:path>
                <a:path w="841375" h="512445">
                  <a:moveTo>
                    <a:pt x="810780" y="502907"/>
                  </a:moveTo>
                  <a:lnTo>
                    <a:pt x="800100" y="502907"/>
                  </a:lnTo>
                  <a:lnTo>
                    <a:pt x="800100" y="512064"/>
                  </a:lnTo>
                  <a:lnTo>
                    <a:pt x="810780" y="512064"/>
                  </a:lnTo>
                  <a:lnTo>
                    <a:pt x="810780" y="502907"/>
                  </a:lnTo>
                  <a:close/>
                </a:path>
                <a:path w="841375" h="512445">
                  <a:moveTo>
                    <a:pt x="829056" y="502920"/>
                  </a:moveTo>
                  <a:lnTo>
                    <a:pt x="819912" y="502920"/>
                  </a:lnTo>
                  <a:lnTo>
                    <a:pt x="819912" y="512064"/>
                  </a:lnTo>
                  <a:lnTo>
                    <a:pt x="829056" y="512064"/>
                  </a:lnTo>
                  <a:lnTo>
                    <a:pt x="829056" y="502920"/>
                  </a:lnTo>
                  <a:close/>
                </a:path>
                <a:path w="841375" h="512445">
                  <a:moveTo>
                    <a:pt x="841260" y="495300"/>
                  </a:moveTo>
                  <a:lnTo>
                    <a:pt x="830580" y="495300"/>
                  </a:lnTo>
                  <a:lnTo>
                    <a:pt x="830580" y="504444"/>
                  </a:lnTo>
                  <a:lnTo>
                    <a:pt x="841260" y="504444"/>
                  </a:lnTo>
                  <a:lnTo>
                    <a:pt x="841260" y="495300"/>
                  </a:lnTo>
                  <a:close/>
                </a:path>
                <a:path w="841375" h="512445">
                  <a:moveTo>
                    <a:pt x="841260" y="475488"/>
                  </a:moveTo>
                  <a:lnTo>
                    <a:pt x="830580" y="475488"/>
                  </a:lnTo>
                  <a:lnTo>
                    <a:pt x="830580" y="484632"/>
                  </a:lnTo>
                  <a:lnTo>
                    <a:pt x="841260" y="484632"/>
                  </a:lnTo>
                  <a:lnTo>
                    <a:pt x="841260" y="475488"/>
                  </a:lnTo>
                  <a:close/>
                </a:path>
                <a:path w="841375" h="512445">
                  <a:moveTo>
                    <a:pt x="841260" y="457200"/>
                  </a:moveTo>
                  <a:lnTo>
                    <a:pt x="830580" y="457200"/>
                  </a:lnTo>
                  <a:lnTo>
                    <a:pt x="830580" y="466344"/>
                  </a:lnTo>
                  <a:lnTo>
                    <a:pt x="841260" y="466344"/>
                  </a:lnTo>
                  <a:lnTo>
                    <a:pt x="841260" y="457200"/>
                  </a:lnTo>
                  <a:close/>
                </a:path>
                <a:path w="841375" h="512445">
                  <a:moveTo>
                    <a:pt x="841260" y="437388"/>
                  </a:moveTo>
                  <a:lnTo>
                    <a:pt x="830580" y="437388"/>
                  </a:lnTo>
                  <a:lnTo>
                    <a:pt x="830580" y="446532"/>
                  </a:lnTo>
                  <a:lnTo>
                    <a:pt x="841260" y="446532"/>
                  </a:lnTo>
                  <a:lnTo>
                    <a:pt x="841260" y="437388"/>
                  </a:lnTo>
                  <a:close/>
                </a:path>
                <a:path w="841375" h="512445">
                  <a:moveTo>
                    <a:pt x="841260" y="419100"/>
                  </a:moveTo>
                  <a:lnTo>
                    <a:pt x="830580" y="419100"/>
                  </a:lnTo>
                  <a:lnTo>
                    <a:pt x="830580" y="428244"/>
                  </a:lnTo>
                  <a:lnTo>
                    <a:pt x="841260" y="428244"/>
                  </a:lnTo>
                  <a:lnTo>
                    <a:pt x="841260" y="419100"/>
                  </a:lnTo>
                  <a:close/>
                </a:path>
                <a:path w="841375" h="512445">
                  <a:moveTo>
                    <a:pt x="841260" y="399288"/>
                  </a:moveTo>
                  <a:lnTo>
                    <a:pt x="830580" y="399288"/>
                  </a:lnTo>
                  <a:lnTo>
                    <a:pt x="830580" y="408432"/>
                  </a:lnTo>
                  <a:lnTo>
                    <a:pt x="841260" y="408432"/>
                  </a:lnTo>
                  <a:lnTo>
                    <a:pt x="841260" y="399288"/>
                  </a:lnTo>
                  <a:close/>
                </a:path>
                <a:path w="841375" h="512445">
                  <a:moveTo>
                    <a:pt x="841260" y="381000"/>
                  </a:moveTo>
                  <a:lnTo>
                    <a:pt x="830580" y="381000"/>
                  </a:lnTo>
                  <a:lnTo>
                    <a:pt x="830580" y="390144"/>
                  </a:lnTo>
                  <a:lnTo>
                    <a:pt x="841260" y="390144"/>
                  </a:lnTo>
                  <a:lnTo>
                    <a:pt x="841260" y="381000"/>
                  </a:lnTo>
                  <a:close/>
                </a:path>
                <a:path w="841375" h="512445">
                  <a:moveTo>
                    <a:pt x="841260" y="361188"/>
                  </a:moveTo>
                  <a:lnTo>
                    <a:pt x="830580" y="361188"/>
                  </a:lnTo>
                  <a:lnTo>
                    <a:pt x="830580" y="370332"/>
                  </a:lnTo>
                  <a:lnTo>
                    <a:pt x="841260" y="370332"/>
                  </a:lnTo>
                  <a:lnTo>
                    <a:pt x="841260" y="361188"/>
                  </a:lnTo>
                  <a:close/>
                </a:path>
                <a:path w="841375" h="512445">
                  <a:moveTo>
                    <a:pt x="841260" y="342900"/>
                  </a:moveTo>
                  <a:lnTo>
                    <a:pt x="830580" y="342900"/>
                  </a:lnTo>
                  <a:lnTo>
                    <a:pt x="830580" y="352044"/>
                  </a:lnTo>
                  <a:lnTo>
                    <a:pt x="841260" y="352044"/>
                  </a:lnTo>
                  <a:lnTo>
                    <a:pt x="841260" y="342900"/>
                  </a:lnTo>
                  <a:close/>
                </a:path>
                <a:path w="841375" h="512445">
                  <a:moveTo>
                    <a:pt x="841260" y="323088"/>
                  </a:moveTo>
                  <a:lnTo>
                    <a:pt x="830580" y="323088"/>
                  </a:lnTo>
                  <a:lnTo>
                    <a:pt x="830580" y="332232"/>
                  </a:lnTo>
                  <a:lnTo>
                    <a:pt x="841260" y="332232"/>
                  </a:lnTo>
                  <a:lnTo>
                    <a:pt x="841260" y="323088"/>
                  </a:lnTo>
                  <a:close/>
                </a:path>
                <a:path w="841375" h="512445">
                  <a:moveTo>
                    <a:pt x="841260" y="304787"/>
                  </a:moveTo>
                  <a:lnTo>
                    <a:pt x="830580" y="304787"/>
                  </a:lnTo>
                  <a:lnTo>
                    <a:pt x="830580" y="313944"/>
                  </a:lnTo>
                  <a:lnTo>
                    <a:pt x="841260" y="313944"/>
                  </a:lnTo>
                  <a:lnTo>
                    <a:pt x="841260" y="304787"/>
                  </a:lnTo>
                  <a:close/>
                </a:path>
                <a:path w="841375" h="512445">
                  <a:moveTo>
                    <a:pt x="841260" y="284988"/>
                  </a:moveTo>
                  <a:lnTo>
                    <a:pt x="830580" y="284988"/>
                  </a:lnTo>
                  <a:lnTo>
                    <a:pt x="830580" y="294132"/>
                  </a:lnTo>
                  <a:lnTo>
                    <a:pt x="841260" y="294132"/>
                  </a:lnTo>
                  <a:lnTo>
                    <a:pt x="841260" y="284988"/>
                  </a:lnTo>
                  <a:close/>
                </a:path>
                <a:path w="841375" h="512445">
                  <a:moveTo>
                    <a:pt x="841260" y="266700"/>
                  </a:moveTo>
                  <a:lnTo>
                    <a:pt x="830580" y="266700"/>
                  </a:lnTo>
                  <a:lnTo>
                    <a:pt x="830580" y="275844"/>
                  </a:lnTo>
                  <a:lnTo>
                    <a:pt x="841260" y="275844"/>
                  </a:lnTo>
                  <a:lnTo>
                    <a:pt x="841260" y="266700"/>
                  </a:lnTo>
                  <a:close/>
                </a:path>
                <a:path w="841375" h="512445">
                  <a:moveTo>
                    <a:pt x="841260" y="246888"/>
                  </a:moveTo>
                  <a:lnTo>
                    <a:pt x="830580" y="246888"/>
                  </a:lnTo>
                  <a:lnTo>
                    <a:pt x="830580" y="256032"/>
                  </a:lnTo>
                  <a:lnTo>
                    <a:pt x="841260" y="256032"/>
                  </a:lnTo>
                  <a:lnTo>
                    <a:pt x="841260" y="246888"/>
                  </a:lnTo>
                  <a:close/>
                </a:path>
                <a:path w="841375" h="512445">
                  <a:moveTo>
                    <a:pt x="841260" y="228600"/>
                  </a:moveTo>
                  <a:lnTo>
                    <a:pt x="830580" y="228600"/>
                  </a:lnTo>
                  <a:lnTo>
                    <a:pt x="830580" y="237744"/>
                  </a:lnTo>
                  <a:lnTo>
                    <a:pt x="841260" y="237744"/>
                  </a:lnTo>
                  <a:lnTo>
                    <a:pt x="841260" y="228600"/>
                  </a:lnTo>
                  <a:close/>
                </a:path>
                <a:path w="841375" h="512445">
                  <a:moveTo>
                    <a:pt x="841260" y="208788"/>
                  </a:moveTo>
                  <a:lnTo>
                    <a:pt x="830580" y="208788"/>
                  </a:lnTo>
                  <a:lnTo>
                    <a:pt x="830580" y="217932"/>
                  </a:lnTo>
                  <a:lnTo>
                    <a:pt x="841260" y="217932"/>
                  </a:lnTo>
                  <a:lnTo>
                    <a:pt x="841260" y="208788"/>
                  </a:lnTo>
                  <a:close/>
                </a:path>
                <a:path w="841375" h="512445">
                  <a:moveTo>
                    <a:pt x="841260" y="190487"/>
                  </a:moveTo>
                  <a:lnTo>
                    <a:pt x="830580" y="190487"/>
                  </a:lnTo>
                  <a:lnTo>
                    <a:pt x="830580" y="199644"/>
                  </a:lnTo>
                  <a:lnTo>
                    <a:pt x="841260" y="199644"/>
                  </a:lnTo>
                  <a:lnTo>
                    <a:pt x="841260" y="190487"/>
                  </a:lnTo>
                  <a:close/>
                </a:path>
                <a:path w="841375" h="512445">
                  <a:moveTo>
                    <a:pt x="841260" y="170688"/>
                  </a:moveTo>
                  <a:lnTo>
                    <a:pt x="830580" y="170688"/>
                  </a:lnTo>
                  <a:lnTo>
                    <a:pt x="830580" y="179832"/>
                  </a:lnTo>
                  <a:lnTo>
                    <a:pt x="841260" y="179832"/>
                  </a:lnTo>
                  <a:lnTo>
                    <a:pt x="841260" y="170688"/>
                  </a:lnTo>
                  <a:close/>
                </a:path>
                <a:path w="841375" h="512445">
                  <a:moveTo>
                    <a:pt x="841260" y="152400"/>
                  </a:moveTo>
                  <a:lnTo>
                    <a:pt x="830580" y="152400"/>
                  </a:lnTo>
                  <a:lnTo>
                    <a:pt x="830580" y="161544"/>
                  </a:lnTo>
                  <a:lnTo>
                    <a:pt x="841260" y="161544"/>
                  </a:lnTo>
                  <a:lnTo>
                    <a:pt x="841260" y="152400"/>
                  </a:lnTo>
                  <a:close/>
                </a:path>
                <a:path w="841375" h="512445">
                  <a:moveTo>
                    <a:pt x="841260" y="132588"/>
                  </a:moveTo>
                  <a:lnTo>
                    <a:pt x="830580" y="132588"/>
                  </a:lnTo>
                  <a:lnTo>
                    <a:pt x="830580" y="141732"/>
                  </a:lnTo>
                  <a:lnTo>
                    <a:pt x="841260" y="141732"/>
                  </a:lnTo>
                  <a:lnTo>
                    <a:pt x="841260" y="132588"/>
                  </a:lnTo>
                  <a:close/>
                </a:path>
                <a:path w="841375" h="512445">
                  <a:moveTo>
                    <a:pt x="841260" y="114300"/>
                  </a:moveTo>
                  <a:lnTo>
                    <a:pt x="830580" y="114300"/>
                  </a:lnTo>
                  <a:lnTo>
                    <a:pt x="830580" y="123444"/>
                  </a:lnTo>
                  <a:lnTo>
                    <a:pt x="841260" y="123444"/>
                  </a:lnTo>
                  <a:lnTo>
                    <a:pt x="841260" y="114300"/>
                  </a:lnTo>
                  <a:close/>
                </a:path>
                <a:path w="841375" h="512445">
                  <a:moveTo>
                    <a:pt x="841260" y="94488"/>
                  </a:moveTo>
                  <a:lnTo>
                    <a:pt x="830580" y="94488"/>
                  </a:lnTo>
                  <a:lnTo>
                    <a:pt x="830580" y="103632"/>
                  </a:lnTo>
                  <a:lnTo>
                    <a:pt x="841260" y="103632"/>
                  </a:lnTo>
                  <a:lnTo>
                    <a:pt x="841260" y="94488"/>
                  </a:lnTo>
                  <a:close/>
                </a:path>
                <a:path w="841375" h="512445">
                  <a:moveTo>
                    <a:pt x="841260" y="76187"/>
                  </a:moveTo>
                  <a:lnTo>
                    <a:pt x="830580" y="76187"/>
                  </a:lnTo>
                  <a:lnTo>
                    <a:pt x="830580" y="85344"/>
                  </a:lnTo>
                  <a:lnTo>
                    <a:pt x="841260" y="85344"/>
                  </a:lnTo>
                  <a:lnTo>
                    <a:pt x="841260" y="76187"/>
                  </a:lnTo>
                  <a:close/>
                </a:path>
                <a:path w="841375" h="512445">
                  <a:moveTo>
                    <a:pt x="841260" y="56388"/>
                  </a:moveTo>
                  <a:lnTo>
                    <a:pt x="830580" y="56388"/>
                  </a:lnTo>
                  <a:lnTo>
                    <a:pt x="830580" y="65532"/>
                  </a:lnTo>
                  <a:lnTo>
                    <a:pt x="841260" y="65532"/>
                  </a:lnTo>
                  <a:lnTo>
                    <a:pt x="841260" y="56388"/>
                  </a:lnTo>
                  <a:close/>
                </a:path>
                <a:path w="841375" h="512445">
                  <a:moveTo>
                    <a:pt x="841260" y="38100"/>
                  </a:moveTo>
                  <a:lnTo>
                    <a:pt x="830580" y="38100"/>
                  </a:lnTo>
                  <a:lnTo>
                    <a:pt x="830580" y="47244"/>
                  </a:lnTo>
                  <a:lnTo>
                    <a:pt x="841260" y="47244"/>
                  </a:lnTo>
                  <a:lnTo>
                    <a:pt x="841260" y="38100"/>
                  </a:lnTo>
                  <a:close/>
                </a:path>
                <a:path w="841375" h="512445">
                  <a:moveTo>
                    <a:pt x="841260" y="18288"/>
                  </a:moveTo>
                  <a:lnTo>
                    <a:pt x="830580" y="18288"/>
                  </a:lnTo>
                  <a:lnTo>
                    <a:pt x="830580" y="27432"/>
                  </a:lnTo>
                  <a:lnTo>
                    <a:pt x="841260" y="27432"/>
                  </a:lnTo>
                  <a:lnTo>
                    <a:pt x="841260" y="18288"/>
                  </a:lnTo>
                  <a:close/>
                </a:path>
                <a:path w="841375" h="512445">
                  <a:moveTo>
                    <a:pt x="841260" y="0"/>
                  </a:moveTo>
                  <a:lnTo>
                    <a:pt x="830580" y="0"/>
                  </a:lnTo>
                  <a:lnTo>
                    <a:pt x="830580" y="9144"/>
                  </a:lnTo>
                  <a:lnTo>
                    <a:pt x="841260" y="9144"/>
                  </a:lnTo>
                  <a:lnTo>
                    <a:pt x="8412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924287" y="5687567"/>
              <a:ext cx="1268095" cy="9525"/>
            </a:xfrm>
            <a:custGeom>
              <a:avLst/>
              <a:gdLst/>
              <a:ahLst/>
              <a:cxnLst/>
              <a:rect l="l" t="t" r="r" b="b"/>
              <a:pathLst>
                <a:path w="1268095" h="9525">
                  <a:moveTo>
                    <a:pt x="10668" y="0"/>
                  </a:moveTo>
                  <a:lnTo>
                    <a:pt x="0" y="0"/>
                  </a:lnTo>
                  <a:lnTo>
                    <a:pt x="0" y="9156"/>
                  </a:lnTo>
                  <a:lnTo>
                    <a:pt x="10668" y="9156"/>
                  </a:lnTo>
                  <a:lnTo>
                    <a:pt x="10668" y="0"/>
                  </a:lnTo>
                  <a:close/>
                </a:path>
                <a:path w="1268095" h="9525">
                  <a:moveTo>
                    <a:pt x="28956" y="0"/>
                  </a:moveTo>
                  <a:lnTo>
                    <a:pt x="19812" y="0"/>
                  </a:lnTo>
                  <a:lnTo>
                    <a:pt x="19812" y="9156"/>
                  </a:lnTo>
                  <a:lnTo>
                    <a:pt x="28956" y="9156"/>
                  </a:lnTo>
                  <a:lnTo>
                    <a:pt x="28956" y="0"/>
                  </a:lnTo>
                  <a:close/>
                </a:path>
                <a:path w="1268095" h="9525">
                  <a:moveTo>
                    <a:pt x="48768" y="0"/>
                  </a:moveTo>
                  <a:lnTo>
                    <a:pt x="38100" y="0"/>
                  </a:lnTo>
                  <a:lnTo>
                    <a:pt x="38100" y="9156"/>
                  </a:lnTo>
                  <a:lnTo>
                    <a:pt x="48768" y="9156"/>
                  </a:lnTo>
                  <a:lnTo>
                    <a:pt x="48768" y="0"/>
                  </a:lnTo>
                  <a:close/>
                </a:path>
                <a:path w="1268095" h="9525">
                  <a:moveTo>
                    <a:pt x="67056" y="0"/>
                  </a:moveTo>
                  <a:lnTo>
                    <a:pt x="57912" y="0"/>
                  </a:lnTo>
                  <a:lnTo>
                    <a:pt x="57912" y="9156"/>
                  </a:lnTo>
                  <a:lnTo>
                    <a:pt x="67056" y="9156"/>
                  </a:lnTo>
                  <a:lnTo>
                    <a:pt x="67056" y="0"/>
                  </a:lnTo>
                  <a:close/>
                </a:path>
                <a:path w="1268095" h="9525">
                  <a:moveTo>
                    <a:pt x="86868" y="0"/>
                  </a:moveTo>
                  <a:lnTo>
                    <a:pt x="76200" y="0"/>
                  </a:lnTo>
                  <a:lnTo>
                    <a:pt x="76200" y="9156"/>
                  </a:lnTo>
                  <a:lnTo>
                    <a:pt x="86868" y="9156"/>
                  </a:lnTo>
                  <a:lnTo>
                    <a:pt x="86868" y="0"/>
                  </a:lnTo>
                  <a:close/>
                </a:path>
                <a:path w="1268095" h="9525">
                  <a:moveTo>
                    <a:pt x="105156" y="0"/>
                  </a:moveTo>
                  <a:lnTo>
                    <a:pt x="96012" y="0"/>
                  </a:lnTo>
                  <a:lnTo>
                    <a:pt x="96012" y="9156"/>
                  </a:lnTo>
                  <a:lnTo>
                    <a:pt x="105156" y="9156"/>
                  </a:lnTo>
                  <a:lnTo>
                    <a:pt x="105156" y="0"/>
                  </a:lnTo>
                  <a:close/>
                </a:path>
                <a:path w="1268095" h="9525">
                  <a:moveTo>
                    <a:pt x="124968" y="0"/>
                  </a:moveTo>
                  <a:lnTo>
                    <a:pt x="114300" y="0"/>
                  </a:lnTo>
                  <a:lnTo>
                    <a:pt x="114300" y="9156"/>
                  </a:lnTo>
                  <a:lnTo>
                    <a:pt x="124968" y="9156"/>
                  </a:lnTo>
                  <a:lnTo>
                    <a:pt x="124968" y="0"/>
                  </a:lnTo>
                  <a:close/>
                </a:path>
                <a:path w="1268095" h="9525">
                  <a:moveTo>
                    <a:pt x="143256" y="0"/>
                  </a:moveTo>
                  <a:lnTo>
                    <a:pt x="134112" y="0"/>
                  </a:lnTo>
                  <a:lnTo>
                    <a:pt x="134112" y="9156"/>
                  </a:lnTo>
                  <a:lnTo>
                    <a:pt x="143256" y="9156"/>
                  </a:lnTo>
                  <a:lnTo>
                    <a:pt x="143256" y="0"/>
                  </a:lnTo>
                  <a:close/>
                </a:path>
                <a:path w="1268095" h="9525">
                  <a:moveTo>
                    <a:pt x="163068" y="0"/>
                  </a:moveTo>
                  <a:lnTo>
                    <a:pt x="152400" y="0"/>
                  </a:lnTo>
                  <a:lnTo>
                    <a:pt x="152400" y="9156"/>
                  </a:lnTo>
                  <a:lnTo>
                    <a:pt x="163068" y="9156"/>
                  </a:lnTo>
                  <a:lnTo>
                    <a:pt x="163068" y="0"/>
                  </a:lnTo>
                  <a:close/>
                </a:path>
                <a:path w="1268095" h="9525">
                  <a:moveTo>
                    <a:pt x="181356" y="0"/>
                  </a:moveTo>
                  <a:lnTo>
                    <a:pt x="172212" y="0"/>
                  </a:lnTo>
                  <a:lnTo>
                    <a:pt x="172212" y="9156"/>
                  </a:lnTo>
                  <a:lnTo>
                    <a:pt x="181356" y="9156"/>
                  </a:lnTo>
                  <a:lnTo>
                    <a:pt x="181356" y="0"/>
                  </a:lnTo>
                  <a:close/>
                </a:path>
                <a:path w="1268095" h="9525">
                  <a:moveTo>
                    <a:pt x="201168" y="0"/>
                  </a:moveTo>
                  <a:lnTo>
                    <a:pt x="190500" y="0"/>
                  </a:lnTo>
                  <a:lnTo>
                    <a:pt x="190500" y="9156"/>
                  </a:lnTo>
                  <a:lnTo>
                    <a:pt x="201168" y="9156"/>
                  </a:lnTo>
                  <a:lnTo>
                    <a:pt x="201168" y="0"/>
                  </a:lnTo>
                  <a:close/>
                </a:path>
                <a:path w="1268095" h="9525">
                  <a:moveTo>
                    <a:pt x="219456" y="0"/>
                  </a:moveTo>
                  <a:lnTo>
                    <a:pt x="210312" y="0"/>
                  </a:lnTo>
                  <a:lnTo>
                    <a:pt x="210312" y="9156"/>
                  </a:lnTo>
                  <a:lnTo>
                    <a:pt x="219456" y="9156"/>
                  </a:lnTo>
                  <a:lnTo>
                    <a:pt x="219456" y="0"/>
                  </a:lnTo>
                  <a:close/>
                </a:path>
                <a:path w="1268095" h="9525">
                  <a:moveTo>
                    <a:pt x="239280" y="0"/>
                  </a:moveTo>
                  <a:lnTo>
                    <a:pt x="228600" y="0"/>
                  </a:lnTo>
                  <a:lnTo>
                    <a:pt x="228600" y="9156"/>
                  </a:lnTo>
                  <a:lnTo>
                    <a:pt x="239280" y="9156"/>
                  </a:lnTo>
                  <a:lnTo>
                    <a:pt x="239280" y="0"/>
                  </a:lnTo>
                  <a:close/>
                </a:path>
                <a:path w="1268095" h="9525">
                  <a:moveTo>
                    <a:pt x="257556" y="0"/>
                  </a:moveTo>
                  <a:lnTo>
                    <a:pt x="248412" y="0"/>
                  </a:lnTo>
                  <a:lnTo>
                    <a:pt x="248412" y="9156"/>
                  </a:lnTo>
                  <a:lnTo>
                    <a:pt x="257556" y="9156"/>
                  </a:lnTo>
                  <a:lnTo>
                    <a:pt x="257556" y="0"/>
                  </a:lnTo>
                  <a:close/>
                </a:path>
                <a:path w="1268095" h="9525">
                  <a:moveTo>
                    <a:pt x="277368" y="0"/>
                  </a:moveTo>
                  <a:lnTo>
                    <a:pt x="266700" y="0"/>
                  </a:lnTo>
                  <a:lnTo>
                    <a:pt x="266700" y="9156"/>
                  </a:lnTo>
                  <a:lnTo>
                    <a:pt x="277368" y="9156"/>
                  </a:lnTo>
                  <a:lnTo>
                    <a:pt x="277368" y="0"/>
                  </a:lnTo>
                  <a:close/>
                </a:path>
                <a:path w="1268095" h="9525">
                  <a:moveTo>
                    <a:pt x="295656" y="0"/>
                  </a:moveTo>
                  <a:lnTo>
                    <a:pt x="286512" y="0"/>
                  </a:lnTo>
                  <a:lnTo>
                    <a:pt x="286512" y="9156"/>
                  </a:lnTo>
                  <a:lnTo>
                    <a:pt x="295656" y="9156"/>
                  </a:lnTo>
                  <a:lnTo>
                    <a:pt x="295656" y="0"/>
                  </a:lnTo>
                  <a:close/>
                </a:path>
                <a:path w="1268095" h="9525">
                  <a:moveTo>
                    <a:pt x="315468" y="0"/>
                  </a:moveTo>
                  <a:lnTo>
                    <a:pt x="304800" y="0"/>
                  </a:lnTo>
                  <a:lnTo>
                    <a:pt x="304800" y="9156"/>
                  </a:lnTo>
                  <a:lnTo>
                    <a:pt x="315468" y="9156"/>
                  </a:lnTo>
                  <a:lnTo>
                    <a:pt x="315468" y="0"/>
                  </a:lnTo>
                  <a:close/>
                </a:path>
                <a:path w="1268095" h="9525">
                  <a:moveTo>
                    <a:pt x="333756" y="0"/>
                  </a:moveTo>
                  <a:lnTo>
                    <a:pt x="324612" y="0"/>
                  </a:lnTo>
                  <a:lnTo>
                    <a:pt x="324612" y="9156"/>
                  </a:lnTo>
                  <a:lnTo>
                    <a:pt x="333756" y="9156"/>
                  </a:lnTo>
                  <a:lnTo>
                    <a:pt x="333756" y="0"/>
                  </a:lnTo>
                  <a:close/>
                </a:path>
                <a:path w="1268095" h="9525">
                  <a:moveTo>
                    <a:pt x="353580" y="0"/>
                  </a:moveTo>
                  <a:lnTo>
                    <a:pt x="342900" y="0"/>
                  </a:lnTo>
                  <a:lnTo>
                    <a:pt x="342900" y="9156"/>
                  </a:lnTo>
                  <a:lnTo>
                    <a:pt x="353580" y="9156"/>
                  </a:lnTo>
                  <a:lnTo>
                    <a:pt x="353580" y="0"/>
                  </a:lnTo>
                  <a:close/>
                </a:path>
                <a:path w="1268095" h="9525">
                  <a:moveTo>
                    <a:pt x="371856" y="0"/>
                  </a:moveTo>
                  <a:lnTo>
                    <a:pt x="362712" y="0"/>
                  </a:lnTo>
                  <a:lnTo>
                    <a:pt x="362712" y="9156"/>
                  </a:lnTo>
                  <a:lnTo>
                    <a:pt x="371856" y="9156"/>
                  </a:lnTo>
                  <a:lnTo>
                    <a:pt x="371856" y="0"/>
                  </a:lnTo>
                  <a:close/>
                </a:path>
                <a:path w="1268095" h="9525">
                  <a:moveTo>
                    <a:pt x="391668" y="0"/>
                  </a:moveTo>
                  <a:lnTo>
                    <a:pt x="381000" y="0"/>
                  </a:lnTo>
                  <a:lnTo>
                    <a:pt x="381000" y="9156"/>
                  </a:lnTo>
                  <a:lnTo>
                    <a:pt x="391668" y="9156"/>
                  </a:lnTo>
                  <a:lnTo>
                    <a:pt x="391668" y="0"/>
                  </a:lnTo>
                  <a:close/>
                </a:path>
                <a:path w="1268095" h="9525">
                  <a:moveTo>
                    <a:pt x="409956" y="0"/>
                  </a:moveTo>
                  <a:lnTo>
                    <a:pt x="400812" y="0"/>
                  </a:lnTo>
                  <a:lnTo>
                    <a:pt x="400812" y="9156"/>
                  </a:lnTo>
                  <a:lnTo>
                    <a:pt x="409956" y="9156"/>
                  </a:lnTo>
                  <a:lnTo>
                    <a:pt x="409956" y="0"/>
                  </a:lnTo>
                  <a:close/>
                </a:path>
                <a:path w="1268095" h="9525">
                  <a:moveTo>
                    <a:pt x="429768" y="0"/>
                  </a:moveTo>
                  <a:lnTo>
                    <a:pt x="419100" y="0"/>
                  </a:lnTo>
                  <a:lnTo>
                    <a:pt x="419100" y="9156"/>
                  </a:lnTo>
                  <a:lnTo>
                    <a:pt x="429768" y="9156"/>
                  </a:lnTo>
                  <a:lnTo>
                    <a:pt x="429768" y="0"/>
                  </a:lnTo>
                  <a:close/>
                </a:path>
                <a:path w="1268095" h="9525">
                  <a:moveTo>
                    <a:pt x="448056" y="0"/>
                  </a:moveTo>
                  <a:lnTo>
                    <a:pt x="438912" y="0"/>
                  </a:lnTo>
                  <a:lnTo>
                    <a:pt x="438912" y="9156"/>
                  </a:lnTo>
                  <a:lnTo>
                    <a:pt x="448056" y="9156"/>
                  </a:lnTo>
                  <a:lnTo>
                    <a:pt x="448056" y="0"/>
                  </a:lnTo>
                  <a:close/>
                </a:path>
                <a:path w="1268095" h="9525">
                  <a:moveTo>
                    <a:pt x="467880" y="0"/>
                  </a:moveTo>
                  <a:lnTo>
                    <a:pt x="457200" y="0"/>
                  </a:lnTo>
                  <a:lnTo>
                    <a:pt x="457200" y="9156"/>
                  </a:lnTo>
                  <a:lnTo>
                    <a:pt x="467880" y="9156"/>
                  </a:lnTo>
                  <a:lnTo>
                    <a:pt x="467880" y="0"/>
                  </a:lnTo>
                  <a:close/>
                </a:path>
                <a:path w="1268095" h="9525">
                  <a:moveTo>
                    <a:pt x="486156" y="0"/>
                  </a:moveTo>
                  <a:lnTo>
                    <a:pt x="477012" y="0"/>
                  </a:lnTo>
                  <a:lnTo>
                    <a:pt x="477012" y="9156"/>
                  </a:lnTo>
                  <a:lnTo>
                    <a:pt x="486156" y="9156"/>
                  </a:lnTo>
                  <a:lnTo>
                    <a:pt x="486156" y="0"/>
                  </a:lnTo>
                  <a:close/>
                </a:path>
                <a:path w="1268095" h="9525">
                  <a:moveTo>
                    <a:pt x="505968" y="0"/>
                  </a:moveTo>
                  <a:lnTo>
                    <a:pt x="495300" y="0"/>
                  </a:lnTo>
                  <a:lnTo>
                    <a:pt x="495300" y="9156"/>
                  </a:lnTo>
                  <a:lnTo>
                    <a:pt x="505968" y="9156"/>
                  </a:lnTo>
                  <a:lnTo>
                    <a:pt x="505968" y="0"/>
                  </a:lnTo>
                  <a:close/>
                </a:path>
                <a:path w="1268095" h="9525">
                  <a:moveTo>
                    <a:pt x="524256" y="0"/>
                  </a:moveTo>
                  <a:lnTo>
                    <a:pt x="515112" y="0"/>
                  </a:lnTo>
                  <a:lnTo>
                    <a:pt x="515112" y="9156"/>
                  </a:lnTo>
                  <a:lnTo>
                    <a:pt x="524256" y="9156"/>
                  </a:lnTo>
                  <a:lnTo>
                    <a:pt x="524256" y="0"/>
                  </a:lnTo>
                  <a:close/>
                </a:path>
                <a:path w="1268095" h="9525">
                  <a:moveTo>
                    <a:pt x="544068" y="0"/>
                  </a:moveTo>
                  <a:lnTo>
                    <a:pt x="533400" y="0"/>
                  </a:lnTo>
                  <a:lnTo>
                    <a:pt x="533400" y="9156"/>
                  </a:lnTo>
                  <a:lnTo>
                    <a:pt x="544068" y="9156"/>
                  </a:lnTo>
                  <a:lnTo>
                    <a:pt x="544068" y="0"/>
                  </a:lnTo>
                  <a:close/>
                </a:path>
                <a:path w="1268095" h="9525">
                  <a:moveTo>
                    <a:pt x="562356" y="0"/>
                  </a:moveTo>
                  <a:lnTo>
                    <a:pt x="553212" y="0"/>
                  </a:lnTo>
                  <a:lnTo>
                    <a:pt x="553212" y="9156"/>
                  </a:lnTo>
                  <a:lnTo>
                    <a:pt x="562356" y="9156"/>
                  </a:lnTo>
                  <a:lnTo>
                    <a:pt x="562356" y="0"/>
                  </a:lnTo>
                  <a:close/>
                </a:path>
                <a:path w="1268095" h="9525">
                  <a:moveTo>
                    <a:pt x="582180" y="0"/>
                  </a:moveTo>
                  <a:lnTo>
                    <a:pt x="571500" y="0"/>
                  </a:lnTo>
                  <a:lnTo>
                    <a:pt x="571500" y="9156"/>
                  </a:lnTo>
                  <a:lnTo>
                    <a:pt x="582180" y="9156"/>
                  </a:lnTo>
                  <a:lnTo>
                    <a:pt x="582180" y="0"/>
                  </a:lnTo>
                  <a:close/>
                </a:path>
                <a:path w="1268095" h="9525">
                  <a:moveTo>
                    <a:pt x="600456" y="0"/>
                  </a:moveTo>
                  <a:lnTo>
                    <a:pt x="591312" y="0"/>
                  </a:lnTo>
                  <a:lnTo>
                    <a:pt x="591312" y="9156"/>
                  </a:lnTo>
                  <a:lnTo>
                    <a:pt x="600456" y="9156"/>
                  </a:lnTo>
                  <a:lnTo>
                    <a:pt x="600456" y="0"/>
                  </a:lnTo>
                  <a:close/>
                </a:path>
                <a:path w="1268095" h="9525">
                  <a:moveTo>
                    <a:pt x="620268" y="0"/>
                  </a:moveTo>
                  <a:lnTo>
                    <a:pt x="609600" y="0"/>
                  </a:lnTo>
                  <a:lnTo>
                    <a:pt x="609600" y="9156"/>
                  </a:lnTo>
                  <a:lnTo>
                    <a:pt x="620268" y="9156"/>
                  </a:lnTo>
                  <a:lnTo>
                    <a:pt x="620268" y="0"/>
                  </a:lnTo>
                  <a:close/>
                </a:path>
                <a:path w="1268095" h="9525">
                  <a:moveTo>
                    <a:pt x="638556" y="0"/>
                  </a:moveTo>
                  <a:lnTo>
                    <a:pt x="629412" y="0"/>
                  </a:lnTo>
                  <a:lnTo>
                    <a:pt x="629412" y="9156"/>
                  </a:lnTo>
                  <a:lnTo>
                    <a:pt x="638556" y="9156"/>
                  </a:lnTo>
                  <a:lnTo>
                    <a:pt x="638556" y="0"/>
                  </a:lnTo>
                  <a:close/>
                </a:path>
                <a:path w="1268095" h="9525">
                  <a:moveTo>
                    <a:pt x="658368" y="0"/>
                  </a:moveTo>
                  <a:lnTo>
                    <a:pt x="647700" y="0"/>
                  </a:lnTo>
                  <a:lnTo>
                    <a:pt x="647700" y="9156"/>
                  </a:lnTo>
                  <a:lnTo>
                    <a:pt x="658368" y="9156"/>
                  </a:lnTo>
                  <a:lnTo>
                    <a:pt x="658368" y="0"/>
                  </a:lnTo>
                  <a:close/>
                </a:path>
                <a:path w="1268095" h="9525">
                  <a:moveTo>
                    <a:pt x="676656" y="0"/>
                  </a:moveTo>
                  <a:lnTo>
                    <a:pt x="667512" y="0"/>
                  </a:lnTo>
                  <a:lnTo>
                    <a:pt x="667512" y="9156"/>
                  </a:lnTo>
                  <a:lnTo>
                    <a:pt x="676656" y="9156"/>
                  </a:lnTo>
                  <a:lnTo>
                    <a:pt x="676656" y="0"/>
                  </a:lnTo>
                  <a:close/>
                </a:path>
                <a:path w="1268095" h="9525">
                  <a:moveTo>
                    <a:pt x="696480" y="0"/>
                  </a:moveTo>
                  <a:lnTo>
                    <a:pt x="685800" y="0"/>
                  </a:lnTo>
                  <a:lnTo>
                    <a:pt x="685800" y="9156"/>
                  </a:lnTo>
                  <a:lnTo>
                    <a:pt x="696480" y="9156"/>
                  </a:lnTo>
                  <a:lnTo>
                    <a:pt x="696480" y="0"/>
                  </a:lnTo>
                  <a:close/>
                </a:path>
                <a:path w="1268095" h="9525">
                  <a:moveTo>
                    <a:pt x="714756" y="0"/>
                  </a:moveTo>
                  <a:lnTo>
                    <a:pt x="705612" y="0"/>
                  </a:lnTo>
                  <a:lnTo>
                    <a:pt x="705612" y="9156"/>
                  </a:lnTo>
                  <a:lnTo>
                    <a:pt x="714756" y="9156"/>
                  </a:lnTo>
                  <a:lnTo>
                    <a:pt x="714756" y="0"/>
                  </a:lnTo>
                  <a:close/>
                </a:path>
                <a:path w="1268095" h="9525">
                  <a:moveTo>
                    <a:pt x="734568" y="0"/>
                  </a:moveTo>
                  <a:lnTo>
                    <a:pt x="723900" y="0"/>
                  </a:lnTo>
                  <a:lnTo>
                    <a:pt x="723900" y="9156"/>
                  </a:lnTo>
                  <a:lnTo>
                    <a:pt x="734568" y="9156"/>
                  </a:lnTo>
                  <a:lnTo>
                    <a:pt x="734568" y="0"/>
                  </a:lnTo>
                  <a:close/>
                </a:path>
                <a:path w="1268095" h="9525">
                  <a:moveTo>
                    <a:pt x="752856" y="0"/>
                  </a:moveTo>
                  <a:lnTo>
                    <a:pt x="743712" y="0"/>
                  </a:lnTo>
                  <a:lnTo>
                    <a:pt x="743712" y="9156"/>
                  </a:lnTo>
                  <a:lnTo>
                    <a:pt x="752856" y="9156"/>
                  </a:lnTo>
                  <a:lnTo>
                    <a:pt x="752856" y="0"/>
                  </a:lnTo>
                  <a:close/>
                </a:path>
                <a:path w="1268095" h="9525">
                  <a:moveTo>
                    <a:pt x="772668" y="0"/>
                  </a:moveTo>
                  <a:lnTo>
                    <a:pt x="762000" y="0"/>
                  </a:lnTo>
                  <a:lnTo>
                    <a:pt x="762000" y="9156"/>
                  </a:lnTo>
                  <a:lnTo>
                    <a:pt x="772668" y="9156"/>
                  </a:lnTo>
                  <a:lnTo>
                    <a:pt x="772668" y="0"/>
                  </a:lnTo>
                  <a:close/>
                </a:path>
                <a:path w="1268095" h="9525">
                  <a:moveTo>
                    <a:pt x="790956" y="0"/>
                  </a:moveTo>
                  <a:lnTo>
                    <a:pt x="781812" y="0"/>
                  </a:lnTo>
                  <a:lnTo>
                    <a:pt x="781812" y="9156"/>
                  </a:lnTo>
                  <a:lnTo>
                    <a:pt x="790956" y="9156"/>
                  </a:lnTo>
                  <a:lnTo>
                    <a:pt x="790956" y="0"/>
                  </a:lnTo>
                  <a:close/>
                </a:path>
                <a:path w="1268095" h="9525">
                  <a:moveTo>
                    <a:pt x="810780" y="0"/>
                  </a:moveTo>
                  <a:lnTo>
                    <a:pt x="800100" y="0"/>
                  </a:lnTo>
                  <a:lnTo>
                    <a:pt x="800100" y="9156"/>
                  </a:lnTo>
                  <a:lnTo>
                    <a:pt x="810780" y="9156"/>
                  </a:lnTo>
                  <a:lnTo>
                    <a:pt x="810780" y="0"/>
                  </a:lnTo>
                  <a:close/>
                </a:path>
                <a:path w="1268095" h="9525">
                  <a:moveTo>
                    <a:pt x="829056" y="0"/>
                  </a:moveTo>
                  <a:lnTo>
                    <a:pt x="819912" y="0"/>
                  </a:lnTo>
                  <a:lnTo>
                    <a:pt x="819912" y="9156"/>
                  </a:lnTo>
                  <a:lnTo>
                    <a:pt x="829056" y="9156"/>
                  </a:lnTo>
                  <a:lnTo>
                    <a:pt x="829056" y="0"/>
                  </a:lnTo>
                  <a:close/>
                </a:path>
                <a:path w="1268095" h="9525">
                  <a:moveTo>
                    <a:pt x="848868" y="0"/>
                  </a:moveTo>
                  <a:lnTo>
                    <a:pt x="838200" y="0"/>
                  </a:lnTo>
                  <a:lnTo>
                    <a:pt x="838200" y="9156"/>
                  </a:lnTo>
                  <a:lnTo>
                    <a:pt x="848868" y="9156"/>
                  </a:lnTo>
                  <a:lnTo>
                    <a:pt x="848868" y="0"/>
                  </a:lnTo>
                  <a:close/>
                </a:path>
                <a:path w="1268095" h="9525">
                  <a:moveTo>
                    <a:pt x="867156" y="0"/>
                  </a:moveTo>
                  <a:lnTo>
                    <a:pt x="858012" y="0"/>
                  </a:lnTo>
                  <a:lnTo>
                    <a:pt x="858012" y="9156"/>
                  </a:lnTo>
                  <a:lnTo>
                    <a:pt x="867156" y="9156"/>
                  </a:lnTo>
                  <a:lnTo>
                    <a:pt x="867156" y="0"/>
                  </a:lnTo>
                  <a:close/>
                </a:path>
                <a:path w="1268095" h="9525">
                  <a:moveTo>
                    <a:pt x="886968" y="0"/>
                  </a:moveTo>
                  <a:lnTo>
                    <a:pt x="876300" y="0"/>
                  </a:lnTo>
                  <a:lnTo>
                    <a:pt x="876300" y="9156"/>
                  </a:lnTo>
                  <a:lnTo>
                    <a:pt x="886968" y="9156"/>
                  </a:lnTo>
                  <a:lnTo>
                    <a:pt x="886968" y="0"/>
                  </a:lnTo>
                  <a:close/>
                </a:path>
                <a:path w="1268095" h="9525">
                  <a:moveTo>
                    <a:pt x="905256" y="0"/>
                  </a:moveTo>
                  <a:lnTo>
                    <a:pt x="896112" y="0"/>
                  </a:lnTo>
                  <a:lnTo>
                    <a:pt x="896112" y="9156"/>
                  </a:lnTo>
                  <a:lnTo>
                    <a:pt x="905256" y="9156"/>
                  </a:lnTo>
                  <a:lnTo>
                    <a:pt x="905256" y="0"/>
                  </a:lnTo>
                  <a:close/>
                </a:path>
                <a:path w="1268095" h="9525">
                  <a:moveTo>
                    <a:pt x="925080" y="0"/>
                  </a:moveTo>
                  <a:lnTo>
                    <a:pt x="914400" y="0"/>
                  </a:lnTo>
                  <a:lnTo>
                    <a:pt x="914400" y="9156"/>
                  </a:lnTo>
                  <a:lnTo>
                    <a:pt x="925080" y="9156"/>
                  </a:lnTo>
                  <a:lnTo>
                    <a:pt x="925080" y="0"/>
                  </a:lnTo>
                  <a:close/>
                </a:path>
                <a:path w="1268095" h="9525">
                  <a:moveTo>
                    <a:pt x="943356" y="0"/>
                  </a:moveTo>
                  <a:lnTo>
                    <a:pt x="934212" y="0"/>
                  </a:lnTo>
                  <a:lnTo>
                    <a:pt x="934212" y="9156"/>
                  </a:lnTo>
                  <a:lnTo>
                    <a:pt x="943356" y="9156"/>
                  </a:lnTo>
                  <a:lnTo>
                    <a:pt x="943356" y="0"/>
                  </a:lnTo>
                  <a:close/>
                </a:path>
                <a:path w="1268095" h="9525">
                  <a:moveTo>
                    <a:pt x="963168" y="0"/>
                  </a:moveTo>
                  <a:lnTo>
                    <a:pt x="952500" y="0"/>
                  </a:lnTo>
                  <a:lnTo>
                    <a:pt x="952500" y="9156"/>
                  </a:lnTo>
                  <a:lnTo>
                    <a:pt x="963168" y="9156"/>
                  </a:lnTo>
                  <a:lnTo>
                    <a:pt x="963168" y="0"/>
                  </a:lnTo>
                  <a:close/>
                </a:path>
                <a:path w="1268095" h="9525">
                  <a:moveTo>
                    <a:pt x="981456" y="0"/>
                  </a:moveTo>
                  <a:lnTo>
                    <a:pt x="972312" y="0"/>
                  </a:lnTo>
                  <a:lnTo>
                    <a:pt x="972312" y="9156"/>
                  </a:lnTo>
                  <a:lnTo>
                    <a:pt x="981456" y="9156"/>
                  </a:lnTo>
                  <a:lnTo>
                    <a:pt x="981456" y="0"/>
                  </a:lnTo>
                  <a:close/>
                </a:path>
                <a:path w="1268095" h="9525">
                  <a:moveTo>
                    <a:pt x="1001268" y="0"/>
                  </a:moveTo>
                  <a:lnTo>
                    <a:pt x="990600" y="0"/>
                  </a:lnTo>
                  <a:lnTo>
                    <a:pt x="990600" y="9156"/>
                  </a:lnTo>
                  <a:lnTo>
                    <a:pt x="1001268" y="9156"/>
                  </a:lnTo>
                  <a:lnTo>
                    <a:pt x="1001268" y="0"/>
                  </a:lnTo>
                  <a:close/>
                </a:path>
                <a:path w="1268095" h="9525">
                  <a:moveTo>
                    <a:pt x="1019556" y="0"/>
                  </a:moveTo>
                  <a:lnTo>
                    <a:pt x="1010412" y="0"/>
                  </a:lnTo>
                  <a:lnTo>
                    <a:pt x="1010412" y="9156"/>
                  </a:lnTo>
                  <a:lnTo>
                    <a:pt x="1019556" y="9156"/>
                  </a:lnTo>
                  <a:lnTo>
                    <a:pt x="1019556" y="0"/>
                  </a:lnTo>
                  <a:close/>
                </a:path>
                <a:path w="1268095" h="9525">
                  <a:moveTo>
                    <a:pt x="1039380" y="0"/>
                  </a:moveTo>
                  <a:lnTo>
                    <a:pt x="1028700" y="0"/>
                  </a:lnTo>
                  <a:lnTo>
                    <a:pt x="1028700" y="9156"/>
                  </a:lnTo>
                  <a:lnTo>
                    <a:pt x="1039380" y="9156"/>
                  </a:lnTo>
                  <a:lnTo>
                    <a:pt x="1039380" y="0"/>
                  </a:lnTo>
                  <a:close/>
                </a:path>
                <a:path w="1268095" h="9525">
                  <a:moveTo>
                    <a:pt x="1057656" y="0"/>
                  </a:moveTo>
                  <a:lnTo>
                    <a:pt x="1048512" y="0"/>
                  </a:lnTo>
                  <a:lnTo>
                    <a:pt x="1048512" y="9156"/>
                  </a:lnTo>
                  <a:lnTo>
                    <a:pt x="1057656" y="9156"/>
                  </a:lnTo>
                  <a:lnTo>
                    <a:pt x="1057656" y="0"/>
                  </a:lnTo>
                  <a:close/>
                </a:path>
                <a:path w="1268095" h="9525">
                  <a:moveTo>
                    <a:pt x="1077468" y="0"/>
                  </a:moveTo>
                  <a:lnTo>
                    <a:pt x="1066800" y="0"/>
                  </a:lnTo>
                  <a:lnTo>
                    <a:pt x="1066800" y="9156"/>
                  </a:lnTo>
                  <a:lnTo>
                    <a:pt x="1077468" y="9156"/>
                  </a:lnTo>
                  <a:lnTo>
                    <a:pt x="1077468" y="0"/>
                  </a:lnTo>
                  <a:close/>
                </a:path>
                <a:path w="1268095" h="9525">
                  <a:moveTo>
                    <a:pt x="1095756" y="0"/>
                  </a:moveTo>
                  <a:lnTo>
                    <a:pt x="1086612" y="0"/>
                  </a:lnTo>
                  <a:lnTo>
                    <a:pt x="1086612" y="9156"/>
                  </a:lnTo>
                  <a:lnTo>
                    <a:pt x="1095756" y="9156"/>
                  </a:lnTo>
                  <a:lnTo>
                    <a:pt x="1095756" y="0"/>
                  </a:lnTo>
                  <a:close/>
                </a:path>
                <a:path w="1268095" h="9525">
                  <a:moveTo>
                    <a:pt x="1115568" y="0"/>
                  </a:moveTo>
                  <a:lnTo>
                    <a:pt x="1104900" y="0"/>
                  </a:lnTo>
                  <a:lnTo>
                    <a:pt x="1104900" y="9156"/>
                  </a:lnTo>
                  <a:lnTo>
                    <a:pt x="1115568" y="9156"/>
                  </a:lnTo>
                  <a:lnTo>
                    <a:pt x="1115568" y="0"/>
                  </a:lnTo>
                  <a:close/>
                </a:path>
                <a:path w="1268095" h="9525">
                  <a:moveTo>
                    <a:pt x="1133856" y="0"/>
                  </a:moveTo>
                  <a:lnTo>
                    <a:pt x="1124712" y="0"/>
                  </a:lnTo>
                  <a:lnTo>
                    <a:pt x="1124712" y="9156"/>
                  </a:lnTo>
                  <a:lnTo>
                    <a:pt x="1133856" y="9156"/>
                  </a:lnTo>
                  <a:lnTo>
                    <a:pt x="1133856" y="0"/>
                  </a:lnTo>
                  <a:close/>
                </a:path>
                <a:path w="1268095" h="9525">
                  <a:moveTo>
                    <a:pt x="1153668" y="0"/>
                  </a:moveTo>
                  <a:lnTo>
                    <a:pt x="1143000" y="0"/>
                  </a:lnTo>
                  <a:lnTo>
                    <a:pt x="1143000" y="9156"/>
                  </a:lnTo>
                  <a:lnTo>
                    <a:pt x="1153668" y="9156"/>
                  </a:lnTo>
                  <a:lnTo>
                    <a:pt x="1153668" y="0"/>
                  </a:lnTo>
                  <a:close/>
                </a:path>
                <a:path w="1268095" h="9525">
                  <a:moveTo>
                    <a:pt x="1171956" y="0"/>
                  </a:moveTo>
                  <a:lnTo>
                    <a:pt x="1162812" y="0"/>
                  </a:lnTo>
                  <a:lnTo>
                    <a:pt x="1162812" y="9156"/>
                  </a:lnTo>
                  <a:lnTo>
                    <a:pt x="1171956" y="9156"/>
                  </a:lnTo>
                  <a:lnTo>
                    <a:pt x="1171956" y="0"/>
                  </a:lnTo>
                  <a:close/>
                </a:path>
                <a:path w="1268095" h="9525">
                  <a:moveTo>
                    <a:pt x="1191768" y="0"/>
                  </a:moveTo>
                  <a:lnTo>
                    <a:pt x="1181100" y="0"/>
                  </a:lnTo>
                  <a:lnTo>
                    <a:pt x="1181100" y="9156"/>
                  </a:lnTo>
                  <a:lnTo>
                    <a:pt x="1191768" y="9156"/>
                  </a:lnTo>
                  <a:lnTo>
                    <a:pt x="1191768" y="0"/>
                  </a:lnTo>
                  <a:close/>
                </a:path>
                <a:path w="1268095" h="9525">
                  <a:moveTo>
                    <a:pt x="1210056" y="0"/>
                  </a:moveTo>
                  <a:lnTo>
                    <a:pt x="1200912" y="0"/>
                  </a:lnTo>
                  <a:lnTo>
                    <a:pt x="1200912" y="9156"/>
                  </a:lnTo>
                  <a:lnTo>
                    <a:pt x="1210056" y="9156"/>
                  </a:lnTo>
                  <a:lnTo>
                    <a:pt x="1210056" y="0"/>
                  </a:lnTo>
                  <a:close/>
                </a:path>
                <a:path w="1268095" h="9525">
                  <a:moveTo>
                    <a:pt x="1229868" y="0"/>
                  </a:moveTo>
                  <a:lnTo>
                    <a:pt x="1219200" y="0"/>
                  </a:lnTo>
                  <a:lnTo>
                    <a:pt x="1219200" y="9156"/>
                  </a:lnTo>
                  <a:lnTo>
                    <a:pt x="1229868" y="9156"/>
                  </a:lnTo>
                  <a:lnTo>
                    <a:pt x="1229868" y="0"/>
                  </a:lnTo>
                  <a:close/>
                </a:path>
                <a:path w="1268095" h="9525">
                  <a:moveTo>
                    <a:pt x="1248156" y="0"/>
                  </a:moveTo>
                  <a:lnTo>
                    <a:pt x="1239012" y="0"/>
                  </a:lnTo>
                  <a:lnTo>
                    <a:pt x="1239012" y="9156"/>
                  </a:lnTo>
                  <a:lnTo>
                    <a:pt x="1248156" y="9156"/>
                  </a:lnTo>
                  <a:lnTo>
                    <a:pt x="1248156" y="0"/>
                  </a:lnTo>
                  <a:close/>
                </a:path>
                <a:path w="1268095" h="9525">
                  <a:moveTo>
                    <a:pt x="1267980" y="0"/>
                  </a:moveTo>
                  <a:lnTo>
                    <a:pt x="1257300" y="0"/>
                  </a:lnTo>
                  <a:lnTo>
                    <a:pt x="1257300" y="9156"/>
                  </a:lnTo>
                  <a:lnTo>
                    <a:pt x="1267980" y="9156"/>
                  </a:lnTo>
                  <a:lnTo>
                    <a:pt x="12679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996942" y="3699808"/>
            <a:ext cx="1929130" cy="19456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AutoNum type="arabicParenBoth"/>
              <a:tabLst>
                <a:tab pos="355600" algn="l"/>
              </a:tabLst>
            </a:pPr>
            <a:r>
              <a:rPr sz="1800" b="1" spc="-5" dirty="0">
                <a:latin typeface="Arial"/>
                <a:cs typeface="Arial"/>
              </a:rPr>
              <a:t>req.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analysis</a:t>
            </a:r>
            <a:endParaRPr sz="18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AutoNum type="arabicParenBoth"/>
              <a:tabLst>
                <a:tab pos="355600" algn="l"/>
              </a:tabLst>
            </a:pPr>
            <a:r>
              <a:rPr sz="1800" b="1" spc="-5" dirty="0">
                <a:latin typeface="Arial"/>
                <a:cs typeface="Arial"/>
              </a:rPr>
              <a:t>model</a:t>
            </a:r>
            <a:r>
              <a:rPr sz="1800" b="1" spc="-7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capture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issues</a:t>
            </a:r>
            <a:endParaRPr sz="1800" dirty="0">
              <a:latin typeface="Arial"/>
              <a:cs typeface="Arial"/>
            </a:endParaRPr>
          </a:p>
          <a:p>
            <a:pPr marL="208915" indent="-196850">
              <a:lnSpc>
                <a:spcPct val="100000"/>
              </a:lnSpc>
              <a:buChar char="•"/>
              <a:tabLst>
                <a:tab pos="209550" algn="l"/>
              </a:tabLst>
            </a:pPr>
            <a:r>
              <a:rPr sz="1800" spc="-5" dirty="0">
                <a:latin typeface="Arial"/>
                <a:cs typeface="Arial"/>
              </a:rPr>
              <a:t>scale</a:t>
            </a:r>
            <a:endParaRPr sz="1800" dirty="0">
              <a:latin typeface="Arial"/>
              <a:cs typeface="Arial"/>
            </a:endParaRPr>
          </a:p>
          <a:p>
            <a:pPr marL="208915" indent="-196850">
              <a:lnSpc>
                <a:spcPct val="100000"/>
              </a:lnSpc>
              <a:buChar char="•"/>
              <a:tabLst>
                <a:tab pos="209550" algn="l"/>
              </a:tabLst>
            </a:pPr>
            <a:r>
              <a:rPr sz="1800" spc="-5" dirty="0">
                <a:latin typeface="Arial"/>
                <a:cs typeface="Arial"/>
              </a:rPr>
              <a:t>speed</a:t>
            </a:r>
            <a:endParaRPr sz="1800" dirty="0">
              <a:latin typeface="Arial"/>
              <a:cs typeface="Arial"/>
            </a:endParaRPr>
          </a:p>
          <a:p>
            <a:pPr marL="208915" indent="-196850">
              <a:lnSpc>
                <a:spcPct val="100000"/>
              </a:lnSpc>
              <a:buChar char="•"/>
              <a:tabLst>
                <a:tab pos="209550" algn="l"/>
              </a:tabLst>
            </a:pPr>
            <a:r>
              <a:rPr sz="1800" spc="-5" dirty="0">
                <a:latin typeface="Arial"/>
                <a:cs typeface="Arial"/>
              </a:rPr>
              <a:t>accuracy</a:t>
            </a:r>
            <a:endParaRPr sz="1800" dirty="0">
              <a:latin typeface="Arial"/>
              <a:cs typeface="Arial"/>
            </a:endParaRPr>
          </a:p>
          <a:p>
            <a:pPr marL="208915" indent="-196850">
              <a:lnSpc>
                <a:spcPct val="100000"/>
              </a:lnSpc>
              <a:buChar char="•"/>
              <a:tabLst>
                <a:tab pos="209550" algn="l"/>
              </a:tabLst>
            </a:pPr>
            <a:r>
              <a:rPr sz="1800" spc="-5" dirty="0">
                <a:latin typeface="Arial"/>
                <a:cs typeface="Arial"/>
              </a:rPr>
              <a:t>politics</a:t>
            </a:r>
            <a:endParaRPr sz="1800" dirty="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130795" y="5177028"/>
            <a:ext cx="1338580" cy="1089660"/>
            <a:chOff x="7130795" y="5177028"/>
            <a:chExt cx="1338580" cy="1089660"/>
          </a:xfrm>
        </p:grpSpPr>
        <p:sp>
          <p:nvSpPr>
            <p:cNvPr id="12" name="object 12"/>
            <p:cNvSpPr/>
            <p:nvPr/>
          </p:nvSpPr>
          <p:spPr>
            <a:xfrm>
              <a:off x="7135367" y="5452872"/>
              <a:ext cx="512445" cy="731520"/>
            </a:xfrm>
            <a:custGeom>
              <a:avLst/>
              <a:gdLst/>
              <a:ahLst/>
              <a:cxnLst/>
              <a:rect l="l" t="t" r="r" b="b"/>
              <a:pathLst>
                <a:path w="512445" h="731520">
                  <a:moveTo>
                    <a:pt x="512063" y="731519"/>
                  </a:moveTo>
                  <a:lnTo>
                    <a:pt x="0" y="731519"/>
                  </a:lnTo>
                  <a:lnTo>
                    <a:pt x="0" y="0"/>
                  </a:lnTo>
                  <a:lnTo>
                    <a:pt x="512063" y="0"/>
                  </a:lnTo>
                  <a:lnTo>
                    <a:pt x="512063" y="7315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130796" y="5448300"/>
              <a:ext cx="521334" cy="741045"/>
            </a:xfrm>
            <a:custGeom>
              <a:avLst/>
              <a:gdLst/>
              <a:ahLst/>
              <a:cxnLst/>
              <a:rect l="l" t="t" r="r" b="b"/>
              <a:pathLst>
                <a:path w="521334" h="741045">
                  <a:moveTo>
                    <a:pt x="219456" y="464832"/>
                  </a:moveTo>
                  <a:lnTo>
                    <a:pt x="64008" y="464832"/>
                  </a:lnTo>
                  <a:lnTo>
                    <a:pt x="64008" y="475500"/>
                  </a:lnTo>
                  <a:lnTo>
                    <a:pt x="219456" y="475500"/>
                  </a:lnTo>
                  <a:lnTo>
                    <a:pt x="219456" y="464832"/>
                  </a:lnTo>
                  <a:close/>
                </a:path>
                <a:path w="521334" h="741045">
                  <a:moveTo>
                    <a:pt x="219456" y="399300"/>
                  </a:moveTo>
                  <a:lnTo>
                    <a:pt x="64008" y="399300"/>
                  </a:lnTo>
                  <a:lnTo>
                    <a:pt x="64008" y="408444"/>
                  </a:lnTo>
                  <a:lnTo>
                    <a:pt x="219456" y="408444"/>
                  </a:lnTo>
                  <a:lnTo>
                    <a:pt x="219456" y="399300"/>
                  </a:lnTo>
                  <a:close/>
                </a:path>
                <a:path w="521334" h="741045">
                  <a:moveTo>
                    <a:pt x="219456" y="332244"/>
                  </a:moveTo>
                  <a:lnTo>
                    <a:pt x="64008" y="332244"/>
                  </a:lnTo>
                  <a:lnTo>
                    <a:pt x="64008" y="341388"/>
                  </a:lnTo>
                  <a:lnTo>
                    <a:pt x="219456" y="341388"/>
                  </a:lnTo>
                  <a:lnTo>
                    <a:pt x="219456" y="332244"/>
                  </a:lnTo>
                  <a:close/>
                </a:path>
                <a:path w="521334" h="741045">
                  <a:moveTo>
                    <a:pt x="219456" y="265188"/>
                  </a:moveTo>
                  <a:lnTo>
                    <a:pt x="64008" y="265188"/>
                  </a:lnTo>
                  <a:lnTo>
                    <a:pt x="64008" y="275856"/>
                  </a:lnTo>
                  <a:lnTo>
                    <a:pt x="219456" y="275856"/>
                  </a:lnTo>
                  <a:lnTo>
                    <a:pt x="219456" y="265188"/>
                  </a:lnTo>
                  <a:close/>
                </a:path>
                <a:path w="521334" h="741045">
                  <a:moveTo>
                    <a:pt x="219456" y="199656"/>
                  </a:moveTo>
                  <a:lnTo>
                    <a:pt x="64008" y="199656"/>
                  </a:lnTo>
                  <a:lnTo>
                    <a:pt x="64008" y="208800"/>
                  </a:lnTo>
                  <a:lnTo>
                    <a:pt x="219456" y="208800"/>
                  </a:lnTo>
                  <a:lnTo>
                    <a:pt x="219456" y="199656"/>
                  </a:lnTo>
                  <a:close/>
                </a:path>
                <a:path w="521334" h="741045">
                  <a:moveTo>
                    <a:pt x="219456" y="132600"/>
                  </a:moveTo>
                  <a:lnTo>
                    <a:pt x="64008" y="132600"/>
                  </a:lnTo>
                  <a:lnTo>
                    <a:pt x="64008" y="141744"/>
                  </a:lnTo>
                  <a:lnTo>
                    <a:pt x="219456" y="141744"/>
                  </a:lnTo>
                  <a:lnTo>
                    <a:pt x="219456" y="132600"/>
                  </a:lnTo>
                  <a:close/>
                </a:path>
                <a:path w="521334" h="741045">
                  <a:moveTo>
                    <a:pt x="219456" y="65544"/>
                  </a:moveTo>
                  <a:lnTo>
                    <a:pt x="64008" y="65544"/>
                  </a:lnTo>
                  <a:lnTo>
                    <a:pt x="64008" y="76212"/>
                  </a:lnTo>
                  <a:lnTo>
                    <a:pt x="219456" y="76212"/>
                  </a:lnTo>
                  <a:lnTo>
                    <a:pt x="219456" y="65544"/>
                  </a:lnTo>
                  <a:close/>
                </a:path>
                <a:path w="521334" h="741045">
                  <a:moveTo>
                    <a:pt x="455676" y="664476"/>
                  </a:moveTo>
                  <a:lnTo>
                    <a:pt x="64008" y="664476"/>
                  </a:lnTo>
                  <a:lnTo>
                    <a:pt x="64008" y="675144"/>
                  </a:lnTo>
                  <a:lnTo>
                    <a:pt x="455676" y="675144"/>
                  </a:lnTo>
                  <a:lnTo>
                    <a:pt x="455676" y="664476"/>
                  </a:lnTo>
                  <a:close/>
                </a:path>
                <a:path w="521334" h="741045">
                  <a:moveTo>
                    <a:pt x="455676" y="598944"/>
                  </a:moveTo>
                  <a:lnTo>
                    <a:pt x="64008" y="598944"/>
                  </a:lnTo>
                  <a:lnTo>
                    <a:pt x="64008" y="608088"/>
                  </a:lnTo>
                  <a:lnTo>
                    <a:pt x="455676" y="608088"/>
                  </a:lnTo>
                  <a:lnTo>
                    <a:pt x="455676" y="598944"/>
                  </a:lnTo>
                  <a:close/>
                </a:path>
                <a:path w="521334" h="741045">
                  <a:moveTo>
                    <a:pt x="455676" y="531888"/>
                  </a:moveTo>
                  <a:lnTo>
                    <a:pt x="64008" y="531888"/>
                  </a:lnTo>
                  <a:lnTo>
                    <a:pt x="64008" y="541032"/>
                  </a:lnTo>
                  <a:lnTo>
                    <a:pt x="455676" y="541032"/>
                  </a:lnTo>
                  <a:lnTo>
                    <a:pt x="455676" y="531888"/>
                  </a:lnTo>
                  <a:close/>
                </a:path>
                <a:path w="521334" h="741045">
                  <a:moveTo>
                    <a:pt x="521208" y="0"/>
                  </a:moveTo>
                  <a:lnTo>
                    <a:pt x="512064" y="0"/>
                  </a:lnTo>
                  <a:lnTo>
                    <a:pt x="512064" y="9156"/>
                  </a:lnTo>
                  <a:lnTo>
                    <a:pt x="512064" y="731532"/>
                  </a:lnTo>
                  <a:lnTo>
                    <a:pt x="9144" y="731532"/>
                  </a:lnTo>
                  <a:lnTo>
                    <a:pt x="9144" y="9156"/>
                  </a:lnTo>
                  <a:lnTo>
                    <a:pt x="512064" y="9156"/>
                  </a:lnTo>
                  <a:lnTo>
                    <a:pt x="512064" y="0"/>
                  </a:lnTo>
                  <a:lnTo>
                    <a:pt x="0" y="0"/>
                  </a:lnTo>
                  <a:lnTo>
                    <a:pt x="0" y="740676"/>
                  </a:lnTo>
                  <a:lnTo>
                    <a:pt x="521208" y="740676"/>
                  </a:lnTo>
                  <a:lnTo>
                    <a:pt x="521208" y="736104"/>
                  </a:lnTo>
                  <a:lnTo>
                    <a:pt x="521208" y="731532"/>
                  </a:lnTo>
                  <a:lnTo>
                    <a:pt x="521208" y="9156"/>
                  </a:lnTo>
                  <a:lnTo>
                    <a:pt x="521208" y="4584"/>
                  </a:lnTo>
                  <a:lnTo>
                    <a:pt x="5212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350251" y="5221224"/>
              <a:ext cx="512445" cy="733425"/>
            </a:xfrm>
            <a:custGeom>
              <a:avLst/>
              <a:gdLst/>
              <a:ahLst/>
              <a:cxnLst/>
              <a:rect l="l" t="t" r="r" b="b"/>
              <a:pathLst>
                <a:path w="512445" h="733425">
                  <a:moveTo>
                    <a:pt x="512064" y="733044"/>
                  </a:moveTo>
                  <a:lnTo>
                    <a:pt x="0" y="733044"/>
                  </a:lnTo>
                  <a:lnTo>
                    <a:pt x="0" y="0"/>
                  </a:lnTo>
                  <a:lnTo>
                    <a:pt x="512064" y="0"/>
                  </a:lnTo>
                  <a:lnTo>
                    <a:pt x="512064" y="7330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345680" y="5216652"/>
              <a:ext cx="521334" cy="742315"/>
            </a:xfrm>
            <a:custGeom>
              <a:avLst/>
              <a:gdLst/>
              <a:ahLst/>
              <a:cxnLst/>
              <a:rect l="l" t="t" r="r" b="b"/>
              <a:pathLst>
                <a:path w="521334" h="742314">
                  <a:moveTo>
                    <a:pt x="434327" y="666000"/>
                  </a:moveTo>
                  <a:lnTo>
                    <a:pt x="64008" y="666000"/>
                  </a:lnTo>
                  <a:lnTo>
                    <a:pt x="64008" y="675144"/>
                  </a:lnTo>
                  <a:lnTo>
                    <a:pt x="434327" y="675144"/>
                  </a:lnTo>
                  <a:lnTo>
                    <a:pt x="434327" y="666000"/>
                  </a:lnTo>
                  <a:close/>
                </a:path>
                <a:path w="521334" h="742314">
                  <a:moveTo>
                    <a:pt x="434327" y="598944"/>
                  </a:moveTo>
                  <a:lnTo>
                    <a:pt x="64008" y="598944"/>
                  </a:lnTo>
                  <a:lnTo>
                    <a:pt x="64008" y="608088"/>
                  </a:lnTo>
                  <a:lnTo>
                    <a:pt x="434327" y="608088"/>
                  </a:lnTo>
                  <a:lnTo>
                    <a:pt x="434327" y="598944"/>
                  </a:lnTo>
                  <a:close/>
                </a:path>
                <a:path w="521334" h="742314">
                  <a:moveTo>
                    <a:pt x="434327" y="531888"/>
                  </a:moveTo>
                  <a:lnTo>
                    <a:pt x="64008" y="531888"/>
                  </a:lnTo>
                  <a:lnTo>
                    <a:pt x="64008" y="542556"/>
                  </a:lnTo>
                  <a:lnTo>
                    <a:pt x="434327" y="542556"/>
                  </a:lnTo>
                  <a:lnTo>
                    <a:pt x="434327" y="531888"/>
                  </a:lnTo>
                  <a:close/>
                </a:path>
                <a:path w="521334" h="742314">
                  <a:moveTo>
                    <a:pt x="434327" y="466356"/>
                  </a:moveTo>
                  <a:lnTo>
                    <a:pt x="64008" y="466356"/>
                  </a:lnTo>
                  <a:lnTo>
                    <a:pt x="64008" y="475500"/>
                  </a:lnTo>
                  <a:lnTo>
                    <a:pt x="434327" y="475500"/>
                  </a:lnTo>
                  <a:lnTo>
                    <a:pt x="434327" y="466356"/>
                  </a:lnTo>
                  <a:close/>
                </a:path>
                <a:path w="521334" h="742314">
                  <a:moveTo>
                    <a:pt x="434327" y="399300"/>
                  </a:moveTo>
                  <a:lnTo>
                    <a:pt x="64008" y="399300"/>
                  </a:lnTo>
                  <a:lnTo>
                    <a:pt x="64008" y="408444"/>
                  </a:lnTo>
                  <a:lnTo>
                    <a:pt x="434327" y="408444"/>
                  </a:lnTo>
                  <a:lnTo>
                    <a:pt x="434327" y="399300"/>
                  </a:lnTo>
                  <a:close/>
                </a:path>
                <a:path w="521334" h="742314">
                  <a:moveTo>
                    <a:pt x="434327" y="332244"/>
                  </a:moveTo>
                  <a:lnTo>
                    <a:pt x="64008" y="332244"/>
                  </a:lnTo>
                  <a:lnTo>
                    <a:pt x="64008" y="342912"/>
                  </a:lnTo>
                  <a:lnTo>
                    <a:pt x="434327" y="342912"/>
                  </a:lnTo>
                  <a:lnTo>
                    <a:pt x="434327" y="332244"/>
                  </a:lnTo>
                  <a:close/>
                </a:path>
                <a:path w="521334" h="742314">
                  <a:moveTo>
                    <a:pt x="455676" y="266712"/>
                  </a:moveTo>
                  <a:lnTo>
                    <a:pt x="64008" y="266712"/>
                  </a:lnTo>
                  <a:lnTo>
                    <a:pt x="64008" y="275856"/>
                  </a:lnTo>
                  <a:lnTo>
                    <a:pt x="455676" y="275856"/>
                  </a:lnTo>
                  <a:lnTo>
                    <a:pt x="455676" y="266712"/>
                  </a:lnTo>
                  <a:close/>
                </a:path>
                <a:path w="521334" h="742314">
                  <a:moveTo>
                    <a:pt x="455676" y="199656"/>
                  </a:moveTo>
                  <a:lnTo>
                    <a:pt x="64008" y="199656"/>
                  </a:lnTo>
                  <a:lnTo>
                    <a:pt x="64008" y="208800"/>
                  </a:lnTo>
                  <a:lnTo>
                    <a:pt x="455676" y="208800"/>
                  </a:lnTo>
                  <a:lnTo>
                    <a:pt x="455676" y="199656"/>
                  </a:lnTo>
                  <a:close/>
                </a:path>
                <a:path w="521334" h="742314">
                  <a:moveTo>
                    <a:pt x="455676" y="132600"/>
                  </a:moveTo>
                  <a:lnTo>
                    <a:pt x="64008" y="132600"/>
                  </a:lnTo>
                  <a:lnTo>
                    <a:pt x="64008" y="141744"/>
                  </a:lnTo>
                  <a:lnTo>
                    <a:pt x="455676" y="141744"/>
                  </a:lnTo>
                  <a:lnTo>
                    <a:pt x="455676" y="132600"/>
                  </a:lnTo>
                  <a:close/>
                </a:path>
                <a:path w="521334" h="742314">
                  <a:moveTo>
                    <a:pt x="455676" y="65544"/>
                  </a:moveTo>
                  <a:lnTo>
                    <a:pt x="64008" y="65544"/>
                  </a:lnTo>
                  <a:lnTo>
                    <a:pt x="64008" y="76212"/>
                  </a:lnTo>
                  <a:lnTo>
                    <a:pt x="455676" y="76212"/>
                  </a:lnTo>
                  <a:lnTo>
                    <a:pt x="455676" y="65544"/>
                  </a:lnTo>
                  <a:close/>
                </a:path>
                <a:path w="521334" h="742314">
                  <a:moveTo>
                    <a:pt x="521208" y="0"/>
                  </a:moveTo>
                  <a:lnTo>
                    <a:pt x="512064" y="0"/>
                  </a:lnTo>
                  <a:lnTo>
                    <a:pt x="512064" y="9156"/>
                  </a:lnTo>
                  <a:lnTo>
                    <a:pt x="512064" y="733056"/>
                  </a:lnTo>
                  <a:lnTo>
                    <a:pt x="9144" y="733056"/>
                  </a:lnTo>
                  <a:lnTo>
                    <a:pt x="9144" y="9156"/>
                  </a:lnTo>
                  <a:lnTo>
                    <a:pt x="512064" y="9156"/>
                  </a:lnTo>
                  <a:lnTo>
                    <a:pt x="512064" y="0"/>
                  </a:lnTo>
                  <a:lnTo>
                    <a:pt x="0" y="0"/>
                  </a:lnTo>
                  <a:lnTo>
                    <a:pt x="0" y="742200"/>
                  </a:lnTo>
                  <a:lnTo>
                    <a:pt x="521208" y="742200"/>
                  </a:lnTo>
                  <a:lnTo>
                    <a:pt x="521208" y="737628"/>
                  </a:lnTo>
                  <a:lnTo>
                    <a:pt x="521208" y="733056"/>
                  </a:lnTo>
                  <a:lnTo>
                    <a:pt x="521208" y="9156"/>
                  </a:lnTo>
                  <a:lnTo>
                    <a:pt x="521208" y="4584"/>
                  </a:lnTo>
                  <a:lnTo>
                    <a:pt x="5212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780019" y="5530596"/>
              <a:ext cx="512445" cy="731520"/>
            </a:xfrm>
            <a:custGeom>
              <a:avLst/>
              <a:gdLst/>
              <a:ahLst/>
              <a:cxnLst/>
              <a:rect l="l" t="t" r="r" b="b"/>
              <a:pathLst>
                <a:path w="512445" h="731520">
                  <a:moveTo>
                    <a:pt x="512064" y="731520"/>
                  </a:moveTo>
                  <a:lnTo>
                    <a:pt x="0" y="731520"/>
                  </a:lnTo>
                  <a:lnTo>
                    <a:pt x="0" y="0"/>
                  </a:lnTo>
                  <a:lnTo>
                    <a:pt x="512064" y="0"/>
                  </a:lnTo>
                  <a:lnTo>
                    <a:pt x="512064" y="7315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775448" y="5524500"/>
              <a:ext cx="521334" cy="742315"/>
            </a:xfrm>
            <a:custGeom>
              <a:avLst/>
              <a:gdLst/>
              <a:ahLst/>
              <a:cxnLst/>
              <a:rect l="l" t="t" r="r" b="b"/>
              <a:pathLst>
                <a:path w="521334" h="742314">
                  <a:moveTo>
                    <a:pt x="176784" y="333768"/>
                  </a:moveTo>
                  <a:lnTo>
                    <a:pt x="64008" y="333768"/>
                  </a:lnTo>
                  <a:lnTo>
                    <a:pt x="64008" y="342912"/>
                  </a:lnTo>
                  <a:lnTo>
                    <a:pt x="176784" y="342912"/>
                  </a:lnTo>
                  <a:lnTo>
                    <a:pt x="176784" y="333768"/>
                  </a:lnTo>
                  <a:close/>
                </a:path>
                <a:path w="521334" h="742314">
                  <a:moveTo>
                    <a:pt x="176784" y="266712"/>
                  </a:moveTo>
                  <a:lnTo>
                    <a:pt x="64008" y="266712"/>
                  </a:lnTo>
                  <a:lnTo>
                    <a:pt x="64008" y="275856"/>
                  </a:lnTo>
                  <a:lnTo>
                    <a:pt x="176784" y="275856"/>
                  </a:lnTo>
                  <a:lnTo>
                    <a:pt x="176784" y="266712"/>
                  </a:lnTo>
                  <a:close/>
                </a:path>
                <a:path w="521334" h="742314">
                  <a:moveTo>
                    <a:pt x="176784" y="199656"/>
                  </a:moveTo>
                  <a:lnTo>
                    <a:pt x="64008" y="199656"/>
                  </a:lnTo>
                  <a:lnTo>
                    <a:pt x="64008" y="210324"/>
                  </a:lnTo>
                  <a:lnTo>
                    <a:pt x="176784" y="210324"/>
                  </a:lnTo>
                  <a:lnTo>
                    <a:pt x="176784" y="199656"/>
                  </a:lnTo>
                  <a:close/>
                </a:path>
                <a:path w="521334" h="742314">
                  <a:moveTo>
                    <a:pt x="176784" y="134124"/>
                  </a:moveTo>
                  <a:lnTo>
                    <a:pt x="64008" y="134124"/>
                  </a:lnTo>
                  <a:lnTo>
                    <a:pt x="64008" y="143268"/>
                  </a:lnTo>
                  <a:lnTo>
                    <a:pt x="176784" y="143268"/>
                  </a:lnTo>
                  <a:lnTo>
                    <a:pt x="176784" y="134124"/>
                  </a:lnTo>
                  <a:close/>
                </a:path>
                <a:path w="521334" h="742314">
                  <a:moveTo>
                    <a:pt x="176784" y="67068"/>
                  </a:moveTo>
                  <a:lnTo>
                    <a:pt x="64008" y="67068"/>
                  </a:lnTo>
                  <a:lnTo>
                    <a:pt x="64008" y="76212"/>
                  </a:lnTo>
                  <a:lnTo>
                    <a:pt x="176784" y="76212"/>
                  </a:lnTo>
                  <a:lnTo>
                    <a:pt x="176784" y="67068"/>
                  </a:lnTo>
                  <a:close/>
                </a:path>
                <a:path w="521334" h="742314">
                  <a:moveTo>
                    <a:pt x="455676" y="666000"/>
                  </a:moveTo>
                  <a:lnTo>
                    <a:pt x="64008" y="666000"/>
                  </a:lnTo>
                  <a:lnTo>
                    <a:pt x="64008" y="675144"/>
                  </a:lnTo>
                  <a:lnTo>
                    <a:pt x="455676" y="675144"/>
                  </a:lnTo>
                  <a:lnTo>
                    <a:pt x="455676" y="666000"/>
                  </a:lnTo>
                  <a:close/>
                </a:path>
                <a:path w="521334" h="742314">
                  <a:moveTo>
                    <a:pt x="455676" y="598944"/>
                  </a:moveTo>
                  <a:lnTo>
                    <a:pt x="64008" y="598944"/>
                  </a:lnTo>
                  <a:lnTo>
                    <a:pt x="64008" y="609612"/>
                  </a:lnTo>
                  <a:lnTo>
                    <a:pt x="455676" y="609612"/>
                  </a:lnTo>
                  <a:lnTo>
                    <a:pt x="455676" y="598944"/>
                  </a:lnTo>
                  <a:close/>
                </a:path>
                <a:path w="521334" h="742314">
                  <a:moveTo>
                    <a:pt x="455676" y="533412"/>
                  </a:moveTo>
                  <a:lnTo>
                    <a:pt x="64008" y="533412"/>
                  </a:lnTo>
                  <a:lnTo>
                    <a:pt x="64008" y="542556"/>
                  </a:lnTo>
                  <a:lnTo>
                    <a:pt x="455676" y="542556"/>
                  </a:lnTo>
                  <a:lnTo>
                    <a:pt x="455676" y="533412"/>
                  </a:lnTo>
                  <a:close/>
                </a:path>
                <a:path w="521334" h="742314">
                  <a:moveTo>
                    <a:pt x="455676" y="466356"/>
                  </a:moveTo>
                  <a:lnTo>
                    <a:pt x="64008" y="466356"/>
                  </a:lnTo>
                  <a:lnTo>
                    <a:pt x="64008" y="475500"/>
                  </a:lnTo>
                  <a:lnTo>
                    <a:pt x="455676" y="475500"/>
                  </a:lnTo>
                  <a:lnTo>
                    <a:pt x="455676" y="466356"/>
                  </a:lnTo>
                  <a:close/>
                </a:path>
                <a:path w="521334" h="742314">
                  <a:moveTo>
                    <a:pt x="455676" y="399300"/>
                  </a:moveTo>
                  <a:lnTo>
                    <a:pt x="64008" y="399300"/>
                  </a:lnTo>
                  <a:lnTo>
                    <a:pt x="64008" y="409968"/>
                  </a:lnTo>
                  <a:lnTo>
                    <a:pt x="455676" y="409968"/>
                  </a:lnTo>
                  <a:lnTo>
                    <a:pt x="455676" y="399300"/>
                  </a:lnTo>
                  <a:close/>
                </a:path>
                <a:path w="521334" h="742314">
                  <a:moveTo>
                    <a:pt x="521208" y="0"/>
                  </a:moveTo>
                  <a:lnTo>
                    <a:pt x="512064" y="0"/>
                  </a:lnTo>
                  <a:lnTo>
                    <a:pt x="512064" y="10680"/>
                  </a:lnTo>
                  <a:lnTo>
                    <a:pt x="512064" y="733056"/>
                  </a:lnTo>
                  <a:lnTo>
                    <a:pt x="9144" y="733056"/>
                  </a:lnTo>
                  <a:lnTo>
                    <a:pt x="9144" y="10680"/>
                  </a:lnTo>
                  <a:lnTo>
                    <a:pt x="512064" y="10680"/>
                  </a:lnTo>
                  <a:lnTo>
                    <a:pt x="512064" y="0"/>
                  </a:lnTo>
                  <a:lnTo>
                    <a:pt x="0" y="0"/>
                  </a:lnTo>
                  <a:lnTo>
                    <a:pt x="0" y="742200"/>
                  </a:lnTo>
                  <a:lnTo>
                    <a:pt x="521208" y="742200"/>
                  </a:lnTo>
                  <a:lnTo>
                    <a:pt x="521208" y="737628"/>
                  </a:lnTo>
                  <a:lnTo>
                    <a:pt x="521208" y="733056"/>
                  </a:lnTo>
                  <a:lnTo>
                    <a:pt x="521208" y="10680"/>
                  </a:lnTo>
                  <a:lnTo>
                    <a:pt x="521208" y="6108"/>
                  </a:lnTo>
                  <a:lnTo>
                    <a:pt x="5212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952231" y="5181600"/>
              <a:ext cx="512445" cy="733425"/>
            </a:xfrm>
            <a:custGeom>
              <a:avLst/>
              <a:gdLst/>
              <a:ahLst/>
              <a:cxnLst/>
              <a:rect l="l" t="t" r="r" b="b"/>
              <a:pathLst>
                <a:path w="512445" h="733425">
                  <a:moveTo>
                    <a:pt x="512064" y="733044"/>
                  </a:moveTo>
                  <a:lnTo>
                    <a:pt x="0" y="733044"/>
                  </a:lnTo>
                  <a:lnTo>
                    <a:pt x="0" y="0"/>
                  </a:lnTo>
                  <a:lnTo>
                    <a:pt x="512064" y="0"/>
                  </a:lnTo>
                  <a:lnTo>
                    <a:pt x="512064" y="7330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946136" y="5177028"/>
              <a:ext cx="523240" cy="742315"/>
            </a:xfrm>
            <a:custGeom>
              <a:avLst/>
              <a:gdLst/>
              <a:ahLst/>
              <a:cxnLst/>
              <a:rect l="l" t="t" r="r" b="b"/>
              <a:pathLst>
                <a:path w="523240" h="742314">
                  <a:moveTo>
                    <a:pt x="457200" y="666000"/>
                  </a:moveTo>
                  <a:lnTo>
                    <a:pt x="65532" y="666000"/>
                  </a:lnTo>
                  <a:lnTo>
                    <a:pt x="65532" y="675144"/>
                  </a:lnTo>
                  <a:lnTo>
                    <a:pt x="457200" y="675144"/>
                  </a:lnTo>
                  <a:lnTo>
                    <a:pt x="457200" y="666000"/>
                  </a:lnTo>
                  <a:close/>
                </a:path>
                <a:path w="523240" h="742314">
                  <a:moveTo>
                    <a:pt x="457200" y="598944"/>
                  </a:moveTo>
                  <a:lnTo>
                    <a:pt x="65532" y="598944"/>
                  </a:lnTo>
                  <a:lnTo>
                    <a:pt x="65532" y="609612"/>
                  </a:lnTo>
                  <a:lnTo>
                    <a:pt x="457200" y="609612"/>
                  </a:lnTo>
                  <a:lnTo>
                    <a:pt x="457200" y="598944"/>
                  </a:lnTo>
                  <a:close/>
                </a:path>
                <a:path w="523240" h="742314">
                  <a:moveTo>
                    <a:pt x="457200" y="533412"/>
                  </a:moveTo>
                  <a:lnTo>
                    <a:pt x="65532" y="533412"/>
                  </a:lnTo>
                  <a:lnTo>
                    <a:pt x="65532" y="542556"/>
                  </a:lnTo>
                  <a:lnTo>
                    <a:pt x="457200" y="542556"/>
                  </a:lnTo>
                  <a:lnTo>
                    <a:pt x="457200" y="533412"/>
                  </a:lnTo>
                  <a:close/>
                </a:path>
                <a:path w="523240" h="742314">
                  <a:moveTo>
                    <a:pt x="457200" y="466356"/>
                  </a:moveTo>
                  <a:lnTo>
                    <a:pt x="65532" y="466356"/>
                  </a:lnTo>
                  <a:lnTo>
                    <a:pt x="65532" y="475500"/>
                  </a:lnTo>
                  <a:lnTo>
                    <a:pt x="457200" y="475500"/>
                  </a:lnTo>
                  <a:lnTo>
                    <a:pt x="457200" y="466356"/>
                  </a:lnTo>
                  <a:close/>
                </a:path>
                <a:path w="523240" h="742314">
                  <a:moveTo>
                    <a:pt x="457200" y="399300"/>
                  </a:moveTo>
                  <a:lnTo>
                    <a:pt x="65532" y="399300"/>
                  </a:lnTo>
                  <a:lnTo>
                    <a:pt x="65532" y="409968"/>
                  </a:lnTo>
                  <a:lnTo>
                    <a:pt x="457200" y="409968"/>
                  </a:lnTo>
                  <a:lnTo>
                    <a:pt x="457200" y="399300"/>
                  </a:lnTo>
                  <a:close/>
                </a:path>
                <a:path w="523240" h="742314">
                  <a:moveTo>
                    <a:pt x="457200" y="333768"/>
                  </a:moveTo>
                  <a:lnTo>
                    <a:pt x="65532" y="333768"/>
                  </a:lnTo>
                  <a:lnTo>
                    <a:pt x="65532" y="342912"/>
                  </a:lnTo>
                  <a:lnTo>
                    <a:pt x="457200" y="342912"/>
                  </a:lnTo>
                  <a:lnTo>
                    <a:pt x="457200" y="333768"/>
                  </a:lnTo>
                  <a:close/>
                </a:path>
                <a:path w="523240" h="742314">
                  <a:moveTo>
                    <a:pt x="457200" y="266712"/>
                  </a:moveTo>
                  <a:lnTo>
                    <a:pt x="65532" y="266712"/>
                  </a:lnTo>
                  <a:lnTo>
                    <a:pt x="65532" y="275856"/>
                  </a:lnTo>
                  <a:lnTo>
                    <a:pt x="457200" y="275856"/>
                  </a:lnTo>
                  <a:lnTo>
                    <a:pt x="457200" y="266712"/>
                  </a:lnTo>
                  <a:close/>
                </a:path>
                <a:path w="523240" h="742314">
                  <a:moveTo>
                    <a:pt x="457200" y="199656"/>
                  </a:moveTo>
                  <a:lnTo>
                    <a:pt x="65532" y="199656"/>
                  </a:lnTo>
                  <a:lnTo>
                    <a:pt x="65532" y="210324"/>
                  </a:lnTo>
                  <a:lnTo>
                    <a:pt x="457200" y="210324"/>
                  </a:lnTo>
                  <a:lnTo>
                    <a:pt x="457200" y="199656"/>
                  </a:lnTo>
                  <a:close/>
                </a:path>
                <a:path w="523240" h="742314">
                  <a:moveTo>
                    <a:pt x="457200" y="134124"/>
                  </a:moveTo>
                  <a:lnTo>
                    <a:pt x="65532" y="134124"/>
                  </a:lnTo>
                  <a:lnTo>
                    <a:pt x="65532" y="143268"/>
                  </a:lnTo>
                  <a:lnTo>
                    <a:pt x="457200" y="143268"/>
                  </a:lnTo>
                  <a:lnTo>
                    <a:pt x="457200" y="134124"/>
                  </a:lnTo>
                  <a:close/>
                </a:path>
                <a:path w="523240" h="742314">
                  <a:moveTo>
                    <a:pt x="457200" y="67068"/>
                  </a:moveTo>
                  <a:lnTo>
                    <a:pt x="65532" y="67068"/>
                  </a:lnTo>
                  <a:lnTo>
                    <a:pt x="65532" y="76212"/>
                  </a:lnTo>
                  <a:lnTo>
                    <a:pt x="457200" y="76212"/>
                  </a:lnTo>
                  <a:lnTo>
                    <a:pt x="457200" y="67068"/>
                  </a:lnTo>
                  <a:close/>
                </a:path>
                <a:path w="523240" h="742314">
                  <a:moveTo>
                    <a:pt x="522732" y="0"/>
                  </a:moveTo>
                  <a:lnTo>
                    <a:pt x="512064" y="0"/>
                  </a:lnTo>
                  <a:lnTo>
                    <a:pt x="512064" y="10680"/>
                  </a:lnTo>
                  <a:lnTo>
                    <a:pt x="512064" y="733056"/>
                  </a:lnTo>
                  <a:lnTo>
                    <a:pt x="10668" y="733056"/>
                  </a:lnTo>
                  <a:lnTo>
                    <a:pt x="10668" y="10680"/>
                  </a:lnTo>
                  <a:lnTo>
                    <a:pt x="512064" y="10680"/>
                  </a:lnTo>
                  <a:lnTo>
                    <a:pt x="512064" y="0"/>
                  </a:lnTo>
                  <a:lnTo>
                    <a:pt x="0" y="0"/>
                  </a:lnTo>
                  <a:lnTo>
                    <a:pt x="0" y="742200"/>
                  </a:lnTo>
                  <a:lnTo>
                    <a:pt x="522732" y="742200"/>
                  </a:lnTo>
                  <a:lnTo>
                    <a:pt x="522732" y="737628"/>
                  </a:lnTo>
                  <a:lnTo>
                    <a:pt x="522732" y="733056"/>
                  </a:lnTo>
                  <a:lnTo>
                    <a:pt x="522732" y="10680"/>
                  </a:lnTo>
                  <a:lnTo>
                    <a:pt x="522732" y="4584"/>
                  </a:lnTo>
                  <a:lnTo>
                    <a:pt x="5227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1470088" y="1979920"/>
            <a:ext cx="6263640" cy="4500880"/>
            <a:chOff x="1571244" y="1905000"/>
            <a:chExt cx="6263640" cy="4500880"/>
          </a:xfrm>
        </p:grpSpPr>
        <p:sp>
          <p:nvSpPr>
            <p:cNvPr id="21" name="object 21"/>
            <p:cNvSpPr/>
            <p:nvPr/>
          </p:nvSpPr>
          <p:spPr>
            <a:xfrm>
              <a:off x="2241804" y="3505200"/>
              <a:ext cx="393700" cy="266700"/>
            </a:xfrm>
            <a:custGeom>
              <a:avLst/>
              <a:gdLst/>
              <a:ahLst/>
              <a:cxnLst/>
              <a:rect l="l" t="t" r="r" b="b"/>
              <a:pathLst>
                <a:path w="393700" h="266700">
                  <a:moveTo>
                    <a:pt x="393191" y="266700"/>
                  </a:moveTo>
                  <a:lnTo>
                    <a:pt x="0" y="266700"/>
                  </a:lnTo>
                  <a:lnTo>
                    <a:pt x="0" y="0"/>
                  </a:lnTo>
                  <a:lnTo>
                    <a:pt x="393191" y="0"/>
                  </a:lnTo>
                  <a:lnTo>
                    <a:pt x="393191" y="2667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237231" y="3500627"/>
              <a:ext cx="402590" cy="277495"/>
            </a:xfrm>
            <a:custGeom>
              <a:avLst/>
              <a:gdLst/>
              <a:ahLst/>
              <a:cxnLst/>
              <a:rect l="l" t="t" r="r" b="b"/>
              <a:pathLst>
                <a:path w="402589" h="277495">
                  <a:moveTo>
                    <a:pt x="402336" y="277368"/>
                  </a:moveTo>
                  <a:lnTo>
                    <a:pt x="0" y="277368"/>
                  </a:lnTo>
                  <a:lnTo>
                    <a:pt x="0" y="0"/>
                  </a:lnTo>
                  <a:lnTo>
                    <a:pt x="402336" y="0"/>
                  </a:lnTo>
                  <a:lnTo>
                    <a:pt x="402336" y="4572"/>
                  </a:lnTo>
                  <a:lnTo>
                    <a:pt x="9144" y="4572"/>
                  </a:lnTo>
                  <a:lnTo>
                    <a:pt x="4572" y="10668"/>
                  </a:lnTo>
                  <a:lnTo>
                    <a:pt x="9144" y="10668"/>
                  </a:lnTo>
                  <a:lnTo>
                    <a:pt x="9144" y="266700"/>
                  </a:lnTo>
                  <a:lnTo>
                    <a:pt x="4572" y="266700"/>
                  </a:lnTo>
                  <a:lnTo>
                    <a:pt x="9144" y="271272"/>
                  </a:lnTo>
                  <a:lnTo>
                    <a:pt x="402336" y="271272"/>
                  </a:lnTo>
                  <a:lnTo>
                    <a:pt x="402336" y="277368"/>
                  </a:lnTo>
                  <a:close/>
                </a:path>
                <a:path w="402589" h="277495">
                  <a:moveTo>
                    <a:pt x="9144" y="10668"/>
                  </a:moveTo>
                  <a:lnTo>
                    <a:pt x="4572" y="10668"/>
                  </a:lnTo>
                  <a:lnTo>
                    <a:pt x="9144" y="4572"/>
                  </a:lnTo>
                  <a:lnTo>
                    <a:pt x="9144" y="10668"/>
                  </a:lnTo>
                  <a:close/>
                </a:path>
                <a:path w="402589" h="277495">
                  <a:moveTo>
                    <a:pt x="393192" y="10668"/>
                  </a:moveTo>
                  <a:lnTo>
                    <a:pt x="9144" y="10668"/>
                  </a:lnTo>
                  <a:lnTo>
                    <a:pt x="9144" y="4572"/>
                  </a:lnTo>
                  <a:lnTo>
                    <a:pt x="393192" y="4572"/>
                  </a:lnTo>
                  <a:lnTo>
                    <a:pt x="393192" y="10668"/>
                  </a:lnTo>
                  <a:close/>
                </a:path>
                <a:path w="402589" h="277495">
                  <a:moveTo>
                    <a:pt x="393192" y="271272"/>
                  </a:moveTo>
                  <a:lnTo>
                    <a:pt x="393192" y="4572"/>
                  </a:lnTo>
                  <a:lnTo>
                    <a:pt x="397764" y="10668"/>
                  </a:lnTo>
                  <a:lnTo>
                    <a:pt x="402336" y="10668"/>
                  </a:lnTo>
                  <a:lnTo>
                    <a:pt x="402336" y="266700"/>
                  </a:lnTo>
                  <a:lnTo>
                    <a:pt x="397764" y="266700"/>
                  </a:lnTo>
                  <a:lnTo>
                    <a:pt x="393192" y="271272"/>
                  </a:lnTo>
                  <a:close/>
                </a:path>
                <a:path w="402589" h="277495">
                  <a:moveTo>
                    <a:pt x="402336" y="10668"/>
                  </a:moveTo>
                  <a:lnTo>
                    <a:pt x="397764" y="10668"/>
                  </a:lnTo>
                  <a:lnTo>
                    <a:pt x="393192" y="4572"/>
                  </a:lnTo>
                  <a:lnTo>
                    <a:pt x="402336" y="4572"/>
                  </a:lnTo>
                  <a:lnTo>
                    <a:pt x="402336" y="10668"/>
                  </a:lnTo>
                  <a:close/>
                </a:path>
                <a:path w="402589" h="277495">
                  <a:moveTo>
                    <a:pt x="9144" y="271272"/>
                  </a:moveTo>
                  <a:lnTo>
                    <a:pt x="4572" y="266700"/>
                  </a:lnTo>
                  <a:lnTo>
                    <a:pt x="9144" y="266700"/>
                  </a:lnTo>
                  <a:lnTo>
                    <a:pt x="9144" y="271272"/>
                  </a:lnTo>
                  <a:close/>
                </a:path>
                <a:path w="402589" h="277495">
                  <a:moveTo>
                    <a:pt x="393192" y="271272"/>
                  </a:moveTo>
                  <a:lnTo>
                    <a:pt x="9144" y="271272"/>
                  </a:lnTo>
                  <a:lnTo>
                    <a:pt x="9144" y="266700"/>
                  </a:lnTo>
                  <a:lnTo>
                    <a:pt x="393192" y="266700"/>
                  </a:lnTo>
                  <a:lnTo>
                    <a:pt x="393192" y="271272"/>
                  </a:lnTo>
                  <a:close/>
                </a:path>
                <a:path w="402589" h="277495">
                  <a:moveTo>
                    <a:pt x="402336" y="271272"/>
                  </a:moveTo>
                  <a:lnTo>
                    <a:pt x="393192" y="271272"/>
                  </a:lnTo>
                  <a:lnTo>
                    <a:pt x="397764" y="266700"/>
                  </a:lnTo>
                  <a:lnTo>
                    <a:pt x="402336" y="266700"/>
                  </a:lnTo>
                  <a:lnTo>
                    <a:pt x="402336" y="2712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209800" y="4073651"/>
              <a:ext cx="513715" cy="131445"/>
            </a:xfrm>
            <a:custGeom>
              <a:avLst/>
              <a:gdLst/>
              <a:ahLst/>
              <a:cxnLst/>
              <a:rect l="l" t="t" r="r" b="b"/>
              <a:pathLst>
                <a:path w="513714" h="131445">
                  <a:moveTo>
                    <a:pt x="492252" y="131064"/>
                  </a:moveTo>
                  <a:lnTo>
                    <a:pt x="22859" y="131064"/>
                  </a:lnTo>
                  <a:lnTo>
                    <a:pt x="14144" y="129230"/>
                  </a:lnTo>
                  <a:lnTo>
                    <a:pt x="6858" y="124396"/>
                  </a:lnTo>
                  <a:lnTo>
                    <a:pt x="1857" y="117562"/>
                  </a:lnTo>
                  <a:lnTo>
                    <a:pt x="0" y="109728"/>
                  </a:lnTo>
                  <a:lnTo>
                    <a:pt x="0" y="22860"/>
                  </a:lnTo>
                  <a:lnTo>
                    <a:pt x="1857" y="14144"/>
                  </a:lnTo>
                  <a:lnTo>
                    <a:pt x="6858" y="6858"/>
                  </a:lnTo>
                  <a:lnTo>
                    <a:pt x="14144" y="1857"/>
                  </a:lnTo>
                  <a:lnTo>
                    <a:pt x="22859" y="0"/>
                  </a:lnTo>
                  <a:lnTo>
                    <a:pt x="492252" y="0"/>
                  </a:lnTo>
                  <a:lnTo>
                    <a:pt x="500729" y="1857"/>
                  </a:lnTo>
                  <a:lnTo>
                    <a:pt x="507491" y="6858"/>
                  </a:lnTo>
                  <a:lnTo>
                    <a:pt x="511968" y="14144"/>
                  </a:lnTo>
                  <a:lnTo>
                    <a:pt x="513588" y="22860"/>
                  </a:lnTo>
                  <a:lnTo>
                    <a:pt x="513588" y="109728"/>
                  </a:lnTo>
                  <a:lnTo>
                    <a:pt x="511968" y="117562"/>
                  </a:lnTo>
                  <a:lnTo>
                    <a:pt x="507492" y="124396"/>
                  </a:lnTo>
                  <a:lnTo>
                    <a:pt x="500729" y="129230"/>
                  </a:lnTo>
                  <a:lnTo>
                    <a:pt x="492252" y="1310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205228" y="3771899"/>
              <a:ext cx="524510" cy="437515"/>
            </a:xfrm>
            <a:custGeom>
              <a:avLst/>
              <a:gdLst/>
              <a:ahLst/>
              <a:cxnLst/>
              <a:rect l="l" t="t" r="r" b="b"/>
              <a:pathLst>
                <a:path w="524510" h="437514">
                  <a:moveTo>
                    <a:pt x="524256" y="323088"/>
                  </a:moveTo>
                  <a:lnTo>
                    <a:pt x="523240" y="320040"/>
                  </a:lnTo>
                  <a:lnTo>
                    <a:pt x="522732" y="318516"/>
                  </a:lnTo>
                  <a:lnTo>
                    <a:pt x="521716" y="315468"/>
                  </a:lnTo>
                  <a:lnTo>
                    <a:pt x="519684" y="309372"/>
                  </a:lnTo>
                  <a:lnTo>
                    <a:pt x="518160" y="309372"/>
                  </a:lnTo>
                  <a:lnTo>
                    <a:pt x="516636" y="306324"/>
                  </a:lnTo>
                  <a:lnTo>
                    <a:pt x="513588" y="303276"/>
                  </a:lnTo>
                  <a:lnTo>
                    <a:pt x="513588" y="318516"/>
                  </a:lnTo>
                  <a:lnTo>
                    <a:pt x="512064" y="316992"/>
                  </a:lnTo>
                  <a:lnTo>
                    <a:pt x="513588" y="321564"/>
                  </a:lnTo>
                  <a:lnTo>
                    <a:pt x="513588" y="414540"/>
                  </a:lnTo>
                  <a:lnTo>
                    <a:pt x="512064" y="417588"/>
                  </a:lnTo>
                  <a:lnTo>
                    <a:pt x="513588" y="417588"/>
                  </a:lnTo>
                  <a:lnTo>
                    <a:pt x="510540" y="420636"/>
                  </a:lnTo>
                  <a:lnTo>
                    <a:pt x="512064" y="420636"/>
                  </a:lnTo>
                  <a:lnTo>
                    <a:pt x="509016" y="423684"/>
                  </a:lnTo>
                  <a:lnTo>
                    <a:pt x="509016" y="422160"/>
                  </a:lnTo>
                  <a:lnTo>
                    <a:pt x="505968" y="425208"/>
                  </a:lnTo>
                  <a:lnTo>
                    <a:pt x="507492" y="425208"/>
                  </a:lnTo>
                  <a:lnTo>
                    <a:pt x="502920" y="426732"/>
                  </a:lnTo>
                  <a:lnTo>
                    <a:pt x="504444" y="426732"/>
                  </a:lnTo>
                  <a:lnTo>
                    <a:pt x="499872" y="428256"/>
                  </a:lnTo>
                  <a:lnTo>
                    <a:pt x="501396" y="426732"/>
                  </a:lnTo>
                  <a:lnTo>
                    <a:pt x="496824" y="428256"/>
                  </a:lnTo>
                  <a:lnTo>
                    <a:pt x="27432" y="428256"/>
                  </a:lnTo>
                  <a:lnTo>
                    <a:pt x="22860" y="426732"/>
                  </a:lnTo>
                  <a:lnTo>
                    <a:pt x="24384" y="428256"/>
                  </a:lnTo>
                  <a:lnTo>
                    <a:pt x="19812" y="426732"/>
                  </a:lnTo>
                  <a:lnTo>
                    <a:pt x="21336" y="426732"/>
                  </a:lnTo>
                  <a:lnTo>
                    <a:pt x="16764" y="425208"/>
                  </a:lnTo>
                  <a:lnTo>
                    <a:pt x="18288" y="425208"/>
                  </a:lnTo>
                  <a:lnTo>
                    <a:pt x="16764" y="423684"/>
                  </a:lnTo>
                  <a:lnTo>
                    <a:pt x="15240" y="422160"/>
                  </a:lnTo>
                  <a:lnTo>
                    <a:pt x="15240" y="423684"/>
                  </a:lnTo>
                  <a:lnTo>
                    <a:pt x="12192" y="420636"/>
                  </a:lnTo>
                  <a:lnTo>
                    <a:pt x="13716" y="420636"/>
                  </a:lnTo>
                  <a:lnTo>
                    <a:pt x="10668" y="417588"/>
                  </a:lnTo>
                  <a:lnTo>
                    <a:pt x="12192" y="417588"/>
                  </a:lnTo>
                  <a:lnTo>
                    <a:pt x="10668" y="414540"/>
                  </a:lnTo>
                  <a:lnTo>
                    <a:pt x="10668" y="321564"/>
                  </a:lnTo>
                  <a:lnTo>
                    <a:pt x="11176" y="320040"/>
                  </a:lnTo>
                  <a:lnTo>
                    <a:pt x="11684" y="318516"/>
                  </a:lnTo>
                  <a:lnTo>
                    <a:pt x="12192" y="316992"/>
                  </a:lnTo>
                  <a:lnTo>
                    <a:pt x="10668" y="318516"/>
                  </a:lnTo>
                  <a:lnTo>
                    <a:pt x="12700" y="315468"/>
                  </a:lnTo>
                  <a:lnTo>
                    <a:pt x="13716" y="313944"/>
                  </a:lnTo>
                  <a:lnTo>
                    <a:pt x="16764" y="310896"/>
                  </a:lnTo>
                  <a:lnTo>
                    <a:pt x="21336" y="307848"/>
                  </a:lnTo>
                  <a:lnTo>
                    <a:pt x="19812" y="309372"/>
                  </a:lnTo>
                  <a:lnTo>
                    <a:pt x="24384" y="307848"/>
                  </a:lnTo>
                  <a:lnTo>
                    <a:pt x="22860" y="307848"/>
                  </a:lnTo>
                  <a:lnTo>
                    <a:pt x="27432" y="306324"/>
                  </a:lnTo>
                  <a:lnTo>
                    <a:pt x="499872" y="307848"/>
                  </a:lnTo>
                  <a:lnTo>
                    <a:pt x="504444" y="309372"/>
                  </a:lnTo>
                  <a:lnTo>
                    <a:pt x="502920" y="307848"/>
                  </a:lnTo>
                  <a:lnTo>
                    <a:pt x="507492" y="310896"/>
                  </a:lnTo>
                  <a:lnTo>
                    <a:pt x="510540" y="313944"/>
                  </a:lnTo>
                  <a:lnTo>
                    <a:pt x="513588" y="318516"/>
                  </a:lnTo>
                  <a:lnTo>
                    <a:pt x="513588" y="303276"/>
                  </a:lnTo>
                  <a:lnTo>
                    <a:pt x="512064" y="301752"/>
                  </a:lnTo>
                  <a:lnTo>
                    <a:pt x="502920" y="298704"/>
                  </a:lnTo>
                  <a:lnTo>
                    <a:pt x="501396" y="298704"/>
                  </a:lnTo>
                  <a:lnTo>
                    <a:pt x="496824" y="297180"/>
                  </a:lnTo>
                  <a:lnTo>
                    <a:pt x="248640" y="297180"/>
                  </a:lnTo>
                  <a:lnTo>
                    <a:pt x="270916" y="239280"/>
                  </a:lnTo>
                  <a:lnTo>
                    <a:pt x="277368" y="222516"/>
                  </a:lnTo>
                  <a:lnTo>
                    <a:pt x="243992" y="225844"/>
                  </a:lnTo>
                  <a:lnTo>
                    <a:pt x="220980" y="0"/>
                  </a:lnTo>
                  <a:lnTo>
                    <a:pt x="211823" y="1536"/>
                  </a:lnTo>
                  <a:lnTo>
                    <a:pt x="234924" y="226758"/>
                  </a:lnTo>
                  <a:lnTo>
                    <a:pt x="201155" y="230136"/>
                  </a:lnTo>
                  <a:lnTo>
                    <a:pt x="243954" y="297180"/>
                  </a:lnTo>
                  <a:lnTo>
                    <a:pt x="25908" y="297180"/>
                  </a:lnTo>
                  <a:lnTo>
                    <a:pt x="22860" y="298704"/>
                  </a:lnTo>
                  <a:lnTo>
                    <a:pt x="21336" y="298704"/>
                  </a:lnTo>
                  <a:lnTo>
                    <a:pt x="12192" y="301752"/>
                  </a:lnTo>
                  <a:lnTo>
                    <a:pt x="9144" y="304800"/>
                  </a:lnTo>
                  <a:lnTo>
                    <a:pt x="7620" y="304800"/>
                  </a:lnTo>
                  <a:lnTo>
                    <a:pt x="7620" y="306324"/>
                  </a:lnTo>
                  <a:lnTo>
                    <a:pt x="6096" y="309372"/>
                  </a:lnTo>
                  <a:lnTo>
                    <a:pt x="4572" y="309372"/>
                  </a:lnTo>
                  <a:lnTo>
                    <a:pt x="1524" y="318516"/>
                  </a:lnTo>
                  <a:lnTo>
                    <a:pt x="0" y="324612"/>
                  </a:lnTo>
                  <a:lnTo>
                    <a:pt x="0" y="411492"/>
                  </a:lnTo>
                  <a:lnTo>
                    <a:pt x="3048" y="420636"/>
                  </a:lnTo>
                  <a:lnTo>
                    <a:pt x="3048" y="422160"/>
                  </a:lnTo>
                  <a:lnTo>
                    <a:pt x="4572" y="425208"/>
                  </a:lnTo>
                  <a:lnTo>
                    <a:pt x="6096" y="426732"/>
                  </a:lnTo>
                  <a:lnTo>
                    <a:pt x="7620" y="429780"/>
                  </a:lnTo>
                  <a:lnTo>
                    <a:pt x="9144" y="429780"/>
                  </a:lnTo>
                  <a:lnTo>
                    <a:pt x="12192" y="432828"/>
                  </a:lnTo>
                  <a:lnTo>
                    <a:pt x="16764" y="434352"/>
                  </a:lnTo>
                  <a:lnTo>
                    <a:pt x="16764" y="435876"/>
                  </a:lnTo>
                  <a:lnTo>
                    <a:pt x="21336" y="437400"/>
                  </a:lnTo>
                  <a:lnTo>
                    <a:pt x="502920" y="437400"/>
                  </a:lnTo>
                  <a:lnTo>
                    <a:pt x="507492" y="435876"/>
                  </a:lnTo>
                  <a:lnTo>
                    <a:pt x="507492" y="434352"/>
                  </a:lnTo>
                  <a:lnTo>
                    <a:pt x="512064" y="432828"/>
                  </a:lnTo>
                  <a:lnTo>
                    <a:pt x="515112" y="429780"/>
                  </a:lnTo>
                  <a:lnTo>
                    <a:pt x="516636" y="429780"/>
                  </a:lnTo>
                  <a:lnTo>
                    <a:pt x="517398" y="428256"/>
                  </a:lnTo>
                  <a:lnTo>
                    <a:pt x="518160" y="426732"/>
                  </a:lnTo>
                  <a:lnTo>
                    <a:pt x="518160" y="425208"/>
                  </a:lnTo>
                  <a:lnTo>
                    <a:pt x="519684" y="425208"/>
                  </a:lnTo>
                  <a:lnTo>
                    <a:pt x="520446" y="423684"/>
                  </a:lnTo>
                  <a:lnTo>
                    <a:pt x="521208" y="422160"/>
                  </a:lnTo>
                  <a:lnTo>
                    <a:pt x="521208" y="420636"/>
                  </a:lnTo>
                  <a:lnTo>
                    <a:pt x="524256" y="411492"/>
                  </a:lnTo>
                  <a:lnTo>
                    <a:pt x="524256" y="3230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906268" y="3124200"/>
              <a:ext cx="603885" cy="562610"/>
            </a:xfrm>
            <a:custGeom>
              <a:avLst/>
              <a:gdLst/>
              <a:ahLst/>
              <a:cxnLst/>
              <a:rect l="l" t="t" r="r" b="b"/>
              <a:pathLst>
                <a:path w="603885" h="562610">
                  <a:moveTo>
                    <a:pt x="603504" y="562356"/>
                  </a:moveTo>
                  <a:lnTo>
                    <a:pt x="0" y="562356"/>
                  </a:lnTo>
                  <a:lnTo>
                    <a:pt x="0" y="0"/>
                  </a:lnTo>
                  <a:lnTo>
                    <a:pt x="603504" y="0"/>
                  </a:lnTo>
                  <a:lnTo>
                    <a:pt x="603504" y="56235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634983" y="3119627"/>
              <a:ext cx="879475" cy="869315"/>
            </a:xfrm>
            <a:custGeom>
              <a:avLst/>
              <a:gdLst/>
              <a:ahLst/>
              <a:cxnLst/>
              <a:rect l="l" t="t" r="r" b="b"/>
              <a:pathLst>
                <a:path w="879475" h="869314">
                  <a:moveTo>
                    <a:pt x="452640" y="868692"/>
                  </a:moveTo>
                  <a:lnTo>
                    <a:pt x="435114" y="833640"/>
                  </a:lnTo>
                  <a:lnTo>
                    <a:pt x="414540" y="792492"/>
                  </a:lnTo>
                  <a:lnTo>
                    <a:pt x="395211" y="818261"/>
                  </a:lnTo>
                  <a:lnTo>
                    <a:pt x="63271" y="565353"/>
                  </a:lnTo>
                  <a:lnTo>
                    <a:pt x="69291" y="557784"/>
                  </a:lnTo>
                  <a:lnTo>
                    <a:pt x="83832" y="539496"/>
                  </a:lnTo>
                  <a:lnTo>
                    <a:pt x="0" y="522732"/>
                  </a:lnTo>
                  <a:lnTo>
                    <a:pt x="36576" y="598944"/>
                  </a:lnTo>
                  <a:lnTo>
                    <a:pt x="57200" y="572998"/>
                  </a:lnTo>
                  <a:lnTo>
                    <a:pt x="389356" y="826058"/>
                  </a:lnTo>
                  <a:lnTo>
                    <a:pt x="368820" y="853452"/>
                  </a:lnTo>
                  <a:lnTo>
                    <a:pt x="452640" y="868692"/>
                  </a:lnTo>
                  <a:close/>
                </a:path>
                <a:path w="879475" h="869314">
                  <a:moveTo>
                    <a:pt x="879360" y="0"/>
                  </a:moveTo>
                  <a:lnTo>
                    <a:pt x="870216" y="0"/>
                  </a:lnTo>
                  <a:lnTo>
                    <a:pt x="870216" y="10680"/>
                  </a:lnTo>
                  <a:lnTo>
                    <a:pt x="870216" y="562368"/>
                  </a:lnTo>
                  <a:lnTo>
                    <a:pt x="275856" y="562368"/>
                  </a:lnTo>
                  <a:lnTo>
                    <a:pt x="275856" y="10680"/>
                  </a:lnTo>
                  <a:lnTo>
                    <a:pt x="870216" y="10680"/>
                  </a:lnTo>
                  <a:lnTo>
                    <a:pt x="870216" y="0"/>
                  </a:lnTo>
                  <a:lnTo>
                    <a:pt x="266712" y="0"/>
                  </a:lnTo>
                  <a:lnTo>
                    <a:pt x="266712" y="571512"/>
                  </a:lnTo>
                  <a:lnTo>
                    <a:pt x="879360" y="571512"/>
                  </a:lnTo>
                  <a:lnTo>
                    <a:pt x="879360" y="566940"/>
                  </a:lnTo>
                  <a:lnTo>
                    <a:pt x="879360" y="562368"/>
                  </a:lnTo>
                  <a:lnTo>
                    <a:pt x="879360" y="10680"/>
                  </a:lnTo>
                  <a:lnTo>
                    <a:pt x="879360" y="4584"/>
                  </a:lnTo>
                  <a:lnTo>
                    <a:pt x="8793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907791" y="4280916"/>
              <a:ext cx="634365" cy="172720"/>
            </a:xfrm>
            <a:custGeom>
              <a:avLst/>
              <a:gdLst/>
              <a:ahLst/>
              <a:cxnLst/>
              <a:rect l="l" t="t" r="r" b="b"/>
              <a:pathLst>
                <a:path w="634364" h="172720">
                  <a:moveTo>
                    <a:pt x="316992" y="172211"/>
                  </a:moveTo>
                  <a:lnTo>
                    <a:pt x="244248" y="169963"/>
                  </a:lnTo>
                  <a:lnTo>
                    <a:pt x="177503" y="163556"/>
                  </a:lnTo>
                  <a:lnTo>
                    <a:pt x="118649" y="153497"/>
                  </a:lnTo>
                  <a:lnTo>
                    <a:pt x="69579" y="140292"/>
                  </a:lnTo>
                  <a:lnTo>
                    <a:pt x="32186" y="124448"/>
                  </a:lnTo>
                  <a:lnTo>
                    <a:pt x="0" y="86867"/>
                  </a:lnTo>
                  <a:lnTo>
                    <a:pt x="8362" y="66700"/>
                  </a:lnTo>
                  <a:lnTo>
                    <a:pt x="69579" y="32203"/>
                  </a:lnTo>
                  <a:lnTo>
                    <a:pt x="118649" y="18834"/>
                  </a:lnTo>
                  <a:lnTo>
                    <a:pt x="177503" y="8690"/>
                  </a:lnTo>
                  <a:lnTo>
                    <a:pt x="244248" y="2252"/>
                  </a:lnTo>
                  <a:lnTo>
                    <a:pt x="316992" y="0"/>
                  </a:lnTo>
                  <a:lnTo>
                    <a:pt x="389735" y="2252"/>
                  </a:lnTo>
                  <a:lnTo>
                    <a:pt x="456480" y="8690"/>
                  </a:lnTo>
                  <a:lnTo>
                    <a:pt x="515334" y="18834"/>
                  </a:lnTo>
                  <a:lnTo>
                    <a:pt x="564404" y="32203"/>
                  </a:lnTo>
                  <a:lnTo>
                    <a:pt x="601797" y="48319"/>
                  </a:lnTo>
                  <a:lnTo>
                    <a:pt x="633984" y="86867"/>
                  </a:lnTo>
                  <a:lnTo>
                    <a:pt x="625621" y="106471"/>
                  </a:lnTo>
                  <a:lnTo>
                    <a:pt x="564404" y="140292"/>
                  </a:lnTo>
                  <a:lnTo>
                    <a:pt x="515334" y="153497"/>
                  </a:lnTo>
                  <a:lnTo>
                    <a:pt x="456480" y="163556"/>
                  </a:lnTo>
                  <a:lnTo>
                    <a:pt x="389735" y="169963"/>
                  </a:lnTo>
                  <a:lnTo>
                    <a:pt x="316992" y="1722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903220" y="3686555"/>
              <a:ext cx="645160" cy="771525"/>
            </a:xfrm>
            <a:custGeom>
              <a:avLst/>
              <a:gdLst/>
              <a:ahLst/>
              <a:cxnLst/>
              <a:rect l="l" t="t" r="r" b="b"/>
              <a:pathLst>
                <a:path w="645160" h="771525">
                  <a:moveTo>
                    <a:pt x="644652" y="679704"/>
                  </a:moveTo>
                  <a:lnTo>
                    <a:pt x="643636" y="676656"/>
                  </a:lnTo>
                  <a:lnTo>
                    <a:pt x="641604" y="670560"/>
                  </a:lnTo>
                  <a:lnTo>
                    <a:pt x="641604" y="669036"/>
                  </a:lnTo>
                  <a:lnTo>
                    <a:pt x="640080" y="665988"/>
                  </a:lnTo>
                  <a:lnTo>
                    <a:pt x="640080" y="664464"/>
                  </a:lnTo>
                  <a:lnTo>
                    <a:pt x="637032" y="659892"/>
                  </a:lnTo>
                  <a:lnTo>
                    <a:pt x="633984" y="656844"/>
                  </a:lnTo>
                  <a:lnTo>
                    <a:pt x="633984" y="673608"/>
                  </a:lnTo>
                  <a:lnTo>
                    <a:pt x="632460" y="673608"/>
                  </a:lnTo>
                  <a:lnTo>
                    <a:pt x="633984" y="678180"/>
                  </a:lnTo>
                  <a:lnTo>
                    <a:pt x="633984" y="684288"/>
                  </a:lnTo>
                  <a:lnTo>
                    <a:pt x="632460" y="688860"/>
                  </a:lnTo>
                  <a:lnTo>
                    <a:pt x="633984" y="687336"/>
                  </a:lnTo>
                  <a:lnTo>
                    <a:pt x="630936" y="691908"/>
                  </a:lnTo>
                  <a:lnTo>
                    <a:pt x="629412" y="694956"/>
                  </a:lnTo>
                  <a:lnTo>
                    <a:pt x="626364" y="699528"/>
                  </a:lnTo>
                  <a:lnTo>
                    <a:pt x="621792" y="702576"/>
                  </a:lnTo>
                  <a:lnTo>
                    <a:pt x="617220" y="707148"/>
                  </a:lnTo>
                  <a:lnTo>
                    <a:pt x="605028" y="713244"/>
                  </a:lnTo>
                  <a:lnTo>
                    <a:pt x="598932" y="717816"/>
                  </a:lnTo>
                  <a:lnTo>
                    <a:pt x="583692" y="723912"/>
                  </a:lnTo>
                  <a:lnTo>
                    <a:pt x="574548" y="728484"/>
                  </a:lnTo>
                  <a:lnTo>
                    <a:pt x="565404" y="731532"/>
                  </a:lnTo>
                  <a:lnTo>
                    <a:pt x="545592" y="737628"/>
                  </a:lnTo>
                  <a:lnTo>
                    <a:pt x="522732" y="742200"/>
                  </a:lnTo>
                  <a:lnTo>
                    <a:pt x="498348" y="748296"/>
                  </a:lnTo>
                  <a:lnTo>
                    <a:pt x="472440" y="751344"/>
                  </a:lnTo>
                  <a:lnTo>
                    <a:pt x="445008" y="755916"/>
                  </a:lnTo>
                  <a:lnTo>
                    <a:pt x="416052" y="758964"/>
                  </a:lnTo>
                  <a:lnTo>
                    <a:pt x="353568" y="762012"/>
                  </a:lnTo>
                  <a:lnTo>
                    <a:pt x="289560" y="762012"/>
                  </a:lnTo>
                  <a:lnTo>
                    <a:pt x="227076" y="758964"/>
                  </a:lnTo>
                  <a:lnTo>
                    <a:pt x="198120" y="755916"/>
                  </a:lnTo>
                  <a:lnTo>
                    <a:pt x="170688" y="751344"/>
                  </a:lnTo>
                  <a:lnTo>
                    <a:pt x="144780" y="748296"/>
                  </a:lnTo>
                  <a:lnTo>
                    <a:pt x="120396" y="742200"/>
                  </a:lnTo>
                  <a:lnTo>
                    <a:pt x="97536" y="737628"/>
                  </a:lnTo>
                  <a:lnTo>
                    <a:pt x="77724" y="731532"/>
                  </a:lnTo>
                  <a:lnTo>
                    <a:pt x="68580" y="728484"/>
                  </a:lnTo>
                  <a:lnTo>
                    <a:pt x="59436" y="723912"/>
                  </a:lnTo>
                  <a:lnTo>
                    <a:pt x="44196" y="717816"/>
                  </a:lnTo>
                  <a:lnTo>
                    <a:pt x="38100" y="713244"/>
                  </a:lnTo>
                  <a:lnTo>
                    <a:pt x="25908" y="707148"/>
                  </a:lnTo>
                  <a:lnTo>
                    <a:pt x="21336" y="702576"/>
                  </a:lnTo>
                  <a:lnTo>
                    <a:pt x="16764" y="699528"/>
                  </a:lnTo>
                  <a:lnTo>
                    <a:pt x="13716" y="694956"/>
                  </a:lnTo>
                  <a:lnTo>
                    <a:pt x="12192" y="691908"/>
                  </a:lnTo>
                  <a:lnTo>
                    <a:pt x="11176" y="688860"/>
                  </a:lnTo>
                  <a:lnTo>
                    <a:pt x="10668" y="687336"/>
                  </a:lnTo>
                  <a:lnTo>
                    <a:pt x="10668" y="688860"/>
                  </a:lnTo>
                  <a:lnTo>
                    <a:pt x="9144" y="684288"/>
                  </a:lnTo>
                  <a:lnTo>
                    <a:pt x="9144" y="678180"/>
                  </a:lnTo>
                  <a:lnTo>
                    <a:pt x="9652" y="676656"/>
                  </a:lnTo>
                  <a:lnTo>
                    <a:pt x="12192" y="669036"/>
                  </a:lnTo>
                  <a:lnTo>
                    <a:pt x="12192" y="670560"/>
                  </a:lnTo>
                  <a:lnTo>
                    <a:pt x="13208" y="669036"/>
                  </a:lnTo>
                  <a:lnTo>
                    <a:pt x="18288" y="661416"/>
                  </a:lnTo>
                  <a:lnTo>
                    <a:pt x="25908" y="653796"/>
                  </a:lnTo>
                  <a:lnTo>
                    <a:pt x="38100" y="647700"/>
                  </a:lnTo>
                  <a:lnTo>
                    <a:pt x="44196" y="643128"/>
                  </a:lnTo>
                  <a:lnTo>
                    <a:pt x="51816" y="640080"/>
                  </a:lnTo>
                  <a:lnTo>
                    <a:pt x="60960" y="637032"/>
                  </a:lnTo>
                  <a:lnTo>
                    <a:pt x="68580" y="633984"/>
                  </a:lnTo>
                  <a:lnTo>
                    <a:pt x="120396" y="618744"/>
                  </a:lnTo>
                  <a:lnTo>
                    <a:pt x="198120" y="605028"/>
                  </a:lnTo>
                  <a:lnTo>
                    <a:pt x="289560" y="598932"/>
                  </a:lnTo>
                  <a:lnTo>
                    <a:pt x="353568" y="598932"/>
                  </a:lnTo>
                  <a:lnTo>
                    <a:pt x="416052" y="601980"/>
                  </a:lnTo>
                  <a:lnTo>
                    <a:pt x="498348" y="614172"/>
                  </a:lnTo>
                  <a:lnTo>
                    <a:pt x="545592" y="623316"/>
                  </a:lnTo>
                  <a:lnTo>
                    <a:pt x="574548" y="633984"/>
                  </a:lnTo>
                  <a:lnTo>
                    <a:pt x="583692" y="637032"/>
                  </a:lnTo>
                  <a:lnTo>
                    <a:pt x="598932" y="643128"/>
                  </a:lnTo>
                  <a:lnTo>
                    <a:pt x="605028" y="647700"/>
                  </a:lnTo>
                  <a:lnTo>
                    <a:pt x="611124" y="650748"/>
                  </a:lnTo>
                  <a:lnTo>
                    <a:pt x="617220" y="655320"/>
                  </a:lnTo>
                  <a:lnTo>
                    <a:pt x="621792" y="658368"/>
                  </a:lnTo>
                  <a:lnTo>
                    <a:pt x="629412" y="665988"/>
                  </a:lnTo>
                  <a:lnTo>
                    <a:pt x="630936" y="670560"/>
                  </a:lnTo>
                  <a:lnTo>
                    <a:pt x="630936" y="669036"/>
                  </a:lnTo>
                  <a:lnTo>
                    <a:pt x="633984" y="673608"/>
                  </a:lnTo>
                  <a:lnTo>
                    <a:pt x="633984" y="656844"/>
                  </a:lnTo>
                  <a:lnTo>
                    <a:pt x="623316" y="646176"/>
                  </a:lnTo>
                  <a:lnTo>
                    <a:pt x="617220" y="643128"/>
                  </a:lnTo>
                  <a:lnTo>
                    <a:pt x="609600" y="638556"/>
                  </a:lnTo>
                  <a:lnTo>
                    <a:pt x="603504" y="635508"/>
                  </a:lnTo>
                  <a:lnTo>
                    <a:pt x="595884" y="630936"/>
                  </a:lnTo>
                  <a:lnTo>
                    <a:pt x="577596" y="624840"/>
                  </a:lnTo>
                  <a:lnTo>
                    <a:pt x="568452" y="620268"/>
                  </a:lnTo>
                  <a:lnTo>
                    <a:pt x="547116" y="614172"/>
                  </a:lnTo>
                  <a:lnTo>
                    <a:pt x="524256" y="609600"/>
                  </a:lnTo>
                  <a:lnTo>
                    <a:pt x="499872" y="603504"/>
                  </a:lnTo>
                  <a:lnTo>
                    <a:pt x="473964" y="600456"/>
                  </a:lnTo>
                  <a:lnTo>
                    <a:pt x="464820" y="598932"/>
                  </a:lnTo>
                  <a:lnTo>
                    <a:pt x="446532" y="595884"/>
                  </a:lnTo>
                  <a:lnTo>
                    <a:pt x="416052" y="592836"/>
                  </a:lnTo>
                  <a:lnTo>
                    <a:pt x="353568" y="589788"/>
                  </a:lnTo>
                  <a:lnTo>
                    <a:pt x="309359" y="589788"/>
                  </a:lnTo>
                  <a:lnTo>
                    <a:pt x="309359" y="76200"/>
                  </a:lnTo>
                  <a:lnTo>
                    <a:pt x="342900" y="76200"/>
                  </a:lnTo>
                  <a:lnTo>
                    <a:pt x="336804" y="64008"/>
                  </a:lnTo>
                  <a:lnTo>
                    <a:pt x="304787" y="0"/>
                  </a:lnTo>
                  <a:lnTo>
                    <a:pt x="266687" y="76200"/>
                  </a:lnTo>
                  <a:lnTo>
                    <a:pt x="300215" y="76200"/>
                  </a:lnTo>
                  <a:lnTo>
                    <a:pt x="300215" y="589788"/>
                  </a:lnTo>
                  <a:lnTo>
                    <a:pt x="289560" y="589788"/>
                  </a:lnTo>
                  <a:lnTo>
                    <a:pt x="227076" y="592836"/>
                  </a:lnTo>
                  <a:lnTo>
                    <a:pt x="198120" y="595884"/>
                  </a:lnTo>
                  <a:lnTo>
                    <a:pt x="169164" y="600456"/>
                  </a:lnTo>
                  <a:lnTo>
                    <a:pt x="143256" y="603504"/>
                  </a:lnTo>
                  <a:lnTo>
                    <a:pt x="118872" y="609600"/>
                  </a:lnTo>
                  <a:lnTo>
                    <a:pt x="96012" y="614172"/>
                  </a:lnTo>
                  <a:lnTo>
                    <a:pt x="74676" y="621792"/>
                  </a:lnTo>
                  <a:lnTo>
                    <a:pt x="33528" y="638556"/>
                  </a:lnTo>
                  <a:lnTo>
                    <a:pt x="19812" y="647700"/>
                  </a:lnTo>
                  <a:lnTo>
                    <a:pt x="15240" y="650748"/>
                  </a:lnTo>
                  <a:lnTo>
                    <a:pt x="6096" y="659892"/>
                  </a:lnTo>
                  <a:lnTo>
                    <a:pt x="3048" y="664464"/>
                  </a:lnTo>
                  <a:lnTo>
                    <a:pt x="3048" y="665988"/>
                  </a:lnTo>
                  <a:lnTo>
                    <a:pt x="1524" y="669036"/>
                  </a:lnTo>
                  <a:lnTo>
                    <a:pt x="1524" y="670560"/>
                  </a:lnTo>
                  <a:lnTo>
                    <a:pt x="0" y="675132"/>
                  </a:lnTo>
                  <a:lnTo>
                    <a:pt x="0" y="685812"/>
                  </a:lnTo>
                  <a:lnTo>
                    <a:pt x="1524" y="690384"/>
                  </a:lnTo>
                  <a:lnTo>
                    <a:pt x="1524" y="691908"/>
                  </a:lnTo>
                  <a:lnTo>
                    <a:pt x="3048" y="696480"/>
                  </a:lnTo>
                  <a:lnTo>
                    <a:pt x="7620" y="701052"/>
                  </a:lnTo>
                  <a:lnTo>
                    <a:pt x="10668" y="705624"/>
                  </a:lnTo>
                  <a:lnTo>
                    <a:pt x="15240" y="710196"/>
                  </a:lnTo>
                  <a:lnTo>
                    <a:pt x="21336" y="714768"/>
                  </a:lnTo>
                  <a:lnTo>
                    <a:pt x="25908" y="717816"/>
                  </a:lnTo>
                  <a:lnTo>
                    <a:pt x="33528" y="722388"/>
                  </a:lnTo>
                  <a:lnTo>
                    <a:pt x="39624" y="726960"/>
                  </a:lnTo>
                  <a:lnTo>
                    <a:pt x="48768" y="730008"/>
                  </a:lnTo>
                  <a:lnTo>
                    <a:pt x="56388" y="733056"/>
                  </a:lnTo>
                  <a:lnTo>
                    <a:pt x="65532" y="737628"/>
                  </a:lnTo>
                  <a:lnTo>
                    <a:pt x="74676" y="740676"/>
                  </a:lnTo>
                  <a:lnTo>
                    <a:pt x="96012" y="746772"/>
                  </a:lnTo>
                  <a:lnTo>
                    <a:pt x="118872" y="751344"/>
                  </a:lnTo>
                  <a:lnTo>
                    <a:pt x="143256" y="757440"/>
                  </a:lnTo>
                  <a:lnTo>
                    <a:pt x="169164" y="762012"/>
                  </a:lnTo>
                  <a:lnTo>
                    <a:pt x="227076" y="768108"/>
                  </a:lnTo>
                  <a:lnTo>
                    <a:pt x="289560" y="771156"/>
                  </a:lnTo>
                  <a:lnTo>
                    <a:pt x="355092" y="771156"/>
                  </a:lnTo>
                  <a:lnTo>
                    <a:pt x="416052" y="768108"/>
                  </a:lnTo>
                  <a:lnTo>
                    <a:pt x="473964" y="762012"/>
                  </a:lnTo>
                  <a:lnTo>
                    <a:pt x="524256" y="751344"/>
                  </a:lnTo>
                  <a:lnTo>
                    <a:pt x="547116" y="746772"/>
                  </a:lnTo>
                  <a:lnTo>
                    <a:pt x="568452" y="740676"/>
                  </a:lnTo>
                  <a:lnTo>
                    <a:pt x="577596" y="736104"/>
                  </a:lnTo>
                  <a:lnTo>
                    <a:pt x="595884" y="730008"/>
                  </a:lnTo>
                  <a:lnTo>
                    <a:pt x="603504" y="725436"/>
                  </a:lnTo>
                  <a:lnTo>
                    <a:pt x="611124" y="722388"/>
                  </a:lnTo>
                  <a:lnTo>
                    <a:pt x="617220" y="717816"/>
                  </a:lnTo>
                  <a:lnTo>
                    <a:pt x="623316" y="714768"/>
                  </a:lnTo>
                  <a:lnTo>
                    <a:pt x="637032" y="701052"/>
                  </a:lnTo>
                  <a:lnTo>
                    <a:pt x="640080" y="696480"/>
                  </a:lnTo>
                  <a:lnTo>
                    <a:pt x="641604" y="691908"/>
                  </a:lnTo>
                  <a:lnTo>
                    <a:pt x="641604" y="690384"/>
                  </a:lnTo>
                  <a:lnTo>
                    <a:pt x="642620" y="687336"/>
                  </a:lnTo>
                  <a:lnTo>
                    <a:pt x="644652" y="681228"/>
                  </a:lnTo>
                  <a:lnTo>
                    <a:pt x="644652" y="6797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909815" y="3200400"/>
              <a:ext cx="512445" cy="327660"/>
            </a:xfrm>
            <a:custGeom>
              <a:avLst/>
              <a:gdLst/>
              <a:ahLst/>
              <a:cxnLst/>
              <a:rect l="l" t="t" r="r" b="b"/>
              <a:pathLst>
                <a:path w="512445" h="327660">
                  <a:moveTo>
                    <a:pt x="512064" y="327659"/>
                  </a:moveTo>
                  <a:lnTo>
                    <a:pt x="0" y="327659"/>
                  </a:lnTo>
                  <a:lnTo>
                    <a:pt x="0" y="0"/>
                  </a:lnTo>
                  <a:lnTo>
                    <a:pt x="512064" y="0"/>
                  </a:lnTo>
                  <a:lnTo>
                    <a:pt x="512064" y="3276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905244" y="3195827"/>
              <a:ext cx="521334" cy="337185"/>
            </a:xfrm>
            <a:custGeom>
              <a:avLst/>
              <a:gdLst/>
              <a:ahLst/>
              <a:cxnLst/>
              <a:rect l="l" t="t" r="r" b="b"/>
              <a:pathLst>
                <a:path w="521334" h="337185">
                  <a:moveTo>
                    <a:pt x="521208" y="336804"/>
                  </a:moveTo>
                  <a:lnTo>
                    <a:pt x="0" y="336804"/>
                  </a:lnTo>
                  <a:lnTo>
                    <a:pt x="0" y="0"/>
                  </a:lnTo>
                  <a:lnTo>
                    <a:pt x="521208" y="0"/>
                  </a:lnTo>
                  <a:lnTo>
                    <a:pt x="521208" y="4572"/>
                  </a:lnTo>
                  <a:lnTo>
                    <a:pt x="9144" y="4572"/>
                  </a:lnTo>
                  <a:lnTo>
                    <a:pt x="4572" y="10668"/>
                  </a:lnTo>
                  <a:lnTo>
                    <a:pt x="9144" y="10668"/>
                  </a:lnTo>
                  <a:lnTo>
                    <a:pt x="9144" y="327660"/>
                  </a:lnTo>
                  <a:lnTo>
                    <a:pt x="4572" y="327660"/>
                  </a:lnTo>
                  <a:lnTo>
                    <a:pt x="9144" y="332232"/>
                  </a:lnTo>
                  <a:lnTo>
                    <a:pt x="521208" y="332232"/>
                  </a:lnTo>
                  <a:lnTo>
                    <a:pt x="521208" y="336804"/>
                  </a:lnTo>
                  <a:close/>
                </a:path>
                <a:path w="521334" h="337185">
                  <a:moveTo>
                    <a:pt x="9144" y="10668"/>
                  </a:moveTo>
                  <a:lnTo>
                    <a:pt x="4572" y="10668"/>
                  </a:lnTo>
                  <a:lnTo>
                    <a:pt x="9144" y="4572"/>
                  </a:lnTo>
                  <a:lnTo>
                    <a:pt x="9144" y="10668"/>
                  </a:lnTo>
                  <a:close/>
                </a:path>
                <a:path w="521334" h="337185">
                  <a:moveTo>
                    <a:pt x="512064" y="10668"/>
                  </a:moveTo>
                  <a:lnTo>
                    <a:pt x="9144" y="10668"/>
                  </a:lnTo>
                  <a:lnTo>
                    <a:pt x="9144" y="4572"/>
                  </a:lnTo>
                  <a:lnTo>
                    <a:pt x="512064" y="4572"/>
                  </a:lnTo>
                  <a:lnTo>
                    <a:pt x="512064" y="10668"/>
                  </a:lnTo>
                  <a:close/>
                </a:path>
                <a:path w="521334" h="337185">
                  <a:moveTo>
                    <a:pt x="512064" y="332232"/>
                  </a:moveTo>
                  <a:lnTo>
                    <a:pt x="512064" y="4572"/>
                  </a:lnTo>
                  <a:lnTo>
                    <a:pt x="516636" y="10668"/>
                  </a:lnTo>
                  <a:lnTo>
                    <a:pt x="521208" y="10668"/>
                  </a:lnTo>
                  <a:lnTo>
                    <a:pt x="521208" y="327660"/>
                  </a:lnTo>
                  <a:lnTo>
                    <a:pt x="516636" y="327660"/>
                  </a:lnTo>
                  <a:lnTo>
                    <a:pt x="512064" y="332232"/>
                  </a:lnTo>
                  <a:close/>
                </a:path>
                <a:path w="521334" h="337185">
                  <a:moveTo>
                    <a:pt x="521208" y="10668"/>
                  </a:moveTo>
                  <a:lnTo>
                    <a:pt x="516636" y="10668"/>
                  </a:lnTo>
                  <a:lnTo>
                    <a:pt x="512064" y="4572"/>
                  </a:lnTo>
                  <a:lnTo>
                    <a:pt x="521208" y="4572"/>
                  </a:lnTo>
                  <a:lnTo>
                    <a:pt x="521208" y="10668"/>
                  </a:lnTo>
                  <a:close/>
                </a:path>
                <a:path w="521334" h="337185">
                  <a:moveTo>
                    <a:pt x="9144" y="332232"/>
                  </a:moveTo>
                  <a:lnTo>
                    <a:pt x="4572" y="327660"/>
                  </a:lnTo>
                  <a:lnTo>
                    <a:pt x="9144" y="327660"/>
                  </a:lnTo>
                  <a:lnTo>
                    <a:pt x="9144" y="332232"/>
                  </a:lnTo>
                  <a:close/>
                </a:path>
                <a:path w="521334" h="337185">
                  <a:moveTo>
                    <a:pt x="512064" y="332232"/>
                  </a:moveTo>
                  <a:lnTo>
                    <a:pt x="9144" y="332232"/>
                  </a:lnTo>
                  <a:lnTo>
                    <a:pt x="9144" y="327660"/>
                  </a:lnTo>
                  <a:lnTo>
                    <a:pt x="512064" y="327660"/>
                  </a:lnTo>
                  <a:lnTo>
                    <a:pt x="512064" y="332232"/>
                  </a:lnTo>
                  <a:close/>
                </a:path>
                <a:path w="521334" h="337185">
                  <a:moveTo>
                    <a:pt x="521208" y="332232"/>
                  </a:moveTo>
                  <a:lnTo>
                    <a:pt x="512064" y="332232"/>
                  </a:lnTo>
                  <a:lnTo>
                    <a:pt x="516636" y="327660"/>
                  </a:lnTo>
                  <a:lnTo>
                    <a:pt x="521208" y="327660"/>
                  </a:lnTo>
                  <a:lnTo>
                    <a:pt x="521208" y="3322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501384" y="3790188"/>
              <a:ext cx="510540" cy="327660"/>
            </a:xfrm>
            <a:custGeom>
              <a:avLst/>
              <a:gdLst/>
              <a:ahLst/>
              <a:cxnLst/>
              <a:rect l="l" t="t" r="r" b="b"/>
              <a:pathLst>
                <a:path w="510540" h="327660">
                  <a:moveTo>
                    <a:pt x="510540" y="327660"/>
                  </a:moveTo>
                  <a:lnTo>
                    <a:pt x="0" y="327660"/>
                  </a:lnTo>
                  <a:lnTo>
                    <a:pt x="0" y="0"/>
                  </a:lnTo>
                  <a:lnTo>
                    <a:pt x="510540" y="0"/>
                  </a:lnTo>
                  <a:lnTo>
                    <a:pt x="510540" y="3276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496812" y="3528059"/>
              <a:ext cx="617220" cy="594995"/>
            </a:xfrm>
            <a:custGeom>
              <a:avLst/>
              <a:gdLst/>
              <a:ahLst/>
              <a:cxnLst/>
              <a:rect l="l" t="t" r="r" b="b"/>
              <a:pathLst>
                <a:path w="617220" h="594995">
                  <a:moveTo>
                    <a:pt x="617220" y="0"/>
                  </a:moveTo>
                  <a:lnTo>
                    <a:pt x="533400" y="15240"/>
                  </a:lnTo>
                  <a:lnTo>
                    <a:pt x="553046" y="41452"/>
                  </a:lnTo>
                  <a:lnTo>
                    <a:pt x="257543" y="257556"/>
                  </a:lnTo>
                  <a:lnTo>
                    <a:pt x="0" y="257556"/>
                  </a:lnTo>
                  <a:lnTo>
                    <a:pt x="0" y="594372"/>
                  </a:lnTo>
                  <a:lnTo>
                    <a:pt x="521208" y="594372"/>
                  </a:lnTo>
                  <a:lnTo>
                    <a:pt x="521208" y="589800"/>
                  </a:lnTo>
                  <a:lnTo>
                    <a:pt x="521208" y="585228"/>
                  </a:lnTo>
                  <a:lnTo>
                    <a:pt x="521208" y="266712"/>
                  </a:lnTo>
                  <a:lnTo>
                    <a:pt x="521208" y="262140"/>
                  </a:lnTo>
                  <a:lnTo>
                    <a:pt x="521208" y="257556"/>
                  </a:lnTo>
                  <a:lnTo>
                    <a:pt x="510540" y="257556"/>
                  </a:lnTo>
                  <a:lnTo>
                    <a:pt x="510540" y="266712"/>
                  </a:lnTo>
                  <a:lnTo>
                    <a:pt x="510540" y="585228"/>
                  </a:lnTo>
                  <a:lnTo>
                    <a:pt x="9144" y="585228"/>
                  </a:lnTo>
                  <a:lnTo>
                    <a:pt x="9144" y="266712"/>
                  </a:lnTo>
                  <a:lnTo>
                    <a:pt x="510540" y="266712"/>
                  </a:lnTo>
                  <a:lnTo>
                    <a:pt x="510540" y="257556"/>
                  </a:lnTo>
                  <a:lnTo>
                    <a:pt x="274053" y="257556"/>
                  </a:lnTo>
                  <a:lnTo>
                    <a:pt x="558901" y="49250"/>
                  </a:lnTo>
                  <a:lnTo>
                    <a:pt x="579120" y="76200"/>
                  </a:lnTo>
                  <a:lnTo>
                    <a:pt x="600456" y="33528"/>
                  </a:lnTo>
                  <a:lnTo>
                    <a:pt x="6172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319772" y="3790188"/>
              <a:ext cx="510540" cy="327660"/>
            </a:xfrm>
            <a:custGeom>
              <a:avLst/>
              <a:gdLst/>
              <a:ahLst/>
              <a:cxnLst/>
              <a:rect l="l" t="t" r="r" b="b"/>
              <a:pathLst>
                <a:path w="510540" h="327660">
                  <a:moveTo>
                    <a:pt x="510540" y="327660"/>
                  </a:moveTo>
                  <a:lnTo>
                    <a:pt x="0" y="327660"/>
                  </a:lnTo>
                  <a:lnTo>
                    <a:pt x="0" y="0"/>
                  </a:lnTo>
                  <a:lnTo>
                    <a:pt x="510540" y="0"/>
                  </a:lnTo>
                  <a:lnTo>
                    <a:pt x="510540" y="3276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267943" y="3528059"/>
              <a:ext cx="567055" cy="594995"/>
            </a:xfrm>
            <a:custGeom>
              <a:avLst/>
              <a:gdLst/>
              <a:ahLst/>
              <a:cxnLst/>
              <a:rect l="l" t="t" r="r" b="b"/>
              <a:pathLst>
                <a:path w="567054" h="594995">
                  <a:moveTo>
                    <a:pt x="566940" y="257556"/>
                  </a:moveTo>
                  <a:lnTo>
                    <a:pt x="557796" y="257556"/>
                  </a:lnTo>
                  <a:lnTo>
                    <a:pt x="557796" y="266712"/>
                  </a:lnTo>
                  <a:lnTo>
                    <a:pt x="557796" y="585228"/>
                  </a:lnTo>
                  <a:lnTo>
                    <a:pt x="56400" y="585228"/>
                  </a:lnTo>
                  <a:lnTo>
                    <a:pt x="56400" y="266712"/>
                  </a:lnTo>
                  <a:lnTo>
                    <a:pt x="557796" y="266712"/>
                  </a:lnTo>
                  <a:lnTo>
                    <a:pt x="557796" y="257556"/>
                  </a:lnTo>
                  <a:lnTo>
                    <a:pt x="361200" y="257556"/>
                  </a:lnTo>
                  <a:lnTo>
                    <a:pt x="65125" y="41033"/>
                  </a:lnTo>
                  <a:lnTo>
                    <a:pt x="70561" y="33528"/>
                  </a:lnTo>
                  <a:lnTo>
                    <a:pt x="83820" y="15240"/>
                  </a:lnTo>
                  <a:lnTo>
                    <a:pt x="0" y="0"/>
                  </a:lnTo>
                  <a:lnTo>
                    <a:pt x="39624" y="76200"/>
                  </a:lnTo>
                  <a:lnTo>
                    <a:pt x="59410" y="48933"/>
                  </a:lnTo>
                  <a:lnTo>
                    <a:pt x="344678" y="257556"/>
                  </a:lnTo>
                  <a:lnTo>
                    <a:pt x="47256" y="257556"/>
                  </a:lnTo>
                  <a:lnTo>
                    <a:pt x="47256" y="594372"/>
                  </a:lnTo>
                  <a:lnTo>
                    <a:pt x="566940" y="594372"/>
                  </a:lnTo>
                  <a:lnTo>
                    <a:pt x="566940" y="589800"/>
                  </a:lnTo>
                  <a:lnTo>
                    <a:pt x="566940" y="585228"/>
                  </a:lnTo>
                  <a:lnTo>
                    <a:pt x="566940" y="266712"/>
                  </a:lnTo>
                  <a:lnTo>
                    <a:pt x="566940" y="262140"/>
                  </a:lnTo>
                  <a:lnTo>
                    <a:pt x="566940" y="2575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909815" y="4314444"/>
              <a:ext cx="512445" cy="326390"/>
            </a:xfrm>
            <a:custGeom>
              <a:avLst/>
              <a:gdLst/>
              <a:ahLst/>
              <a:cxnLst/>
              <a:rect l="l" t="t" r="r" b="b"/>
              <a:pathLst>
                <a:path w="512445" h="326389">
                  <a:moveTo>
                    <a:pt x="512064" y="326136"/>
                  </a:moveTo>
                  <a:lnTo>
                    <a:pt x="0" y="326136"/>
                  </a:lnTo>
                  <a:lnTo>
                    <a:pt x="0" y="0"/>
                  </a:lnTo>
                  <a:lnTo>
                    <a:pt x="512064" y="0"/>
                  </a:lnTo>
                  <a:lnTo>
                    <a:pt x="512064" y="3261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905244" y="4111751"/>
              <a:ext cx="721360" cy="534035"/>
            </a:xfrm>
            <a:custGeom>
              <a:avLst/>
              <a:gdLst/>
              <a:ahLst/>
              <a:cxnLst/>
              <a:rect l="l" t="t" r="r" b="b"/>
              <a:pathLst>
                <a:path w="721359" h="534035">
                  <a:moveTo>
                    <a:pt x="720852" y="6096"/>
                  </a:moveTo>
                  <a:lnTo>
                    <a:pt x="635508" y="0"/>
                  </a:lnTo>
                  <a:lnTo>
                    <a:pt x="648830" y="30657"/>
                  </a:lnTo>
                  <a:lnTo>
                    <a:pt x="262610" y="196596"/>
                  </a:lnTo>
                  <a:lnTo>
                    <a:pt x="0" y="196596"/>
                  </a:lnTo>
                  <a:lnTo>
                    <a:pt x="0" y="533412"/>
                  </a:lnTo>
                  <a:lnTo>
                    <a:pt x="521208" y="533412"/>
                  </a:lnTo>
                  <a:lnTo>
                    <a:pt x="521208" y="528840"/>
                  </a:lnTo>
                  <a:lnTo>
                    <a:pt x="521208" y="524268"/>
                  </a:lnTo>
                  <a:lnTo>
                    <a:pt x="521208" y="207276"/>
                  </a:lnTo>
                  <a:lnTo>
                    <a:pt x="521208" y="202704"/>
                  </a:lnTo>
                  <a:lnTo>
                    <a:pt x="521208" y="196596"/>
                  </a:lnTo>
                  <a:lnTo>
                    <a:pt x="512064" y="196596"/>
                  </a:lnTo>
                  <a:lnTo>
                    <a:pt x="512064" y="207276"/>
                  </a:lnTo>
                  <a:lnTo>
                    <a:pt x="512064" y="524268"/>
                  </a:lnTo>
                  <a:lnTo>
                    <a:pt x="9144" y="524268"/>
                  </a:lnTo>
                  <a:lnTo>
                    <a:pt x="9144" y="207276"/>
                  </a:lnTo>
                  <a:lnTo>
                    <a:pt x="512064" y="207276"/>
                  </a:lnTo>
                  <a:lnTo>
                    <a:pt x="512064" y="196596"/>
                  </a:lnTo>
                  <a:lnTo>
                    <a:pt x="283679" y="196596"/>
                  </a:lnTo>
                  <a:lnTo>
                    <a:pt x="652881" y="39966"/>
                  </a:lnTo>
                  <a:lnTo>
                    <a:pt x="665988" y="70104"/>
                  </a:lnTo>
                  <a:lnTo>
                    <a:pt x="703859" y="25908"/>
                  </a:lnTo>
                  <a:lnTo>
                    <a:pt x="720852" y="60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750052" y="1937016"/>
              <a:ext cx="1280160" cy="864235"/>
            </a:xfrm>
            <a:custGeom>
              <a:avLst/>
              <a:gdLst/>
              <a:ahLst/>
              <a:cxnLst/>
              <a:rect l="l" t="t" r="r" b="b"/>
              <a:pathLst>
                <a:path w="1280159" h="864235">
                  <a:moveTo>
                    <a:pt x="437388" y="356870"/>
                  </a:moveTo>
                  <a:lnTo>
                    <a:pt x="434340" y="356870"/>
                  </a:lnTo>
                  <a:lnTo>
                    <a:pt x="437388" y="357708"/>
                  </a:lnTo>
                  <a:lnTo>
                    <a:pt x="437388" y="356870"/>
                  </a:lnTo>
                  <a:close/>
                </a:path>
                <a:path w="1280159" h="864235">
                  <a:moveTo>
                    <a:pt x="498348" y="842010"/>
                  </a:moveTo>
                  <a:lnTo>
                    <a:pt x="411480" y="842010"/>
                  </a:lnTo>
                  <a:lnTo>
                    <a:pt x="423672" y="847090"/>
                  </a:lnTo>
                  <a:lnTo>
                    <a:pt x="434340" y="850900"/>
                  </a:lnTo>
                  <a:lnTo>
                    <a:pt x="464820" y="850900"/>
                  </a:lnTo>
                  <a:lnTo>
                    <a:pt x="498348" y="842010"/>
                  </a:lnTo>
                  <a:close/>
                </a:path>
                <a:path w="1280159" h="864235">
                  <a:moveTo>
                    <a:pt x="1280160" y="684276"/>
                  </a:moveTo>
                  <a:lnTo>
                    <a:pt x="1275588" y="661416"/>
                  </a:lnTo>
                  <a:lnTo>
                    <a:pt x="1272540" y="652272"/>
                  </a:lnTo>
                  <a:lnTo>
                    <a:pt x="1263396" y="644652"/>
                  </a:lnTo>
                  <a:lnTo>
                    <a:pt x="1257300" y="637032"/>
                  </a:lnTo>
                  <a:lnTo>
                    <a:pt x="1257300" y="624840"/>
                  </a:lnTo>
                  <a:lnTo>
                    <a:pt x="1254252" y="615696"/>
                  </a:lnTo>
                  <a:lnTo>
                    <a:pt x="1249680" y="608076"/>
                  </a:lnTo>
                  <a:lnTo>
                    <a:pt x="1242060" y="600443"/>
                  </a:lnTo>
                  <a:lnTo>
                    <a:pt x="1229868" y="592823"/>
                  </a:lnTo>
                  <a:lnTo>
                    <a:pt x="1220724" y="592823"/>
                  </a:lnTo>
                  <a:lnTo>
                    <a:pt x="1213104" y="588251"/>
                  </a:lnTo>
                  <a:lnTo>
                    <a:pt x="1222248" y="566915"/>
                  </a:lnTo>
                  <a:lnTo>
                    <a:pt x="1220724" y="559295"/>
                  </a:lnTo>
                  <a:lnTo>
                    <a:pt x="1213104" y="556247"/>
                  </a:lnTo>
                  <a:lnTo>
                    <a:pt x="1200912" y="556247"/>
                  </a:lnTo>
                  <a:lnTo>
                    <a:pt x="1188720" y="551675"/>
                  </a:lnTo>
                  <a:lnTo>
                    <a:pt x="1205484" y="544055"/>
                  </a:lnTo>
                  <a:lnTo>
                    <a:pt x="1234440" y="522719"/>
                  </a:lnTo>
                  <a:lnTo>
                    <a:pt x="1226820" y="486143"/>
                  </a:lnTo>
                  <a:lnTo>
                    <a:pt x="1234440" y="470903"/>
                  </a:lnTo>
                  <a:lnTo>
                    <a:pt x="1234440" y="446519"/>
                  </a:lnTo>
                  <a:lnTo>
                    <a:pt x="1226820" y="438899"/>
                  </a:lnTo>
                  <a:lnTo>
                    <a:pt x="1226820" y="402323"/>
                  </a:lnTo>
                  <a:lnTo>
                    <a:pt x="1220724" y="384035"/>
                  </a:lnTo>
                  <a:lnTo>
                    <a:pt x="1208532" y="368795"/>
                  </a:lnTo>
                  <a:lnTo>
                    <a:pt x="1200912" y="365747"/>
                  </a:lnTo>
                  <a:lnTo>
                    <a:pt x="1193292" y="358127"/>
                  </a:lnTo>
                  <a:lnTo>
                    <a:pt x="1185672" y="347459"/>
                  </a:lnTo>
                  <a:lnTo>
                    <a:pt x="1182624" y="339839"/>
                  </a:lnTo>
                  <a:lnTo>
                    <a:pt x="1179576" y="336791"/>
                  </a:lnTo>
                  <a:lnTo>
                    <a:pt x="1171956" y="332219"/>
                  </a:lnTo>
                  <a:lnTo>
                    <a:pt x="1162812" y="332219"/>
                  </a:lnTo>
                  <a:lnTo>
                    <a:pt x="1121664" y="339839"/>
                  </a:lnTo>
                  <a:lnTo>
                    <a:pt x="1107948" y="344411"/>
                  </a:lnTo>
                  <a:lnTo>
                    <a:pt x="1095756" y="347459"/>
                  </a:lnTo>
                  <a:lnTo>
                    <a:pt x="1085088" y="344411"/>
                  </a:lnTo>
                  <a:lnTo>
                    <a:pt x="1062228" y="339839"/>
                  </a:lnTo>
                  <a:lnTo>
                    <a:pt x="1051560" y="332219"/>
                  </a:lnTo>
                  <a:lnTo>
                    <a:pt x="1046988" y="332219"/>
                  </a:lnTo>
                  <a:lnTo>
                    <a:pt x="1043940" y="336791"/>
                  </a:lnTo>
                  <a:lnTo>
                    <a:pt x="1036320" y="339839"/>
                  </a:lnTo>
                  <a:lnTo>
                    <a:pt x="1033272" y="347459"/>
                  </a:lnTo>
                  <a:lnTo>
                    <a:pt x="1021080" y="365747"/>
                  </a:lnTo>
                  <a:lnTo>
                    <a:pt x="1013536" y="373291"/>
                  </a:lnTo>
                  <a:lnTo>
                    <a:pt x="1021080" y="364490"/>
                  </a:lnTo>
                  <a:lnTo>
                    <a:pt x="1033272" y="346710"/>
                  </a:lnTo>
                  <a:lnTo>
                    <a:pt x="1036320" y="339090"/>
                  </a:lnTo>
                  <a:lnTo>
                    <a:pt x="1043940" y="336550"/>
                  </a:lnTo>
                  <a:lnTo>
                    <a:pt x="1046988" y="331470"/>
                  </a:lnTo>
                  <a:lnTo>
                    <a:pt x="1051560" y="331470"/>
                  </a:lnTo>
                  <a:lnTo>
                    <a:pt x="1062228" y="339090"/>
                  </a:lnTo>
                  <a:lnTo>
                    <a:pt x="1062228" y="331470"/>
                  </a:lnTo>
                  <a:lnTo>
                    <a:pt x="1066800" y="328930"/>
                  </a:lnTo>
                  <a:lnTo>
                    <a:pt x="1077468" y="321310"/>
                  </a:lnTo>
                  <a:lnTo>
                    <a:pt x="1088136" y="309880"/>
                  </a:lnTo>
                  <a:lnTo>
                    <a:pt x="1092708" y="307340"/>
                  </a:lnTo>
                  <a:lnTo>
                    <a:pt x="1095756" y="299720"/>
                  </a:lnTo>
                  <a:lnTo>
                    <a:pt x="1100328" y="292100"/>
                  </a:lnTo>
                  <a:lnTo>
                    <a:pt x="1107948" y="279400"/>
                  </a:lnTo>
                  <a:lnTo>
                    <a:pt x="1118616" y="266700"/>
                  </a:lnTo>
                  <a:lnTo>
                    <a:pt x="1121664" y="255270"/>
                  </a:lnTo>
                  <a:lnTo>
                    <a:pt x="1126236" y="247650"/>
                  </a:lnTo>
                  <a:lnTo>
                    <a:pt x="1126236" y="214630"/>
                  </a:lnTo>
                  <a:lnTo>
                    <a:pt x="1121664" y="185420"/>
                  </a:lnTo>
                  <a:lnTo>
                    <a:pt x="1121664" y="177800"/>
                  </a:lnTo>
                  <a:lnTo>
                    <a:pt x="1118616" y="173990"/>
                  </a:lnTo>
                  <a:lnTo>
                    <a:pt x="1114044" y="173990"/>
                  </a:lnTo>
                  <a:lnTo>
                    <a:pt x="1114044" y="170180"/>
                  </a:lnTo>
                  <a:lnTo>
                    <a:pt x="1110996" y="153670"/>
                  </a:lnTo>
                  <a:lnTo>
                    <a:pt x="1107948" y="130810"/>
                  </a:lnTo>
                  <a:lnTo>
                    <a:pt x="1104900" y="116840"/>
                  </a:lnTo>
                  <a:lnTo>
                    <a:pt x="1100328" y="101600"/>
                  </a:lnTo>
                  <a:lnTo>
                    <a:pt x="1092708" y="86360"/>
                  </a:lnTo>
                  <a:lnTo>
                    <a:pt x="1088136" y="72390"/>
                  </a:lnTo>
                  <a:lnTo>
                    <a:pt x="1085088" y="68580"/>
                  </a:lnTo>
                  <a:lnTo>
                    <a:pt x="1077468" y="59690"/>
                  </a:lnTo>
                  <a:lnTo>
                    <a:pt x="1066800" y="52070"/>
                  </a:lnTo>
                  <a:lnTo>
                    <a:pt x="1062228" y="49530"/>
                  </a:lnTo>
                  <a:lnTo>
                    <a:pt x="1054608" y="39370"/>
                  </a:lnTo>
                  <a:lnTo>
                    <a:pt x="1051560" y="31750"/>
                  </a:lnTo>
                  <a:lnTo>
                    <a:pt x="1043940" y="27940"/>
                  </a:lnTo>
                  <a:lnTo>
                    <a:pt x="1025652" y="27940"/>
                  </a:lnTo>
                  <a:lnTo>
                    <a:pt x="1021080" y="24130"/>
                  </a:lnTo>
                  <a:lnTo>
                    <a:pt x="1013269" y="18554"/>
                  </a:lnTo>
                  <a:lnTo>
                    <a:pt x="1013269" y="373443"/>
                  </a:lnTo>
                  <a:lnTo>
                    <a:pt x="1005840" y="376415"/>
                  </a:lnTo>
                  <a:lnTo>
                    <a:pt x="1002792" y="376415"/>
                  </a:lnTo>
                  <a:lnTo>
                    <a:pt x="998334" y="380873"/>
                  </a:lnTo>
                  <a:lnTo>
                    <a:pt x="1002792" y="375920"/>
                  </a:lnTo>
                  <a:lnTo>
                    <a:pt x="1005840" y="375920"/>
                  </a:lnTo>
                  <a:lnTo>
                    <a:pt x="1013269" y="373443"/>
                  </a:lnTo>
                  <a:lnTo>
                    <a:pt x="1013269" y="18554"/>
                  </a:lnTo>
                  <a:lnTo>
                    <a:pt x="1010412" y="16510"/>
                  </a:lnTo>
                  <a:lnTo>
                    <a:pt x="1002792" y="8890"/>
                  </a:lnTo>
                  <a:lnTo>
                    <a:pt x="998143" y="8890"/>
                  </a:lnTo>
                  <a:lnTo>
                    <a:pt x="998143" y="381165"/>
                  </a:lnTo>
                  <a:lnTo>
                    <a:pt x="995172" y="387858"/>
                  </a:lnTo>
                  <a:lnTo>
                    <a:pt x="995172" y="486143"/>
                  </a:lnTo>
                  <a:lnTo>
                    <a:pt x="979932" y="475475"/>
                  </a:lnTo>
                  <a:lnTo>
                    <a:pt x="964692" y="470903"/>
                  </a:lnTo>
                  <a:lnTo>
                    <a:pt x="950976" y="461759"/>
                  </a:lnTo>
                  <a:lnTo>
                    <a:pt x="946404" y="454139"/>
                  </a:lnTo>
                  <a:lnTo>
                    <a:pt x="938784" y="446519"/>
                  </a:lnTo>
                  <a:lnTo>
                    <a:pt x="935736" y="434327"/>
                  </a:lnTo>
                  <a:lnTo>
                    <a:pt x="931164" y="431279"/>
                  </a:lnTo>
                  <a:lnTo>
                    <a:pt x="923544" y="425183"/>
                  </a:lnTo>
                  <a:lnTo>
                    <a:pt x="920496" y="425183"/>
                  </a:lnTo>
                  <a:lnTo>
                    <a:pt x="909828" y="431279"/>
                  </a:lnTo>
                  <a:lnTo>
                    <a:pt x="902208" y="431279"/>
                  </a:lnTo>
                  <a:lnTo>
                    <a:pt x="894588" y="425183"/>
                  </a:lnTo>
                  <a:lnTo>
                    <a:pt x="890016" y="425183"/>
                  </a:lnTo>
                  <a:lnTo>
                    <a:pt x="879348" y="431279"/>
                  </a:lnTo>
                  <a:lnTo>
                    <a:pt x="864108" y="434327"/>
                  </a:lnTo>
                  <a:lnTo>
                    <a:pt x="848868" y="434327"/>
                  </a:lnTo>
                  <a:lnTo>
                    <a:pt x="838200" y="431279"/>
                  </a:lnTo>
                  <a:lnTo>
                    <a:pt x="827532" y="431279"/>
                  </a:lnTo>
                  <a:lnTo>
                    <a:pt x="815340" y="434327"/>
                  </a:lnTo>
                  <a:lnTo>
                    <a:pt x="809244" y="438899"/>
                  </a:lnTo>
                  <a:lnTo>
                    <a:pt x="797255" y="449389"/>
                  </a:lnTo>
                  <a:lnTo>
                    <a:pt x="809244" y="438150"/>
                  </a:lnTo>
                  <a:lnTo>
                    <a:pt x="815340" y="433070"/>
                  </a:lnTo>
                  <a:lnTo>
                    <a:pt x="827532" y="430530"/>
                  </a:lnTo>
                  <a:lnTo>
                    <a:pt x="838200" y="430530"/>
                  </a:lnTo>
                  <a:lnTo>
                    <a:pt x="848868" y="433070"/>
                  </a:lnTo>
                  <a:lnTo>
                    <a:pt x="864108" y="433070"/>
                  </a:lnTo>
                  <a:lnTo>
                    <a:pt x="879348" y="430530"/>
                  </a:lnTo>
                  <a:lnTo>
                    <a:pt x="890016" y="424180"/>
                  </a:lnTo>
                  <a:lnTo>
                    <a:pt x="894588" y="424180"/>
                  </a:lnTo>
                  <a:lnTo>
                    <a:pt x="902208" y="430530"/>
                  </a:lnTo>
                  <a:lnTo>
                    <a:pt x="909828" y="430530"/>
                  </a:lnTo>
                  <a:lnTo>
                    <a:pt x="920496" y="424180"/>
                  </a:lnTo>
                  <a:lnTo>
                    <a:pt x="923544" y="424180"/>
                  </a:lnTo>
                  <a:lnTo>
                    <a:pt x="931164" y="430530"/>
                  </a:lnTo>
                  <a:lnTo>
                    <a:pt x="935736" y="433070"/>
                  </a:lnTo>
                  <a:lnTo>
                    <a:pt x="938784" y="445770"/>
                  </a:lnTo>
                  <a:lnTo>
                    <a:pt x="946404" y="453390"/>
                  </a:lnTo>
                  <a:lnTo>
                    <a:pt x="950976" y="461010"/>
                  </a:lnTo>
                  <a:lnTo>
                    <a:pt x="964692" y="469900"/>
                  </a:lnTo>
                  <a:lnTo>
                    <a:pt x="979932" y="474980"/>
                  </a:lnTo>
                  <a:lnTo>
                    <a:pt x="992162" y="483133"/>
                  </a:lnTo>
                  <a:lnTo>
                    <a:pt x="995172" y="486143"/>
                  </a:lnTo>
                  <a:lnTo>
                    <a:pt x="995172" y="387858"/>
                  </a:lnTo>
                  <a:lnTo>
                    <a:pt x="992124" y="394703"/>
                  </a:lnTo>
                  <a:lnTo>
                    <a:pt x="987552" y="409943"/>
                  </a:lnTo>
                  <a:lnTo>
                    <a:pt x="984504" y="431279"/>
                  </a:lnTo>
                  <a:lnTo>
                    <a:pt x="984504" y="430530"/>
                  </a:lnTo>
                  <a:lnTo>
                    <a:pt x="985393" y="424180"/>
                  </a:lnTo>
                  <a:lnTo>
                    <a:pt x="987552" y="408940"/>
                  </a:lnTo>
                  <a:lnTo>
                    <a:pt x="992124" y="393700"/>
                  </a:lnTo>
                  <a:lnTo>
                    <a:pt x="998143" y="381165"/>
                  </a:lnTo>
                  <a:lnTo>
                    <a:pt x="998143" y="8890"/>
                  </a:lnTo>
                  <a:lnTo>
                    <a:pt x="992124" y="8890"/>
                  </a:lnTo>
                  <a:lnTo>
                    <a:pt x="984504" y="12700"/>
                  </a:lnTo>
                  <a:lnTo>
                    <a:pt x="976884" y="12700"/>
                  </a:lnTo>
                  <a:lnTo>
                    <a:pt x="969264" y="16510"/>
                  </a:lnTo>
                  <a:lnTo>
                    <a:pt x="958596" y="12700"/>
                  </a:lnTo>
                  <a:lnTo>
                    <a:pt x="946404" y="8890"/>
                  </a:lnTo>
                  <a:lnTo>
                    <a:pt x="935736" y="0"/>
                  </a:lnTo>
                  <a:lnTo>
                    <a:pt x="920496" y="0"/>
                  </a:lnTo>
                  <a:lnTo>
                    <a:pt x="885444" y="3810"/>
                  </a:lnTo>
                  <a:lnTo>
                    <a:pt x="868680" y="8890"/>
                  </a:lnTo>
                  <a:lnTo>
                    <a:pt x="856488" y="16510"/>
                  </a:lnTo>
                  <a:lnTo>
                    <a:pt x="845820" y="20320"/>
                  </a:lnTo>
                  <a:lnTo>
                    <a:pt x="842772" y="27940"/>
                  </a:lnTo>
                  <a:lnTo>
                    <a:pt x="838200" y="31750"/>
                  </a:lnTo>
                  <a:lnTo>
                    <a:pt x="835152" y="39370"/>
                  </a:lnTo>
                  <a:lnTo>
                    <a:pt x="830580" y="49530"/>
                  </a:lnTo>
                  <a:lnTo>
                    <a:pt x="810768" y="59690"/>
                  </a:lnTo>
                  <a:lnTo>
                    <a:pt x="794004" y="68580"/>
                  </a:lnTo>
                  <a:lnTo>
                    <a:pt x="793851" y="68643"/>
                  </a:lnTo>
                  <a:lnTo>
                    <a:pt x="793851" y="449643"/>
                  </a:lnTo>
                  <a:lnTo>
                    <a:pt x="784860" y="454139"/>
                  </a:lnTo>
                  <a:lnTo>
                    <a:pt x="777240" y="454139"/>
                  </a:lnTo>
                  <a:lnTo>
                    <a:pt x="771245" y="457136"/>
                  </a:lnTo>
                  <a:lnTo>
                    <a:pt x="777240" y="453390"/>
                  </a:lnTo>
                  <a:lnTo>
                    <a:pt x="784860" y="453390"/>
                  </a:lnTo>
                  <a:lnTo>
                    <a:pt x="793851" y="449643"/>
                  </a:lnTo>
                  <a:lnTo>
                    <a:pt x="793851" y="68643"/>
                  </a:lnTo>
                  <a:lnTo>
                    <a:pt x="784860" y="72390"/>
                  </a:lnTo>
                  <a:lnTo>
                    <a:pt x="777240" y="80010"/>
                  </a:lnTo>
                  <a:lnTo>
                    <a:pt x="771144" y="93980"/>
                  </a:lnTo>
                  <a:lnTo>
                    <a:pt x="768096" y="109220"/>
                  </a:lnTo>
                  <a:lnTo>
                    <a:pt x="763524" y="123190"/>
                  </a:lnTo>
                  <a:lnTo>
                    <a:pt x="755904" y="138430"/>
                  </a:lnTo>
                  <a:lnTo>
                    <a:pt x="751332" y="146050"/>
                  </a:lnTo>
                  <a:lnTo>
                    <a:pt x="748284" y="153670"/>
                  </a:lnTo>
                  <a:lnTo>
                    <a:pt x="743712" y="177800"/>
                  </a:lnTo>
                  <a:lnTo>
                    <a:pt x="743712" y="203200"/>
                  </a:lnTo>
                  <a:lnTo>
                    <a:pt x="748284" y="222250"/>
                  </a:lnTo>
                  <a:lnTo>
                    <a:pt x="760476" y="240030"/>
                  </a:lnTo>
                  <a:lnTo>
                    <a:pt x="774192" y="259080"/>
                  </a:lnTo>
                  <a:lnTo>
                    <a:pt x="781812" y="276860"/>
                  </a:lnTo>
                  <a:lnTo>
                    <a:pt x="784860" y="284480"/>
                  </a:lnTo>
                  <a:lnTo>
                    <a:pt x="781812" y="292100"/>
                  </a:lnTo>
                  <a:lnTo>
                    <a:pt x="770572" y="288988"/>
                  </a:lnTo>
                  <a:lnTo>
                    <a:pt x="770572" y="457644"/>
                  </a:lnTo>
                  <a:lnTo>
                    <a:pt x="748284" y="475475"/>
                  </a:lnTo>
                  <a:lnTo>
                    <a:pt x="726948" y="498335"/>
                  </a:lnTo>
                  <a:lnTo>
                    <a:pt x="710184" y="527291"/>
                  </a:lnTo>
                  <a:lnTo>
                    <a:pt x="688848" y="548627"/>
                  </a:lnTo>
                  <a:lnTo>
                    <a:pt x="651129" y="563714"/>
                  </a:lnTo>
                  <a:lnTo>
                    <a:pt x="688848" y="547370"/>
                  </a:lnTo>
                  <a:lnTo>
                    <a:pt x="707517" y="529590"/>
                  </a:lnTo>
                  <a:lnTo>
                    <a:pt x="710184" y="527050"/>
                  </a:lnTo>
                  <a:lnTo>
                    <a:pt x="726948" y="497840"/>
                  </a:lnTo>
                  <a:lnTo>
                    <a:pt x="748284" y="474980"/>
                  </a:lnTo>
                  <a:lnTo>
                    <a:pt x="770572" y="457644"/>
                  </a:lnTo>
                  <a:lnTo>
                    <a:pt x="770572" y="288988"/>
                  </a:lnTo>
                  <a:lnTo>
                    <a:pt x="763524" y="287020"/>
                  </a:lnTo>
                  <a:lnTo>
                    <a:pt x="755904" y="284480"/>
                  </a:lnTo>
                  <a:lnTo>
                    <a:pt x="748284" y="279400"/>
                  </a:lnTo>
                  <a:lnTo>
                    <a:pt x="736092" y="259080"/>
                  </a:lnTo>
                  <a:lnTo>
                    <a:pt x="734568" y="240030"/>
                  </a:lnTo>
                  <a:lnTo>
                    <a:pt x="726948" y="207010"/>
                  </a:lnTo>
                  <a:lnTo>
                    <a:pt x="726948" y="190500"/>
                  </a:lnTo>
                  <a:lnTo>
                    <a:pt x="722376" y="182880"/>
                  </a:lnTo>
                  <a:lnTo>
                    <a:pt x="714756" y="173990"/>
                  </a:lnTo>
                  <a:lnTo>
                    <a:pt x="699516" y="170180"/>
                  </a:lnTo>
                  <a:lnTo>
                    <a:pt x="693420" y="162560"/>
                  </a:lnTo>
                  <a:lnTo>
                    <a:pt x="684276" y="153670"/>
                  </a:lnTo>
                  <a:lnTo>
                    <a:pt x="676656" y="140970"/>
                  </a:lnTo>
                  <a:lnTo>
                    <a:pt x="673608" y="138430"/>
                  </a:lnTo>
                  <a:lnTo>
                    <a:pt x="665988" y="138430"/>
                  </a:lnTo>
                  <a:lnTo>
                    <a:pt x="650481" y="130683"/>
                  </a:lnTo>
                  <a:lnTo>
                    <a:pt x="650481" y="563943"/>
                  </a:lnTo>
                  <a:lnTo>
                    <a:pt x="640080" y="566915"/>
                  </a:lnTo>
                  <a:lnTo>
                    <a:pt x="632650" y="571373"/>
                  </a:lnTo>
                  <a:lnTo>
                    <a:pt x="640080" y="566420"/>
                  </a:lnTo>
                  <a:lnTo>
                    <a:pt x="650481" y="563943"/>
                  </a:lnTo>
                  <a:lnTo>
                    <a:pt x="650481" y="130683"/>
                  </a:lnTo>
                  <a:lnTo>
                    <a:pt x="635508" y="123190"/>
                  </a:lnTo>
                  <a:lnTo>
                    <a:pt x="621792" y="111760"/>
                  </a:lnTo>
                  <a:lnTo>
                    <a:pt x="606552" y="111760"/>
                  </a:lnTo>
                  <a:lnTo>
                    <a:pt x="594360" y="116840"/>
                  </a:lnTo>
                  <a:lnTo>
                    <a:pt x="586740" y="125730"/>
                  </a:lnTo>
                  <a:lnTo>
                    <a:pt x="576072" y="130810"/>
                  </a:lnTo>
                  <a:lnTo>
                    <a:pt x="557784" y="133350"/>
                  </a:lnTo>
                  <a:lnTo>
                    <a:pt x="539496" y="133350"/>
                  </a:lnTo>
                  <a:lnTo>
                    <a:pt x="527304" y="138430"/>
                  </a:lnTo>
                  <a:lnTo>
                    <a:pt x="515112" y="140970"/>
                  </a:lnTo>
                  <a:lnTo>
                    <a:pt x="509016" y="153670"/>
                  </a:lnTo>
                  <a:lnTo>
                    <a:pt x="505968" y="157480"/>
                  </a:lnTo>
                  <a:lnTo>
                    <a:pt x="501396" y="162560"/>
                  </a:lnTo>
                  <a:lnTo>
                    <a:pt x="486156" y="166370"/>
                  </a:lnTo>
                  <a:lnTo>
                    <a:pt x="472440" y="173990"/>
                  </a:lnTo>
                  <a:lnTo>
                    <a:pt x="467868" y="177800"/>
                  </a:lnTo>
                  <a:lnTo>
                    <a:pt x="464820" y="185420"/>
                  </a:lnTo>
                  <a:lnTo>
                    <a:pt x="464820" y="218440"/>
                  </a:lnTo>
                  <a:lnTo>
                    <a:pt x="457200" y="233680"/>
                  </a:lnTo>
                  <a:lnTo>
                    <a:pt x="448056" y="255270"/>
                  </a:lnTo>
                  <a:lnTo>
                    <a:pt x="445008" y="276860"/>
                  </a:lnTo>
                  <a:lnTo>
                    <a:pt x="445008" y="316230"/>
                  </a:lnTo>
                  <a:lnTo>
                    <a:pt x="460248" y="336550"/>
                  </a:lnTo>
                  <a:lnTo>
                    <a:pt x="473964" y="353060"/>
                  </a:lnTo>
                  <a:lnTo>
                    <a:pt x="493776" y="373380"/>
                  </a:lnTo>
                  <a:lnTo>
                    <a:pt x="493776" y="375920"/>
                  </a:lnTo>
                  <a:lnTo>
                    <a:pt x="490728" y="375920"/>
                  </a:lnTo>
                  <a:lnTo>
                    <a:pt x="486156" y="381000"/>
                  </a:lnTo>
                  <a:lnTo>
                    <a:pt x="473964" y="381000"/>
                  </a:lnTo>
                  <a:lnTo>
                    <a:pt x="460248" y="373380"/>
                  </a:lnTo>
                  <a:lnTo>
                    <a:pt x="457200" y="368300"/>
                  </a:lnTo>
                  <a:lnTo>
                    <a:pt x="448056" y="360680"/>
                  </a:lnTo>
                  <a:lnTo>
                    <a:pt x="437388" y="357708"/>
                  </a:lnTo>
                  <a:lnTo>
                    <a:pt x="437388" y="360680"/>
                  </a:lnTo>
                  <a:lnTo>
                    <a:pt x="419100" y="360680"/>
                  </a:lnTo>
                  <a:lnTo>
                    <a:pt x="414528" y="356870"/>
                  </a:lnTo>
                  <a:lnTo>
                    <a:pt x="406908" y="353060"/>
                  </a:lnTo>
                  <a:lnTo>
                    <a:pt x="403860" y="346710"/>
                  </a:lnTo>
                  <a:lnTo>
                    <a:pt x="399288" y="331470"/>
                  </a:lnTo>
                  <a:lnTo>
                    <a:pt x="396240" y="328930"/>
                  </a:lnTo>
                  <a:lnTo>
                    <a:pt x="390144" y="323850"/>
                  </a:lnTo>
                  <a:lnTo>
                    <a:pt x="381000" y="321310"/>
                  </a:lnTo>
                  <a:lnTo>
                    <a:pt x="362712" y="321310"/>
                  </a:lnTo>
                  <a:lnTo>
                    <a:pt x="352044" y="323850"/>
                  </a:lnTo>
                  <a:lnTo>
                    <a:pt x="339852" y="328930"/>
                  </a:lnTo>
                  <a:lnTo>
                    <a:pt x="336804" y="323850"/>
                  </a:lnTo>
                  <a:lnTo>
                    <a:pt x="323088" y="323850"/>
                  </a:lnTo>
                  <a:lnTo>
                    <a:pt x="310896" y="331470"/>
                  </a:lnTo>
                  <a:lnTo>
                    <a:pt x="303276" y="336550"/>
                  </a:lnTo>
                  <a:lnTo>
                    <a:pt x="295656" y="339090"/>
                  </a:lnTo>
                  <a:lnTo>
                    <a:pt x="281940" y="339090"/>
                  </a:lnTo>
                  <a:lnTo>
                    <a:pt x="272796" y="353060"/>
                  </a:lnTo>
                  <a:lnTo>
                    <a:pt x="265176" y="360680"/>
                  </a:lnTo>
                  <a:lnTo>
                    <a:pt x="262128" y="368300"/>
                  </a:lnTo>
                  <a:lnTo>
                    <a:pt x="254508" y="373380"/>
                  </a:lnTo>
                  <a:lnTo>
                    <a:pt x="249936" y="375920"/>
                  </a:lnTo>
                  <a:lnTo>
                    <a:pt x="243840" y="381000"/>
                  </a:lnTo>
                  <a:lnTo>
                    <a:pt x="239268" y="393700"/>
                  </a:lnTo>
                  <a:lnTo>
                    <a:pt x="231648" y="408940"/>
                  </a:lnTo>
                  <a:lnTo>
                    <a:pt x="224028" y="416560"/>
                  </a:lnTo>
                  <a:lnTo>
                    <a:pt x="220980" y="416560"/>
                  </a:lnTo>
                  <a:lnTo>
                    <a:pt x="220980" y="433070"/>
                  </a:lnTo>
                  <a:lnTo>
                    <a:pt x="224028" y="445770"/>
                  </a:lnTo>
                  <a:lnTo>
                    <a:pt x="231648" y="453390"/>
                  </a:lnTo>
                  <a:lnTo>
                    <a:pt x="216408" y="485140"/>
                  </a:lnTo>
                  <a:lnTo>
                    <a:pt x="224028" y="490220"/>
                  </a:lnTo>
                  <a:lnTo>
                    <a:pt x="228600" y="492760"/>
                  </a:lnTo>
                  <a:lnTo>
                    <a:pt x="231648" y="511810"/>
                  </a:lnTo>
                  <a:lnTo>
                    <a:pt x="236220" y="519430"/>
                  </a:lnTo>
                  <a:lnTo>
                    <a:pt x="243840" y="527050"/>
                  </a:lnTo>
                  <a:lnTo>
                    <a:pt x="236220" y="521970"/>
                  </a:lnTo>
                  <a:lnTo>
                    <a:pt x="210312" y="521970"/>
                  </a:lnTo>
                  <a:lnTo>
                    <a:pt x="202692" y="527050"/>
                  </a:lnTo>
                  <a:lnTo>
                    <a:pt x="198120" y="529590"/>
                  </a:lnTo>
                  <a:lnTo>
                    <a:pt x="195072" y="527050"/>
                  </a:lnTo>
                  <a:lnTo>
                    <a:pt x="187452" y="527050"/>
                  </a:lnTo>
                  <a:lnTo>
                    <a:pt x="172212" y="529590"/>
                  </a:lnTo>
                  <a:lnTo>
                    <a:pt x="161544" y="537210"/>
                  </a:lnTo>
                  <a:lnTo>
                    <a:pt x="149352" y="543560"/>
                  </a:lnTo>
                  <a:lnTo>
                    <a:pt x="120396" y="543560"/>
                  </a:lnTo>
                  <a:lnTo>
                    <a:pt x="103632" y="551180"/>
                  </a:lnTo>
                  <a:lnTo>
                    <a:pt x="102108" y="554990"/>
                  </a:lnTo>
                  <a:lnTo>
                    <a:pt x="97536" y="554990"/>
                  </a:lnTo>
                  <a:lnTo>
                    <a:pt x="97536" y="563880"/>
                  </a:lnTo>
                  <a:lnTo>
                    <a:pt x="89916" y="563880"/>
                  </a:lnTo>
                  <a:lnTo>
                    <a:pt x="74676" y="566420"/>
                  </a:lnTo>
                  <a:lnTo>
                    <a:pt x="53340" y="574040"/>
                  </a:lnTo>
                  <a:lnTo>
                    <a:pt x="45720" y="580390"/>
                  </a:lnTo>
                  <a:lnTo>
                    <a:pt x="41148" y="582930"/>
                  </a:lnTo>
                  <a:lnTo>
                    <a:pt x="41148" y="588010"/>
                  </a:lnTo>
                  <a:lnTo>
                    <a:pt x="33528" y="591820"/>
                  </a:lnTo>
                  <a:lnTo>
                    <a:pt x="27432" y="599440"/>
                  </a:lnTo>
                  <a:lnTo>
                    <a:pt x="15240" y="610870"/>
                  </a:lnTo>
                  <a:lnTo>
                    <a:pt x="12192" y="614680"/>
                  </a:lnTo>
                  <a:lnTo>
                    <a:pt x="12192" y="643890"/>
                  </a:lnTo>
                  <a:lnTo>
                    <a:pt x="7620" y="668020"/>
                  </a:lnTo>
                  <a:lnTo>
                    <a:pt x="0" y="688340"/>
                  </a:lnTo>
                  <a:lnTo>
                    <a:pt x="3048" y="699770"/>
                  </a:lnTo>
                  <a:lnTo>
                    <a:pt x="3048" y="709930"/>
                  </a:lnTo>
                  <a:lnTo>
                    <a:pt x="15240" y="720090"/>
                  </a:lnTo>
                  <a:lnTo>
                    <a:pt x="22860" y="734060"/>
                  </a:lnTo>
                  <a:lnTo>
                    <a:pt x="33528" y="745490"/>
                  </a:lnTo>
                  <a:lnTo>
                    <a:pt x="33528" y="756920"/>
                  </a:lnTo>
                  <a:lnTo>
                    <a:pt x="36576" y="762000"/>
                  </a:lnTo>
                  <a:lnTo>
                    <a:pt x="41148" y="764540"/>
                  </a:lnTo>
                  <a:lnTo>
                    <a:pt x="53340" y="778510"/>
                  </a:lnTo>
                  <a:lnTo>
                    <a:pt x="64008" y="789940"/>
                  </a:lnTo>
                  <a:lnTo>
                    <a:pt x="67056" y="793750"/>
                  </a:lnTo>
                  <a:lnTo>
                    <a:pt x="70104" y="801370"/>
                  </a:lnTo>
                  <a:lnTo>
                    <a:pt x="79248" y="810260"/>
                  </a:lnTo>
                  <a:lnTo>
                    <a:pt x="94488" y="814070"/>
                  </a:lnTo>
                  <a:lnTo>
                    <a:pt x="108204" y="814070"/>
                  </a:lnTo>
                  <a:lnTo>
                    <a:pt x="115824" y="819150"/>
                  </a:lnTo>
                  <a:lnTo>
                    <a:pt x="120396" y="821690"/>
                  </a:lnTo>
                  <a:lnTo>
                    <a:pt x="123444" y="826770"/>
                  </a:lnTo>
                  <a:lnTo>
                    <a:pt x="131064" y="826770"/>
                  </a:lnTo>
                  <a:lnTo>
                    <a:pt x="146304" y="834390"/>
                  </a:lnTo>
                  <a:lnTo>
                    <a:pt x="164592" y="834390"/>
                  </a:lnTo>
                  <a:lnTo>
                    <a:pt x="179832" y="826770"/>
                  </a:lnTo>
                  <a:lnTo>
                    <a:pt x="187452" y="821690"/>
                  </a:lnTo>
                  <a:lnTo>
                    <a:pt x="195072" y="819150"/>
                  </a:lnTo>
                  <a:lnTo>
                    <a:pt x="213360" y="819150"/>
                  </a:lnTo>
                  <a:lnTo>
                    <a:pt x="231648" y="821690"/>
                  </a:lnTo>
                  <a:lnTo>
                    <a:pt x="239268" y="821690"/>
                  </a:lnTo>
                  <a:lnTo>
                    <a:pt x="243840" y="819150"/>
                  </a:lnTo>
                  <a:lnTo>
                    <a:pt x="249936" y="805180"/>
                  </a:lnTo>
                  <a:lnTo>
                    <a:pt x="254508" y="797560"/>
                  </a:lnTo>
                  <a:lnTo>
                    <a:pt x="257556" y="789940"/>
                  </a:lnTo>
                  <a:lnTo>
                    <a:pt x="265176" y="782320"/>
                  </a:lnTo>
                  <a:lnTo>
                    <a:pt x="310896" y="745490"/>
                  </a:lnTo>
                  <a:lnTo>
                    <a:pt x="318516" y="749300"/>
                  </a:lnTo>
                  <a:lnTo>
                    <a:pt x="323088" y="754380"/>
                  </a:lnTo>
                  <a:lnTo>
                    <a:pt x="323088" y="793750"/>
                  </a:lnTo>
                  <a:lnTo>
                    <a:pt x="324612" y="801370"/>
                  </a:lnTo>
                  <a:lnTo>
                    <a:pt x="332232" y="810260"/>
                  </a:lnTo>
                  <a:lnTo>
                    <a:pt x="347472" y="819150"/>
                  </a:lnTo>
                  <a:lnTo>
                    <a:pt x="356616" y="830580"/>
                  </a:lnTo>
                  <a:lnTo>
                    <a:pt x="362712" y="834390"/>
                  </a:lnTo>
                  <a:lnTo>
                    <a:pt x="370332" y="838200"/>
                  </a:lnTo>
                  <a:lnTo>
                    <a:pt x="399288" y="838200"/>
                  </a:lnTo>
                  <a:lnTo>
                    <a:pt x="406908" y="838200"/>
                  </a:lnTo>
                  <a:lnTo>
                    <a:pt x="503682" y="838200"/>
                  </a:lnTo>
                  <a:lnTo>
                    <a:pt x="509016" y="834390"/>
                  </a:lnTo>
                  <a:lnTo>
                    <a:pt x="512064" y="834390"/>
                  </a:lnTo>
                  <a:lnTo>
                    <a:pt x="515112" y="838200"/>
                  </a:lnTo>
                  <a:lnTo>
                    <a:pt x="524256" y="838200"/>
                  </a:lnTo>
                  <a:lnTo>
                    <a:pt x="529336" y="834390"/>
                  </a:lnTo>
                  <a:lnTo>
                    <a:pt x="539496" y="826770"/>
                  </a:lnTo>
                  <a:lnTo>
                    <a:pt x="553212" y="814070"/>
                  </a:lnTo>
                  <a:lnTo>
                    <a:pt x="573024" y="805180"/>
                  </a:lnTo>
                  <a:lnTo>
                    <a:pt x="583692" y="810260"/>
                  </a:lnTo>
                  <a:lnTo>
                    <a:pt x="583692" y="805180"/>
                  </a:lnTo>
                  <a:lnTo>
                    <a:pt x="583692" y="745490"/>
                  </a:lnTo>
                  <a:lnTo>
                    <a:pt x="583692" y="741680"/>
                  </a:lnTo>
                  <a:lnTo>
                    <a:pt x="580644" y="725170"/>
                  </a:lnTo>
                  <a:lnTo>
                    <a:pt x="576072" y="709930"/>
                  </a:lnTo>
                  <a:lnTo>
                    <a:pt x="573024" y="690880"/>
                  </a:lnTo>
                  <a:lnTo>
                    <a:pt x="576072" y="683260"/>
                  </a:lnTo>
                  <a:lnTo>
                    <a:pt x="580644" y="675640"/>
                  </a:lnTo>
                  <a:lnTo>
                    <a:pt x="591312" y="656590"/>
                  </a:lnTo>
                  <a:lnTo>
                    <a:pt x="598932" y="636270"/>
                  </a:lnTo>
                  <a:lnTo>
                    <a:pt x="601980" y="628650"/>
                  </a:lnTo>
                  <a:lnTo>
                    <a:pt x="601980" y="603250"/>
                  </a:lnTo>
                  <a:lnTo>
                    <a:pt x="606552" y="599440"/>
                  </a:lnTo>
                  <a:lnTo>
                    <a:pt x="609600" y="599440"/>
                  </a:lnTo>
                  <a:lnTo>
                    <a:pt x="614172" y="595630"/>
                  </a:lnTo>
                  <a:lnTo>
                    <a:pt x="617220" y="595630"/>
                  </a:lnTo>
                  <a:lnTo>
                    <a:pt x="621792" y="599440"/>
                  </a:lnTo>
                  <a:lnTo>
                    <a:pt x="621792" y="603250"/>
                  </a:lnTo>
                  <a:lnTo>
                    <a:pt x="624078" y="595630"/>
                  </a:lnTo>
                  <a:lnTo>
                    <a:pt x="627888" y="582930"/>
                  </a:lnTo>
                  <a:lnTo>
                    <a:pt x="632383" y="571690"/>
                  </a:lnTo>
                  <a:lnTo>
                    <a:pt x="627888" y="583679"/>
                  </a:lnTo>
                  <a:lnTo>
                    <a:pt x="621792" y="603491"/>
                  </a:lnTo>
                  <a:lnTo>
                    <a:pt x="624840" y="608076"/>
                  </a:lnTo>
                  <a:lnTo>
                    <a:pt x="624840" y="615696"/>
                  </a:lnTo>
                  <a:lnTo>
                    <a:pt x="621792" y="637032"/>
                  </a:lnTo>
                  <a:lnTo>
                    <a:pt x="598919" y="676656"/>
                  </a:lnTo>
                  <a:lnTo>
                    <a:pt x="594347" y="684276"/>
                  </a:lnTo>
                  <a:lnTo>
                    <a:pt x="594347" y="691896"/>
                  </a:lnTo>
                  <a:lnTo>
                    <a:pt x="598919" y="713232"/>
                  </a:lnTo>
                  <a:lnTo>
                    <a:pt x="601967" y="728472"/>
                  </a:lnTo>
                  <a:lnTo>
                    <a:pt x="601967" y="737616"/>
                  </a:lnTo>
                  <a:lnTo>
                    <a:pt x="598919" y="749808"/>
                  </a:lnTo>
                  <a:lnTo>
                    <a:pt x="598919" y="778764"/>
                  </a:lnTo>
                  <a:lnTo>
                    <a:pt x="606539" y="783336"/>
                  </a:lnTo>
                  <a:lnTo>
                    <a:pt x="614159" y="790956"/>
                  </a:lnTo>
                  <a:lnTo>
                    <a:pt x="624840" y="798576"/>
                  </a:lnTo>
                  <a:lnTo>
                    <a:pt x="632460" y="806196"/>
                  </a:lnTo>
                  <a:lnTo>
                    <a:pt x="643128" y="819912"/>
                  </a:lnTo>
                  <a:lnTo>
                    <a:pt x="655320" y="819912"/>
                  </a:lnTo>
                  <a:lnTo>
                    <a:pt x="661416" y="822960"/>
                  </a:lnTo>
                  <a:lnTo>
                    <a:pt x="684276" y="827532"/>
                  </a:lnTo>
                  <a:lnTo>
                    <a:pt x="710184" y="838200"/>
                  </a:lnTo>
                  <a:lnTo>
                    <a:pt x="736092" y="842772"/>
                  </a:lnTo>
                  <a:lnTo>
                    <a:pt x="751332" y="842772"/>
                  </a:lnTo>
                  <a:lnTo>
                    <a:pt x="760476" y="838200"/>
                  </a:lnTo>
                  <a:lnTo>
                    <a:pt x="771144" y="835152"/>
                  </a:lnTo>
                  <a:lnTo>
                    <a:pt x="797052" y="835152"/>
                  </a:lnTo>
                  <a:lnTo>
                    <a:pt x="818388" y="838200"/>
                  </a:lnTo>
                  <a:lnTo>
                    <a:pt x="827532" y="838200"/>
                  </a:lnTo>
                  <a:lnTo>
                    <a:pt x="827532" y="842772"/>
                  </a:lnTo>
                  <a:lnTo>
                    <a:pt x="835152" y="838200"/>
                  </a:lnTo>
                  <a:lnTo>
                    <a:pt x="842772" y="835152"/>
                  </a:lnTo>
                  <a:lnTo>
                    <a:pt x="871728" y="835152"/>
                  </a:lnTo>
                  <a:lnTo>
                    <a:pt x="883920" y="822960"/>
                  </a:lnTo>
                  <a:lnTo>
                    <a:pt x="897636" y="815340"/>
                  </a:lnTo>
                  <a:lnTo>
                    <a:pt x="912876" y="810768"/>
                  </a:lnTo>
                  <a:lnTo>
                    <a:pt x="917448" y="806196"/>
                  </a:lnTo>
                  <a:lnTo>
                    <a:pt x="920496" y="810768"/>
                  </a:lnTo>
                  <a:lnTo>
                    <a:pt x="923544" y="819912"/>
                  </a:lnTo>
                  <a:lnTo>
                    <a:pt x="938784" y="822960"/>
                  </a:lnTo>
                  <a:lnTo>
                    <a:pt x="943356" y="827532"/>
                  </a:lnTo>
                  <a:lnTo>
                    <a:pt x="950976" y="819912"/>
                  </a:lnTo>
                  <a:lnTo>
                    <a:pt x="954024" y="815340"/>
                  </a:lnTo>
                  <a:lnTo>
                    <a:pt x="969264" y="810768"/>
                  </a:lnTo>
                  <a:lnTo>
                    <a:pt x="972312" y="810768"/>
                  </a:lnTo>
                  <a:lnTo>
                    <a:pt x="972312" y="815340"/>
                  </a:lnTo>
                  <a:lnTo>
                    <a:pt x="984504" y="822960"/>
                  </a:lnTo>
                  <a:lnTo>
                    <a:pt x="1005840" y="838200"/>
                  </a:lnTo>
                  <a:lnTo>
                    <a:pt x="1013460" y="842772"/>
                  </a:lnTo>
                  <a:lnTo>
                    <a:pt x="1051560" y="842772"/>
                  </a:lnTo>
                  <a:lnTo>
                    <a:pt x="1066800" y="851916"/>
                  </a:lnTo>
                  <a:lnTo>
                    <a:pt x="1080516" y="859536"/>
                  </a:lnTo>
                  <a:lnTo>
                    <a:pt x="1092708" y="864108"/>
                  </a:lnTo>
                  <a:lnTo>
                    <a:pt x="1107948" y="864108"/>
                  </a:lnTo>
                  <a:lnTo>
                    <a:pt x="1121664" y="859536"/>
                  </a:lnTo>
                  <a:lnTo>
                    <a:pt x="1146048" y="854964"/>
                  </a:lnTo>
                  <a:lnTo>
                    <a:pt x="1171956" y="851916"/>
                  </a:lnTo>
                  <a:lnTo>
                    <a:pt x="1193292" y="847344"/>
                  </a:lnTo>
                  <a:lnTo>
                    <a:pt x="1200912" y="847344"/>
                  </a:lnTo>
                  <a:lnTo>
                    <a:pt x="1220724" y="827532"/>
                  </a:lnTo>
                  <a:lnTo>
                    <a:pt x="1234440" y="815340"/>
                  </a:lnTo>
                  <a:lnTo>
                    <a:pt x="1239520" y="810768"/>
                  </a:lnTo>
                  <a:lnTo>
                    <a:pt x="1249680" y="801624"/>
                  </a:lnTo>
                  <a:lnTo>
                    <a:pt x="1254252" y="794004"/>
                  </a:lnTo>
                  <a:lnTo>
                    <a:pt x="1254252" y="786384"/>
                  </a:lnTo>
                  <a:lnTo>
                    <a:pt x="1260348" y="757428"/>
                  </a:lnTo>
                  <a:lnTo>
                    <a:pt x="1272540" y="734568"/>
                  </a:lnTo>
                  <a:lnTo>
                    <a:pt x="1280160" y="710184"/>
                  </a:lnTo>
                  <a:lnTo>
                    <a:pt x="1280160" y="68427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879335" y="2548127"/>
              <a:ext cx="109727" cy="21183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531864" y="1981200"/>
              <a:ext cx="120396" cy="14630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791200" y="2517648"/>
              <a:ext cx="82296" cy="17373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056376" y="2581655"/>
              <a:ext cx="59690" cy="90170"/>
            </a:xfrm>
            <a:custGeom>
              <a:avLst/>
              <a:gdLst/>
              <a:ahLst/>
              <a:cxnLst/>
              <a:rect l="l" t="t" r="r" b="b"/>
              <a:pathLst>
                <a:path w="59689" h="90169">
                  <a:moveTo>
                    <a:pt x="18288" y="89916"/>
                  </a:moveTo>
                  <a:lnTo>
                    <a:pt x="7620" y="89916"/>
                  </a:lnTo>
                  <a:lnTo>
                    <a:pt x="4572" y="83820"/>
                  </a:lnTo>
                  <a:lnTo>
                    <a:pt x="0" y="80772"/>
                  </a:lnTo>
                  <a:lnTo>
                    <a:pt x="0" y="76200"/>
                  </a:lnTo>
                  <a:lnTo>
                    <a:pt x="4572" y="73152"/>
                  </a:lnTo>
                  <a:lnTo>
                    <a:pt x="7620" y="65532"/>
                  </a:lnTo>
                  <a:lnTo>
                    <a:pt x="16764" y="56388"/>
                  </a:lnTo>
                  <a:lnTo>
                    <a:pt x="18288" y="47244"/>
                  </a:lnTo>
                  <a:lnTo>
                    <a:pt x="18288" y="21336"/>
                  </a:lnTo>
                  <a:lnTo>
                    <a:pt x="22860" y="16764"/>
                  </a:lnTo>
                  <a:lnTo>
                    <a:pt x="33528" y="7620"/>
                  </a:lnTo>
                  <a:lnTo>
                    <a:pt x="41148" y="3048"/>
                  </a:lnTo>
                  <a:lnTo>
                    <a:pt x="53340" y="0"/>
                  </a:lnTo>
                  <a:lnTo>
                    <a:pt x="59436" y="3048"/>
                  </a:lnTo>
                  <a:lnTo>
                    <a:pt x="41148" y="16764"/>
                  </a:lnTo>
                  <a:lnTo>
                    <a:pt x="38100" y="24384"/>
                  </a:lnTo>
                  <a:lnTo>
                    <a:pt x="33528" y="36576"/>
                  </a:lnTo>
                  <a:lnTo>
                    <a:pt x="30480" y="68580"/>
                  </a:lnTo>
                  <a:lnTo>
                    <a:pt x="30480" y="80772"/>
                  </a:lnTo>
                  <a:lnTo>
                    <a:pt x="25908" y="83820"/>
                  </a:lnTo>
                  <a:lnTo>
                    <a:pt x="18288" y="899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367272" y="2452116"/>
              <a:ext cx="109727" cy="8077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173723" y="1905000"/>
              <a:ext cx="833755" cy="576580"/>
            </a:xfrm>
            <a:custGeom>
              <a:avLst/>
              <a:gdLst/>
              <a:ahLst/>
              <a:cxnLst/>
              <a:rect l="l" t="t" r="r" b="b"/>
              <a:pathLst>
                <a:path w="833754" h="576580">
                  <a:moveTo>
                    <a:pt x="784859" y="576072"/>
                  </a:moveTo>
                  <a:lnTo>
                    <a:pt x="769620" y="576072"/>
                  </a:lnTo>
                  <a:lnTo>
                    <a:pt x="762000" y="569976"/>
                  </a:lnTo>
                  <a:lnTo>
                    <a:pt x="755903" y="562356"/>
                  </a:lnTo>
                  <a:lnTo>
                    <a:pt x="769620" y="559308"/>
                  </a:lnTo>
                  <a:lnTo>
                    <a:pt x="784859" y="547115"/>
                  </a:lnTo>
                  <a:lnTo>
                    <a:pt x="797051" y="530351"/>
                  </a:lnTo>
                  <a:lnTo>
                    <a:pt x="810768" y="502920"/>
                  </a:lnTo>
                  <a:lnTo>
                    <a:pt x="810768" y="478536"/>
                  </a:lnTo>
                  <a:lnTo>
                    <a:pt x="803148" y="470915"/>
                  </a:lnTo>
                  <a:lnTo>
                    <a:pt x="803148" y="434339"/>
                  </a:lnTo>
                  <a:lnTo>
                    <a:pt x="797051" y="416051"/>
                  </a:lnTo>
                  <a:lnTo>
                    <a:pt x="784859" y="400812"/>
                  </a:lnTo>
                  <a:lnTo>
                    <a:pt x="777239" y="397763"/>
                  </a:lnTo>
                  <a:lnTo>
                    <a:pt x="769620" y="390144"/>
                  </a:lnTo>
                  <a:lnTo>
                    <a:pt x="762000" y="379475"/>
                  </a:lnTo>
                  <a:lnTo>
                    <a:pt x="758951" y="371856"/>
                  </a:lnTo>
                  <a:lnTo>
                    <a:pt x="755903" y="368807"/>
                  </a:lnTo>
                  <a:lnTo>
                    <a:pt x="748283" y="364236"/>
                  </a:lnTo>
                  <a:lnTo>
                    <a:pt x="739139" y="364236"/>
                  </a:lnTo>
                  <a:lnTo>
                    <a:pt x="697992" y="371856"/>
                  </a:lnTo>
                  <a:lnTo>
                    <a:pt x="684276" y="376428"/>
                  </a:lnTo>
                  <a:lnTo>
                    <a:pt x="672083" y="379475"/>
                  </a:lnTo>
                  <a:lnTo>
                    <a:pt x="661416" y="376428"/>
                  </a:lnTo>
                  <a:lnTo>
                    <a:pt x="638556" y="371856"/>
                  </a:lnTo>
                  <a:lnTo>
                    <a:pt x="638556" y="364236"/>
                  </a:lnTo>
                  <a:lnTo>
                    <a:pt x="643127" y="361188"/>
                  </a:lnTo>
                  <a:lnTo>
                    <a:pt x="653795" y="353568"/>
                  </a:lnTo>
                  <a:lnTo>
                    <a:pt x="664463" y="342900"/>
                  </a:lnTo>
                  <a:lnTo>
                    <a:pt x="669035" y="339851"/>
                  </a:lnTo>
                  <a:lnTo>
                    <a:pt x="672083" y="332231"/>
                  </a:lnTo>
                  <a:lnTo>
                    <a:pt x="684276" y="312420"/>
                  </a:lnTo>
                  <a:lnTo>
                    <a:pt x="694944" y="298704"/>
                  </a:lnTo>
                  <a:lnTo>
                    <a:pt x="697992" y="288036"/>
                  </a:lnTo>
                  <a:lnTo>
                    <a:pt x="702563" y="280415"/>
                  </a:lnTo>
                  <a:lnTo>
                    <a:pt x="702563" y="246887"/>
                  </a:lnTo>
                  <a:lnTo>
                    <a:pt x="697992" y="217931"/>
                  </a:lnTo>
                  <a:lnTo>
                    <a:pt x="697992" y="210312"/>
                  </a:lnTo>
                  <a:lnTo>
                    <a:pt x="694944" y="207263"/>
                  </a:lnTo>
                  <a:lnTo>
                    <a:pt x="690372" y="207263"/>
                  </a:lnTo>
                  <a:lnTo>
                    <a:pt x="690372" y="202692"/>
                  </a:lnTo>
                  <a:lnTo>
                    <a:pt x="687324" y="185928"/>
                  </a:lnTo>
                  <a:lnTo>
                    <a:pt x="684276" y="163068"/>
                  </a:lnTo>
                  <a:lnTo>
                    <a:pt x="681227" y="149351"/>
                  </a:lnTo>
                  <a:lnTo>
                    <a:pt x="676656" y="134112"/>
                  </a:lnTo>
                  <a:lnTo>
                    <a:pt x="669035" y="118871"/>
                  </a:lnTo>
                  <a:lnTo>
                    <a:pt x="664463" y="105156"/>
                  </a:lnTo>
                  <a:lnTo>
                    <a:pt x="661416" y="100584"/>
                  </a:lnTo>
                  <a:lnTo>
                    <a:pt x="653795" y="92963"/>
                  </a:lnTo>
                  <a:lnTo>
                    <a:pt x="643127" y="85343"/>
                  </a:lnTo>
                  <a:lnTo>
                    <a:pt x="638556" y="82295"/>
                  </a:lnTo>
                  <a:lnTo>
                    <a:pt x="630935" y="71628"/>
                  </a:lnTo>
                  <a:lnTo>
                    <a:pt x="627888" y="64007"/>
                  </a:lnTo>
                  <a:lnTo>
                    <a:pt x="620268" y="60960"/>
                  </a:lnTo>
                  <a:lnTo>
                    <a:pt x="601979" y="60960"/>
                  </a:lnTo>
                  <a:lnTo>
                    <a:pt x="597407" y="56387"/>
                  </a:lnTo>
                  <a:lnTo>
                    <a:pt x="586739" y="48768"/>
                  </a:lnTo>
                  <a:lnTo>
                    <a:pt x="579120" y="41148"/>
                  </a:lnTo>
                  <a:lnTo>
                    <a:pt x="568451" y="41148"/>
                  </a:lnTo>
                  <a:lnTo>
                    <a:pt x="560831" y="45720"/>
                  </a:lnTo>
                  <a:lnTo>
                    <a:pt x="553212" y="45720"/>
                  </a:lnTo>
                  <a:lnTo>
                    <a:pt x="545592" y="48768"/>
                  </a:lnTo>
                  <a:lnTo>
                    <a:pt x="534924" y="45720"/>
                  </a:lnTo>
                  <a:lnTo>
                    <a:pt x="522731" y="41148"/>
                  </a:lnTo>
                  <a:lnTo>
                    <a:pt x="512063" y="32004"/>
                  </a:lnTo>
                  <a:lnTo>
                    <a:pt x="496824" y="32004"/>
                  </a:lnTo>
                  <a:lnTo>
                    <a:pt x="461772" y="36575"/>
                  </a:lnTo>
                  <a:lnTo>
                    <a:pt x="445007" y="41148"/>
                  </a:lnTo>
                  <a:lnTo>
                    <a:pt x="432816" y="48768"/>
                  </a:lnTo>
                  <a:lnTo>
                    <a:pt x="422148" y="53339"/>
                  </a:lnTo>
                  <a:lnTo>
                    <a:pt x="419100" y="60960"/>
                  </a:lnTo>
                  <a:lnTo>
                    <a:pt x="414527" y="64007"/>
                  </a:lnTo>
                  <a:lnTo>
                    <a:pt x="411479" y="71628"/>
                  </a:lnTo>
                  <a:lnTo>
                    <a:pt x="406907" y="82295"/>
                  </a:lnTo>
                  <a:lnTo>
                    <a:pt x="387095" y="92963"/>
                  </a:lnTo>
                  <a:lnTo>
                    <a:pt x="370331" y="100584"/>
                  </a:lnTo>
                  <a:lnTo>
                    <a:pt x="361188" y="105156"/>
                  </a:lnTo>
                  <a:lnTo>
                    <a:pt x="353568" y="112775"/>
                  </a:lnTo>
                  <a:lnTo>
                    <a:pt x="347472" y="126492"/>
                  </a:lnTo>
                  <a:lnTo>
                    <a:pt x="344424" y="141731"/>
                  </a:lnTo>
                  <a:lnTo>
                    <a:pt x="339851" y="155448"/>
                  </a:lnTo>
                  <a:lnTo>
                    <a:pt x="332231" y="170687"/>
                  </a:lnTo>
                  <a:lnTo>
                    <a:pt x="327659" y="178307"/>
                  </a:lnTo>
                  <a:lnTo>
                    <a:pt x="324612" y="185928"/>
                  </a:lnTo>
                  <a:lnTo>
                    <a:pt x="320039" y="210312"/>
                  </a:lnTo>
                  <a:lnTo>
                    <a:pt x="320039" y="236220"/>
                  </a:lnTo>
                  <a:lnTo>
                    <a:pt x="324612" y="254507"/>
                  </a:lnTo>
                  <a:lnTo>
                    <a:pt x="336803" y="272795"/>
                  </a:lnTo>
                  <a:lnTo>
                    <a:pt x="350520" y="291084"/>
                  </a:lnTo>
                  <a:lnTo>
                    <a:pt x="361188" y="316992"/>
                  </a:lnTo>
                  <a:lnTo>
                    <a:pt x="358139" y="324612"/>
                  </a:lnTo>
                  <a:lnTo>
                    <a:pt x="339851" y="320039"/>
                  </a:lnTo>
                  <a:lnTo>
                    <a:pt x="332231" y="316992"/>
                  </a:lnTo>
                  <a:lnTo>
                    <a:pt x="324612" y="312420"/>
                  </a:lnTo>
                  <a:lnTo>
                    <a:pt x="312420" y="291084"/>
                  </a:lnTo>
                  <a:lnTo>
                    <a:pt x="310895" y="272795"/>
                  </a:lnTo>
                  <a:lnTo>
                    <a:pt x="303275" y="239268"/>
                  </a:lnTo>
                  <a:lnTo>
                    <a:pt x="303275" y="222504"/>
                  </a:lnTo>
                  <a:lnTo>
                    <a:pt x="298703" y="214884"/>
                  </a:lnTo>
                  <a:lnTo>
                    <a:pt x="291084" y="207263"/>
                  </a:lnTo>
                  <a:lnTo>
                    <a:pt x="275844" y="202692"/>
                  </a:lnTo>
                  <a:lnTo>
                    <a:pt x="272795" y="199644"/>
                  </a:lnTo>
                  <a:lnTo>
                    <a:pt x="269748" y="195071"/>
                  </a:lnTo>
                  <a:lnTo>
                    <a:pt x="260603" y="185928"/>
                  </a:lnTo>
                  <a:lnTo>
                    <a:pt x="252984" y="173736"/>
                  </a:lnTo>
                  <a:lnTo>
                    <a:pt x="249935" y="170687"/>
                  </a:lnTo>
                  <a:lnTo>
                    <a:pt x="242316" y="170687"/>
                  </a:lnTo>
                  <a:lnTo>
                    <a:pt x="211835" y="155448"/>
                  </a:lnTo>
                  <a:lnTo>
                    <a:pt x="198120" y="144779"/>
                  </a:lnTo>
                  <a:lnTo>
                    <a:pt x="182879" y="144779"/>
                  </a:lnTo>
                  <a:lnTo>
                    <a:pt x="170688" y="149351"/>
                  </a:lnTo>
                  <a:lnTo>
                    <a:pt x="163067" y="158495"/>
                  </a:lnTo>
                  <a:lnTo>
                    <a:pt x="152400" y="163068"/>
                  </a:lnTo>
                  <a:lnTo>
                    <a:pt x="134112" y="166115"/>
                  </a:lnTo>
                  <a:lnTo>
                    <a:pt x="115824" y="166115"/>
                  </a:lnTo>
                  <a:lnTo>
                    <a:pt x="103631" y="170687"/>
                  </a:lnTo>
                  <a:lnTo>
                    <a:pt x="91439" y="173736"/>
                  </a:lnTo>
                  <a:lnTo>
                    <a:pt x="85344" y="185928"/>
                  </a:lnTo>
                  <a:lnTo>
                    <a:pt x="82295" y="190500"/>
                  </a:lnTo>
                  <a:lnTo>
                    <a:pt x="77724" y="195071"/>
                  </a:lnTo>
                  <a:lnTo>
                    <a:pt x="62484" y="199644"/>
                  </a:lnTo>
                  <a:lnTo>
                    <a:pt x="48767" y="207263"/>
                  </a:lnTo>
                  <a:lnTo>
                    <a:pt x="44195" y="210312"/>
                  </a:lnTo>
                  <a:lnTo>
                    <a:pt x="41148" y="217931"/>
                  </a:lnTo>
                  <a:lnTo>
                    <a:pt x="41148" y="251460"/>
                  </a:lnTo>
                  <a:lnTo>
                    <a:pt x="33527" y="266700"/>
                  </a:lnTo>
                  <a:lnTo>
                    <a:pt x="24384" y="288036"/>
                  </a:lnTo>
                  <a:lnTo>
                    <a:pt x="21335" y="309371"/>
                  </a:lnTo>
                  <a:lnTo>
                    <a:pt x="21335" y="348995"/>
                  </a:lnTo>
                  <a:lnTo>
                    <a:pt x="36575" y="368807"/>
                  </a:lnTo>
                  <a:lnTo>
                    <a:pt x="50292" y="385571"/>
                  </a:lnTo>
                  <a:lnTo>
                    <a:pt x="70103" y="405384"/>
                  </a:lnTo>
                  <a:lnTo>
                    <a:pt x="70103" y="408431"/>
                  </a:lnTo>
                  <a:lnTo>
                    <a:pt x="67056" y="408431"/>
                  </a:lnTo>
                  <a:lnTo>
                    <a:pt x="62484" y="413004"/>
                  </a:lnTo>
                  <a:lnTo>
                    <a:pt x="50292" y="413004"/>
                  </a:lnTo>
                  <a:lnTo>
                    <a:pt x="36575" y="405384"/>
                  </a:lnTo>
                  <a:lnTo>
                    <a:pt x="33527" y="400812"/>
                  </a:lnTo>
                  <a:lnTo>
                    <a:pt x="24384" y="393192"/>
                  </a:lnTo>
                  <a:lnTo>
                    <a:pt x="13716" y="364236"/>
                  </a:lnTo>
                  <a:lnTo>
                    <a:pt x="3048" y="339851"/>
                  </a:lnTo>
                  <a:lnTo>
                    <a:pt x="0" y="316992"/>
                  </a:lnTo>
                  <a:lnTo>
                    <a:pt x="0" y="303275"/>
                  </a:lnTo>
                  <a:lnTo>
                    <a:pt x="3048" y="295656"/>
                  </a:lnTo>
                  <a:lnTo>
                    <a:pt x="7620" y="283463"/>
                  </a:lnTo>
                  <a:lnTo>
                    <a:pt x="10667" y="272795"/>
                  </a:lnTo>
                  <a:lnTo>
                    <a:pt x="10667" y="214884"/>
                  </a:lnTo>
                  <a:lnTo>
                    <a:pt x="13716" y="207263"/>
                  </a:lnTo>
                  <a:lnTo>
                    <a:pt x="21335" y="199644"/>
                  </a:lnTo>
                  <a:lnTo>
                    <a:pt x="24384" y="195071"/>
                  </a:lnTo>
                  <a:lnTo>
                    <a:pt x="48767" y="185928"/>
                  </a:lnTo>
                  <a:lnTo>
                    <a:pt x="54863" y="181356"/>
                  </a:lnTo>
                  <a:lnTo>
                    <a:pt x="57912" y="178307"/>
                  </a:lnTo>
                  <a:lnTo>
                    <a:pt x="70103" y="158495"/>
                  </a:lnTo>
                  <a:lnTo>
                    <a:pt x="77724" y="141731"/>
                  </a:lnTo>
                  <a:lnTo>
                    <a:pt x="85344" y="137160"/>
                  </a:lnTo>
                  <a:lnTo>
                    <a:pt x="100584" y="129539"/>
                  </a:lnTo>
                  <a:lnTo>
                    <a:pt x="129539" y="129539"/>
                  </a:lnTo>
                  <a:lnTo>
                    <a:pt x="137159" y="126492"/>
                  </a:lnTo>
                  <a:lnTo>
                    <a:pt x="167639" y="118871"/>
                  </a:lnTo>
                  <a:lnTo>
                    <a:pt x="178307" y="112775"/>
                  </a:lnTo>
                  <a:lnTo>
                    <a:pt x="185927" y="112775"/>
                  </a:lnTo>
                  <a:lnTo>
                    <a:pt x="193548" y="118871"/>
                  </a:lnTo>
                  <a:lnTo>
                    <a:pt x="198120" y="121920"/>
                  </a:lnTo>
                  <a:lnTo>
                    <a:pt x="211835" y="126492"/>
                  </a:lnTo>
                  <a:lnTo>
                    <a:pt x="219456" y="129539"/>
                  </a:lnTo>
                  <a:lnTo>
                    <a:pt x="245363" y="129539"/>
                  </a:lnTo>
                  <a:lnTo>
                    <a:pt x="257556" y="137160"/>
                  </a:lnTo>
                  <a:lnTo>
                    <a:pt x="278892" y="158495"/>
                  </a:lnTo>
                  <a:lnTo>
                    <a:pt x="298703" y="190500"/>
                  </a:lnTo>
                  <a:lnTo>
                    <a:pt x="298703" y="173736"/>
                  </a:lnTo>
                  <a:lnTo>
                    <a:pt x="303275" y="163068"/>
                  </a:lnTo>
                  <a:lnTo>
                    <a:pt x="306324" y="155448"/>
                  </a:lnTo>
                  <a:lnTo>
                    <a:pt x="320039" y="137160"/>
                  </a:lnTo>
                  <a:lnTo>
                    <a:pt x="324612" y="129539"/>
                  </a:lnTo>
                  <a:lnTo>
                    <a:pt x="324612" y="121920"/>
                  </a:lnTo>
                  <a:lnTo>
                    <a:pt x="332231" y="100584"/>
                  </a:lnTo>
                  <a:lnTo>
                    <a:pt x="344424" y="85343"/>
                  </a:lnTo>
                  <a:lnTo>
                    <a:pt x="350520" y="71628"/>
                  </a:lnTo>
                  <a:lnTo>
                    <a:pt x="358139" y="64007"/>
                  </a:lnTo>
                  <a:lnTo>
                    <a:pt x="373379" y="56387"/>
                  </a:lnTo>
                  <a:lnTo>
                    <a:pt x="385572" y="56387"/>
                  </a:lnTo>
                  <a:lnTo>
                    <a:pt x="394716" y="53339"/>
                  </a:lnTo>
                  <a:lnTo>
                    <a:pt x="411479" y="36575"/>
                  </a:lnTo>
                  <a:lnTo>
                    <a:pt x="422148" y="24384"/>
                  </a:lnTo>
                  <a:lnTo>
                    <a:pt x="428244" y="16763"/>
                  </a:lnTo>
                  <a:lnTo>
                    <a:pt x="440435" y="12192"/>
                  </a:lnTo>
                  <a:lnTo>
                    <a:pt x="452627" y="9143"/>
                  </a:lnTo>
                  <a:lnTo>
                    <a:pt x="473963" y="9143"/>
                  </a:lnTo>
                  <a:lnTo>
                    <a:pt x="493775" y="12192"/>
                  </a:lnTo>
                  <a:lnTo>
                    <a:pt x="512063" y="9143"/>
                  </a:lnTo>
                  <a:lnTo>
                    <a:pt x="527303" y="4571"/>
                  </a:lnTo>
                  <a:lnTo>
                    <a:pt x="537972" y="0"/>
                  </a:lnTo>
                  <a:lnTo>
                    <a:pt x="545592" y="0"/>
                  </a:lnTo>
                  <a:lnTo>
                    <a:pt x="548639" y="4571"/>
                  </a:lnTo>
                  <a:lnTo>
                    <a:pt x="574548" y="19812"/>
                  </a:lnTo>
                  <a:lnTo>
                    <a:pt x="589788" y="24384"/>
                  </a:lnTo>
                  <a:lnTo>
                    <a:pt x="605027" y="27431"/>
                  </a:lnTo>
                  <a:lnTo>
                    <a:pt x="615695" y="27431"/>
                  </a:lnTo>
                  <a:lnTo>
                    <a:pt x="627888" y="32004"/>
                  </a:lnTo>
                  <a:lnTo>
                    <a:pt x="649224" y="53339"/>
                  </a:lnTo>
                  <a:lnTo>
                    <a:pt x="669035" y="71628"/>
                  </a:lnTo>
                  <a:lnTo>
                    <a:pt x="676656" y="82295"/>
                  </a:lnTo>
                  <a:lnTo>
                    <a:pt x="681227" y="92963"/>
                  </a:lnTo>
                  <a:lnTo>
                    <a:pt x="687324" y="105156"/>
                  </a:lnTo>
                  <a:lnTo>
                    <a:pt x="690372" y="112775"/>
                  </a:lnTo>
                  <a:lnTo>
                    <a:pt x="697992" y="121920"/>
                  </a:lnTo>
                  <a:lnTo>
                    <a:pt x="702563" y="141731"/>
                  </a:lnTo>
                  <a:lnTo>
                    <a:pt x="710183" y="163068"/>
                  </a:lnTo>
                  <a:lnTo>
                    <a:pt x="717803" y="178307"/>
                  </a:lnTo>
                  <a:lnTo>
                    <a:pt x="723900" y="195071"/>
                  </a:lnTo>
                  <a:lnTo>
                    <a:pt x="722376" y="222504"/>
                  </a:lnTo>
                  <a:lnTo>
                    <a:pt x="717803" y="254507"/>
                  </a:lnTo>
                  <a:lnTo>
                    <a:pt x="722376" y="291084"/>
                  </a:lnTo>
                  <a:lnTo>
                    <a:pt x="722376" y="303275"/>
                  </a:lnTo>
                  <a:lnTo>
                    <a:pt x="717803" y="316992"/>
                  </a:lnTo>
                  <a:lnTo>
                    <a:pt x="714756" y="324612"/>
                  </a:lnTo>
                  <a:lnTo>
                    <a:pt x="705612" y="332231"/>
                  </a:lnTo>
                  <a:lnTo>
                    <a:pt x="694944" y="339851"/>
                  </a:lnTo>
                  <a:lnTo>
                    <a:pt x="687324" y="348995"/>
                  </a:lnTo>
                  <a:lnTo>
                    <a:pt x="684276" y="356615"/>
                  </a:lnTo>
                  <a:lnTo>
                    <a:pt x="705612" y="356615"/>
                  </a:lnTo>
                  <a:lnTo>
                    <a:pt x="723900" y="348995"/>
                  </a:lnTo>
                  <a:lnTo>
                    <a:pt x="743712" y="339851"/>
                  </a:lnTo>
                  <a:lnTo>
                    <a:pt x="762000" y="339851"/>
                  </a:lnTo>
                  <a:lnTo>
                    <a:pt x="769620" y="342900"/>
                  </a:lnTo>
                  <a:lnTo>
                    <a:pt x="772668" y="342900"/>
                  </a:lnTo>
                  <a:lnTo>
                    <a:pt x="777239" y="348995"/>
                  </a:lnTo>
                  <a:lnTo>
                    <a:pt x="777239" y="356615"/>
                  </a:lnTo>
                  <a:lnTo>
                    <a:pt x="781812" y="364236"/>
                  </a:lnTo>
                  <a:lnTo>
                    <a:pt x="784859" y="368807"/>
                  </a:lnTo>
                  <a:lnTo>
                    <a:pt x="797051" y="376428"/>
                  </a:lnTo>
                  <a:lnTo>
                    <a:pt x="806195" y="379475"/>
                  </a:lnTo>
                  <a:lnTo>
                    <a:pt x="810768" y="390144"/>
                  </a:lnTo>
                  <a:lnTo>
                    <a:pt x="815339" y="393192"/>
                  </a:lnTo>
                  <a:lnTo>
                    <a:pt x="818388" y="400812"/>
                  </a:lnTo>
                  <a:lnTo>
                    <a:pt x="818388" y="441960"/>
                  </a:lnTo>
                  <a:lnTo>
                    <a:pt x="822959" y="445007"/>
                  </a:lnTo>
                  <a:lnTo>
                    <a:pt x="826007" y="449579"/>
                  </a:lnTo>
                  <a:lnTo>
                    <a:pt x="830579" y="463295"/>
                  </a:lnTo>
                  <a:lnTo>
                    <a:pt x="830579" y="502920"/>
                  </a:lnTo>
                  <a:lnTo>
                    <a:pt x="833627" y="507492"/>
                  </a:lnTo>
                  <a:lnTo>
                    <a:pt x="833627" y="510539"/>
                  </a:lnTo>
                  <a:lnTo>
                    <a:pt x="830579" y="525779"/>
                  </a:lnTo>
                  <a:lnTo>
                    <a:pt x="810768" y="554736"/>
                  </a:lnTo>
                  <a:lnTo>
                    <a:pt x="798576" y="566927"/>
                  </a:lnTo>
                  <a:lnTo>
                    <a:pt x="784859" y="5760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948172" y="2229611"/>
              <a:ext cx="239268" cy="23469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220212" y="2438399"/>
              <a:ext cx="3827145" cy="3354704"/>
            </a:xfrm>
            <a:custGeom>
              <a:avLst/>
              <a:gdLst/>
              <a:ahLst/>
              <a:cxnLst/>
              <a:rect l="l" t="t" r="r" b="b"/>
              <a:pathLst>
                <a:path w="3827145" h="3354704">
                  <a:moveTo>
                    <a:pt x="3102864" y="304800"/>
                  </a:moveTo>
                  <a:lnTo>
                    <a:pt x="3083052" y="313944"/>
                  </a:lnTo>
                  <a:lnTo>
                    <a:pt x="3069336" y="326136"/>
                  </a:lnTo>
                  <a:lnTo>
                    <a:pt x="3054096" y="336804"/>
                  </a:lnTo>
                  <a:lnTo>
                    <a:pt x="3044952" y="336804"/>
                  </a:lnTo>
                  <a:lnTo>
                    <a:pt x="3041904" y="333756"/>
                  </a:lnTo>
                  <a:lnTo>
                    <a:pt x="3038856" y="333756"/>
                  </a:lnTo>
                  <a:lnTo>
                    <a:pt x="3028188" y="341376"/>
                  </a:lnTo>
                  <a:lnTo>
                    <a:pt x="2994660" y="350520"/>
                  </a:lnTo>
                  <a:lnTo>
                    <a:pt x="2964180" y="350520"/>
                  </a:lnTo>
                  <a:lnTo>
                    <a:pt x="2953512" y="345948"/>
                  </a:lnTo>
                  <a:lnTo>
                    <a:pt x="2941320" y="341376"/>
                  </a:lnTo>
                  <a:lnTo>
                    <a:pt x="2936748" y="336804"/>
                  </a:lnTo>
                  <a:lnTo>
                    <a:pt x="2929128" y="336804"/>
                  </a:lnTo>
                  <a:lnTo>
                    <a:pt x="2915412" y="341376"/>
                  </a:lnTo>
                  <a:lnTo>
                    <a:pt x="2900172" y="336804"/>
                  </a:lnTo>
                  <a:lnTo>
                    <a:pt x="2892552" y="333756"/>
                  </a:lnTo>
                  <a:lnTo>
                    <a:pt x="2886456" y="329184"/>
                  </a:lnTo>
                  <a:lnTo>
                    <a:pt x="2877312" y="318516"/>
                  </a:lnTo>
                  <a:lnTo>
                    <a:pt x="2862072" y="309372"/>
                  </a:lnTo>
                  <a:lnTo>
                    <a:pt x="2854452" y="300228"/>
                  </a:lnTo>
                  <a:lnTo>
                    <a:pt x="2852928" y="292608"/>
                  </a:lnTo>
                  <a:lnTo>
                    <a:pt x="2852928" y="252984"/>
                  </a:lnTo>
                  <a:lnTo>
                    <a:pt x="2848356" y="248412"/>
                  </a:lnTo>
                  <a:lnTo>
                    <a:pt x="2840736" y="245364"/>
                  </a:lnTo>
                  <a:lnTo>
                    <a:pt x="2795016" y="281940"/>
                  </a:lnTo>
                  <a:lnTo>
                    <a:pt x="2787396" y="289560"/>
                  </a:lnTo>
                  <a:lnTo>
                    <a:pt x="2784348" y="297180"/>
                  </a:lnTo>
                  <a:lnTo>
                    <a:pt x="2779776" y="304800"/>
                  </a:lnTo>
                  <a:lnTo>
                    <a:pt x="2773680" y="318516"/>
                  </a:lnTo>
                  <a:lnTo>
                    <a:pt x="2769108" y="321564"/>
                  </a:lnTo>
                  <a:lnTo>
                    <a:pt x="2761488" y="321564"/>
                  </a:lnTo>
                  <a:lnTo>
                    <a:pt x="2743200" y="318516"/>
                  </a:lnTo>
                  <a:lnTo>
                    <a:pt x="2724912" y="318516"/>
                  </a:lnTo>
                  <a:lnTo>
                    <a:pt x="2717292" y="321564"/>
                  </a:lnTo>
                  <a:lnTo>
                    <a:pt x="2709672" y="326136"/>
                  </a:lnTo>
                  <a:lnTo>
                    <a:pt x="2702052" y="329184"/>
                  </a:lnTo>
                  <a:lnTo>
                    <a:pt x="2694432" y="333756"/>
                  </a:lnTo>
                  <a:lnTo>
                    <a:pt x="2676144" y="333756"/>
                  </a:lnTo>
                  <a:lnTo>
                    <a:pt x="2660904" y="326136"/>
                  </a:lnTo>
                  <a:lnTo>
                    <a:pt x="2653284" y="326136"/>
                  </a:lnTo>
                  <a:lnTo>
                    <a:pt x="2650236" y="321564"/>
                  </a:lnTo>
                  <a:lnTo>
                    <a:pt x="2645664" y="318516"/>
                  </a:lnTo>
                  <a:lnTo>
                    <a:pt x="2638044" y="313944"/>
                  </a:lnTo>
                  <a:lnTo>
                    <a:pt x="2624328" y="313944"/>
                  </a:lnTo>
                  <a:lnTo>
                    <a:pt x="2609088" y="309372"/>
                  </a:lnTo>
                  <a:lnTo>
                    <a:pt x="2599944" y="300228"/>
                  </a:lnTo>
                  <a:lnTo>
                    <a:pt x="2596896" y="292608"/>
                  </a:lnTo>
                  <a:lnTo>
                    <a:pt x="2593848" y="289560"/>
                  </a:lnTo>
                  <a:lnTo>
                    <a:pt x="2570988" y="263652"/>
                  </a:lnTo>
                  <a:lnTo>
                    <a:pt x="2566416" y="260604"/>
                  </a:lnTo>
                  <a:lnTo>
                    <a:pt x="2563368" y="256032"/>
                  </a:lnTo>
                  <a:lnTo>
                    <a:pt x="2563368" y="245364"/>
                  </a:lnTo>
                  <a:lnTo>
                    <a:pt x="2552700" y="233172"/>
                  </a:lnTo>
                  <a:lnTo>
                    <a:pt x="2545080" y="219456"/>
                  </a:lnTo>
                  <a:lnTo>
                    <a:pt x="2532888" y="208788"/>
                  </a:lnTo>
                  <a:lnTo>
                    <a:pt x="2532888" y="199644"/>
                  </a:lnTo>
                  <a:lnTo>
                    <a:pt x="2529840" y="187452"/>
                  </a:lnTo>
                  <a:lnTo>
                    <a:pt x="2537460" y="167640"/>
                  </a:lnTo>
                  <a:lnTo>
                    <a:pt x="2542032" y="143256"/>
                  </a:lnTo>
                  <a:lnTo>
                    <a:pt x="2542032" y="114300"/>
                  </a:lnTo>
                  <a:lnTo>
                    <a:pt x="2545080" y="109728"/>
                  </a:lnTo>
                  <a:lnTo>
                    <a:pt x="2557272" y="99060"/>
                  </a:lnTo>
                  <a:lnTo>
                    <a:pt x="2563368" y="91440"/>
                  </a:lnTo>
                  <a:lnTo>
                    <a:pt x="2570988" y="86868"/>
                  </a:lnTo>
                  <a:lnTo>
                    <a:pt x="2570988" y="82296"/>
                  </a:lnTo>
                  <a:lnTo>
                    <a:pt x="2575560" y="79248"/>
                  </a:lnTo>
                  <a:lnTo>
                    <a:pt x="2583180" y="73152"/>
                  </a:lnTo>
                  <a:lnTo>
                    <a:pt x="2604516" y="65532"/>
                  </a:lnTo>
                  <a:lnTo>
                    <a:pt x="2619756" y="62484"/>
                  </a:lnTo>
                  <a:lnTo>
                    <a:pt x="2627376" y="62484"/>
                  </a:lnTo>
                  <a:lnTo>
                    <a:pt x="2627376" y="54864"/>
                  </a:lnTo>
                  <a:lnTo>
                    <a:pt x="2631948" y="54864"/>
                  </a:lnTo>
                  <a:lnTo>
                    <a:pt x="2633472" y="50292"/>
                  </a:lnTo>
                  <a:lnTo>
                    <a:pt x="2650236" y="42672"/>
                  </a:lnTo>
                  <a:lnTo>
                    <a:pt x="2679192" y="42672"/>
                  </a:lnTo>
                  <a:lnTo>
                    <a:pt x="2691384" y="36576"/>
                  </a:lnTo>
                  <a:lnTo>
                    <a:pt x="2702052" y="28956"/>
                  </a:lnTo>
                  <a:lnTo>
                    <a:pt x="2717292" y="25908"/>
                  </a:lnTo>
                  <a:lnTo>
                    <a:pt x="2724912" y="25908"/>
                  </a:lnTo>
                  <a:lnTo>
                    <a:pt x="2727960" y="28956"/>
                  </a:lnTo>
                  <a:lnTo>
                    <a:pt x="2746248" y="42672"/>
                  </a:lnTo>
                  <a:lnTo>
                    <a:pt x="2758440" y="50292"/>
                  </a:lnTo>
                  <a:lnTo>
                    <a:pt x="2769108" y="54864"/>
                  </a:lnTo>
                  <a:lnTo>
                    <a:pt x="2784348" y="50292"/>
                  </a:lnTo>
                  <a:lnTo>
                    <a:pt x="2791968" y="47244"/>
                  </a:lnTo>
                  <a:lnTo>
                    <a:pt x="2795016" y="47244"/>
                  </a:lnTo>
                  <a:lnTo>
                    <a:pt x="2795016" y="42672"/>
                  </a:lnTo>
                  <a:lnTo>
                    <a:pt x="2787396" y="42672"/>
                  </a:lnTo>
                  <a:lnTo>
                    <a:pt x="2784348" y="36576"/>
                  </a:lnTo>
                  <a:lnTo>
                    <a:pt x="2769108" y="28956"/>
                  </a:lnTo>
                  <a:lnTo>
                    <a:pt x="2758440" y="21336"/>
                  </a:lnTo>
                  <a:lnTo>
                    <a:pt x="2743200" y="18288"/>
                  </a:lnTo>
                  <a:lnTo>
                    <a:pt x="2740152" y="13716"/>
                  </a:lnTo>
                  <a:lnTo>
                    <a:pt x="2732532" y="10668"/>
                  </a:lnTo>
                  <a:lnTo>
                    <a:pt x="2717292" y="0"/>
                  </a:lnTo>
                  <a:lnTo>
                    <a:pt x="2709672" y="0"/>
                  </a:lnTo>
                  <a:lnTo>
                    <a:pt x="2699004" y="10668"/>
                  </a:lnTo>
                  <a:lnTo>
                    <a:pt x="2691384" y="13716"/>
                  </a:lnTo>
                  <a:lnTo>
                    <a:pt x="2679192" y="13716"/>
                  </a:lnTo>
                  <a:lnTo>
                    <a:pt x="2676144" y="10668"/>
                  </a:lnTo>
                  <a:lnTo>
                    <a:pt x="2668524" y="10668"/>
                  </a:lnTo>
                  <a:lnTo>
                    <a:pt x="2657856" y="18288"/>
                  </a:lnTo>
                  <a:lnTo>
                    <a:pt x="2642616" y="25908"/>
                  </a:lnTo>
                  <a:lnTo>
                    <a:pt x="2624328" y="25908"/>
                  </a:lnTo>
                  <a:lnTo>
                    <a:pt x="2612136" y="33528"/>
                  </a:lnTo>
                  <a:lnTo>
                    <a:pt x="2593848" y="47244"/>
                  </a:lnTo>
                  <a:lnTo>
                    <a:pt x="2578608" y="47244"/>
                  </a:lnTo>
                  <a:lnTo>
                    <a:pt x="2570988" y="50292"/>
                  </a:lnTo>
                  <a:lnTo>
                    <a:pt x="2558796" y="62484"/>
                  </a:lnTo>
                  <a:lnTo>
                    <a:pt x="2549652" y="79248"/>
                  </a:lnTo>
                  <a:lnTo>
                    <a:pt x="2542032" y="86868"/>
                  </a:lnTo>
                  <a:lnTo>
                    <a:pt x="2532888" y="91440"/>
                  </a:lnTo>
                  <a:lnTo>
                    <a:pt x="2525268" y="99060"/>
                  </a:lnTo>
                  <a:lnTo>
                    <a:pt x="2516124" y="118872"/>
                  </a:lnTo>
                  <a:lnTo>
                    <a:pt x="2516124" y="167640"/>
                  </a:lnTo>
                  <a:lnTo>
                    <a:pt x="2511552" y="175260"/>
                  </a:lnTo>
                  <a:lnTo>
                    <a:pt x="2511552" y="182880"/>
                  </a:lnTo>
                  <a:lnTo>
                    <a:pt x="2508504" y="187452"/>
                  </a:lnTo>
                  <a:lnTo>
                    <a:pt x="2511552" y="196596"/>
                  </a:lnTo>
                  <a:lnTo>
                    <a:pt x="2516124" y="208788"/>
                  </a:lnTo>
                  <a:lnTo>
                    <a:pt x="2522220" y="224028"/>
                  </a:lnTo>
                  <a:lnTo>
                    <a:pt x="2522220" y="245364"/>
                  </a:lnTo>
                  <a:lnTo>
                    <a:pt x="2525268" y="252984"/>
                  </a:lnTo>
                  <a:lnTo>
                    <a:pt x="2529840" y="256032"/>
                  </a:lnTo>
                  <a:lnTo>
                    <a:pt x="2532888" y="260604"/>
                  </a:lnTo>
                  <a:lnTo>
                    <a:pt x="2545080" y="269748"/>
                  </a:lnTo>
                  <a:lnTo>
                    <a:pt x="2557272" y="281940"/>
                  </a:lnTo>
                  <a:lnTo>
                    <a:pt x="2558796" y="284988"/>
                  </a:lnTo>
                  <a:lnTo>
                    <a:pt x="2563368" y="292608"/>
                  </a:lnTo>
                  <a:lnTo>
                    <a:pt x="2575560" y="309372"/>
                  </a:lnTo>
                  <a:lnTo>
                    <a:pt x="2578608" y="318516"/>
                  </a:lnTo>
                  <a:lnTo>
                    <a:pt x="2583180" y="321564"/>
                  </a:lnTo>
                  <a:lnTo>
                    <a:pt x="2586228" y="321564"/>
                  </a:lnTo>
                  <a:lnTo>
                    <a:pt x="2593848" y="326136"/>
                  </a:lnTo>
                  <a:lnTo>
                    <a:pt x="2609088" y="326136"/>
                  </a:lnTo>
                  <a:lnTo>
                    <a:pt x="2624328" y="329184"/>
                  </a:lnTo>
                  <a:lnTo>
                    <a:pt x="2633472" y="336804"/>
                  </a:lnTo>
                  <a:lnTo>
                    <a:pt x="2642616" y="345948"/>
                  </a:lnTo>
                  <a:lnTo>
                    <a:pt x="2650236" y="350520"/>
                  </a:lnTo>
                  <a:lnTo>
                    <a:pt x="2657856" y="353568"/>
                  </a:lnTo>
                  <a:lnTo>
                    <a:pt x="2676144" y="358140"/>
                  </a:lnTo>
                  <a:lnTo>
                    <a:pt x="2694432" y="358140"/>
                  </a:lnTo>
                  <a:lnTo>
                    <a:pt x="2709672" y="350520"/>
                  </a:lnTo>
                  <a:lnTo>
                    <a:pt x="2724912" y="341376"/>
                  </a:lnTo>
                  <a:lnTo>
                    <a:pt x="2735580" y="341376"/>
                  </a:lnTo>
                  <a:lnTo>
                    <a:pt x="2746248" y="345948"/>
                  </a:lnTo>
                  <a:lnTo>
                    <a:pt x="2758440" y="345948"/>
                  </a:lnTo>
                  <a:lnTo>
                    <a:pt x="2769108" y="341376"/>
                  </a:lnTo>
                  <a:lnTo>
                    <a:pt x="2784348" y="336804"/>
                  </a:lnTo>
                  <a:lnTo>
                    <a:pt x="2787396" y="333756"/>
                  </a:lnTo>
                  <a:lnTo>
                    <a:pt x="2795016" y="329184"/>
                  </a:lnTo>
                  <a:lnTo>
                    <a:pt x="2802636" y="309372"/>
                  </a:lnTo>
                  <a:lnTo>
                    <a:pt x="2811780" y="297180"/>
                  </a:lnTo>
                  <a:lnTo>
                    <a:pt x="2817876" y="284988"/>
                  </a:lnTo>
                  <a:lnTo>
                    <a:pt x="2833116" y="277368"/>
                  </a:lnTo>
                  <a:lnTo>
                    <a:pt x="2833116" y="289560"/>
                  </a:lnTo>
                  <a:lnTo>
                    <a:pt x="2836164" y="300228"/>
                  </a:lnTo>
                  <a:lnTo>
                    <a:pt x="2836164" y="309372"/>
                  </a:lnTo>
                  <a:lnTo>
                    <a:pt x="2848356" y="321564"/>
                  </a:lnTo>
                  <a:lnTo>
                    <a:pt x="2854452" y="333756"/>
                  </a:lnTo>
                  <a:lnTo>
                    <a:pt x="2866644" y="345948"/>
                  </a:lnTo>
                  <a:lnTo>
                    <a:pt x="2881884" y="362712"/>
                  </a:lnTo>
                  <a:lnTo>
                    <a:pt x="2892552" y="365760"/>
                  </a:lnTo>
                  <a:lnTo>
                    <a:pt x="2900172" y="370332"/>
                  </a:lnTo>
                  <a:lnTo>
                    <a:pt x="2919984" y="370332"/>
                  </a:lnTo>
                  <a:lnTo>
                    <a:pt x="2927604" y="365760"/>
                  </a:lnTo>
                  <a:lnTo>
                    <a:pt x="2944368" y="365760"/>
                  </a:lnTo>
                  <a:lnTo>
                    <a:pt x="2967228" y="377952"/>
                  </a:lnTo>
                  <a:lnTo>
                    <a:pt x="2974848" y="377952"/>
                  </a:lnTo>
                  <a:lnTo>
                    <a:pt x="2982468" y="373380"/>
                  </a:lnTo>
                  <a:lnTo>
                    <a:pt x="3003804" y="365760"/>
                  </a:lnTo>
                  <a:lnTo>
                    <a:pt x="3028188" y="362712"/>
                  </a:lnTo>
                  <a:lnTo>
                    <a:pt x="3041904" y="362712"/>
                  </a:lnTo>
                  <a:lnTo>
                    <a:pt x="3041904" y="365760"/>
                  </a:lnTo>
                  <a:lnTo>
                    <a:pt x="3054096" y="365760"/>
                  </a:lnTo>
                  <a:lnTo>
                    <a:pt x="3069336" y="353568"/>
                  </a:lnTo>
                  <a:lnTo>
                    <a:pt x="3078480" y="345948"/>
                  </a:lnTo>
                  <a:lnTo>
                    <a:pt x="3087624" y="336804"/>
                  </a:lnTo>
                  <a:lnTo>
                    <a:pt x="3095244" y="321564"/>
                  </a:lnTo>
                  <a:lnTo>
                    <a:pt x="3102864" y="304800"/>
                  </a:lnTo>
                  <a:close/>
                </a:path>
                <a:path w="3827145" h="3354704">
                  <a:moveTo>
                    <a:pt x="3499104" y="204216"/>
                  </a:moveTo>
                  <a:lnTo>
                    <a:pt x="3494532" y="199644"/>
                  </a:lnTo>
                  <a:lnTo>
                    <a:pt x="3488436" y="187452"/>
                  </a:lnTo>
                  <a:lnTo>
                    <a:pt x="3476244" y="172212"/>
                  </a:lnTo>
                  <a:lnTo>
                    <a:pt x="3473196" y="164592"/>
                  </a:lnTo>
                  <a:lnTo>
                    <a:pt x="3465576" y="155448"/>
                  </a:lnTo>
                  <a:lnTo>
                    <a:pt x="3442716" y="155448"/>
                  </a:lnTo>
                  <a:lnTo>
                    <a:pt x="3442716" y="160020"/>
                  </a:lnTo>
                  <a:lnTo>
                    <a:pt x="3447288" y="164592"/>
                  </a:lnTo>
                  <a:lnTo>
                    <a:pt x="3457956" y="179832"/>
                  </a:lnTo>
                  <a:lnTo>
                    <a:pt x="3476244" y="199644"/>
                  </a:lnTo>
                  <a:lnTo>
                    <a:pt x="3480816" y="211836"/>
                  </a:lnTo>
                  <a:lnTo>
                    <a:pt x="3480816" y="227076"/>
                  </a:lnTo>
                  <a:lnTo>
                    <a:pt x="3473196" y="252984"/>
                  </a:lnTo>
                  <a:lnTo>
                    <a:pt x="3457956" y="272796"/>
                  </a:lnTo>
                  <a:lnTo>
                    <a:pt x="3450336" y="289560"/>
                  </a:lnTo>
                  <a:lnTo>
                    <a:pt x="3447288" y="292608"/>
                  </a:lnTo>
                  <a:lnTo>
                    <a:pt x="3447288" y="304800"/>
                  </a:lnTo>
                  <a:lnTo>
                    <a:pt x="3442716" y="309372"/>
                  </a:lnTo>
                  <a:lnTo>
                    <a:pt x="3427476" y="313944"/>
                  </a:lnTo>
                  <a:lnTo>
                    <a:pt x="3413760" y="321564"/>
                  </a:lnTo>
                  <a:lnTo>
                    <a:pt x="3401568" y="333756"/>
                  </a:lnTo>
                  <a:lnTo>
                    <a:pt x="3372612" y="333756"/>
                  </a:lnTo>
                  <a:lnTo>
                    <a:pt x="3364992" y="336804"/>
                  </a:lnTo>
                  <a:lnTo>
                    <a:pt x="3357372" y="341376"/>
                  </a:lnTo>
                  <a:lnTo>
                    <a:pt x="3357372" y="336804"/>
                  </a:lnTo>
                  <a:lnTo>
                    <a:pt x="3348228" y="336804"/>
                  </a:lnTo>
                  <a:lnTo>
                    <a:pt x="3326892" y="333756"/>
                  </a:lnTo>
                  <a:lnTo>
                    <a:pt x="3300984" y="333756"/>
                  </a:lnTo>
                  <a:lnTo>
                    <a:pt x="3290316" y="336804"/>
                  </a:lnTo>
                  <a:lnTo>
                    <a:pt x="3281172" y="341376"/>
                  </a:lnTo>
                  <a:lnTo>
                    <a:pt x="3265932" y="341376"/>
                  </a:lnTo>
                  <a:lnTo>
                    <a:pt x="3240024" y="336804"/>
                  </a:lnTo>
                  <a:lnTo>
                    <a:pt x="3214116" y="326136"/>
                  </a:lnTo>
                  <a:lnTo>
                    <a:pt x="3191256" y="321564"/>
                  </a:lnTo>
                  <a:lnTo>
                    <a:pt x="3185160" y="318516"/>
                  </a:lnTo>
                  <a:lnTo>
                    <a:pt x="3172968" y="318516"/>
                  </a:lnTo>
                  <a:lnTo>
                    <a:pt x="3162300" y="304800"/>
                  </a:lnTo>
                  <a:lnTo>
                    <a:pt x="3154680" y="297180"/>
                  </a:lnTo>
                  <a:lnTo>
                    <a:pt x="3144012" y="289560"/>
                  </a:lnTo>
                  <a:lnTo>
                    <a:pt x="3136392" y="281940"/>
                  </a:lnTo>
                  <a:lnTo>
                    <a:pt x="3128772" y="277368"/>
                  </a:lnTo>
                  <a:lnTo>
                    <a:pt x="3128772" y="248412"/>
                  </a:lnTo>
                  <a:lnTo>
                    <a:pt x="3131820" y="236220"/>
                  </a:lnTo>
                  <a:lnTo>
                    <a:pt x="3131820" y="227076"/>
                  </a:lnTo>
                  <a:lnTo>
                    <a:pt x="3128772" y="211836"/>
                  </a:lnTo>
                  <a:lnTo>
                    <a:pt x="3124200" y="190500"/>
                  </a:lnTo>
                  <a:lnTo>
                    <a:pt x="3124200" y="182880"/>
                  </a:lnTo>
                  <a:lnTo>
                    <a:pt x="3128772" y="175260"/>
                  </a:lnTo>
                  <a:lnTo>
                    <a:pt x="3151632" y="135636"/>
                  </a:lnTo>
                  <a:lnTo>
                    <a:pt x="3154680" y="114300"/>
                  </a:lnTo>
                  <a:lnTo>
                    <a:pt x="3154680" y="106680"/>
                  </a:lnTo>
                  <a:lnTo>
                    <a:pt x="3151632" y="102108"/>
                  </a:lnTo>
                  <a:lnTo>
                    <a:pt x="3151632" y="99060"/>
                  </a:lnTo>
                  <a:lnTo>
                    <a:pt x="3147060" y="94488"/>
                  </a:lnTo>
                  <a:lnTo>
                    <a:pt x="3144012" y="94488"/>
                  </a:lnTo>
                  <a:lnTo>
                    <a:pt x="3139440" y="99060"/>
                  </a:lnTo>
                  <a:lnTo>
                    <a:pt x="3136392" y="99060"/>
                  </a:lnTo>
                  <a:lnTo>
                    <a:pt x="3131820" y="102108"/>
                  </a:lnTo>
                  <a:lnTo>
                    <a:pt x="3131820" y="128016"/>
                  </a:lnTo>
                  <a:lnTo>
                    <a:pt x="3121152" y="155448"/>
                  </a:lnTo>
                  <a:lnTo>
                    <a:pt x="3110484" y="175260"/>
                  </a:lnTo>
                  <a:lnTo>
                    <a:pt x="3105912" y="182880"/>
                  </a:lnTo>
                  <a:lnTo>
                    <a:pt x="3102864" y="190500"/>
                  </a:lnTo>
                  <a:lnTo>
                    <a:pt x="3105912" y="208788"/>
                  </a:lnTo>
                  <a:lnTo>
                    <a:pt x="3110484" y="224028"/>
                  </a:lnTo>
                  <a:lnTo>
                    <a:pt x="3113532" y="240792"/>
                  </a:lnTo>
                  <a:lnTo>
                    <a:pt x="3113532" y="309372"/>
                  </a:lnTo>
                  <a:lnTo>
                    <a:pt x="3128772" y="318516"/>
                  </a:lnTo>
                  <a:lnTo>
                    <a:pt x="3136392" y="321564"/>
                  </a:lnTo>
                  <a:lnTo>
                    <a:pt x="3144012" y="326136"/>
                  </a:lnTo>
                  <a:lnTo>
                    <a:pt x="3151632" y="333756"/>
                  </a:lnTo>
                  <a:lnTo>
                    <a:pt x="3154680" y="341376"/>
                  </a:lnTo>
                  <a:lnTo>
                    <a:pt x="3157728" y="345948"/>
                  </a:lnTo>
                  <a:lnTo>
                    <a:pt x="3162300" y="350520"/>
                  </a:lnTo>
                  <a:lnTo>
                    <a:pt x="3169920" y="353568"/>
                  </a:lnTo>
                  <a:lnTo>
                    <a:pt x="3177540" y="353568"/>
                  </a:lnTo>
                  <a:lnTo>
                    <a:pt x="3191256" y="350520"/>
                  </a:lnTo>
                  <a:lnTo>
                    <a:pt x="3203448" y="350520"/>
                  </a:lnTo>
                  <a:lnTo>
                    <a:pt x="3214116" y="353568"/>
                  </a:lnTo>
                  <a:lnTo>
                    <a:pt x="3226308" y="362712"/>
                  </a:lnTo>
                  <a:lnTo>
                    <a:pt x="3240024" y="365760"/>
                  </a:lnTo>
                  <a:lnTo>
                    <a:pt x="3256788" y="365760"/>
                  </a:lnTo>
                  <a:lnTo>
                    <a:pt x="3281172" y="362712"/>
                  </a:lnTo>
                  <a:lnTo>
                    <a:pt x="3293364" y="358140"/>
                  </a:lnTo>
                  <a:lnTo>
                    <a:pt x="3304032" y="362712"/>
                  </a:lnTo>
                  <a:lnTo>
                    <a:pt x="3326892" y="373380"/>
                  </a:lnTo>
                  <a:lnTo>
                    <a:pt x="3348228" y="373380"/>
                  </a:lnTo>
                  <a:lnTo>
                    <a:pt x="3386328" y="362712"/>
                  </a:lnTo>
                  <a:lnTo>
                    <a:pt x="3409188" y="353568"/>
                  </a:lnTo>
                  <a:lnTo>
                    <a:pt x="3424428" y="350520"/>
                  </a:lnTo>
                  <a:lnTo>
                    <a:pt x="3435096" y="350520"/>
                  </a:lnTo>
                  <a:lnTo>
                    <a:pt x="3442716" y="345948"/>
                  </a:lnTo>
                  <a:lnTo>
                    <a:pt x="3447288" y="336804"/>
                  </a:lnTo>
                  <a:lnTo>
                    <a:pt x="3453384" y="326136"/>
                  </a:lnTo>
                  <a:lnTo>
                    <a:pt x="3483864" y="281940"/>
                  </a:lnTo>
                  <a:lnTo>
                    <a:pt x="3494532" y="263652"/>
                  </a:lnTo>
                  <a:lnTo>
                    <a:pt x="3494532" y="224028"/>
                  </a:lnTo>
                  <a:lnTo>
                    <a:pt x="3499104" y="211836"/>
                  </a:lnTo>
                  <a:lnTo>
                    <a:pt x="3499104" y="204216"/>
                  </a:lnTo>
                  <a:close/>
                </a:path>
                <a:path w="3827145" h="3354704">
                  <a:moveTo>
                    <a:pt x="3663696" y="3214116"/>
                  </a:moveTo>
                  <a:lnTo>
                    <a:pt x="3618585" y="3274733"/>
                  </a:lnTo>
                  <a:lnTo>
                    <a:pt x="3582924" y="3142488"/>
                  </a:lnTo>
                  <a:lnTo>
                    <a:pt x="3528060" y="2933700"/>
                  </a:lnTo>
                  <a:lnTo>
                    <a:pt x="3473196" y="2726436"/>
                  </a:lnTo>
                  <a:lnTo>
                    <a:pt x="3416808" y="2523744"/>
                  </a:lnTo>
                  <a:lnTo>
                    <a:pt x="3360420" y="2324100"/>
                  </a:lnTo>
                  <a:lnTo>
                    <a:pt x="3302508" y="2129028"/>
                  </a:lnTo>
                  <a:lnTo>
                    <a:pt x="3273552" y="2033016"/>
                  </a:lnTo>
                  <a:lnTo>
                    <a:pt x="3244596" y="1940052"/>
                  </a:lnTo>
                  <a:lnTo>
                    <a:pt x="3214116" y="1847088"/>
                  </a:lnTo>
                  <a:lnTo>
                    <a:pt x="3183636" y="1757172"/>
                  </a:lnTo>
                  <a:lnTo>
                    <a:pt x="3153156" y="1668780"/>
                  </a:lnTo>
                  <a:lnTo>
                    <a:pt x="3121152" y="1583436"/>
                  </a:lnTo>
                  <a:lnTo>
                    <a:pt x="3089148" y="1499616"/>
                  </a:lnTo>
                  <a:lnTo>
                    <a:pt x="3057144" y="1417320"/>
                  </a:lnTo>
                  <a:lnTo>
                    <a:pt x="3025140" y="1339596"/>
                  </a:lnTo>
                  <a:lnTo>
                    <a:pt x="2991612" y="1261872"/>
                  </a:lnTo>
                  <a:lnTo>
                    <a:pt x="2956560" y="1188720"/>
                  </a:lnTo>
                  <a:lnTo>
                    <a:pt x="2923032" y="1117092"/>
                  </a:lnTo>
                  <a:lnTo>
                    <a:pt x="2887980" y="1050036"/>
                  </a:lnTo>
                  <a:lnTo>
                    <a:pt x="2851404" y="984504"/>
                  </a:lnTo>
                  <a:lnTo>
                    <a:pt x="2814828" y="923544"/>
                  </a:lnTo>
                  <a:lnTo>
                    <a:pt x="2778252" y="864108"/>
                  </a:lnTo>
                  <a:lnTo>
                    <a:pt x="2740152" y="809244"/>
                  </a:lnTo>
                  <a:lnTo>
                    <a:pt x="2700528" y="758952"/>
                  </a:lnTo>
                  <a:lnTo>
                    <a:pt x="2660904" y="710184"/>
                  </a:lnTo>
                  <a:lnTo>
                    <a:pt x="2621280" y="667512"/>
                  </a:lnTo>
                  <a:lnTo>
                    <a:pt x="2578608" y="626364"/>
                  </a:lnTo>
                  <a:lnTo>
                    <a:pt x="2535936" y="588264"/>
                  </a:lnTo>
                  <a:lnTo>
                    <a:pt x="2490216" y="551688"/>
                  </a:lnTo>
                  <a:lnTo>
                    <a:pt x="2444496" y="519684"/>
                  </a:lnTo>
                  <a:lnTo>
                    <a:pt x="2397252" y="489204"/>
                  </a:lnTo>
                  <a:lnTo>
                    <a:pt x="2348484" y="461772"/>
                  </a:lnTo>
                  <a:lnTo>
                    <a:pt x="2298192" y="435864"/>
                  </a:lnTo>
                  <a:lnTo>
                    <a:pt x="2247900" y="414528"/>
                  </a:lnTo>
                  <a:lnTo>
                    <a:pt x="2196084" y="394716"/>
                  </a:lnTo>
                  <a:lnTo>
                    <a:pt x="2142744" y="377952"/>
                  </a:lnTo>
                  <a:lnTo>
                    <a:pt x="2089404" y="362712"/>
                  </a:lnTo>
                  <a:lnTo>
                    <a:pt x="2036064" y="350520"/>
                  </a:lnTo>
                  <a:lnTo>
                    <a:pt x="1982724" y="341376"/>
                  </a:lnTo>
                  <a:lnTo>
                    <a:pt x="1969008" y="339852"/>
                  </a:lnTo>
                  <a:lnTo>
                    <a:pt x="1927860" y="335280"/>
                  </a:lnTo>
                  <a:lnTo>
                    <a:pt x="1872996" y="330708"/>
                  </a:lnTo>
                  <a:lnTo>
                    <a:pt x="1763268" y="330708"/>
                  </a:lnTo>
                  <a:lnTo>
                    <a:pt x="1709928" y="335280"/>
                  </a:lnTo>
                  <a:lnTo>
                    <a:pt x="1655064" y="341376"/>
                  </a:lnTo>
                  <a:lnTo>
                    <a:pt x="1600200" y="350520"/>
                  </a:lnTo>
                  <a:lnTo>
                    <a:pt x="1546860" y="362712"/>
                  </a:lnTo>
                  <a:lnTo>
                    <a:pt x="1495044" y="377952"/>
                  </a:lnTo>
                  <a:lnTo>
                    <a:pt x="1441704" y="394716"/>
                  </a:lnTo>
                  <a:lnTo>
                    <a:pt x="1389888" y="414528"/>
                  </a:lnTo>
                  <a:lnTo>
                    <a:pt x="1339596" y="437388"/>
                  </a:lnTo>
                  <a:lnTo>
                    <a:pt x="1289304" y="461772"/>
                  </a:lnTo>
                  <a:lnTo>
                    <a:pt x="1240536" y="489204"/>
                  </a:lnTo>
                  <a:lnTo>
                    <a:pt x="1193292" y="519684"/>
                  </a:lnTo>
                  <a:lnTo>
                    <a:pt x="1147572" y="553212"/>
                  </a:lnTo>
                  <a:lnTo>
                    <a:pt x="1101852" y="588264"/>
                  </a:lnTo>
                  <a:lnTo>
                    <a:pt x="1059180" y="626364"/>
                  </a:lnTo>
                  <a:lnTo>
                    <a:pt x="1018032" y="667512"/>
                  </a:lnTo>
                  <a:lnTo>
                    <a:pt x="976884" y="710184"/>
                  </a:lnTo>
                  <a:lnTo>
                    <a:pt x="937260" y="758952"/>
                  </a:lnTo>
                  <a:lnTo>
                    <a:pt x="897636" y="810768"/>
                  </a:lnTo>
                  <a:lnTo>
                    <a:pt x="859536" y="865632"/>
                  </a:lnTo>
                  <a:lnTo>
                    <a:pt x="822960" y="923544"/>
                  </a:lnTo>
                  <a:lnTo>
                    <a:pt x="786384" y="984504"/>
                  </a:lnTo>
                  <a:lnTo>
                    <a:pt x="749808" y="1050036"/>
                  </a:lnTo>
                  <a:lnTo>
                    <a:pt x="714756" y="1118616"/>
                  </a:lnTo>
                  <a:lnTo>
                    <a:pt x="679704" y="1188720"/>
                  </a:lnTo>
                  <a:lnTo>
                    <a:pt x="646176" y="1261872"/>
                  </a:lnTo>
                  <a:lnTo>
                    <a:pt x="612648" y="1339596"/>
                  </a:lnTo>
                  <a:lnTo>
                    <a:pt x="580644" y="1417320"/>
                  </a:lnTo>
                  <a:lnTo>
                    <a:pt x="547116" y="1499616"/>
                  </a:lnTo>
                  <a:lnTo>
                    <a:pt x="516636" y="1583436"/>
                  </a:lnTo>
                  <a:lnTo>
                    <a:pt x="484632" y="1668780"/>
                  </a:lnTo>
                  <a:lnTo>
                    <a:pt x="454152" y="1757172"/>
                  </a:lnTo>
                  <a:lnTo>
                    <a:pt x="423672" y="1847088"/>
                  </a:lnTo>
                  <a:lnTo>
                    <a:pt x="393192" y="1940052"/>
                  </a:lnTo>
                  <a:lnTo>
                    <a:pt x="364236" y="2033016"/>
                  </a:lnTo>
                  <a:lnTo>
                    <a:pt x="333756" y="2129028"/>
                  </a:lnTo>
                  <a:lnTo>
                    <a:pt x="277368" y="2324100"/>
                  </a:lnTo>
                  <a:lnTo>
                    <a:pt x="219456" y="2523744"/>
                  </a:lnTo>
                  <a:lnTo>
                    <a:pt x="164592" y="2726436"/>
                  </a:lnTo>
                  <a:lnTo>
                    <a:pt x="109728" y="2933700"/>
                  </a:lnTo>
                  <a:lnTo>
                    <a:pt x="54864" y="3142488"/>
                  </a:lnTo>
                  <a:lnTo>
                    <a:pt x="0" y="3352800"/>
                  </a:lnTo>
                  <a:lnTo>
                    <a:pt x="9144" y="3354336"/>
                  </a:lnTo>
                  <a:lnTo>
                    <a:pt x="118872" y="2936748"/>
                  </a:lnTo>
                  <a:lnTo>
                    <a:pt x="173736" y="2729484"/>
                  </a:lnTo>
                  <a:lnTo>
                    <a:pt x="228600" y="2525268"/>
                  </a:lnTo>
                  <a:lnTo>
                    <a:pt x="286512" y="2325624"/>
                  </a:lnTo>
                  <a:lnTo>
                    <a:pt x="342900" y="2132076"/>
                  </a:lnTo>
                  <a:lnTo>
                    <a:pt x="373380" y="2036064"/>
                  </a:lnTo>
                  <a:lnTo>
                    <a:pt x="402336" y="1943100"/>
                  </a:lnTo>
                  <a:lnTo>
                    <a:pt x="432816" y="1850136"/>
                  </a:lnTo>
                  <a:lnTo>
                    <a:pt x="463296" y="1760220"/>
                  </a:lnTo>
                  <a:lnTo>
                    <a:pt x="493776" y="1671828"/>
                  </a:lnTo>
                  <a:lnTo>
                    <a:pt x="524256" y="1586484"/>
                  </a:lnTo>
                  <a:lnTo>
                    <a:pt x="556260" y="1502664"/>
                  </a:lnTo>
                  <a:lnTo>
                    <a:pt x="588264" y="1421892"/>
                  </a:lnTo>
                  <a:lnTo>
                    <a:pt x="621792" y="1342644"/>
                  </a:lnTo>
                  <a:lnTo>
                    <a:pt x="655320" y="1266444"/>
                  </a:lnTo>
                  <a:lnTo>
                    <a:pt x="688848" y="1193292"/>
                  </a:lnTo>
                  <a:lnTo>
                    <a:pt x="723900" y="1121664"/>
                  </a:lnTo>
                  <a:lnTo>
                    <a:pt x="758952" y="1054608"/>
                  </a:lnTo>
                  <a:lnTo>
                    <a:pt x="794004" y="989076"/>
                  </a:lnTo>
                  <a:lnTo>
                    <a:pt x="830580" y="928116"/>
                  </a:lnTo>
                  <a:lnTo>
                    <a:pt x="868680" y="870204"/>
                  </a:lnTo>
                  <a:lnTo>
                    <a:pt x="905256" y="815340"/>
                  </a:lnTo>
                  <a:lnTo>
                    <a:pt x="944880" y="765048"/>
                  </a:lnTo>
                  <a:lnTo>
                    <a:pt x="984504" y="716280"/>
                  </a:lnTo>
                  <a:lnTo>
                    <a:pt x="1024128" y="673608"/>
                  </a:lnTo>
                  <a:lnTo>
                    <a:pt x="1065276" y="632460"/>
                  </a:lnTo>
                  <a:lnTo>
                    <a:pt x="1107948" y="595884"/>
                  </a:lnTo>
                  <a:lnTo>
                    <a:pt x="1153668" y="559308"/>
                  </a:lnTo>
                  <a:lnTo>
                    <a:pt x="1199388" y="527304"/>
                  </a:lnTo>
                  <a:lnTo>
                    <a:pt x="1246632" y="496824"/>
                  </a:lnTo>
                  <a:lnTo>
                    <a:pt x="1293876" y="469392"/>
                  </a:lnTo>
                  <a:lnTo>
                    <a:pt x="1344168" y="445008"/>
                  </a:lnTo>
                  <a:lnTo>
                    <a:pt x="1394460" y="423672"/>
                  </a:lnTo>
                  <a:lnTo>
                    <a:pt x="1444752" y="403860"/>
                  </a:lnTo>
                  <a:lnTo>
                    <a:pt x="1498092" y="387096"/>
                  </a:lnTo>
                  <a:lnTo>
                    <a:pt x="1549908" y="371856"/>
                  </a:lnTo>
                  <a:lnTo>
                    <a:pt x="1603248" y="359664"/>
                  </a:lnTo>
                  <a:lnTo>
                    <a:pt x="1709928" y="344424"/>
                  </a:lnTo>
                  <a:lnTo>
                    <a:pt x="1764792" y="341376"/>
                  </a:lnTo>
                  <a:lnTo>
                    <a:pt x="1818132" y="339852"/>
                  </a:lnTo>
                  <a:lnTo>
                    <a:pt x="1872996" y="341376"/>
                  </a:lnTo>
                  <a:lnTo>
                    <a:pt x="1927860" y="344424"/>
                  </a:lnTo>
                  <a:lnTo>
                    <a:pt x="1981200" y="352044"/>
                  </a:lnTo>
                  <a:lnTo>
                    <a:pt x="2034540" y="361188"/>
                  </a:lnTo>
                  <a:lnTo>
                    <a:pt x="2087880" y="371856"/>
                  </a:lnTo>
                  <a:lnTo>
                    <a:pt x="2141220" y="387096"/>
                  </a:lnTo>
                  <a:lnTo>
                    <a:pt x="2193036" y="403860"/>
                  </a:lnTo>
                  <a:lnTo>
                    <a:pt x="2243328" y="423672"/>
                  </a:lnTo>
                  <a:lnTo>
                    <a:pt x="2293620" y="445008"/>
                  </a:lnTo>
                  <a:lnTo>
                    <a:pt x="2343912" y="469392"/>
                  </a:lnTo>
                  <a:lnTo>
                    <a:pt x="2392680" y="496824"/>
                  </a:lnTo>
                  <a:lnTo>
                    <a:pt x="2439924" y="527304"/>
                  </a:lnTo>
                  <a:lnTo>
                    <a:pt x="2485644" y="560832"/>
                  </a:lnTo>
                  <a:lnTo>
                    <a:pt x="2529840" y="595884"/>
                  </a:lnTo>
                  <a:lnTo>
                    <a:pt x="2572512" y="633984"/>
                  </a:lnTo>
                  <a:lnTo>
                    <a:pt x="2613660" y="673608"/>
                  </a:lnTo>
                  <a:lnTo>
                    <a:pt x="2654808" y="717804"/>
                  </a:lnTo>
                  <a:lnTo>
                    <a:pt x="2694432" y="765048"/>
                  </a:lnTo>
                  <a:lnTo>
                    <a:pt x="2732532" y="815340"/>
                  </a:lnTo>
                  <a:lnTo>
                    <a:pt x="2770632" y="870204"/>
                  </a:lnTo>
                  <a:lnTo>
                    <a:pt x="2807208" y="928116"/>
                  </a:lnTo>
                  <a:lnTo>
                    <a:pt x="2843784" y="989076"/>
                  </a:lnTo>
                  <a:lnTo>
                    <a:pt x="2878836" y="1054608"/>
                  </a:lnTo>
                  <a:lnTo>
                    <a:pt x="2913888" y="1121664"/>
                  </a:lnTo>
                  <a:lnTo>
                    <a:pt x="2948940" y="1193292"/>
                  </a:lnTo>
                  <a:lnTo>
                    <a:pt x="2982468" y="1266444"/>
                  </a:lnTo>
                  <a:lnTo>
                    <a:pt x="3015996" y="1342644"/>
                  </a:lnTo>
                  <a:lnTo>
                    <a:pt x="3048000" y="1421892"/>
                  </a:lnTo>
                  <a:lnTo>
                    <a:pt x="3081528" y="1502664"/>
                  </a:lnTo>
                  <a:lnTo>
                    <a:pt x="3112008" y="1586484"/>
                  </a:lnTo>
                  <a:lnTo>
                    <a:pt x="3144012" y="1671828"/>
                  </a:lnTo>
                  <a:lnTo>
                    <a:pt x="3174492" y="1760220"/>
                  </a:lnTo>
                  <a:lnTo>
                    <a:pt x="3204972" y="1850136"/>
                  </a:lnTo>
                  <a:lnTo>
                    <a:pt x="3235452" y="1943100"/>
                  </a:lnTo>
                  <a:lnTo>
                    <a:pt x="3264408" y="2036064"/>
                  </a:lnTo>
                  <a:lnTo>
                    <a:pt x="3293364" y="2132076"/>
                  </a:lnTo>
                  <a:lnTo>
                    <a:pt x="3351276" y="2325624"/>
                  </a:lnTo>
                  <a:lnTo>
                    <a:pt x="3407664" y="2525268"/>
                  </a:lnTo>
                  <a:lnTo>
                    <a:pt x="3464052" y="2729484"/>
                  </a:lnTo>
                  <a:lnTo>
                    <a:pt x="3518916" y="2936748"/>
                  </a:lnTo>
                  <a:lnTo>
                    <a:pt x="3573780" y="3145536"/>
                  </a:lnTo>
                  <a:lnTo>
                    <a:pt x="3609251" y="3277108"/>
                  </a:lnTo>
                  <a:lnTo>
                    <a:pt x="3540252" y="3246120"/>
                  </a:lnTo>
                  <a:lnTo>
                    <a:pt x="3633216" y="3352800"/>
                  </a:lnTo>
                  <a:lnTo>
                    <a:pt x="3648951" y="3281172"/>
                  </a:lnTo>
                  <a:lnTo>
                    <a:pt x="3663696" y="3214116"/>
                  </a:lnTo>
                  <a:close/>
                </a:path>
                <a:path w="3827145" h="3354704">
                  <a:moveTo>
                    <a:pt x="3826764" y="233172"/>
                  </a:moveTo>
                  <a:lnTo>
                    <a:pt x="3825240" y="224028"/>
                  </a:lnTo>
                  <a:lnTo>
                    <a:pt x="3825240" y="146304"/>
                  </a:lnTo>
                  <a:lnTo>
                    <a:pt x="3820668" y="135636"/>
                  </a:lnTo>
                  <a:lnTo>
                    <a:pt x="3813048" y="128016"/>
                  </a:lnTo>
                  <a:lnTo>
                    <a:pt x="3810000" y="118872"/>
                  </a:lnTo>
                  <a:lnTo>
                    <a:pt x="3805428" y="106680"/>
                  </a:lnTo>
                  <a:lnTo>
                    <a:pt x="3802380" y="94488"/>
                  </a:lnTo>
                  <a:lnTo>
                    <a:pt x="3790188" y="79248"/>
                  </a:lnTo>
                  <a:lnTo>
                    <a:pt x="3787140" y="73152"/>
                  </a:lnTo>
                  <a:lnTo>
                    <a:pt x="3784092" y="70104"/>
                  </a:lnTo>
                  <a:lnTo>
                    <a:pt x="3764280" y="70104"/>
                  </a:lnTo>
                  <a:lnTo>
                    <a:pt x="3759708" y="65532"/>
                  </a:lnTo>
                  <a:lnTo>
                    <a:pt x="3752088" y="65532"/>
                  </a:lnTo>
                  <a:lnTo>
                    <a:pt x="3750564" y="57912"/>
                  </a:lnTo>
                  <a:lnTo>
                    <a:pt x="3742944" y="54864"/>
                  </a:lnTo>
                  <a:lnTo>
                    <a:pt x="3730752" y="54864"/>
                  </a:lnTo>
                  <a:lnTo>
                    <a:pt x="3718560" y="50292"/>
                  </a:lnTo>
                  <a:lnTo>
                    <a:pt x="3704844" y="42672"/>
                  </a:lnTo>
                  <a:lnTo>
                    <a:pt x="3689604" y="36576"/>
                  </a:lnTo>
                  <a:lnTo>
                    <a:pt x="3681984" y="36576"/>
                  </a:lnTo>
                  <a:lnTo>
                    <a:pt x="3675888" y="42672"/>
                  </a:lnTo>
                  <a:lnTo>
                    <a:pt x="3671316" y="50292"/>
                  </a:lnTo>
                  <a:lnTo>
                    <a:pt x="3668268" y="57912"/>
                  </a:lnTo>
                  <a:lnTo>
                    <a:pt x="3677412" y="54864"/>
                  </a:lnTo>
                  <a:lnTo>
                    <a:pt x="3689604" y="50292"/>
                  </a:lnTo>
                  <a:lnTo>
                    <a:pt x="3697224" y="54864"/>
                  </a:lnTo>
                  <a:lnTo>
                    <a:pt x="3701796" y="57912"/>
                  </a:lnTo>
                  <a:lnTo>
                    <a:pt x="3712464" y="62484"/>
                  </a:lnTo>
                  <a:lnTo>
                    <a:pt x="3718560" y="65532"/>
                  </a:lnTo>
                  <a:lnTo>
                    <a:pt x="3726180" y="70104"/>
                  </a:lnTo>
                  <a:lnTo>
                    <a:pt x="3742944" y="86868"/>
                  </a:lnTo>
                  <a:lnTo>
                    <a:pt x="3750564" y="91440"/>
                  </a:lnTo>
                  <a:lnTo>
                    <a:pt x="3759708" y="91440"/>
                  </a:lnTo>
                  <a:lnTo>
                    <a:pt x="3771900" y="99060"/>
                  </a:lnTo>
                  <a:lnTo>
                    <a:pt x="3779520" y="106680"/>
                  </a:lnTo>
                  <a:lnTo>
                    <a:pt x="3784092" y="114300"/>
                  </a:lnTo>
                  <a:lnTo>
                    <a:pt x="3787140" y="123444"/>
                  </a:lnTo>
                  <a:lnTo>
                    <a:pt x="3787140" y="135636"/>
                  </a:lnTo>
                  <a:lnTo>
                    <a:pt x="3793236" y="143256"/>
                  </a:lnTo>
                  <a:lnTo>
                    <a:pt x="3802380" y="150876"/>
                  </a:lnTo>
                  <a:lnTo>
                    <a:pt x="3805428" y="160020"/>
                  </a:lnTo>
                  <a:lnTo>
                    <a:pt x="3810000" y="182880"/>
                  </a:lnTo>
                  <a:lnTo>
                    <a:pt x="3810000" y="208788"/>
                  </a:lnTo>
                  <a:lnTo>
                    <a:pt x="3802380" y="233172"/>
                  </a:lnTo>
                  <a:lnTo>
                    <a:pt x="3790188" y="256032"/>
                  </a:lnTo>
                  <a:lnTo>
                    <a:pt x="3784092" y="284988"/>
                  </a:lnTo>
                  <a:lnTo>
                    <a:pt x="3784092" y="292608"/>
                  </a:lnTo>
                  <a:lnTo>
                    <a:pt x="3779520" y="300228"/>
                  </a:lnTo>
                  <a:lnTo>
                    <a:pt x="3750564" y="326136"/>
                  </a:lnTo>
                  <a:lnTo>
                    <a:pt x="3730752" y="345948"/>
                  </a:lnTo>
                  <a:lnTo>
                    <a:pt x="3723132" y="345948"/>
                  </a:lnTo>
                  <a:lnTo>
                    <a:pt x="3701796" y="350520"/>
                  </a:lnTo>
                  <a:lnTo>
                    <a:pt x="3675888" y="353568"/>
                  </a:lnTo>
                  <a:lnTo>
                    <a:pt x="3651504" y="358140"/>
                  </a:lnTo>
                  <a:lnTo>
                    <a:pt x="3637788" y="362712"/>
                  </a:lnTo>
                  <a:lnTo>
                    <a:pt x="3622548" y="362712"/>
                  </a:lnTo>
                  <a:lnTo>
                    <a:pt x="3610356" y="358140"/>
                  </a:lnTo>
                  <a:lnTo>
                    <a:pt x="3596640" y="350520"/>
                  </a:lnTo>
                  <a:lnTo>
                    <a:pt x="3581400" y="341376"/>
                  </a:lnTo>
                  <a:lnTo>
                    <a:pt x="3543300" y="341376"/>
                  </a:lnTo>
                  <a:lnTo>
                    <a:pt x="3535680" y="336804"/>
                  </a:lnTo>
                  <a:lnTo>
                    <a:pt x="3514344" y="321564"/>
                  </a:lnTo>
                  <a:lnTo>
                    <a:pt x="3502152" y="313944"/>
                  </a:lnTo>
                  <a:lnTo>
                    <a:pt x="3502152" y="309372"/>
                  </a:lnTo>
                  <a:lnTo>
                    <a:pt x="3499104" y="309372"/>
                  </a:lnTo>
                  <a:lnTo>
                    <a:pt x="3483864" y="313944"/>
                  </a:lnTo>
                  <a:lnTo>
                    <a:pt x="3480816" y="318516"/>
                  </a:lnTo>
                  <a:lnTo>
                    <a:pt x="3473196" y="326136"/>
                  </a:lnTo>
                  <a:lnTo>
                    <a:pt x="3480816" y="326136"/>
                  </a:lnTo>
                  <a:lnTo>
                    <a:pt x="3488436" y="329184"/>
                  </a:lnTo>
                  <a:lnTo>
                    <a:pt x="3502152" y="336804"/>
                  </a:lnTo>
                  <a:lnTo>
                    <a:pt x="3532632" y="365760"/>
                  </a:lnTo>
                  <a:lnTo>
                    <a:pt x="3540252" y="370332"/>
                  </a:lnTo>
                  <a:lnTo>
                    <a:pt x="3550920" y="370332"/>
                  </a:lnTo>
                  <a:lnTo>
                    <a:pt x="3566160" y="373380"/>
                  </a:lnTo>
                  <a:lnTo>
                    <a:pt x="3581400" y="370332"/>
                  </a:lnTo>
                  <a:lnTo>
                    <a:pt x="3589020" y="373380"/>
                  </a:lnTo>
                  <a:lnTo>
                    <a:pt x="3596640" y="377952"/>
                  </a:lnTo>
                  <a:lnTo>
                    <a:pt x="3607308" y="381000"/>
                  </a:lnTo>
                  <a:lnTo>
                    <a:pt x="3617976" y="387096"/>
                  </a:lnTo>
                  <a:lnTo>
                    <a:pt x="3648456" y="387096"/>
                  </a:lnTo>
                  <a:lnTo>
                    <a:pt x="3671316" y="377952"/>
                  </a:lnTo>
                  <a:lnTo>
                    <a:pt x="3677412" y="377952"/>
                  </a:lnTo>
                  <a:lnTo>
                    <a:pt x="3685032" y="370332"/>
                  </a:lnTo>
                  <a:lnTo>
                    <a:pt x="3692652" y="370332"/>
                  </a:lnTo>
                  <a:lnTo>
                    <a:pt x="3712464" y="373380"/>
                  </a:lnTo>
                  <a:lnTo>
                    <a:pt x="3735324" y="370332"/>
                  </a:lnTo>
                  <a:lnTo>
                    <a:pt x="3742944" y="365760"/>
                  </a:lnTo>
                  <a:lnTo>
                    <a:pt x="3745992" y="365760"/>
                  </a:lnTo>
                  <a:lnTo>
                    <a:pt x="3745992" y="362712"/>
                  </a:lnTo>
                  <a:lnTo>
                    <a:pt x="3750564" y="353568"/>
                  </a:lnTo>
                  <a:lnTo>
                    <a:pt x="3759708" y="341376"/>
                  </a:lnTo>
                  <a:lnTo>
                    <a:pt x="3779520" y="326136"/>
                  </a:lnTo>
                  <a:lnTo>
                    <a:pt x="3802380" y="304800"/>
                  </a:lnTo>
                  <a:lnTo>
                    <a:pt x="3810000" y="297180"/>
                  </a:lnTo>
                  <a:lnTo>
                    <a:pt x="3810000" y="277368"/>
                  </a:lnTo>
                  <a:lnTo>
                    <a:pt x="3813048" y="269748"/>
                  </a:lnTo>
                  <a:lnTo>
                    <a:pt x="3820668" y="252984"/>
                  </a:lnTo>
                  <a:lnTo>
                    <a:pt x="3825240" y="240792"/>
                  </a:lnTo>
                  <a:lnTo>
                    <a:pt x="3826764" y="2331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577340" y="5202935"/>
              <a:ext cx="640080" cy="745490"/>
            </a:xfrm>
            <a:custGeom>
              <a:avLst/>
              <a:gdLst/>
              <a:ahLst/>
              <a:cxnLst/>
              <a:rect l="l" t="t" r="r" b="b"/>
              <a:pathLst>
                <a:path w="640080" h="745489">
                  <a:moveTo>
                    <a:pt x="178308" y="745236"/>
                  </a:moveTo>
                  <a:lnTo>
                    <a:pt x="0" y="135636"/>
                  </a:lnTo>
                  <a:lnTo>
                    <a:pt x="460248" y="0"/>
                  </a:lnTo>
                  <a:lnTo>
                    <a:pt x="640080" y="609600"/>
                  </a:lnTo>
                  <a:lnTo>
                    <a:pt x="178308" y="7452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571244" y="5198363"/>
              <a:ext cx="652780" cy="756285"/>
            </a:xfrm>
            <a:custGeom>
              <a:avLst/>
              <a:gdLst/>
              <a:ahLst/>
              <a:cxnLst/>
              <a:rect l="l" t="t" r="r" b="b"/>
              <a:pathLst>
                <a:path w="652780" h="756285">
                  <a:moveTo>
                    <a:pt x="429768" y="80772"/>
                  </a:moveTo>
                  <a:lnTo>
                    <a:pt x="426720" y="71628"/>
                  </a:lnTo>
                  <a:lnTo>
                    <a:pt x="74676" y="175260"/>
                  </a:lnTo>
                  <a:lnTo>
                    <a:pt x="77724" y="184404"/>
                  </a:lnTo>
                  <a:lnTo>
                    <a:pt x="429768" y="80772"/>
                  </a:lnTo>
                  <a:close/>
                </a:path>
                <a:path w="652780" h="756285">
                  <a:moveTo>
                    <a:pt x="446532" y="137160"/>
                  </a:moveTo>
                  <a:lnTo>
                    <a:pt x="443484" y="128028"/>
                  </a:lnTo>
                  <a:lnTo>
                    <a:pt x="91440" y="231660"/>
                  </a:lnTo>
                  <a:lnTo>
                    <a:pt x="92964" y="240792"/>
                  </a:lnTo>
                  <a:lnTo>
                    <a:pt x="446532" y="137160"/>
                  </a:lnTo>
                  <a:close/>
                </a:path>
                <a:path w="652780" h="756285">
                  <a:moveTo>
                    <a:pt x="463296" y="192024"/>
                  </a:moveTo>
                  <a:lnTo>
                    <a:pt x="460248" y="182880"/>
                  </a:lnTo>
                  <a:lnTo>
                    <a:pt x="106680" y="286512"/>
                  </a:lnTo>
                  <a:lnTo>
                    <a:pt x="109728" y="295656"/>
                  </a:lnTo>
                  <a:lnTo>
                    <a:pt x="463296" y="192024"/>
                  </a:lnTo>
                  <a:close/>
                </a:path>
                <a:path w="652780" h="756285">
                  <a:moveTo>
                    <a:pt x="478536" y="246888"/>
                  </a:moveTo>
                  <a:lnTo>
                    <a:pt x="475488" y="237744"/>
                  </a:lnTo>
                  <a:lnTo>
                    <a:pt x="123444" y="341376"/>
                  </a:lnTo>
                  <a:lnTo>
                    <a:pt x="126492" y="350520"/>
                  </a:lnTo>
                  <a:lnTo>
                    <a:pt x="478536" y="246888"/>
                  </a:lnTo>
                  <a:close/>
                </a:path>
                <a:path w="652780" h="756285">
                  <a:moveTo>
                    <a:pt x="495300" y="303276"/>
                  </a:moveTo>
                  <a:lnTo>
                    <a:pt x="492252" y="294132"/>
                  </a:lnTo>
                  <a:lnTo>
                    <a:pt x="140208" y="397764"/>
                  </a:lnTo>
                  <a:lnTo>
                    <a:pt x="141732" y="406908"/>
                  </a:lnTo>
                  <a:lnTo>
                    <a:pt x="495300" y="303276"/>
                  </a:lnTo>
                  <a:close/>
                </a:path>
                <a:path w="652780" h="756285">
                  <a:moveTo>
                    <a:pt x="512064" y="358140"/>
                  </a:moveTo>
                  <a:lnTo>
                    <a:pt x="509016" y="348996"/>
                  </a:lnTo>
                  <a:lnTo>
                    <a:pt x="155448" y="452628"/>
                  </a:lnTo>
                  <a:lnTo>
                    <a:pt x="158496" y="461772"/>
                  </a:lnTo>
                  <a:lnTo>
                    <a:pt x="512064" y="358140"/>
                  </a:lnTo>
                  <a:close/>
                </a:path>
                <a:path w="652780" h="756285">
                  <a:moveTo>
                    <a:pt x="527304" y="413004"/>
                  </a:moveTo>
                  <a:lnTo>
                    <a:pt x="524256" y="403860"/>
                  </a:lnTo>
                  <a:lnTo>
                    <a:pt x="172212" y="507492"/>
                  </a:lnTo>
                  <a:lnTo>
                    <a:pt x="175260" y="516636"/>
                  </a:lnTo>
                  <a:lnTo>
                    <a:pt x="527304" y="413004"/>
                  </a:lnTo>
                  <a:close/>
                </a:path>
                <a:path w="652780" h="756285">
                  <a:moveTo>
                    <a:pt x="544068" y="469392"/>
                  </a:moveTo>
                  <a:lnTo>
                    <a:pt x="541020" y="460260"/>
                  </a:lnTo>
                  <a:lnTo>
                    <a:pt x="188976" y="563880"/>
                  </a:lnTo>
                  <a:lnTo>
                    <a:pt x="190500" y="573024"/>
                  </a:lnTo>
                  <a:lnTo>
                    <a:pt x="544068" y="469392"/>
                  </a:lnTo>
                  <a:close/>
                </a:path>
                <a:path w="652780" h="756285">
                  <a:moveTo>
                    <a:pt x="560832" y="524256"/>
                  </a:moveTo>
                  <a:lnTo>
                    <a:pt x="557784" y="515112"/>
                  </a:lnTo>
                  <a:lnTo>
                    <a:pt x="204216" y="618744"/>
                  </a:lnTo>
                  <a:lnTo>
                    <a:pt x="207264" y="627888"/>
                  </a:lnTo>
                  <a:lnTo>
                    <a:pt x="560832" y="524256"/>
                  </a:lnTo>
                  <a:close/>
                </a:path>
                <a:path w="652780" h="756285">
                  <a:moveTo>
                    <a:pt x="576072" y="579120"/>
                  </a:moveTo>
                  <a:lnTo>
                    <a:pt x="574548" y="569976"/>
                  </a:lnTo>
                  <a:lnTo>
                    <a:pt x="220980" y="673608"/>
                  </a:lnTo>
                  <a:lnTo>
                    <a:pt x="224028" y="682764"/>
                  </a:lnTo>
                  <a:lnTo>
                    <a:pt x="576072" y="579120"/>
                  </a:lnTo>
                  <a:close/>
                </a:path>
                <a:path w="652780" h="756285">
                  <a:moveTo>
                    <a:pt x="652272" y="617232"/>
                  </a:moveTo>
                  <a:lnTo>
                    <a:pt x="651814" y="615708"/>
                  </a:lnTo>
                  <a:lnTo>
                    <a:pt x="650011" y="609612"/>
                  </a:lnTo>
                  <a:lnTo>
                    <a:pt x="640181" y="576440"/>
                  </a:lnTo>
                  <a:lnTo>
                    <a:pt x="640181" y="610920"/>
                  </a:lnTo>
                  <a:lnTo>
                    <a:pt x="187667" y="743839"/>
                  </a:lnTo>
                  <a:lnTo>
                    <a:pt x="12446" y="144792"/>
                  </a:lnTo>
                  <a:lnTo>
                    <a:pt x="11938" y="143065"/>
                  </a:lnTo>
                  <a:lnTo>
                    <a:pt x="26847" y="138696"/>
                  </a:lnTo>
                  <a:lnTo>
                    <a:pt x="463080" y="10553"/>
                  </a:lnTo>
                  <a:lnTo>
                    <a:pt x="640181" y="610920"/>
                  </a:lnTo>
                  <a:lnTo>
                    <a:pt x="640181" y="576440"/>
                  </a:lnTo>
                  <a:lnTo>
                    <a:pt x="471195" y="6096"/>
                  </a:lnTo>
                  <a:lnTo>
                    <a:pt x="469392" y="0"/>
                  </a:lnTo>
                  <a:lnTo>
                    <a:pt x="0" y="137160"/>
                  </a:lnTo>
                  <a:lnTo>
                    <a:pt x="181356" y="755916"/>
                  </a:lnTo>
                  <a:lnTo>
                    <a:pt x="207225" y="748296"/>
                  </a:lnTo>
                  <a:lnTo>
                    <a:pt x="652272" y="6172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618488" y="5503164"/>
              <a:ext cx="629920" cy="739140"/>
            </a:xfrm>
            <a:custGeom>
              <a:avLst/>
              <a:gdLst/>
              <a:ahLst/>
              <a:cxnLst/>
              <a:rect l="l" t="t" r="r" b="b"/>
              <a:pathLst>
                <a:path w="629919" h="739139">
                  <a:moveTo>
                    <a:pt x="464819" y="739139"/>
                  </a:moveTo>
                  <a:lnTo>
                    <a:pt x="0" y="615695"/>
                  </a:lnTo>
                  <a:lnTo>
                    <a:pt x="164591" y="0"/>
                  </a:lnTo>
                  <a:lnTo>
                    <a:pt x="629412" y="124967"/>
                  </a:lnTo>
                  <a:lnTo>
                    <a:pt x="464819" y="7391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613903" y="5498591"/>
              <a:ext cx="638810" cy="749935"/>
            </a:xfrm>
            <a:custGeom>
              <a:avLst/>
              <a:gdLst/>
              <a:ahLst/>
              <a:cxnLst/>
              <a:rect l="l" t="t" r="r" b="b"/>
              <a:pathLst>
                <a:path w="638810" h="749935">
                  <a:moveTo>
                    <a:pt x="431304" y="669036"/>
                  </a:moveTo>
                  <a:lnTo>
                    <a:pt x="76212" y="573036"/>
                  </a:lnTo>
                  <a:lnTo>
                    <a:pt x="73164" y="582168"/>
                  </a:lnTo>
                  <a:lnTo>
                    <a:pt x="428256" y="678180"/>
                  </a:lnTo>
                  <a:lnTo>
                    <a:pt x="431304" y="669036"/>
                  </a:lnTo>
                  <a:close/>
                </a:path>
                <a:path w="638810" h="749935">
                  <a:moveTo>
                    <a:pt x="446544" y="612648"/>
                  </a:moveTo>
                  <a:lnTo>
                    <a:pt x="91452" y="518160"/>
                  </a:lnTo>
                  <a:lnTo>
                    <a:pt x="88404" y="527304"/>
                  </a:lnTo>
                  <a:lnTo>
                    <a:pt x="443496" y="621792"/>
                  </a:lnTo>
                  <a:lnTo>
                    <a:pt x="446544" y="612648"/>
                  </a:lnTo>
                  <a:close/>
                </a:path>
                <a:path w="638810" h="749935">
                  <a:moveTo>
                    <a:pt x="460260" y="556260"/>
                  </a:moveTo>
                  <a:lnTo>
                    <a:pt x="105168" y="461772"/>
                  </a:lnTo>
                  <a:lnTo>
                    <a:pt x="103644" y="470916"/>
                  </a:lnTo>
                  <a:lnTo>
                    <a:pt x="458736" y="565404"/>
                  </a:lnTo>
                  <a:lnTo>
                    <a:pt x="460260" y="556260"/>
                  </a:lnTo>
                  <a:close/>
                </a:path>
                <a:path w="638810" h="749935">
                  <a:moveTo>
                    <a:pt x="475500" y="501396"/>
                  </a:moveTo>
                  <a:lnTo>
                    <a:pt x="120408" y="405384"/>
                  </a:lnTo>
                  <a:lnTo>
                    <a:pt x="117360" y="416052"/>
                  </a:lnTo>
                  <a:lnTo>
                    <a:pt x="473976" y="510540"/>
                  </a:lnTo>
                  <a:lnTo>
                    <a:pt x="475500" y="501396"/>
                  </a:lnTo>
                  <a:close/>
                </a:path>
                <a:path w="638810" h="749935">
                  <a:moveTo>
                    <a:pt x="490740" y="445008"/>
                  </a:moveTo>
                  <a:lnTo>
                    <a:pt x="135648" y="350532"/>
                  </a:lnTo>
                  <a:lnTo>
                    <a:pt x="132600" y="359664"/>
                  </a:lnTo>
                  <a:lnTo>
                    <a:pt x="487692" y="454152"/>
                  </a:lnTo>
                  <a:lnTo>
                    <a:pt x="490740" y="445008"/>
                  </a:lnTo>
                  <a:close/>
                </a:path>
                <a:path w="638810" h="749935">
                  <a:moveTo>
                    <a:pt x="505980" y="388632"/>
                  </a:moveTo>
                  <a:lnTo>
                    <a:pt x="150888" y="294132"/>
                  </a:lnTo>
                  <a:lnTo>
                    <a:pt x="147840" y="303276"/>
                  </a:lnTo>
                  <a:lnTo>
                    <a:pt x="502932" y="397764"/>
                  </a:lnTo>
                  <a:lnTo>
                    <a:pt x="505980" y="388632"/>
                  </a:lnTo>
                  <a:close/>
                </a:path>
                <a:path w="638810" h="749935">
                  <a:moveTo>
                    <a:pt x="519696" y="333768"/>
                  </a:moveTo>
                  <a:lnTo>
                    <a:pt x="164604" y="239268"/>
                  </a:lnTo>
                  <a:lnTo>
                    <a:pt x="163080" y="248412"/>
                  </a:lnTo>
                  <a:lnTo>
                    <a:pt x="518172" y="342900"/>
                  </a:lnTo>
                  <a:lnTo>
                    <a:pt x="519696" y="333768"/>
                  </a:lnTo>
                  <a:close/>
                </a:path>
                <a:path w="638810" h="749935">
                  <a:moveTo>
                    <a:pt x="534936" y="277368"/>
                  </a:moveTo>
                  <a:lnTo>
                    <a:pt x="179844" y="182880"/>
                  </a:lnTo>
                  <a:lnTo>
                    <a:pt x="176796" y="192036"/>
                  </a:lnTo>
                  <a:lnTo>
                    <a:pt x="533412" y="286512"/>
                  </a:lnTo>
                  <a:lnTo>
                    <a:pt x="534936" y="277368"/>
                  </a:lnTo>
                  <a:close/>
                </a:path>
                <a:path w="638810" h="749935">
                  <a:moveTo>
                    <a:pt x="550176" y="220980"/>
                  </a:moveTo>
                  <a:lnTo>
                    <a:pt x="195084" y="126492"/>
                  </a:lnTo>
                  <a:lnTo>
                    <a:pt x="192036" y="135636"/>
                  </a:lnTo>
                  <a:lnTo>
                    <a:pt x="547128" y="230136"/>
                  </a:lnTo>
                  <a:lnTo>
                    <a:pt x="550176" y="220980"/>
                  </a:lnTo>
                  <a:close/>
                </a:path>
                <a:path w="638810" h="749935">
                  <a:moveTo>
                    <a:pt x="565416" y="166116"/>
                  </a:moveTo>
                  <a:lnTo>
                    <a:pt x="210324" y="71628"/>
                  </a:lnTo>
                  <a:lnTo>
                    <a:pt x="207276" y="80772"/>
                  </a:lnTo>
                  <a:lnTo>
                    <a:pt x="562368" y="175260"/>
                  </a:lnTo>
                  <a:lnTo>
                    <a:pt x="565416" y="166116"/>
                  </a:lnTo>
                  <a:close/>
                </a:path>
                <a:path w="638810" h="749935">
                  <a:moveTo>
                    <a:pt x="638568" y="124980"/>
                  </a:moveTo>
                  <a:lnTo>
                    <a:pt x="628103" y="122224"/>
                  </a:lnTo>
                  <a:lnTo>
                    <a:pt x="628103" y="132943"/>
                  </a:lnTo>
                  <a:lnTo>
                    <a:pt x="465988" y="737831"/>
                  </a:lnTo>
                  <a:lnTo>
                    <a:pt x="23317" y="620280"/>
                  </a:lnTo>
                  <a:lnTo>
                    <a:pt x="10096" y="616762"/>
                  </a:lnTo>
                  <a:lnTo>
                    <a:pt x="10375" y="615708"/>
                  </a:lnTo>
                  <a:lnTo>
                    <a:pt x="172567" y="10477"/>
                  </a:lnTo>
                  <a:lnTo>
                    <a:pt x="628103" y="132943"/>
                  </a:lnTo>
                  <a:lnTo>
                    <a:pt x="628103" y="122224"/>
                  </a:lnTo>
                  <a:lnTo>
                    <a:pt x="189166" y="6108"/>
                  </a:lnTo>
                  <a:lnTo>
                    <a:pt x="166128" y="0"/>
                  </a:lnTo>
                  <a:lnTo>
                    <a:pt x="0" y="623328"/>
                  </a:lnTo>
                  <a:lnTo>
                    <a:pt x="472452" y="749820"/>
                  </a:lnTo>
                  <a:lnTo>
                    <a:pt x="474472" y="742200"/>
                  </a:lnTo>
                  <a:lnTo>
                    <a:pt x="636130" y="134124"/>
                  </a:lnTo>
                  <a:lnTo>
                    <a:pt x="637755" y="128028"/>
                  </a:lnTo>
                  <a:lnTo>
                    <a:pt x="638568" y="1249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955292" y="5641847"/>
              <a:ext cx="662940" cy="757555"/>
            </a:xfrm>
            <a:custGeom>
              <a:avLst/>
              <a:gdLst/>
              <a:ahLst/>
              <a:cxnLst/>
              <a:rect l="l" t="t" r="r" b="b"/>
              <a:pathLst>
                <a:path w="662939" h="757554">
                  <a:moveTo>
                    <a:pt x="208787" y="757427"/>
                  </a:moveTo>
                  <a:lnTo>
                    <a:pt x="0" y="158496"/>
                  </a:lnTo>
                  <a:lnTo>
                    <a:pt x="454151" y="0"/>
                  </a:lnTo>
                  <a:lnTo>
                    <a:pt x="662939" y="598932"/>
                  </a:lnTo>
                  <a:lnTo>
                    <a:pt x="208787" y="7574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949196" y="5635751"/>
              <a:ext cx="675640" cy="770255"/>
            </a:xfrm>
            <a:custGeom>
              <a:avLst/>
              <a:gdLst/>
              <a:ahLst/>
              <a:cxnLst/>
              <a:rect l="l" t="t" r="r" b="b"/>
              <a:pathLst>
                <a:path w="675639" h="770254">
                  <a:moveTo>
                    <a:pt x="426720" y="83820"/>
                  </a:moveTo>
                  <a:lnTo>
                    <a:pt x="423672" y="74676"/>
                  </a:lnTo>
                  <a:lnTo>
                    <a:pt x="76200" y="195072"/>
                  </a:lnTo>
                  <a:lnTo>
                    <a:pt x="79248" y="204216"/>
                  </a:lnTo>
                  <a:lnTo>
                    <a:pt x="426720" y="83820"/>
                  </a:lnTo>
                  <a:close/>
                </a:path>
                <a:path w="675639" h="770254">
                  <a:moveTo>
                    <a:pt x="446532" y="138684"/>
                  </a:moveTo>
                  <a:lnTo>
                    <a:pt x="443484" y="129540"/>
                  </a:lnTo>
                  <a:lnTo>
                    <a:pt x="96012" y="249936"/>
                  </a:lnTo>
                  <a:lnTo>
                    <a:pt x="99060" y="259080"/>
                  </a:lnTo>
                  <a:lnTo>
                    <a:pt x="446532" y="138684"/>
                  </a:lnTo>
                  <a:close/>
                </a:path>
                <a:path w="675639" h="770254">
                  <a:moveTo>
                    <a:pt x="464820" y="192024"/>
                  </a:moveTo>
                  <a:lnTo>
                    <a:pt x="461772" y="184404"/>
                  </a:lnTo>
                  <a:lnTo>
                    <a:pt x="114300" y="304800"/>
                  </a:lnTo>
                  <a:lnTo>
                    <a:pt x="117348" y="313944"/>
                  </a:lnTo>
                  <a:lnTo>
                    <a:pt x="464820" y="192024"/>
                  </a:lnTo>
                  <a:close/>
                </a:path>
                <a:path w="675639" h="770254">
                  <a:moveTo>
                    <a:pt x="484632" y="246888"/>
                  </a:moveTo>
                  <a:lnTo>
                    <a:pt x="480060" y="237744"/>
                  </a:lnTo>
                  <a:lnTo>
                    <a:pt x="134112" y="359676"/>
                  </a:lnTo>
                  <a:lnTo>
                    <a:pt x="137160" y="367284"/>
                  </a:lnTo>
                  <a:lnTo>
                    <a:pt x="484632" y="246888"/>
                  </a:lnTo>
                  <a:close/>
                </a:path>
                <a:path w="675639" h="770254">
                  <a:moveTo>
                    <a:pt x="502920" y="301752"/>
                  </a:moveTo>
                  <a:lnTo>
                    <a:pt x="499872" y="292608"/>
                  </a:lnTo>
                  <a:lnTo>
                    <a:pt x="152400" y="413004"/>
                  </a:lnTo>
                  <a:lnTo>
                    <a:pt x="155448" y="422148"/>
                  </a:lnTo>
                  <a:lnTo>
                    <a:pt x="502920" y="301752"/>
                  </a:lnTo>
                  <a:close/>
                </a:path>
                <a:path w="675639" h="770254">
                  <a:moveTo>
                    <a:pt x="521208" y="356616"/>
                  </a:moveTo>
                  <a:lnTo>
                    <a:pt x="518160" y="347472"/>
                  </a:lnTo>
                  <a:lnTo>
                    <a:pt x="172212" y="467868"/>
                  </a:lnTo>
                  <a:lnTo>
                    <a:pt x="175260" y="477012"/>
                  </a:lnTo>
                  <a:lnTo>
                    <a:pt x="521208" y="356616"/>
                  </a:lnTo>
                  <a:close/>
                </a:path>
                <a:path w="675639" h="770254">
                  <a:moveTo>
                    <a:pt x="541020" y="409956"/>
                  </a:moveTo>
                  <a:lnTo>
                    <a:pt x="537972" y="402336"/>
                  </a:lnTo>
                  <a:lnTo>
                    <a:pt x="190500" y="522732"/>
                  </a:lnTo>
                  <a:lnTo>
                    <a:pt x="193548" y="531876"/>
                  </a:lnTo>
                  <a:lnTo>
                    <a:pt x="541020" y="409956"/>
                  </a:lnTo>
                  <a:close/>
                </a:path>
                <a:path w="675639" h="770254">
                  <a:moveTo>
                    <a:pt x="559308" y="464820"/>
                  </a:moveTo>
                  <a:lnTo>
                    <a:pt x="556260" y="455676"/>
                  </a:lnTo>
                  <a:lnTo>
                    <a:pt x="208788" y="577608"/>
                  </a:lnTo>
                  <a:lnTo>
                    <a:pt x="213360" y="586740"/>
                  </a:lnTo>
                  <a:lnTo>
                    <a:pt x="559308" y="464820"/>
                  </a:lnTo>
                  <a:close/>
                </a:path>
                <a:path w="675639" h="770254">
                  <a:moveTo>
                    <a:pt x="579120" y="519684"/>
                  </a:moveTo>
                  <a:lnTo>
                    <a:pt x="576072" y="510540"/>
                  </a:lnTo>
                  <a:lnTo>
                    <a:pt x="228600" y="630936"/>
                  </a:lnTo>
                  <a:lnTo>
                    <a:pt x="231648" y="640080"/>
                  </a:lnTo>
                  <a:lnTo>
                    <a:pt x="579120" y="519684"/>
                  </a:lnTo>
                  <a:close/>
                </a:path>
                <a:path w="675639" h="770254">
                  <a:moveTo>
                    <a:pt x="597408" y="574548"/>
                  </a:moveTo>
                  <a:lnTo>
                    <a:pt x="594360" y="565404"/>
                  </a:lnTo>
                  <a:lnTo>
                    <a:pt x="246888" y="685800"/>
                  </a:lnTo>
                  <a:lnTo>
                    <a:pt x="249936" y="694944"/>
                  </a:lnTo>
                  <a:lnTo>
                    <a:pt x="597408" y="574548"/>
                  </a:lnTo>
                  <a:close/>
                </a:path>
                <a:path w="675639" h="770254">
                  <a:moveTo>
                    <a:pt x="675132" y="608088"/>
                  </a:moveTo>
                  <a:lnTo>
                    <a:pt x="674598" y="606564"/>
                  </a:lnTo>
                  <a:lnTo>
                    <a:pt x="672465" y="600468"/>
                  </a:lnTo>
                  <a:lnTo>
                    <a:pt x="662889" y="572985"/>
                  </a:lnTo>
                  <a:lnTo>
                    <a:pt x="662889" y="602068"/>
                  </a:lnTo>
                  <a:lnTo>
                    <a:pt x="217843" y="757389"/>
                  </a:lnTo>
                  <a:lnTo>
                    <a:pt x="12788" y="169176"/>
                  </a:lnTo>
                  <a:lnTo>
                    <a:pt x="12230" y="167563"/>
                  </a:lnTo>
                  <a:lnTo>
                    <a:pt x="25082" y="163080"/>
                  </a:lnTo>
                  <a:lnTo>
                    <a:pt x="457276" y="12242"/>
                  </a:lnTo>
                  <a:lnTo>
                    <a:pt x="662889" y="602068"/>
                  </a:lnTo>
                  <a:lnTo>
                    <a:pt x="662889" y="572985"/>
                  </a:lnTo>
                  <a:lnTo>
                    <a:pt x="465950" y="7620"/>
                  </a:lnTo>
                  <a:lnTo>
                    <a:pt x="463296" y="0"/>
                  </a:lnTo>
                  <a:lnTo>
                    <a:pt x="0" y="161556"/>
                  </a:lnTo>
                  <a:lnTo>
                    <a:pt x="211836" y="769632"/>
                  </a:lnTo>
                  <a:lnTo>
                    <a:pt x="233680" y="762012"/>
                  </a:lnTo>
                  <a:lnTo>
                    <a:pt x="675132" y="6080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252472" y="5312664"/>
              <a:ext cx="647700" cy="748665"/>
            </a:xfrm>
            <a:custGeom>
              <a:avLst/>
              <a:gdLst/>
              <a:ahLst/>
              <a:cxnLst/>
              <a:rect l="l" t="t" r="r" b="b"/>
              <a:pathLst>
                <a:path w="647700" h="748664">
                  <a:moveTo>
                    <a:pt x="460248" y="748284"/>
                  </a:moveTo>
                  <a:lnTo>
                    <a:pt x="0" y="606552"/>
                  </a:lnTo>
                  <a:lnTo>
                    <a:pt x="188976" y="0"/>
                  </a:lnTo>
                  <a:lnTo>
                    <a:pt x="647700" y="141732"/>
                  </a:lnTo>
                  <a:lnTo>
                    <a:pt x="460248" y="74828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246363" y="5306580"/>
              <a:ext cx="660400" cy="760730"/>
            </a:xfrm>
            <a:custGeom>
              <a:avLst/>
              <a:gdLst/>
              <a:ahLst/>
              <a:cxnLst/>
              <a:rect l="l" t="t" r="r" b="b"/>
              <a:pathLst>
                <a:path w="660400" h="760729">
                  <a:moveTo>
                    <a:pt x="429768" y="678180"/>
                  </a:moveTo>
                  <a:lnTo>
                    <a:pt x="79260" y="569963"/>
                  </a:lnTo>
                  <a:lnTo>
                    <a:pt x="76212" y="579107"/>
                  </a:lnTo>
                  <a:lnTo>
                    <a:pt x="426732" y="687311"/>
                  </a:lnTo>
                  <a:lnTo>
                    <a:pt x="429768" y="678180"/>
                  </a:lnTo>
                  <a:close/>
                </a:path>
                <a:path w="660400" h="760729">
                  <a:moveTo>
                    <a:pt x="448068" y="623303"/>
                  </a:moveTo>
                  <a:lnTo>
                    <a:pt x="96024" y="515112"/>
                  </a:lnTo>
                  <a:lnTo>
                    <a:pt x="92976" y="524243"/>
                  </a:lnTo>
                  <a:lnTo>
                    <a:pt x="445020" y="632447"/>
                  </a:lnTo>
                  <a:lnTo>
                    <a:pt x="448068" y="623303"/>
                  </a:lnTo>
                  <a:close/>
                </a:path>
                <a:path w="660400" h="760729">
                  <a:moveTo>
                    <a:pt x="464832" y="568439"/>
                  </a:moveTo>
                  <a:lnTo>
                    <a:pt x="112788" y="458711"/>
                  </a:lnTo>
                  <a:lnTo>
                    <a:pt x="109740" y="467855"/>
                  </a:lnTo>
                  <a:lnTo>
                    <a:pt x="461784" y="577583"/>
                  </a:lnTo>
                  <a:lnTo>
                    <a:pt x="464832" y="568439"/>
                  </a:lnTo>
                  <a:close/>
                </a:path>
                <a:path w="660400" h="760729">
                  <a:moveTo>
                    <a:pt x="481584" y="513575"/>
                  </a:moveTo>
                  <a:lnTo>
                    <a:pt x="131076" y="403847"/>
                  </a:lnTo>
                  <a:lnTo>
                    <a:pt x="128028" y="412991"/>
                  </a:lnTo>
                  <a:lnTo>
                    <a:pt x="478548" y="522719"/>
                  </a:lnTo>
                  <a:lnTo>
                    <a:pt x="481584" y="513575"/>
                  </a:lnTo>
                  <a:close/>
                </a:path>
                <a:path w="660400" h="760729">
                  <a:moveTo>
                    <a:pt x="498360" y="458711"/>
                  </a:moveTo>
                  <a:lnTo>
                    <a:pt x="147840" y="348983"/>
                  </a:lnTo>
                  <a:lnTo>
                    <a:pt x="144792" y="358127"/>
                  </a:lnTo>
                  <a:lnTo>
                    <a:pt x="495300" y="466344"/>
                  </a:lnTo>
                  <a:lnTo>
                    <a:pt x="498360" y="458711"/>
                  </a:lnTo>
                  <a:close/>
                </a:path>
                <a:path w="660400" h="760729">
                  <a:moveTo>
                    <a:pt x="515124" y="402323"/>
                  </a:moveTo>
                  <a:lnTo>
                    <a:pt x="164604" y="294119"/>
                  </a:lnTo>
                  <a:lnTo>
                    <a:pt x="161556" y="303263"/>
                  </a:lnTo>
                  <a:lnTo>
                    <a:pt x="513600" y="411480"/>
                  </a:lnTo>
                  <a:lnTo>
                    <a:pt x="515124" y="402323"/>
                  </a:lnTo>
                  <a:close/>
                </a:path>
                <a:path w="660400" h="760729">
                  <a:moveTo>
                    <a:pt x="533400" y="347459"/>
                  </a:moveTo>
                  <a:lnTo>
                    <a:pt x="181368" y="239255"/>
                  </a:lnTo>
                  <a:lnTo>
                    <a:pt x="178320" y="248412"/>
                  </a:lnTo>
                  <a:lnTo>
                    <a:pt x="530364" y="356603"/>
                  </a:lnTo>
                  <a:lnTo>
                    <a:pt x="533400" y="347459"/>
                  </a:lnTo>
                  <a:close/>
                </a:path>
                <a:path w="660400" h="760729">
                  <a:moveTo>
                    <a:pt x="550176" y="292595"/>
                  </a:moveTo>
                  <a:lnTo>
                    <a:pt x="198132" y="184391"/>
                  </a:lnTo>
                  <a:lnTo>
                    <a:pt x="196608" y="193548"/>
                  </a:lnTo>
                  <a:lnTo>
                    <a:pt x="547116" y="301739"/>
                  </a:lnTo>
                  <a:lnTo>
                    <a:pt x="550176" y="292595"/>
                  </a:lnTo>
                  <a:close/>
                </a:path>
                <a:path w="660400" h="760729">
                  <a:moveTo>
                    <a:pt x="566940" y="237744"/>
                  </a:moveTo>
                  <a:lnTo>
                    <a:pt x="216420" y="128003"/>
                  </a:lnTo>
                  <a:lnTo>
                    <a:pt x="213372" y="137147"/>
                  </a:lnTo>
                  <a:lnTo>
                    <a:pt x="563892" y="246875"/>
                  </a:lnTo>
                  <a:lnTo>
                    <a:pt x="566940" y="237744"/>
                  </a:lnTo>
                  <a:close/>
                </a:path>
                <a:path w="660400" h="760729">
                  <a:moveTo>
                    <a:pt x="583704" y="182880"/>
                  </a:moveTo>
                  <a:lnTo>
                    <a:pt x="233184" y="73139"/>
                  </a:lnTo>
                  <a:lnTo>
                    <a:pt x="230136" y="82283"/>
                  </a:lnTo>
                  <a:lnTo>
                    <a:pt x="580656" y="192011"/>
                  </a:lnTo>
                  <a:lnTo>
                    <a:pt x="583704" y="182880"/>
                  </a:lnTo>
                  <a:close/>
                </a:path>
                <a:path w="660400" h="760729">
                  <a:moveTo>
                    <a:pt x="659904" y="144780"/>
                  </a:moveTo>
                  <a:lnTo>
                    <a:pt x="648208" y="141173"/>
                  </a:lnTo>
                  <a:lnTo>
                    <a:pt x="648208" y="151130"/>
                  </a:lnTo>
                  <a:lnTo>
                    <a:pt x="463169" y="748347"/>
                  </a:lnTo>
                  <a:lnTo>
                    <a:pt x="27419" y="614172"/>
                  </a:lnTo>
                  <a:lnTo>
                    <a:pt x="12141" y="609460"/>
                  </a:lnTo>
                  <a:lnTo>
                    <a:pt x="12573" y="608076"/>
                  </a:lnTo>
                  <a:lnTo>
                    <a:pt x="198247" y="12115"/>
                  </a:lnTo>
                  <a:lnTo>
                    <a:pt x="648208" y="151130"/>
                  </a:lnTo>
                  <a:lnTo>
                    <a:pt x="648208" y="141173"/>
                  </a:lnTo>
                  <a:lnTo>
                    <a:pt x="216649" y="7620"/>
                  </a:lnTo>
                  <a:lnTo>
                    <a:pt x="192036" y="0"/>
                  </a:lnTo>
                  <a:lnTo>
                    <a:pt x="0" y="615696"/>
                  </a:lnTo>
                  <a:lnTo>
                    <a:pt x="469404" y="760476"/>
                  </a:lnTo>
                  <a:lnTo>
                    <a:pt x="471754" y="752856"/>
                  </a:lnTo>
                  <a:lnTo>
                    <a:pt x="657542" y="152400"/>
                  </a:lnTo>
                  <a:lnTo>
                    <a:pt x="658952" y="147828"/>
                  </a:lnTo>
                  <a:lnTo>
                    <a:pt x="659904" y="1447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447544" y="5582411"/>
              <a:ext cx="594360" cy="716280"/>
            </a:xfrm>
            <a:custGeom>
              <a:avLst/>
              <a:gdLst/>
              <a:ahLst/>
              <a:cxnLst/>
              <a:rect l="l" t="t" r="r" b="b"/>
              <a:pathLst>
                <a:path w="594360" h="716279">
                  <a:moveTo>
                    <a:pt x="123444" y="716279"/>
                  </a:moveTo>
                  <a:lnTo>
                    <a:pt x="0" y="92963"/>
                  </a:lnTo>
                  <a:lnTo>
                    <a:pt x="472440" y="0"/>
                  </a:lnTo>
                  <a:lnTo>
                    <a:pt x="594360" y="623315"/>
                  </a:lnTo>
                  <a:lnTo>
                    <a:pt x="123444" y="7162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441448" y="5577839"/>
              <a:ext cx="607060" cy="727075"/>
            </a:xfrm>
            <a:custGeom>
              <a:avLst/>
              <a:gdLst/>
              <a:ahLst/>
              <a:cxnLst/>
              <a:rect l="l" t="t" r="r" b="b"/>
              <a:pathLst>
                <a:path w="607060" h="727075">
                  <a:moveTo>
                    <a:pt x="434340" y="77724"/>
                  </a:moveTo>
                  <a:lnTo>
                    <a:pt x="432816" y="68580"/>
                  </a:lnTo>
                  <a:lnTo>
                    <a:pt x="71615" y="138684"/>
                  </a:lnTo>
                  <a:lnTo>
                    <a:pt x="73152" y="147828"/>
                  </a:lnTo>
                  <a:lnTo>
                    <a:pt x="434340" y="77724"/>
                  </a:lnTo>
                  <a:close/>
                </a:path>
                <a:path w="607060" h="727075">
                  <a:moveTo>
                    <a:pt x="445008" y="134112"/>
                  </a:moveTo>
                  <a:lnTo>
                    <a:pt x="443484" y="124968"/>
                  </a:lnTo>
                  <a:lnTo>
                    <a:pt x="83820" y="195084"/>
                  </a:lnTo>
                  <a:lnTo>
                    <a:pt x="85331" y="204216"/>
                  </a:lnTo>
                  <a:lnTo>
                    <a:pt x="445008" y="134112"/>
                  </a:lnTo>
                  <a:close/>
                </a:path>
                <a:path w="607060" h="727075">
                  <a:moveTo>
                    <a:pt x="457200" y="190500"/>
                  </a:moveTo>
                  <a:lnTo>
                    <a:pt x="455676" y="181356"/>
                  </a:lnTo>
                  <a:lnTo>
                    <a:pt x="94488" y="252984"/>
                  </a:lnTo>
                  <a:lnTo>
                    <a:pt x="95999" y="262128"/>
                  </a:lnTo>
                  <a:lnTo>
                    <a:pt x="457200" y="190500"/>
                  </a:lnTo>
                  <a:close/>
                </a:path>
                <a:path w="607060" h="727075">
                  <a:moveTo>
                    <a:pt x="467868" y="246888"/>
                  </a:moveTo>
                  <a:lnTo>
                    <a:pt x="466331" y="237744"/>
                  </a:lnTo>
                  <a:lnTo>
                    <a:pt x="105156" y="309384"/>
                  </a:lnTo>
                  <a:lnTo>
                    <a:pt x="106680" y="318516"/>
                  </a:lnTo>
                  <a:lnTo>
                    <a:pt x="467868" y="246888"/>
                  </a:lnTo>
                  <a:close/>
                </a:path>
                <a:path w="607060" h="727075">
                  <a:moveTo>
                    <a:pt x="478536" y="303288"/>
                  </a:moveTo>
                  <a:lnTo>
                    <a:pt x="476999" y="294132"/>
                  </a:lnTo>
                  <a:lnTo>
                    <a:pt x="115824" y="365760"/>
                  </a:lnTo>
                  <a:lnTo>
                    <a:pt x="118872" y="374904"/>
                  </a:lnTo>
                  <a:lnTo>
                    <a:pt x="478536" y="303288"/>
                  </a:lnTo>
                  <a:close/>
                </a:path>
                <a:path w="607060" h="727075">
                  <a:moveTo>
                    <a:pt x="490715" y="361188"/>
                  </a:moveTo>
                  <a:lnTo>
                    <a:pt x="487680" y="350520"/>
                  </a:lnTo>
                  <a:lnTo>
                    <a:pt x="128016" y="422148"/>
                  </a:lnTo>
                  <a:lnTo>
                    <a:pt x="129540" y="431292"/>
                  </a:lnTo>
                  <a:lnTo>
                    <a:pt x="490715" y="361188"/>
                  </a:lnTo>
                  <a:close/>
                </a:path>
                <a:path w="607060" h="727075">
                  <a:moveTo>
                    <a:pt x="501383" y="417588"/>
                  </a:moveTo>
                  <a:lnTo>
                    <a:pt x="499872" y="408432"/>
                  </a:lnTo>
                  <a:lnTo>
                    <a:pt x="138684" y="478536"/>
                  </a:lnTo>
                  <a:lnTo>
                    <a:pt x="140208" y="487680"/>
                  </a:lnTo>
                  <a:lnTo>
                    <a:pt x="501383" y="417588"/>
                  </a:lnTo>
                  <a:close/>
                </a:path>
                <a:path w="607060" h="727075">
                  <a:moveTo>
                    <a:pt x="512064" y="473964"/>
                  </a:moveTo>
                  <a:lnTo>
                    <a:pt x="510540" y="464820"/>
                  </a:lnTo>
                  <a:lnTo>
                    <a:pt x="149352" y="534924"/>
                  </a:lnTo>
                  <a:lnTo>
                    <a:pt x="152400" y="544068"/>
                  </a:lnTo>
                  <a:lnTo>
                    <a:pt x="512064" y="473964"/>
                  </a:lnTo>
                  <a:close/>
                </a:path>
                <a:path w="607060" h="727075">
                  <a:moveTo>
                    <a:pt x="524256" y="530352"/>
                  </a:moveTo>
                  <a:lnTo>
                    <a:pt x="521208" y="521220"/>
                  </a:lnTo>
                  <a:lnTo>
                    <a:pt x="161531" y="591312"/>
                  </a:lnTo>
                  <a:lnTo>
                    <a:pt x="163068" y="601980"/>
                  </a:lnTo>
                  <a:lnTo>
                    <a:pt x="524256" y="530352"/>
                  </a:lnTo>
                  <a:close/>
                </a:path>
                <a:path w="607060" h="727075">
                  <a:moveTo>
                    <a:pt x="534924" y="586752"/>
                  </a:moveTo>
                  <a:lnTo>
                    <a:pt x="533400" y="577596"/>
                  </a:lnTo>
                  <a:lnTo>
                    <a:pt x="172199" y="649224"/>
                  </a:lnTo>
                  <a:lnTo>
                    <a:pt x="173736" y="658368"/>
                  </a:lnTo>
                  <a:lnTo>
                    <a:pt x="534924" y="586752"/>
                  </a:lnTo>
                  <a:close/>
                </a:path>
                <a:path w="607060" h="727075">
                  <a:moveTo>
                    <a:pt x="606552" y="632472"/>
                  </a:moveTo>
                  <a:lnTo>
                    <a:pt x="605942" y="629424"/>
                  </a:lnTo>
                  <a:lnTo>
                    <a:pt x="604735" y="623328"/>
                  </a:lnTo>
                  <a:lnTo>
                    <a:pt x="594842" y="573265"/>
                  </a:lnTo>
                  <a:lnTo>
                    <a:pt x="594842" y="624128"/>
                  </a:lnTo>
                  <a:lnTo>
                    <a:pt x="133299" y="715238"/>
                  </a:lnTo>
                  <a:lnTo>
                    <a:pt x="11569" y="102120"/>
                  </a:lnTo>
                  <a:lnTo>
                    <a:pt x="11417" y="101358"/>
                  </a:lnTo>
                  <a:lnTo>
                    <a:pt x="30772" y="97548"/>
                  </a:lnTo>
                  <a:lnTo>
                    <a:pt x="474700" y="9906"/>
                  </a:lnTo>
                  <a:lnTo>
                    <a:pt x="594842" y="624128"/>
                  </a:lnTo>
                  <a:lnTo>
                    <a:pt x="594842" y="573265"/>
                  </a:lnTo>
                  <a:lnTo>
                    <a:pt x="482777" y="6096"/>
                  </a:lnTo>
                  <a:lnTo>
                    <a:pt x="481584" y="0"/>
                  </a:lnTo>
                  <a:lnTo>
                    <a:pt x="0" y="94488"/>
                  </a:lnTo>
                  <a:lnTo>
                    <a:pt x="124968" y="726960"/>
                  </a:lnTo>
                  <a:lnTo>
                    <a:pt x="163804" y="719340"/>
                  </a:lnTo>
                  <a:lnTo>
                    <a:pt x="606552" y="6324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2027809" y="1979920"/>
            <a:ext cx="2435225" cy="2693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z="1800" i="1" spc="10" dirty="0">
                <a:latin typeface="Arial"/>
                <a:cs typeface="Arial"/>
              </a:rPr>
              <a:t>Requirements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374188" y="3846031"/>
            <a:ext cx="8432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5" dirty="0">
                <a:latin typeface="Arial"/>
                <a:cs typeface="Arial"/>
              </a:rPr>
              <a:t>Designs</a:t>
            </a:r>
            <a:endParaRPr sz="1800">
              <a:latin typeface="Arial"/>
              <a:cs typeface="Arial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1295400" y="5615952"/>
            <a:ext cx="702945" cy="413384"/>
          </a:xfrm>
          <a:custGeom>
            <a:avLst/>
            <a:gdLst/>
            <a:ahLst/>
            <a:cxnLst/>
            <a:rect l="l" t="t" r="r" b="b"/>
            <a:pathLst>
              <a:path w="702944" h="413385">
                <a:moveTo>
                  <a:pt x="702564" y="1511"/>
                </a:moveTo>
                <a:lnTo>
                  <a:pt x="701040" y="0"/>
                </a:lnTo>
                <a:lnTo>
                  <a:pt x="701040" y="1511"/>
                </a:lnTo>
                <a:lnTo>
                  <a:pt x="699503" y="1511"/>
                </a:lnTo>
                <a:lnTo>
                  <a:pt x="697992" y="0"/>
                </a:lnTo>
                <a:lnTo>
                  <a:pt x="697992" y="1511"/>
                </a:lnTo>
                <a:lnTo>
                  <a:pt x="696455" y="1511"/>
                </a:lnTo>
                <a:lnTo>
                  <a:pt x="694944" y="0"/>
                </a:lnTo>
                <a:lnTo>
                  <a:pt x="694944" y="1511"/>
                </a:lnTo>
                <a:lnTo>
                  <a:pt x="693407" y="1511"/>
                </a:lnTo>
                <a:lnTo>
                  <a:pt x="691896" y="0"/>
                </a:lnTo>
                <a:lnTo>
                  <a:pt x="691896" y="1511"/>
                </a:lnTo>
                <a:lnTo>
                  <a:pt x="690359" y="1511"/>
                </a:lnTo>
                <a:lnTo>
                  <a:pt x="688848" y="0"/>
                </a:lnTo>
                <a:lnTo>
                  <a:pt x="688848" y="1511"/>
                </a:lnTo>
                <a:lnTo>
                  <a:pt x="687311" y="1511"/>
                </a:lnTo>
                <a:lnTo>
                  <a:pt x="685800" y="0"/>
                </a:lnTo>
                <a:lnTo>
                  <a:pt x="685800" y="1511"/>
                </a:lnTo>
                <a:lnTo>
                  <a:pt x="684263" y="1511"/>
                </a:lnTo>
                <a:lnTo>
                  <a:pt x="682752" y="0"/>
                </a:lnTo>
                <a:lnTo>
                  <a:pt x="682752" y="1511"/>
                </a:lnTo>
                <a:lnTo>
                  <a:pt x="681215" y="1511"/>
                </a:lnTo>
                <a:lnTo>
                  <a:pt x="679704" y="0"/>
                </a:lnTo>
                <a:lnTo>
                  <a:pt x="679704" y="1511"/>
                </a:lnTo>
                <a:lnTo>
                  <a:pt x="678167" y="1511"/>
                </a:lnTo>
                <a:lnTo>
                  <a:pt x="676656" y="0"/>
                </a:lnTo>
                <a:lnTo>
                  <a:pt x="676656" y="1511"/>
                </a:lnTo>
                <a:lnTo>
                  <a:pt x="675119" y="1511"/>
                </a:lnTo>
                <a:lnTo>
                  <a:pt x="673608" y="0"/>
                </a:lnTo>
                <a:lnTo>
                  <a:pt x="673608" y="1511"/>
                </a:lnTo>
                <a:lnTo>
                  <a:pt x="672071" y="1511"/>
                </a:lnTo>
                <a:lnTo>
                  <a:pt x="670560" y="0"/>
                </a:lnTo>
                <a:lnTo>
                  <a:pt x="670560" y="1511"/>
                </a:lnTo>
                <a:lnTo>
                  <a:pt x="669023" y="1511"/>
                </a:lnTo>
                <a:lnTo>
                  <a:pt x="667512" y="0"/>
                </a:lnTo>
                <a:lnTo>
                  <a:pt x="667512" y="1511"/>
                </a:lnTo>
                <a:lnTo>
                  <a:pt x="665975" y="1511"/>
                </a:lnTo>
                <a:lnTo>
                  <a:pt x="664464" y="0"/>
                </a:lnTo>
                <a:lnTo>
                  <a:pt x="664464" y="1511"/>
                </a:lnTo>
                <a:lnTo>
                  <a:pt x="662927" y="1511"/>
                </a:lnTo>
                <a:lnTo>
                  <a:pt x="661416" y="0"/>
                </a:lnTo>
                <a:lnTo>
                  <a:pt x="661416" y="1511"/>
                </a:lnTo>
                <a:lnTo>
                  <a:pt x="659879" y="1511"/>
                </a:lnTo>
                <a:lnTo>
                  <a:pt x="658368" y="0"/>
                </a:lnTo>
                <a:lnTo>
                  <a:pt x="658368" y="1511"/>
                </a:lnTo>
                <a:lnTo>
                  <a:pt x="656831" y="1511"/>
                </a:lnTo>
                <a:lnTo>
                  <a:pt x="655320" y="0"/>
                </a:lnTo>
                <a:lnTo>
                  <a:pt x="655320" y="1511"/>
                </a:lnTo>
                <a:lnTo>
                  <a:pt x="653783" y="1511"/>
                </a:lnTo>
                <a:lnTo>
                  <a:pt x="652272" y="0"/>
                </a:lnTo>
                <a:lnTo>
                  <a:pt x="652272" y="1511"/>
                </a:lnTo>
                <a:lnTo>
                  <a:pt x="650735" y="1511"/>
                </a:lnTo>
                <a:lnTo>
                  <a:pt x="649224" y="0"/>
                </a:lnTo>
                <a:lnTo>
                  <a:pt x="649224" y="1511"/>
                </a:lnTo>
                <a:lnTo>
                  <a:pt x="647687" y="1511"/>
                </a:lnTo>
                <a:lnTo>
                  <a:pt x="646176" y="0"/>
                </a:lnTo>
                <a:lnTo>
                  <a:pt x="646176" y="1511"/>
                </a:lnTo>
                <a:lnTo>
                  <a:pt x="644639" y="1511"/>
                </a:lnTo>
                <a:lnTo>
                  <a:pt x="643128" y="0"/>
                </a:lnTo>
                <a:lnTo>
                  <a:pt x="643128" y="1511"/>
                </a:lnTo>
                <a:lnTo>
                  <a:pt x="641591" y="1511"/>
                </a:lnTo>
                <a:lnTo>
                  <a:pt x="640080" y="0"/>
                </a:lnTo>
                <a:lnTo>
                  <a:pt x="640080" y="1511"/>
                </a:lnTo>
                <a:lnTo>
                  <a:pt x="638543" y="1511"/>
                </a:lnTo>
                <a:lnTo>
                  <a:pt x="637032" y="0"/>
                </a:lnTo>
                <a:lnTo>
                  <a:pt x="637032" y="1511"/>
                </a:lnTo>
                <a:lnTo>
                  <a:pt x="635495" y="1511"/>
                </a:lnTo>
                <a:lnTo>
                  <a:pt x="633984" y="0"/>
                </a:lnTo>
                <a:lnTo>
                  <a:pt x="633984" y="1511"/>
                </a:lnTo>
                <a:lnTo>
                  <a:pt x="632447" y="1511"/>
                </a:lnTo>
                <a:lnTo>
                  <a:pt x="630936" y="0"/>
                </a:lnTo>
                <a:lnTo>
                  <a:pt x="630936" y="1511"/>
                </a:lnTo>
                <a:lnTo>
                  <a:pt x="629399" y="1511"/>
                </a:lnTo>
                <a:lnTo>
                  <a:pt x="627888" y="0"/>
                </a:lnTo>
                <a:lnTo>
                  <a:pt x="627888" y="1511"/>
                </a:lnTo>
                <a:lnTo>
                  <a:pt x="626351" y="1511"/>
                </a:lnTo>
                <a:lnTo>
                  <a:pt x="624840" y="0"/>
                </a:lnTo>
                <a:lnTo>
                  <a:pt x="624840" y="1511"/>
                </a:lnTo>
                <a:lnTo>
                  <a:pt x="623303" y="1511"/>
                </a:lnTo>
                <a:lnTo>
                  <a:pt x="621792" y="0"/>
                </a:lnTo>
                <a:lnTo>
                  <a:pt x="621792" y="1511"/>
                </a:lnTo>
                <a:lnTo>
                  <a:pt x="620255" y="1511"/>
                </a:lnTo>
                <a:lnTo>
                  <a:pt x="618744" y="0"/>
                </a:lnTo>
                <a:lnTo>
                  <a:pt x="618744" y="1511"/>
                </a:lnTo>
                <a:lnTo>
                  <a:pt x="617207" y="1511"/>
                </a:lnTo>
                <a:lnTo>
                  <a:pt x="615696" y="0"/>
                </a:lnTo>
                <a:lnTo>
                  <a:pt x="615696" y="1511"/>
                </a:lnTo>
                <a:lnTo>
                  <a:pt x="614159" y="1511"/>
                </a:lnTo>
                <a:lnTo>
                  <a:pt x="612648" y="0"/>
                </a:lnTo>
                <a:lnTo>
                  <a:pt x="612648" y="1511"/>
                </a:lnTo>
                <a:lnTo>
                  <a:pt x="611111" y="1511"/>
                </a:lnTo>
                <a:lnTo>
                  <a:pt x="609600" y="0"/>
                </a:lnTo>
                <a:lnTo>
                  <a:pt x="609600" y="1511"/>
                </a:lnTo>
                <a:lnTo>
                  <a:pt x="608063" y="1511"/>
                </a:lnTo>
                <a:lnTo>
                  <a:pt x="606552" y="0"/>
                </a:lnTo>
                <a:lnTo>
                  <a:pt x="606552" y="1511"/>
                </a:lnTo>
                <a:lnTo>
                  <a:pt x="605015" y="1511"/>
                </a:lnTo>
                <a:lnTo>
                  <a:pt x="603504" y="0"/>
                </a:lnTo>
                <a:lnTo>
                  <a:pt x="603504" y="1511"/>
                </a:lnTo>
                <a:lnTo>
                  <a:pt x="601967" y="1511"/>
                </a:lnTo>
                <a:lnTo>
                  <a:pt x="600456" y="0"/>
                </a:lnTo>
                <a:lnTo>
                  <a:pt x="600456" y="1511"/>
                </a:lnTo>
                <a:lnTo>
                  <a:pt x="598919" y="1511"/>
                </a:lnTo>
                <a:lnTo>
                  <a:pt x="597408" y="0"/>
                </a:lnTo>
                <a:lnTo>
                  <a:pt x="597408" y="1511"/>
                </a:lnTo>
                <a:lnTo>
                  <a:pt x="595871" y="1511"/>
                </a:lnTo>
                <a:lnTo>
                  <a:pt x="594360" y="0"/>
                </a:lnTo>
                <a:lnTo>
                  <a:pt x="594360" y="1511"/>
                </a:lnTo>
                <a:lnTo>
                  <a:pt x="592823" y="1511"/>
                </a:lnTo>
                <a:lnTo>
                  <a:pt x="591312" y="0"/>
                </a:lnTo>
                <a:lnTo>
                  <a:pt x="591312" y="1511"/>
                </a:lnTo>
                <a:lnTo>
                  <a:pt x="589775" y="1511"/>
                </a:lnTo>
                <a:lnTo>
                  <a:pt x="588264" y="0"/>
                </a:lnTo>
                <a:lnTo>
                  <a:pt x="588264" y="1511"/>
                </a:lnTo>
                <a:lnTo>
                  <a:pt x="586727" y="1511"/>
                </a:lnTo>
                <a:lnTo>
                  <a:pt x="585216" y="0"/>
                </a:lnTo>
                <a:lnTo>
                  <a:pt x="585216" y="1511"/>
                </a:lnTo>
                <a:lnTo>
                  <a:pt x="583679" y="1511"/>
                </a:lnTo>
                <a:lnTo>
                  <a:pt x="582168" y="0"/>
                </a:lnTo>
                <a:lnTo>
                  <a:pt x="582168" y="1511"/>
                </a:lnTo>
                <a:lnTo>
                  <a:pt x="580631" y="1511"/>
                </a:lnTo>
                <a:lnTo>
                  <a:pt x="579120" y="0"/>
                </a:lnTo>
                <a:lnTo>
                  <a:pt x="579120" y="1511"/>
                </a:lnTo>
                <a:lnTo>
                  <a:pt x="577583" y="1511"/>
                </a:lnTo>
                <a:lnTo>
                  <a:pt x="576072" y="0"/>
                </a:lnTo>
                <a:lnTo>
                  <a:pt x="576072" y="1511"/>
                </a:lnTo>
                <a:lnTo>
                  <a:pt x="574535" y="1511"/>
                </a:lnTo>
                <a:lnTo>
                  <a:pt x="573024" y="0"/>
                </a:lnTo>
                <a:lnTo>
                  <a:pt x="571512" y="1511"/>
                </a:lnTo>
                <a:lnTo>
                  <a:pt x="569976" y="1511"/>
                </a:lnTo>
                <a:lnTo>
                  <a:pt x="569976" y="0"/>
                </a:lnTo>
                <a:lnTo>
                  <a:pt x="568464" y="1511"/>
                </a:lnTo>
                <a:lnTo>
                  <a:pt x="566928" y="1511"/>
                </a:lnTo>
                <a:lnTo>
                  <a:pt x="566928" y="0"/>
                </a:lnTo>
                <a:lnTo>
                  <a:pt x="565416" y="1511"/>
                </a:lnTo>
                <a:lnTo>
                  <a:pt x="563880" y="1511"/>
                </a:lnTo>
                <a:lnTo>
                  <a:pt x="563880" y="0"/>
                </a:lnTo>
                <a:lnTo>
                  <a:pt x="562368" y="1511"/>
                </a:lnTo>
                <a:lnTo>
                  <a:pt x="560832" y="1511"/>
                </a:lnTo>
                <a:lnTo>
                  <a:pt x="560832" y="0"/>
                </a:lnTo>
                <a:lnTo>
                  <a:pt x="559320" y="1511"/>
                </a:lnTo>
                <a:lnTo>
                  <a:pt x="557784" y="1511"/>
                </a:lnTo>
                <a:lnTo>
                  <a:pt x="557784" y="0"/>
                </a:lnTo>
                <a:lnTo>
                  <a:pt x="556272" y="1511"/>
                </a:lnTo>
                <a:lnTo>
                  <a:pt x="554736" y="1511"/>
                </a:lnTo>
                <a:lnTo>
                  <a:pt x="554736" y="0"/>
                </a:lnTo>
                <a:lnTo>
                  <a:pt x="553224" y="1511"/>
                </a:lnTo>
                <a:lnTo>
                  <a:pt x="551688" y="1511"/>
                </a:lnTo>
                <a:lnTo>
                  <a:pt x="551688" y="0"/>
                </a:lnTo>
                <a:lnTo>
                  <a:pt x="550176" y="1511"/>
                </a:lnTo>
                <a:lnTo>
                  <a:pt x="548640" y="1511"/>
                </a:lnTo>
                <a:lnTo>
                  <a:pt x="548640" y="0"/>
                </a:lnTo>
                <a:lnTo>
                  <a:pt x="547128" y="1511"/>
                </a:lnTo>
                <a:lnTo>
                  <a:pt x="545592" y="1511"/>
                </a:lnTo>
                <a:lnTo>
                  <a:pt x="545592" y="0"/>
                </a:lnTo>
                <a:lnTo>
                  <a:pt x="544080" y="1511"/>
                </a:lnTo>
                <a:lnTo>
                  <a:pt x="542544" y="1511"/>
                </a:lnTo>
                <a:lnTo>
                  <a:pt x="542544" y="0"/>
                </a:lnTo>
                <a:lnTo>
                  <a:pt x="541032" y="1511"/>
                </a:lnTo>
                <a:lnTo>
                  <a:pt x="539496" y="1511"/>
                </a:lnTo>
                <a:lnTo>
                  <a:pt x="539496" y="0"/>
                </a:lnTo>
                <a:lnTo>
                  <a:pt x="537984" y="1511"/>
                </a:lnTo>
                <a:lnTo>
                  <a:pt x="536448" y="1511"/>
                </a:lnTo>
                <a:lnTo>
                  <a:pt x="536448" y="0"/>
                </a:lnTo>
                <a:lnTo>
                  <a:pt x="534936" y="1511"/>
                </a:lnTo>
                <a:lnTo>
                  <a:pt x="533400" y="1511"/>
                </a:lnTo>
                <a:lnTo>
                  <a:pt x="533400" y="0"/>
                </a:lnTo>
                <a:lnTo>
                  <a:pt x="531888" y="1511"/>
                </a:lnTo>
                <a:lnTo>
                  <a:pt x="530352" y="1511"/>
                </a:lnTo>
                <a:lnTo>
                  <a:pt x="530352" y="0"/>
                </a:lnTo>
                <a:lnTo>
                  <a:pt x="528840" y="1511"/>
                </a:lnTo>
                <a:lnTo>
                  <a:pt x="527304" y="1511"/>
                </a:lnTo>
                <a:lnTo>
                  <a:pt x="527304" y="0"/>
                </a:lnTo>
                <a:lnTo>
                  <a:pt x="525792" y="1511"/>
                </a:lnTo>
                <a:lnTo>
                  <a:pt x="524256" y="1511"/>
                </a:lnTo>
                <a:lnTo>
                  <a:pt x="524256" y="0"/>
                </a:lnTo>
                <a:lnTo>
                  <a:pt x="522744" y="1511"/>
                </a:lnTo>
                <a:lnTo>
                  <a:pt x="521208" y="1511"/>
                </a:lnTo>
                <a:lnTo>
                  <a:pt x="521208" y="0"/>
                </a:lnTo>
                <a:lnTo>
                  <a:pt x="519696" y="1511"/>
                </a:lnTo>
                <a:lnTo>
                  <a:pt x="518160" y="1511"/>
                </a:lnTo>
                <a:lnTo>
                  <a:pt x="518160" y="0"/>
                </a:lnTo>
                <a:lnTo>
                  <a:pt x="516648" y="1511"/>
                </a:lnTo>
                <a:lnTo>
                  <a:pt x="515112" y="1511"/>
                </a:lnTo>
                <a:lnTo>
                  <a:pt x="515112" y="0"/>
                </a:lnTo>
                <a:lnTo>
                  <a:pt x="513600" y="1511"/>
                </a:lnTo>
                <a:lnTo>
                  <a:pt x="512064" y="1511"/>
                </a:lnTo>
                <a:lnTo>
                  <a:pt x="512064" y="0"/>
                </a:lnTo>
                <a:lnTo>
                  <a:pt x="510552" y="1511"/>
                </a:lnTo>
                <a:lnTo>
                  <a:pt x="509016" y="1511"/>
                </a:lnTo>
                <a:lnTo>
                  <a:pt x="509016" y="0"/>
                </a:lnTo>
                <a:lnTo>
                  <a:pt x="507504" y="1511"/>
                </a:lnTo>
                <a:lnTo>
                  <a:pt x="505968" y="1511"/>
                </a:lnTo>
                <a:lnTo>
                  <a:pt x="505968" y="0"/>
                </a:lnTo>
                <a:lnTo>
                  <a:pt x="504456" y="1511"/>
                </a:lnTo>
                <a:lnTo>
                  <a:pt x="502920" y="1511"/>
                </a:lnTo>
                <a:lnTo>
                  <a:pt x="502920" y="0"/>
                </a:lnTo>
                <a:lnTo>
                  <a:pt x="501408" y="1511"/>
                </a:lnTo>
                <a:lnTo>
                  <a:pt x="499872" y="1511"/>
                </a:lnTo>
                <a:lnTo>
                  <a:pt x="499872" y="0"/>
                </a:lnTo>
                <a:lnTo>
                  <a:pt x="498360" y="1511"/>
                </a:lnTo>
                <a:lnTo>
                  <a:pt x="496824" y="1511"/>
                </a:lnTo>
                <a:lnTo>
                  <a:pt x="496824" y="0"/>
                </a:lnTo>
                <a:lnTo>
                  <a:pt x="495312" y="1511"/>
                </a:lnTo>
                <a:lnTo>
                  <a:pt x="493776" y="1511"/>
                </a:lnTo>
                <a:lnTo>
                  <a:pt x="493776" y="0"/>
                </a:lnTo>
                <a:lnTo>
                  <a:pt x="492264" y="1511"/>
                </a:lnTo>
                <a:lnTo>
                  <a:pt x="490728" y="1511"/>
                </a:lnTo>
                <a:lnTo>
                  <a:pt x="490728" y="0"/>
                </a:lnTo>
                <a:lnTo>
                  <a:pt x="489216" y="1511"/>
                </a:lnTo>
                <a:lnTo>
                  <a:pt x="487680" y="1511"/>
                </a:lnTo>
                <a:lnTo>
                  <a:pt x="487680" y="0"/>
                </a:lnTo>
                <a:lnTo>
                  <a:pt x="486168" y="1511"/>
                </a:lnTo>
                <a:lnTo>
                  <a:pt x="484632" y="1511"/>
                </a:lnTo>
                <a:lnTo>
                  <a:pt x="484632" y="0"/>
                </a:lnTo>
                <a:lnTo>
                  <a:pt x="483120" y="1511"/>
                </a:lnTo>
                <a:lnTo>
                  <a:pt x="481584" y="1511"/>
                </a:lnTo>
                <a:lnTo>
                  <a:pt x="481584" y="0"/>
                </a:lnTo>
                <a:lnTo>
                  <a:pt x="480072" y="1511"/>
                </a:lnTo>
                <a:lnTo>
                  <a:pt x="478536" y="1511"/>
                </a:lnTo>
                <a:lnTo>
                  <a:pt x="478536" y="0"/>
                </a:lnTo>
                <a:lnTo>
                  <a:pt x="477024" y="1511"/>
                </a:lnTo>
                <a:lnTo>
                  <a:pt x="475488" y="1511"/>
                </a:lnTo>
                <a:lnTo>
                  <a:pt x="475488" y="0"/>
                </a:lnTo>
                <a:lnTo>
                  <a:pt x="473976" y="1511"/>
                </a:lnTo>
                <a:lnTo>
                  <a:pt x="472440" y="1511"/>
                </a:lnTo>
                <a:lnTo>
                  <a:pt x="472440" y="0"/>
                </a:lnTo>
                <a:lnTo>
                  <a:pt x="470928" y="1511"/>
                </a:lnTo>
                <a:lnTo>
                  <a:pt x="469392" y="1511"/>
                </a:lnTo>
                <a:lnTo>
                  <a:pt x="469392" y="0"/>
                </a:lnTo>
                <a:lnTo>
                  <a:pt x="467880" y="1511"/>
                </a:lnTo>
                <a:lnTo>
                  <a:pt x="466344" y="1511"/>
                </a:lnTo>
                <a:lnTo>
                  <a:pt x="466344" y="0"/>
                </a:lnTo>
                <a:lnTo>
                  <a:pt x="464832" y="1511"/>
                </a:lnTo>
                <a:lnTo>
                  <a:pt x="463296" y="1511"/>
                </a:lnTo>
                <a:lnTo>
                  <a:pt x="463296" y="0"/>
                </a:lnTo>
                <a:lnTo>
                  <a:pt x="461784" y="1511"/>
                </a:lnTo>
                <a:lnTo>
                  <a:pt x="460248" y="1511"/>
                </a:lnTo>
                <a:lnTo>
                  <a:pt x="460248" y="0"/>
                </a:lnTo>
                <a:lnTo>
                  <a:pt x="458736" y="1511"/>
                </a:lnTo>
                <a:lnTo>
                  <a:pt x="457200" y="1511"/>
                </a:lnTo>
                <a:lnTo>
                  <a:pt x="457200" y="0"/>
                </a:lnTo>
                <a:lnTo>
                  <a:pt x="455688" y="1511"/>
                </a:lnTo>
                <a:lnTo>
                  <a:pt x="454152" y="1511"/>
                </a:lnTo>
                <a:lnTo>
                  <a:pt x="454152" y="0"/>
                </a:lnTo>
                <a:lnTo>
                  <a:pt x="452640" y="1511"/>
                </a:lnTo>
                <a:lnTo>
                  <a:pt x="451104" y="1511"/>
                </a:lnTo>
                <a:lnTo>
                  <a:pt x="451104" y="0"/>
                </a:lnTo>
                <a:lnTo>
                  <a:pt x="449592" y="1511"/>
                </a:lnTo>
                <a:lnTo>
                  <a:pt x="448056" y="1511"/>
                </a:lnTo>
                <a:lnTo>
                  <a:pt x="448056" y="0"/>
                </a:lnTo>
                <a:lnTo>
                  <a:pt x="446544" y="1511"/>
                </a:lnTo>
                <a:lnTo>
                  <a:pt x="445008" y="1511"/>
                </a:lnTo>
                <a:lnTo>
                  <a:pt x="445008" y="0"/>
                </a:lnTo>
                <a:lnTo>
                  <a:pt x="443496" y="1511"/>
                </a:lnTo>
                <a:lnTo>
                  <a:pt x="441960" y="1511"/>
                </a:lnTo>
                <a:lnTo>
                  <a:pt x="441960" y="0"/>
                </a:lnTo>
                <a:lnTo>
                  <a:pt x="440448" y="1511"/>
                </a:lnTo>
                <a:lnTo>
                  <a:pt x="438912" y="1511"/>
                </a:lnTo>
                <a:lnTo>
                  <a:pt x="438912" y="0"/>
                </a:lnTo>
                <a:lnTo>
                  <a:pt x="437400" y="1511"/>
                </a:lnTo>
                <a:lnTo>
                  <a:pt x="435864" y="1511"/>
                </a:lnTo>
                <a:lnTo>
                  <a:pt x="435864" y="0"/>
                </a:lnTo>
                <a:lnTo>
                  <a:pt x="434352" y="1511"/>
                </a:lnTo>
                <a:lnTo>
                  <a:pt x="432816" y="1511"/>
                </a:lnTo>
                <a:lnTo>
                  <a:pt x="432816" y="0"/>
                </a:lnTo>
                <a:lnTo>
                  <a:pt x="431304" y="1511"/>
                </a:lnTo>
                <a:lnTo>
                  <a:pt x="429768" y="1511"/>
                </a:lnTo>
                <a:lnTo>
                  <a:pt x="429768" y="0"/>
                </a:lnTo>
                <a:lnTo>
                  <a:pt x="428256" y="1511"/>
                </a:lnTo>
                <a:lnTo>
                  <a:pt x="426720" y="1511"/>
                </a:lnTo>
                <a:lnTo>
                  <a:pt x="426720" y="0"/>
                </a:lnTo>
                <a:lnTo>
                  <a:pt x="425208" y="1511"/>
                </a:lnTo>
                <a:lnTo>
                  <a:pt x="423672" y="1511"/>
                </a:lnTo>
                <a:lnTo>
                  <a:pt x="423672" y="0"/>
                </a:lnTo>
                <a:lnTo>
                  <a:pt x="422160" y="1511"/>
                </a:lnTo>
                <a:lnTo>
                  <a:pt x="420624" y="1511"/>
                </a:lnTo>
                <a:lnTo>
                  <a:pt x="420624" y="0"/>
                </a:lnTo>
                <a:lnTo>
                  <a:pt x="419112" y="1511"/>
                </a:lnTo>
                <a:lnTo>
                  <a:pt x="417576" y="1511"/>
                </a:lnTo>
                <a:lnTo>
                  <a:pt x="417576" y="0"/>
                </a:lnTo>
                <a:lnTo>
                  <a:pt x="416064" y="1511"/>
                </a:lnTo>
                <a:lnTo>
                  <a:pt x="414528" y="1511"/>
                </a:lnTo>
                <a:lnTo>
                  <a:pt x="414528" y="0"/>
                </a:lnTo>
                <a:lnTo>
                  <a:pt x="413016" y="1511"/>
                </a:lnTo>
                <a:lnTo>
                  <a:pt x="411480" y="1511"/>
                </a:lnTo>
                <a:lnTo>
                  <a:pt x="411480" y="0"/>
                </a:lnTo>
                <a:lnTo>
                  <a:pt x="409968" y="1511"/>
                </a:lnTo>
                <a:lnTo>
                  <a:pt x="408432" y="1511"/>
                </a:lnTo>
                <a:lnTo>
                  <a:pt x="408432" y="0"/>
                </a:lnTo>
                <a:lnTo>
                  <a:pt x="406920" y="1511"/>
                </a:lnTo>
                <a:lnTo>
                  <a:pt x="405384" y="1511"/>
                </a:lnTo>
                <a:lnTo>
                  <a:pt x="405384" y="0"/>
                </a:lnTo>
                <a:lnTo>
                  <a:pt x="403872" y="1511"/>
                </a:lnTo>
                <a:lnTo>
                  <a:pt x="402336" y="1511"/>
                </a:lnTo>
                <a:lnTo>
                  <a:pt x="402336" y="0"/>
                </a:lnTo>
                <a:lnTo>
                  <a:pt x="400824" y="1511"/>
                </a:lnTo>
                <a:lnTo>
                  <a:pt x="399288" y="1511"/>
                </a:lnTo>
                <a:lnTo>
                  <a:pt x="399288" y="0"/>
                </a:lnTo>
                <a:lnTo>
                  <a:pt x="397776" y="1511"/>
                </a:lnTo>
                <a:lnTo>
                  <a:pt x="396240" y="1511"/>
                </a:lnTo>
                <a:lnTo>
                  <a:pt x="396240" y="0"/>
                </a:lnTo>
                <a:lnTo>
                  <a:pt x="394728" y="1511"/>
                </a:lnTo>
                <a:lnTo>
                  <a:pt x="393192" y="1511"/>
                </a:lnTo>
                <a:lnTo>
                  <a:pt x="393192" y="0"/>
                </a:lnTo>
                <a:lnTo>
                  <a:pt x="391680" y="1511"/>
                </a:lnTo>
                <a:lnTo>
                  <a:pt x="390144" y="1511"/>
                </a:lnTo>
                <a:lnTo>
                  <a:pt x="390144" y="0"/>
                </a:lnTo>
                <a:lnTo>
                  <a:pt x="388632" y="1511"/>
                </a:lnTo>
                <a:lnTo>
                  <a:pt x="387096" y="1511"/>
                </a:lnTo>
                <a:lnTo>
                  <a:pt x="387096" y="0"/>
                </a:lnTo>
                <a:lnTo>
                  <a:pt x="385584" y="1511"/>
                </a:lnTo>
                <a:lnTo>
                  <a:pt x="384048" y="1511"/>
                </a:lnTo>
                <a:lnTo>
                  <a:pt x="384048" y="0"/>
                </a:lnTo>
                <a:lnTo>
                  <a:pt x="382536" y="1511"/>
                </a:lnTo>
                <a:lnTo>
                  <a:pt x="381000" y="1511"/>
                </a:lnTo>
                <a:lnTo>
                  <a:pt x="381000" y="0"/>
                </a:lnTo>
                <a:lnTo>
                  <a:pt x="379488" y="1511"/>
                </a:lnTo>
                <a:lnTo>
                  <a:pt x="377952" y="1511"/>
                </a:lnTo>
                <a:lnTo>
                  <a:pt x="377952" y="0"/>
                </a:lnTo>
                <a:lnTo>
                  <a:pt x="376440" y="1511"/>
                </a:lnTo>
                <a:lnTo>
                  <a:pt x="374904" y="1511"/>
                </a:lnTo>
                <a:lnTo>
                  <a:pt x="374904" y="0"/>
                </a:lnTo>
                <a:lnTo>
                  <a:pt x="373392" y="1511"/>
                </a:lnTo>
                <a:lnTo>
                  <a:pt x="371856" y="1511"/>
                </a:lnTo>
                <a:lnTo>
                  <a:pt x="371856" y="0"/>
                </a:lnTo>
                <a:lnTo>
                  <a:pt x="370344" y="1511"/>
                </a:lnTo>
                <a:lnTo>
                  <a:pt x="368808" y="1511"/>
                </a:lnTo>
                <a:lnTo>
                  <a:pt x="368808" y="0"/>
                </a:lnTo>
                <a:lnTo>
                  <a:pt x="367296" y="1511"/>
                </a:lnTo>
                <a:lnTo>
                  <a:pt x="365760" y="1511"/>
                </a:lnTo>
                <a:lnTo>
                  <a:pt x="365760" y="0"/>
                </a:lnTo>
                <a:lnTo>
                  <a:pt x="364248" y="1511"/>
                </a:lnTo>
                <a:lnTo>
                  <a:pt x="362712" y="1511"/>
                </a:lnTo>
                <a:lnTo>
                  <a:pt x="362712" y="0"/>
                </a:lnTo>
                <a:lnTo>
                  <a:pt x="361200" y="1511"/>
                </a:lnTo>
                <a:lnTo>
                  <a:pt x="359664" y="1511"/>
                </a:lnTo>
                <a:lnTo>
                  <a:pt x="359664" y="0"/>
                </a:lnTo>
                <a:lnTo>
                  <a:pt x="358152" y="1511"/>
                </a:lnTo>
                <a:lnTo>
                  <a:pt x="356616" y="1511"/>
                </a:lnTo>
                <a:lnTo>
                  <a:pt x="356616" y="0"/>
                </a:lnTo>
                <a:lnTo>
                  <a:pt x="355104" y="1511"/>
                </a:lnTo>
                <a:lnTo>
                  <a:pt x="353568" y="1511"/>
                </a:lnTo>
                <a:lnTo>
                  <a:pt x="353568" y="0"/>
                </a:lnTo>
                <a:lnTo>
                  <a:pt x="352056" y="1511"/>
                </a:lnTo>
                <a:lnTo>
                  <a:pt x="350520" y="1511"/>
                </a:lnTo>
                <a:lnTo>
                  <a:pt x="350520" y="0"/>
                </a:lnTo>
                <a:lnTo>
                  <a:pt x="349008" y="1511"/>
                </a:lnTo>
                <a:lnTo>
                  <a:pt x="347472" y="1511"/>
                </a:lnTo>
                <a:lnTo>
                  <a:pt x="347472" y="0"/>
                </a:lnTo>
                <a:lnTo>
                  <a:pt x="345960" y="1511"/>
                </a:lnTo>
                <a:lnTo>
                  <a:pt x="344424" y="1511"/>
                </a:lnTo>
                <a:lnTo>
                  <a:pt x="344424" y="0"/>
                </a:lnTo>
                <a:lnTo>
                  <a:pt x="342912" y="1511"/>
                </a:lnTo>
                <a:lnTo>
                  <a:pt x="341376" y="1511"/>
                </a:lnTo>
                <a:lnTo>
                  <a:pt x="341376" y="0"/>
                </a:lnTo>
                <a:lnTo>
                  <a:pt x="339864" y="1511"/>
                </a:lnTo>
                <a:lnTo>
                  <a:pt x="338328" y="1511"/>
                </a:lnTo>
                <a:lnTo>
                  <a:pt x="338328" y="0"/>
                </a:lnTo>
                <a:lnTo>
                  <a:pt x="336816" y="1511"/>
                </a:lnTo>
                <a:lnTo>
                  <a:pt x="335280" y="1511"/>
                </a:lnTo>
                <a:lnTo>
                  <a:pt x="335280" y="0"/>
                </a:lnTo>
                <a:lnTo>
                  <a:pt x="333768" y="1511"/>
                </a:lnTo>
                <a:lnTo>
                  <a:pt x="332232" y="1511"/>
                </a:lnTo>
                <a:lnTo>
                  <a:pt x="332232" y="0"/>
                </a:lnTo>
                <a:lnTo>
                  <a:pt x="330720" y="1511"/>
                </a:lnTo>
                <a:lnTo>
                  <a:pt x="329184" y="1511"/>
                </a:lnTo>
                <a:lnTo>
                  <a:pt x="329184" y="0"/>
                </a:lnTo>
                <a:lnTo>
                  <a:pt x="327672" y="1511"/>
                </a:lnTo>
                <a:lnTo>
                  <a:pt x="326136" y="1511"/>
                </a:lnTo>
                <a:lnTo>
                  <a:pt x="326136" y="0"/>
                </a:lnTo>
                <a:lnTo>
                  <a:pt x="324624" y="1511"/>
                </a:lnTo>
                <a:lnTo>
                  <a:pt x="323088" y="1511"/>
                </a:lnTo>
                <a:lnTo>
                  <a:pt x="323088" y="0"/>
                </a:lnTo>
                <a:lnTo>
                  <a:pt x="321576" y="1511"/>
                </a:lnTo>
                <a:lnTo>
                  <a:pt x="320040" y="1511"/>
                </a:lnTo>
                <a:lnTo>
                  <a:pt x="320040" y="0"/>
                </a:lnTo>
                <a:lnTo>
                  <a:pt x="318528" y="1511"/>
                </a:lnTo>
                <a:lnTo>
                  <a:pt x="316992" y="1511"/>
                </a:lnTo>
                <a:lnTo>
                  <a:pt x="316992" y="0"/>
                </a:lnTo>
                <a:lnTo>
                  <a:pt x="315480" y="1511"/>
                </a:lnTo>
                <a:lnTo>
                  <a:pt x="313944" y="1511"/>
                </a:lnTo>
                <a:lnTo>
                  <a:pt x="313944" y="0"/>
                </a:lnTo>
                <a:lnTo>
                  <a:pt x="312432" y="1511"/>
                </a:lnTo>
                <a:lnTo>
                  <a:pt x="310896" y="1511"/>
                </a:lnTo>
                <a:lnTo>
                  <a:pt x="310896" y="0"/>
                </a:lnTo>
                <a:lnTo>
                  <a:pt x="309384" y="1511"/>
                </a:lnTo>
                <a:lnTo>
                  <a:pt x="307848" y="1511"/>
                </a:lnTo>
                <a:lnTo>
                  <a:pt x="307848" y="0"/>
                </a:lnTo>
                <a:lnTo>
                  <a:pt x="306336" y="1511"/>
                </a:lnTo>
                <a:lnTo>
                  <a:pt x="304800" y="1511"/>
                </a:lnTo>
                <a:lnTo>
                  <a:pt x="304800" y="0"/>
                </a:lnTo>
                <a:lnTo>
                  <a:pt x="303288" y="1511"/>
                </a:lnTo>
                <a:lnTo>
                  <a:pt x="301752" y="1511"/>
                </a:lnTo>
                <a:lnTo>
                  <a:pt x="301752" y="0"/>
                </a:lnTo>
                <a:lnTo>
                  <a:pt x="300240" y="1511"/>
                </a:lnTo>
                <a:lnTo>
                  <a:pt x="298704" y="1511"/>
                </a:lnTo>
                <a:lnTo>
                  <a:pt x="298704" y="0"/>
                </a:lnTo>
                <a:lnTo>
                  <a:pt x="297192" y="1511"/>
                </a:lnTo>
                <a:lnTo>
                  <a:pt x="295656" y="1511"/>
                </a:lnTo>
                <a:lnTo>
                  <a:pt x="295656" y="0"/>
                </a:lnTo>
                <a:lnTo>
                  <a:pt x="294144" y="1511"/>
                </a:lnTo>
                <a:lnTo>
                  <a:pt x="292608" y="1511"/>
                </a:lnTo>
                <a:lnTo>
                  <a:pt x="292608" y="0"/>
                </a:lnTo>
                <a:lnTo>
                  <a:pt x="291096" y="1511"/>
                </a:lnTo>
                <a:lnTo>
                  <a:pt x="289560" y="1511"/>
                </a:lnTo>
                <a:lnTo>
                  <a:pt x="289560" y="0"/>
                </a:lnTo>
                <a:lnTo>
                  <a:pt x="288048" y="1511"/>
                </a:lnTo>
                <a:lnTo>
                  <a:pt x="286512" y="1511"/>
                </a:lnTo>
                <a:lnTo>
                  <a:pt x="286512" y="0"/>
                </a:lnTo>
                <a:lnTo>
                  <a:pt x="285000" y="1511"/>
                </a:lnTo>
                <a:lnTo>
                  <a:pt x="283464" y="1511"/>
                </a:lnTo>
                <a:lnTo>
                  <a:pt x="283464" y="0"/>
                </a:lnTo>
                <a:lnTo>
                  <a:pt x="281952" y="1511"/>
                </a:lnTo>
                <a:lnTo>
                  <a:pt x="280416" y="1511"/>
                </a:lnTo>
                <a:lnTo>
                  <a:pt x="280416" y="0"/>
                </a:lnTo>
                <a:lnTo>
                  <a:pt x="278904" y="1511"/>
                </a:lnTo>
                <a:lnTo>
                  <a:pt x="277368" y="1511"/>
                </a:lnTo>
                <a:lnTo>
                  <a:pt x="277368" y="0"/>
                </a:lnTo>
                <a:lnTo>
                  <a:pt x="275856" y="1511"/>
                </a:lnTo>
                <a:lnTo>
                  <a:pt x="274320" y="1511"/>
                </a:lnTo>
                <a:lnTo>
                  <a:pt x="274320" y="0"/>
                </a:lnTo>
                <a:lnTo>
                  <a:pt x="272808" y="1511"/>
                </a:lnTo>
                <a:lnTo>
                  <a:pt x="271272" y="1511"/>
                </a:lnTo>
                <a:lnTo>
                  <a:pt x="271272" y="0"/>
                </a:lnTo>
                <a:lnTo>
                  <a:pt x="269760" y="1511"/>
                </a:lnTo>
                <a:lnTo>
                  <a:pt x="268224" y="1511"/>
                </a:lnTo>
                <a:lnTo>
                  <a:pt x="268224" y="0"/>
                </a:lnTo>
                <a:lnTo>
                  <a:pt x="266712" y="1511"/>
                </a:lnTo>
                <a:lnTo>
                  <a:pt x="265176" y="1511"/>
                </a:lnTo>
                <a:lnTo>
                  <a:pt x="265176" y="0"/>
                </a:lnTo>
                <a:lnTo>
                  <a:pt x="263664" y="1511"/>
                </a:lnTo>
                <a:lnTo>
                  <a:pt x="262128" y="1511"/>
                </a:lnTo>
                <a:lnTo>
                  <a:pt x="262128" y="0"/>
                </a:lnTo>
                <a:lnTo>
                  <a:pt x="260616" y="1511"/>
                </a:lnTo>
                <a:lnTo>
                  <a:pt x="259080" y="1511"/>
                </a:lnTo>
                <a:lnTo>
                  <a:pt x="259080" y="0"/>
                </a:lnTo>
                <a:lnTo>
                  <a:pt x="257568" y="1511"/>
                </a:lnTo>
                <a:lnTo>
                  <a:pt x="256032" y="1511"/>
                </a:lnTo>
                <a:lnTo>
                  <a:pt x="256032" y="0"/>
                </a:lnTo>
                <a:lnTo>
                  <a:pt x="254520" y="1511"/>
                </a:lnTo>
                <a:lnTo>
                  <a:pt x="252984" y="1511"/>
                </a:lnTo>
                <a:lnTo>
                  <a:pt x="252984" y="0"/>
                </a:lnTo>
                <a:lnTo>
                  <a:pt x="251472" y="1511"/>
                </a:lnTo>
                <a:lnTo>
                  <a:pt x="249936" y="1511"/>
                </a:lnTo>
                <a:lnTo>
                  <a:pt x="249936" y="0"/>
                </a:lnTo>
                <a:lnTo>
                  <a:pt x="248424" y="1511"/>
                </a:lnTo>
                <a:lnTo>
                  <a:pt x="246888" y="1511"/>
                </a:lnTo>
                <a:lnTo>
                  <a:pt x="246888" y="0"/>
                </a:lnTo>
                <a:lnTo>
                  <a:pt x="245376" y="1511"/>
                </a:lnTo>
                <a:lnTo>
                  <a:pt x="243840" y="1511"/>
                </a:lnTo>
                <a:lnTo>
                  <a:pt x="243840" y="0"/>
                </a:lnTo>
                <a:lnTo>
                  <a:pt x="242328" y="1511"/>
                </a:lnTo>
                <a:lnTo>
                  <a:pt x="240792" y="1511"/>
                </a:lnTo>
                <a:lnTo>
                  <a:pt x="240792" y="0"/>
                </a:lnTo>
                <a:lnTo>
                  <a:pt x="239280" y="1511"/>
                </a:lnTo>
                <a:lnTo>
                  <a:pt x="237744" y="1511"/>
                </a:lnTo>
                <a:lnTo>
                  <a:pt x="237744" y="0"/>
                </a:lnTo>
                <a:lnTo>
                  <a:pt x="236232" y="1511"/>
                </a:lnTo>
                <a:lnTo>
                  <a:pt x="234696" y="1511"/>
                </a:lnTo>
                <a:lnTo>
                  <a:pt x="234696" y="0"/>
                </a:lnTo>
                <a:lnTo>
                  <a:pt x="233184" y="1511"/>
                </a:lnTo>
                <a:lnTo>
                  <a:pt x="231648" y="1511"/>
                </a:lnTo>
                <a:lnTo>
                  <a:pt x="231648" y="0"/>
                </a:lnTo>
                <a:lnTo>
                  <a:pt x="230136" y="1511"/>
                </a:lnTo>
                <a:lnTo>
                  <a:pt x="228600" y="1511"/>
                </a:lnTo>
                <a:lnTo>
                  <a:pt x="228600" y="0"/>
                </a:lnTo>
                <a:lnTo>
                  <a:pt x="227088" y="1511"/>
                </a:lnTo>
                <a:lnTo>
                  <a:pt x="225552" y="1511"/>
                </a:lnTo>
                <a:lnTo>
                  <a:pt x="225552" y="0"/>
                </a:lnTo>
                <a:lnTo>
                  <a:pt x="224040" y="1511"/>
                </a:lnTo>
                <a:lnTo>
                  <a:pt x="222504" y="1511"/>
                </a:lnTo>
                <a:lnTo>
                  <a:pt x="222504" y="0"/>
                </a:lnTo>
                <a:lnTo>
                  <a:pt x="220992" y="1511"/>
                </a:lnTo>
                <a:lnTo>
                  <a:pt x="219456" y="1511"/>
                </a:lnTo>
                <a:lnTo>
                  <a:pt x="219456" y="0"/>
                </a:lnTo>
                <a:lnTo>
                  <a:pt x="217944" y="1511"/>
                </a:lnTo>
                <a:lnTo>
                  <a:pt x="216408" y="1511"/>
                </a:lnTo>
                <a:lnTo>
                  <a:pt x="216408" y="0"/>
                </a:lnTo>
                <a:lnTo>
                  <a:pt x="214896" y="1511"/>
                </a:lnTo>
                <a:lnTo>
                  <a:pt x="213360" y="1511"/>
                </a:lnTo>
                <a:lnTo>
                  <a:pt x="213360" y="0"/>
                </a:lnTo>
                <a:lnTo>
                  <a:pt x="211848" y="1511"/>
                </a:lnTo>
                <a:lnTo>
                  <a:pt x="210312" y="1511"/>
                </a:lnTo>
                <a:lnTo>
                  <a:pt x="210312" y="0"/>
                </a:lnTo>
                <a:lnTo>
                  <a:pt x="208800" y="1511"/>
                </a:lnTo>
                <a:lnTo>
                  <a:pt x="207264" y="1511"/>
                </a:lnTo>
                <a:lnTo>
                  <a:pt x="207264" y="0"/>
                </a:lnTo>
                <a:lnTo>
                  <a:pt x="205752" y="1511"/>
                </a:lnTo>
                <a:lnTo>
                  <a:pt x="204216" y="1511"/>
                </a:lnTo>
                <a:lnTo>
                  <a:pt x="204216" y="0"/>
                </a:lnTo>
                <a:lnTo>
                  <a:pt x="202704" y="1511"/>
                </a:lnTo>
                <a:lnTo>
                  <a:pt x="201168" y="1511"/>
                </a:lnTo>
                <a:lnTo>
                  <a:pt x="201168" y="0"/>
                </a:lnTo>
                <a:lnTo>
                  <a:pt x="199656" y="1511"/>
                </a:lnTo>
                <a:lnTo>
                  <a:pt x="198120" y="1511"/>
                </a:lnTo>
                <a:lnTo>
                  <a:pt x="198120" y="0"/>
                </a:lnTo>
                <a:lnTo>
                  <a:pt x="196608" y="1511"/>
                </a:lnTo>
                <a:lnTo>
                  <a:pt x="195072" y="1511"/>
                </a:lnTo>
                <a:lnTo>
                  <a:pt x="195072" y="0"/>
                </a:lnTo>
                <a:lnTo>
                  <a:pt x="193560" y="1511"/>
                </a:lnTo>
                <a:lnTo>
                  <a:pt x="192024" y="1511"/>
                </a:lnTo>
                <a:lnTo>
                  <a:pt x="192024" y="0"/>
                </a:lnTo>
                <a:lnTo>
                  <a:pt x="190512" y="1511"/>
                </a:lnTo>
                <a:lnTo>
                  <a:pt x="188976" y="1511"/>
                </a:lnTo>
                <a:lnTo>
                  <a:pt x="188976" y="0"/>
                </a:lnTo>
                <a:lnTo>
                  <a:pt x="187464" y="1511"/>
                </a:lnTo>
                <a:lnTo>
                  <a:pt x="185928" y="1511"/>
                </a:lnTo>
                <a:lnTo>
                  <a:pt x="185928" y="0"/>
                </a:lnTo>
                <a:lnTo>
                  <a:pt x="184416" y="1511"/>
                </a:lnTo>
                <a:lnTo>
                  <a:pt x="182880" y="1511"/>
                </a:lnTo>
                <a:lnTo>
                  <a:pt x="182880" y="0"/>
                </a:lnTo>
                <a:lnTo>
                  <a:pt x="181368" y="1511"/>
                </a:lnTo>
                <a:lnTo>
                  <a:pt x="179832" y="1511"/>
                </a:lnTo>
                <a:lnTo>
                  <a:pt x="179832" y="0"/>
                </a:lnTo>
                <a:lnTo>
                  <a:pt x="178320" y="1511"/>
                </a:lnTo>
                <a:lnTo>
                  <a:pt x="176784" y="1511"/>
                </a:lnTo>
                <a:lnTo>
                  <a:pt x="176784" y="0"/>
                </a:lnTo>
                <a:lnTo>
                  <a:pt x="175272" y="1511"/>
                </a:lnTo>
                <a:lnTo>
                  <a:pt x="173736" y="1511"/>
                </a:lnTo>
                <a:lnTo>
                  <a:pt x="173736" y="0"/>
                </a:lnTo>
                <a:lnTo>
                  <a:pt x="172224" y="1511"/>
                </a:lnTo>
                <a:lnTo>
                  <a:pt x="170688" y="1511"/>
                </a:lnTo>
                <a:lnTo>
                  <a:pt x="170688" y="0"/>
                </a:lnTo>
                <a:lnTo>
                  <a:pt x="169176" y="1511"/>
                </a:lnTo>
                <a:lnTo>
                  <a:pt x="167640" y="1511"/>
                </a:lnTo>
                <a:lnTo>
                  <a:pt x="167640" y="0"/>
                </a:lnTo>
                <a:lnTo>
                  <a:pt x="166128" y="1511"/>
                </a:lnTo>
                <a:lnTo>
                  <a:pt x="164592" y="1511"/>
                </a:lnTo>
                <a:lnTo>
                  <a:pt x="164592" y="0"/>
                </a:lnTo>
                <a:lnTo>
                  <a:pt x="163080" y="1511"/>
                </a:lnTo>
                <a:lnTo>
                  <a:pt x="161544" y="1511"/>
                </a:lnTo>
                <a:lnTo>
                  <a:pt x="161544" y="0"/>
                </a:lnTo>
                <a:lnTo>
                  <a:pt x="160032" y="1511"/>
                </a:lnTo>
                <a:lnTo>
                  <a:pt x="158496" y="1511"/>
                </a:lnTo>
                <a:lnTo>
                  <a:pt x="158496" y="0"/>
                </a:lnTo>
                <a:lnTo>
                  <a:pt x="156984" y="1511"/>
                </a:lnTo>
                <a:lnTo>
                  <a:pt x="155448" y="1511"/>
                </a:lnTo>
                <a:lnTo>
                  <a:pt x="155448" y="0"/>
                </a:lnTo>
                <a:lnTo>
                  <a:pt x="153936" y="1511"/>
                </a:lnTo>
                <a:lnTo>
                  <a:pt x="152400" y="1511"/>
                </a:lnTo>
                <a:lnTo>
                  <a:pt x="152400" y="0"/>
                </a:lnTo>
                <a:lnTo>
                  <a:pt x="150888" y="1511"/>
                </a:lnTo>
                <a:lnTo>
                  <a:pt x="149352" y="1511"/>
                </a:lnTo>
                <a:lnTo>
                  <a:pt x="149352" y="0"/>
                </a:lnTo>
                <a:lnTo>
                  <a:pt x="147840" y="1511"/>
                </a:lnTo>
                <a:lnTo>
                  <a:pt x="146304" y="1511"/>
                </a:lnTo>
                <a:lnTo>
                  <a:pt x="146304" y="0"/>
                </a:lnTo>
                <a:lnTo>
                  <a:pt x="144792" y="1511"/>
                </a:lnTo>
                <a:lnTo>
                  <a:pt x="143256" y="1511"/>
                </a:lnTo>
                <a:lnTo>
                  <a:pt x="143256" y="0"/>
                </a:lnTo>
                <a:lnTo>
                  <a:pt x="141744" y="1511"/>
                </a:lnTo>
                <a:lnTo>
                  <a:pt x="140208" y="1511"/>
                </a:lnTo>
                <a:lnTo>
                  <a:pt x="140208" y="0"/>
                </a:lnTo>
                <a:lnTo>
                  <a:pt x="138696" y="1511"/>
                </a:lnTo>
                <a:lnTo>
                  <a:pt x="137160" y="1511"/>
                </a:lnTo>
                <a:lnTo>
                  <a:pt x="137160" y="0"/>
                </a:lnTo>
                <a:lnTo>
                  <a:pt x="135648" y="1511"/>
                </a:lnTo>
                <a:lnTo>
                  <a:pt x="134112" y="1511"/>
                </a:lnTo>
                <a:lnTo>
                  <a:pt x="134112" y="0"/>
                </a:lnTo>
                <a:lnTo>
                  <a:pt x="132600" y="1511"/>
                </a:lnTo>
                <a:lnTo>
                  <a:pt x="131064" y="1511"/>
                </a:lnTo>
                <a:lnTo>
                  <a:pt x="131064" y="0"/>
                </a:lnTo>
                <a:lnTo>
                  <a:pt x="129552" y="1511"/>
                </a:lnTo>
                <a:lnTo>
                  <a:pt x="128016" y="1511"/>
                </a:lnTo>
                <a:lnTo>
                  <a:pt x="128016" y="0"/>
                </a:lnTo>
                <a:lnTo>
                  <a:pt x="126504" y="1511"/>
                </a:lnTo>
                <a:lnTo>
                  <a:pt x="124968" y="1511"/>
                </a:lnTo>
                <a:lnTo>
                  <a:pt x="124968" y="0"/>
                </a:lnTo>
                <a:lnTo>
                  <a:pt x="123456" y="1511"/>
                </a:lnTo>
                <a:lnTo>
                  <a:pt x="121920" y="1511"/>
                </a:lnTo>
                <a:lnTo>
                  <a:pt x="121920" y="0"/>
                </a:lnTo>
                <a:lnTo>
                  <a:pt x="120408" y="1511"/>
                </a:lnTo>
                <a:lnTo>
                  <a:pt x="118872" y="1511"/>
                </a:lnTo>
                <a:lnTo>
                  <a:pt x="118872" y="0"/>
                </a:lnTo>
                <a:lnTo>
                  <a:pt x="117360" y="1511"/>
                </a:lnTo>
                <a:lnTo>
                  <a:pt x="115824" y="1511"/>
                </a:lnTo>
                <a:lnTo>
                  <a:pt x="115824" y="0"/>
                </a:lnTo>
                <a:lnTo>
                  <a:pt x="114312" y="1511"/>
                </a:lnTo>
                <a:lnTo>
                  <a:pt x="112776" y="1511"/>
                </a:lnTo>
                <a:lnTo>
                  <a:pt x="112776" y="0"/>
                </a:lnTo>
                <a:lnTo>
                  <a:pt x="111264" y="1511"/>
                </a:lnTo>
                <a:lnTo>
                  <a:pt x="109728" y="1511"/>
                </a:lnTo>
                <a:lnTo>
                  <a:pt x="109728" y="0"/>
                </a:lnTo>
                <a:lnTo>
                  <a:pt x="108216" y="1511"/>
                </a:lnTo>
                <a:lnTo>
                  <a:pt x="106680" y="1511"/>
                </a:lnTo>
                <a:lnTo>
                  <a:pt x="106680" y="0"/>
                </a:lnTo>
                <a:lnTo>
                  <a:pt x="105168" y="1511"/>
                </a:lnTo>
                <a:lnTo>
                  <a:pt x="103632" y="1511"/>
                </a:lnTo>
                <a:lnTo>
                  <a:pt x="103632" y="0"/>
                </a:lnTo>
                <a:lnTo>
                  <a:pt x="102120" y="1511"/>
                </a:lnTo>
                <a:lnTo>
                  <a:pt x="100584" y="1511"/>
                </a:lnTo>
                <a:lnTo>
                  <a:pt x="100584" y="0"/>
                </a:lnTo>
                <a:lnTo>
                  <a:pt x="99072" y="1511"/>
                </a:lnTo>
                <a:lnTo>
                  <a:pt x="97536" y="1511"/>
                </a:lnTo>
                <a:lnTo>
                  <a:pt x="97536" y="0"/>
                </a:lnTo>
                <a:lnTo>
                  <a:pt x="96024" y="1511"/>
                </a:lnTo>
                <a:lnTo>
                  <a:pt x="94488" y="1511"/>
                </a:lnTo>
                <a:lnTo>
                  <a:pt x="94488" y="0"/>
                </a:lnTo>
                <a:lnTo>
                  <a:pt x="92976" y="1511"/>
                </a:lnTo>
                <a:lnTo>
                  <a:pt x="91440" y="1511"/>
                </a:lnTo>
                <a:lnTo>
                  <a:pt x="91440" y="0"/>
                </a:lnTo>
                <a:lnTo>
                  <a:pt x="89928" y="1511"/>
                </a:lnTo>
                <a:lnTo>
                  <a:pt x="88392" y="1511"/>
                </a:lnTo>
                <a:lnTo>
                  <a:pt x="88392" y="0"/>
                </a:lnTo>
                <a:lnTo>
                  <a:pt x="86880" y="1511"/>
                </a:lnTo>
                <a:lnTo>
                  <a:pt x="85344" y="1511"/>
                </a:lnTo>
                <a:lnTo>
                  <a:pt x="85344" y="0"/>
                </a:lnTo>
                <a:lnTo>
                  <a:pt x="83832" y="1511"/>
                </a:lnTo>
                <a:lnTo>
                  <a:pt x="82296" y="1511"/>
                </a:lnTo>
                <a:lnTo>
                  <a:pt x="82296" y="0"/>
                </a:lnTo>
                <a:lnTo>
                  <a:pt x="80784" y="1511"/>
                </a:lnTo>
                <a:lnTo>
                  <a:pt x="79248" y="1511"/>
                </a:lnTo>
                <a:lnTo>
                  <a:pt x="79248" y="0"/>
                </a:lnTo>
                <a:lnTo>
                  <a:pt x="77736" y="1511"/>
                </a:lnTo>
                <a:lnTo>
                  <a:pt x="76200" y="1511"/>
                </a:lnTo>
                <a:lnTo>
                  <a:pt x="76200" y="0"/>
                </a:lnTo>
                <a:lnTo>
                  <a:pt x="74688" y="1511"/>
                </a:lnTo>
                <a:lnTo>
                  <a:pt x="73152" y="1511"/>
                </a:lnTo>
                <a:lnTo>
                  <a:pt x="73152" y="0"/>
                </a:lnTo>
                <a:lnTo>
                  <a:pt x="71640" y="1511"/>
                </a:lnTo>
                <a:lnTo>
                  <a:pt x="70104" y="1511"/>
                </a:lnTo>
                <a:lnTo>
                  <a:pt x="70104" y="0"/>
                </a:lnTo>
                <a:lnTo>
                  <a:pt x="68592" y="1511"/>
                </a:lnTo>
                <a:lnTo>
                  <a:pt x="67056" y="1511"/>
                </a:lnTo>
                <a:lnTo>
                  <a:pt x="67056" y="0"/>
                </a:lnTo>
                <a:lnTo>
                  <a:pt x="65544" y="1511"/>
                </a:lnTo>
                <a:lnTo>
                  <a:pt x="64008" y="1511"/>
                </a:lnTo>
                <a:lnTo>
                  <a:pt x="64008" y="0"/>
                </a:lnTo>
                <a:lnTo>
                  <a:pt x="62496" y="1511"/>
                </a:lnTo>
                <a:lnTo>
                  <a:pt x="60960" y="1511"/>
                </a:lnTo>
                <a:lnTo>
                  <a:pt x="60960" y="0"/>
                </a:lnTo>
                <a:lnTo>
                  <a:pt x="59448" y="1511"/>
                </a:lnTo>
                <a:lnTo>
                  <a:pt x="57912" y="1511"/>
                </a:lnTo>
                <a:lnTo>
                  <a:pt x="57912" y="0"/>
                </a:lnTo>
                <a:lnTo>
                  <a:pt x="56400" y="1511"/>
                </a:lnTo>
                <a:lnTo>
                  <a:pt x="54864" y="1511"/>
                </a:lnTo>
                <a:lnTo>
                  <a:pt x="54864" y="0"/>
                </a:lnTo>
                <a:lnTo>
                  <a:pt x="53352" y="1511"/>
                </a:lnTo>
                <a:lnTo>
                  <a:pt x="51816" y="1511"/>
                </a:lnTo>
                <a:lnTo>
                  <a:pt x="51816" y="0"/>
                </a:lnTo>
                <a:lnTo>
                  <a:pt x="50304" y="1511"/>
                </a:lnTo>
                <a:lnTo>
                  <a:pt x="48768" y="1511"/>
                </a:lnTo>
                <a:lnTo>
                  <a:pt x="48768" y="0"/>
                </a:lnTo>
                <a:lnTo>
                  <a:pt x="47256" y="1511"/>
                </a:lnTo>
                <a:lnTo>
                  <a:pt x="45720" y="1511"/>
                </a:lnTo>
                <a:lnTo>
                  <a:pt x="45720" y="0"/>
                </a:lnTo>
                <a:lnTo>
                  <a:pt x="44208" y="1511"/>
                </a:lnTo>
                <a:lnTo>
                  <a:pt x="42672" y="1511"/>
                </a:lnTo>
                <a:lnTo>
                  <a:pt x="42672" y="0"/>
                </a:lnTo>
                <a:lnTo>
                  <a:pt x="41160" y="1511"/>
                </a:lnTo>
                <a:lnTo>
                  <a:pt x="39624" y="1511"/>
                </a:lnTo>
                <a:lnTo>
                  <a:pt x="39624" y="0"/>
                </a:lnTo>
                <a:lnTo>
                  <a:pt x="38112" y="1511"/>
                </a:lnTo>
                <a:lnTo>
                  <a:pt x="36576" y="1511"/>
                </a:lnTo>
                <a:lnTo>
                  <a:pt x="36576" y="0"/>
                </a:lnTo>
                <a:lnTo>
                  <a:pt x="35064" y="1511"/>
                </a:lnTo>
                <a:lnTo>
                  <a:pt x="33528" y="1511"/>
                </a:lnTo>
                <a:lnTo>
                  <a:pt x="33528" y="0"/>
                </a:lnTo>
                <a:lnTo>
                  <a:pt x="32016" y="1511"/>
                </a:lnTo>
                <a:lnTo>
                  <a:pt x="30480" y="1511"/>
                </a:lnTo>
                <a:lnTo>
                  <a:pt x="30480" y="0"/>
                </a:lnTo>
                <a:lnTo>
                  <a:pt x="28968" y="1511"/>
                </a:lnTo>
                <a:lnTo>
                  <a:pt x="27432" y="1511"/>
                </a:lnTo>
                <a:lnTo>
                  <a:pt x="27432" y="0"/>
                </a:lnTo>
                <a:lnTo>
                  <a:pt x="25920" y="1511"/>
                </a:lnTo>
                <a:lnTo>
                  <a:pt x="24384" y="1511"/>
                </a:lnTo>
                <a:lnTo>
                  <a:pt x="24384" y="0"/>
                </a:lnTo>
                <a:lnTo>
                  <a:pt x="22872" y="1511"/>
                </a:lnTo>
                <a:lnTo>
                  <a:pt x="21336" y="1511"/>
                </a:lnTo>
                <a:lnTo>
                  <a:pt x="21336" y="0"/>
                </a:lnTo>
                <a:lnTo>
                  <a:pt x="19824" y="1511"/>
                </a:lnTo>
                <a:lnTo>
                  <a:pt x="18288" y="1511"/>
                </a:lnTo>
                <a:lnTo>
                  <a:pt x="18288" y="0"/>
                </a:lnTo>
                <a:lnTo>
                  <a:pt x="16776" y="1511"/>
                </a:lnTo>
                <a:lnTo>
                  <a:pt x="15240" y="1511"/>
                </a:lnTo>
                <a:lnTo>
                  <a:pt x="15240" y="0"/>
                </a:lnTo>
                <a:lnTo>
                  <a:pt x="13728" y="1511"/>
                </a:lnTo>
                <a:lnTo>
                  <a:pt x="12192" y="1511"/>
                </a:lnTo>
                <a:lnTo>
                  <a:pt x="12192" y="0"/>
                </a:lnTo>
                <a:lnTo>
                  <a:pt x="10680" y="1511"/>
                </a:lnTo>
                <a:lnTo>
                  <a:pt x="9144" y="1511"/>
                </a:lnTo>
                <a:lnTo>
                  <a:pt x="9144" y="0"/>
                </a:lnTo>
                <a:lnTo>
                  <a:pt x="7632" y="1511"/>
                </a:lnTo>
                <a:lnTo>
                  <a:pt x="6096" y="1511"/>
                </a:lnTo>
                <a:lnTo>
                  <a:pt x="6096" y="0"/>
                </a:lnTo>
                <a:lnTo>
                  <a:pt x="4584" y="1511"/>
                </a:lnTo>
                <a:lnTo>
                  <a:pt x="3048" y="1511"/>
                </a:lnTo>
                <a:lnTo>
                  <a:pt x="3048" y="0"/>
                </a:lnTo>
                <a:lnTo>
                  <a:pt x="1536" y="1511"/>
                </a:lnTo>
                <a:lnTo>
                  <a:pt x="0" y="1511"/>
                </a:lnTo>
                <a:lnTo>
                  <a:pt x="0" y="3048"/>
                </a:lnTo>
                <a:lnTo>
                  <a:pt x="0" y="412991"/>
                </a:lnTo>
                <a:lnTo>
                  <a:pt x="1524" y="412991"/>
                </a:lnTo>
                <a:lnTo>
                  <a:pt x="3048" y="413004"/>
                </a:lnTo>
                <a:lnTo>
                  <a:pt x="4572" y="412991"/>
                </a:lnTo>
                <a:lnTo>
                  <a:pt x="6096" y="413004"/>
                </a:lnTo>
                <a:lnTo>
                  <a:pt x="7620" y="412991"/>
                </a:lnTo>
                <a:lnTo>
                  <a:pt x="9144" y="413004"/>
                </a:lnTo>
                <a:lnTo>
                  <a:pt x="10668" y="412991"/>
                </a:lnTo>
                <a:lnTo>
                  <a:pt x="12192" y="413004"/>
                </a:lnTo>
                <a:lnTo>
                  <a:pt x="13716" y="412991"/>
                </a:lnTo>
                <a:lnTo>
                  <a:pt x="15240" y="413004"/>
                </a:lnTo>
                <a:lnTo>
                  <a:pt x="16764" y="412991"/>
                </a:lnTo>
                <a:lnTo>
                  <a:pt x="18288" y="413004"/>
                </a:lnTo>
                <a:lnTo>
                  <a:pt x="19812" y="412991"/>
                </a:lnTo>
                <a:lnTo>
                  <a:pt x="21336" y="413004"/>
                </a:lnTo>
                <a:lnTo>
                  <a:pt x="22860" y="412991"/>
                </a:lnTo>
                <a:lnTo>
                  <a:pt x="24384" y="413004"/>
                </a:lnTo>
                <a:lnTo>
                  <a:pt x="25908" y="412991"/>
                </a:lnTo>
                <a:lnTo>
                  <a:pt x="27432" y="413004"/>
                </a:lnTo>
                <a:lnTo>
                  <a:pt x="28956" y="412991"/>
                </a:lnTo>
                <a:lnTo>
                  <a:pt x="30480" y="413004"/>
                </a:lnTo>
                <a:lnTo>
                  <a:pt x="32004" y="412991"/>
                </a:lnTo>
                <a:lnTo>
                  <a:pt x="33528" y="413004"/>
                </a:lnTo>
                <a:lnTo>
                  <a:pt x="35052" y="412991"/>
                </a:lnTo>
                <a:lnTo>
                  <a:pt x="36576" y="413004"/>
                </a:lnTo>
                <a:lnTo>
                  <a:pt x="38100" y="412991"/>
                </a:lnTo>
                <a:lnTo>
                  <a:pt x="39624" y="413004"/>
                </a:lnTo>
                <a:lnTo>
                  <a:pt x="41148" y="412991"/>
                </a:lnTo>
                <a:lnTo>
                  <a:pt x="42672" y="413004"/>
                </a:lnTo>
                <a:lnTo>
                  <a:pt x="44196" y="412991"/>
                </a:lnTo>
                <a:lnTo>
                  <a:pt x="45720" y="413004"/>
                </a:lnTo>
                <a:lnTo>
                  <a:pt x="47244" y="412991"/>
                </a:lnTo>
                <a:lnTo>
                  <a:pt x="48768" y="413004"/>
                </a:lnTo>
                <a:lnTo>
                  <a:pt x="50292" y="412991"/>
                </a:lnTo>
                <a:lnTo>
                  <a:pt x="51816" y="413004"/>
                </a:lnTo>
                <a:lnTo>
                  <a:pt x="53340" y="412991"/>
                </a:lnTo>
                <a:lnTo>
                  <a:pt x="54864" y="413004"/>
                </a:lnTo>
                <a:lnTo>
                  <a:pt x="56388" y="412991"/>
                </a:lnTo>
                <a:lnTo>
                  <a:pt x="57912" y="413004"/>
                </a:lnTo>
                <a:lnTo>
                  <a:pt x="59436" y="412991"/>
                </a:lnTo>
                <a:lnTo>
                  <a:pt x="60960" y="413004"/>
                </a:lnTo>
                <a:lnTo>
                  <a:pt x="62484" y="412991"/>
                </a:lnTo>
                <a:lnTo>
                  <a:pt x="64008" y="413004"/>
                </a:lnTo>
                <a:lnTo>
                  <a:pt x="65532" y="412991"/>
                </a:lnTo>
                <a:lnTo>
                  <a:pt x="67056" y="413004"/>
                </a:lnTo>
                <a:lnTo>
                  <a:pt x="68580" y="412991"/>
                </a:lnTo>
                <a:lnTo>
                  <a:pt x="70104" y="413004"/>
                </a:lnTo>
                <a:lnTo>
                  <a:pt x="71628" y="412991"/>
                </a:lnTo>
                <a:lnTo>
                  <a:pt x="73152" y="413004"/>
                </a:lnTo>
                <a:lnTo>
                  <a:pt x="74676" y="412991"/>
                </a:lnTo>
                <a:lnTo>
                  <a:pt x="76200" y="413004"/>
                </a:lnTo>
                <a:lnTo>
                  <a:pt x="77724" y="412991"/>
                </a:lnTo>
                <a:lnTo>
                  <a:pt x="79248" y="413004"/>
                </a:lnTo>
                <a:lnTo>
                  <a:pt x="80772" y="412991"/>
                </a:lnTo>
                <a:lnTo>
                  <a:pt x="82296" y="413004"/>
                </a:lnTo>
                <a:lnTo>
                  <a:pt x="83820" y="412991"/>
                </a:lnTo>
                <a:lnTo>
                  <a:pt x="85344" y="413004"/>
                </a:lnTo>
                <a:lnTo>
                  <a:pt x="86868" y="412991"/>
                </a:lnTo>
                <a:lnTo>
                  <a:pt x="88392" y="413004"/>
                </a:lnTo>
                <a:lnTo>
                  <a:pt x="89916" y="412991"/>
                </a:lnTo>
                <a:lnTo>
                  <a:pt x="91440" y="413004"/>
                </a:lnTo>
                <a:lnTo>
                  <a:pt x="92964" y="412991"/>
                </a:lnTo>
                <a:lnTo>
                  <a:pt x="94488" y="413004"/>
                </a:lnTo>
                <a:lnTo>
                  <a:pt x="96012" y="412991"/>
                </a:lnTo>
                <a:lnTo>
                  <a:pt x="97536" y="413004"/>
                </a:lnTo>
                <a:lnTo>
                  <a:pt x="99060" y="412991"/>
                </a:lnTo>
                <a:lnTo>
                  <a:pt x="100584" y="413004"/>
                </a:lnTo>
                <a:lnTo>
                  <a:pt x="102108" y="412991"/>
                </a:lnTo>
                <a:lnTo>
                  <a:pt x="103632" y="413004"/>
                </a:lnTo>
                <a:lnTo>
                  <a:pt x="105156" y="412991"/>
                </a:lnTo>
                <a:lnTo>
                  <a:pt x="106680" y="413004"/>
                </a:lnTo>
                <a:lnTo>
                  <a:pt x="108204" y="412991"/>
                </a:lnTo>
                <a:lnTo>
                  <a:pt x="109728" y="413004"/>
                </a:lnTo>
                <a:lnTo>
                  <a:pt x="111252" y="412991"/>
                </a:lnTo>
                <a:lnTo>
                  <a:pt x="112776" y="413004"/>
                </a:lnTo>
                <a:lnTo>
                  <a:pt x="114300" y="412991"/>
                </a:lnTo>
                <a:lnTo>
                  <a:pt x="115824" y="413004"/>
                </a:lnTo>
                <a:lnTo>
                  <a:pt x="117348" y="412991"/>
                </a:lnTo>
                <a:lnTo>
                  <a:pt x="118872" y="413004"/>
                </a:lnTo>
                <a:lnTo>
                  <a:pt x="120396" y="412991"/>
                </a:lnTo>
                <a:lnTo>
                  <a:pt x="121920" y="413004"/>
                </a:lnTo>
                <a:lnTo>
                  <a:pt x="123444" y="412991"/>
                </a:lnTo>
                <a:lnTo>
                  <a:pt x="124968" y="413004"/>
                </a:lnTo>
                <a:lnTo>
                  <a:pt x="126492" y="412991"/>
                </a:lnTo>
                <a:lnTo>
                  <a:pt x="128016" y="413004"/>
                </a:lnTo>
                <a:lnTo>
                  <a:pt x="129540" y="412991"/>
                </a:lnTo>
                <a:lnTo>
                  <a:pt x="131064" y="413004"/>
                </a:lnTo>
                <a:lnTo>
                  <a:pt x="132588" y="412991"/>
                </a:lnTo>
                <a:lnTo>
                  <a:pt x="134112" y="413004"/>
                </a:lnTo>
                <a:lnTo>
                  <a:pt x="135636" y="412991"/>
                </a:lnTo>
                <a:lnTo>
                  <a:pt x="137160" y="413004"/>
                </a:lnTo>
                <a:lnTo>
                  <a:pt x="138684" y="412991"/>
                </a:lnTo>
                <a:lnTo>
                  <a:pt x="140208" y="413004"/>
                </a:lnTo>
                <a:lnTo>
                  <a:pt x="141732" y="412991"/>
                </a:lnTo>
                <a:lnTo>
                  <a:pt x="143256" y="413004"/>
                </a:lnTo>
                <a:lnTo>
                  <a:pt x="144780" y="412991"/>
                </a:lnTo>
                <a:lnTo>
                  <a:pt x="146304" y="413004"/>
                </a:lnTo>
                <a:lnTo>
                  <a:pt x="147828" y="412991"/>
                </a:lnTo>
                <a:lnTo>
                  <a:pt x="149352" y="413004"/>
                </a:lnTo>
                <a:lnTo>
                  <a:pt x="150876" y="412991"/>
                </a:lnTo>
                <a:lnTo>
                  <a:pt x="152400" y="413004"/>
                </a:lnTo>
                <a:lnTo>
                  <a:pt x="153924" y="412991"/>
                </a:lnTo>
                <a:lnTo>
                  <a:pt x="155448" y="413004"/>
                </a:lnTo>
                <a:lnTo>
                  <a:pt x="156972" y="412991"/>
                </a:lnTo>
                <a:lnTo>
                  <a:pt x="158496" y="413004"/>
                </a:lnTo>
                <a:lnTo>
                  <a:pt x="160020" y="412991"/>
                </a:lnTo>
                <a:lnTo>
                  <a:pt x="161544" y="413004"/>
                </a:lnTo>
                <a:lnTo>
                  <a:pt x="163068" y="412991"/>
                </a:lnTo>
                <a:lnTo>
                  <a:pt x="164592" y="413004"/>
                </a:lnTo>
                <a:lnTo>
                  <a:pt x="166116" y="412991"/>
                </a:lnTo>
                <a:lnTo>
                  <a:pt x="167640" y="413004"/>
                </a:lnTo>
                <a:lnTo>
                  <a:pt x="169164" y="412991"/>
                </a:lnTo>
                <a:lnTo>
                  <a:pt x="170688" y="413004"/>
                </a:lnTo>
                <a:lnTo>
                  <a:pt x="172212" y="412991"/>
                </a:lnTo>
                <a:lnTo>
                  <a:pt x="173736" y="413004"/>
                </a:lnTo>
                <a:lnTo>
                  <a:pt x="175260" y="412991"/>
                </a:lnTo>
                <a:lnTo>
                  <a:pt x="176784" y="413004"/>
                </a:lnTo>
                <a:lnTo>
                  <a:pt x="178308" y="412991"/>
                </a:lnTo>
                <a:lnTo>
                  <a:pt x="179832" y="413004"/>
                </a:lnTo>
                <a:lnTo>
                  <a:pt x="181356" y="412991"/>
                </a:lnTo>
                <a:lnTo>
                  <a:pt x="182880" y="413004"/>
                </a:lnTo>
                <a:lnTo>
                  <a:pt x="184404" y="412991"/>
                </a:lnTo>
                <a:lnTo>
                  <a:pt x="185928" y="413004"/>
                </a:lnTo>
                <a:lnTo>
                  <a:pt x="187452" y="412991"/>
                </a:lnTo>
                <a:lnTo>
                  <a:pt x="188976" y="413004"/>
                </a:lnTo>
                <a:lnTo>
                  <a:pt x="190500" y="412991"/>
                </a:lnTo>
                <a:lnTo>
                  <a:pt x="192024" y="413004"/>
                </a:lnTo>
                <a:lnTo>
                  <a:pt x="193548" y="412991"/>
                </a:lnTo>
                <a:lnTo>
                  <a:pt x="195072" y="413004"/>
                </a:lnTo>
                <a:lnTo>
                  <a:pt x="196596" y="412991"/>
                </a:lnTo>
                <a:lnTo>
                  <a:pt x="198120" y="413004"/>
                </a:lnTo>
                <a:lnTo>
                  <a:pt x="199644" y="412991"/>
                </a:lnTo>
                <a:lnTo>
                  <a:pt x="201168" y="413004"/>
                </a:lnTo>
                <a:lnTo>
                  <a:pt x="202692" y="412991"/>
                </a:lnTo>
                <a:lnTo>
                  <a:pt x="204216" y="413004"/>
                </a:lnTo>
                <a:lnTo>
                  <a:pt x="205740" y="412991"/>
                </a:lnTo>
                <a:lnTo>
                  <a:pt x="207264" y="413004"/>
                </a:lnTo>
                <a:lnTo>
                  <a:pt x="208788" y="412991"/>
                </a:lnTo>
                <a:lnTo>
                  <a:pt x="210312" y="413004"/>
                </a:lnTo>
                <a:lnTo>
                  <a:pt x="211836" y="412991"/>
                </a:lnTo>
                <a:lnTo>
                  <a:pt x="213360" y="413004"/>
                </a:lnTo>
                <a:lnTo>
                  <a:pt x="214884" y="412991"/>
                </a:lnTo>
                <a:lnTo>
                  <a:pt x="216408" y="413004"/>
                </a:lnTo>
                <a:lnTo>
                  <a:pt x="217932" y="412991"/>
                </a:lnTo>
                <a:lnTo>
                  <a:pt x="219456" y="413004"/>
                </a:lnTo>
                <a:lnTo>
                  <a:pt x="220980" y="412991"/>
                </a:lnTo>
                <a:lnTo>
                  <a:pt x="222504" y="413004"/>
                </a:lnTo>
                <a:lnTo>
                  <a:pt x="224028" y="412991"/>
                </a:lnTo>
                <a:lnTo>
                  <a:pt x="225552" y="413004"/>
                </a:lnTo>
                <a:lnTo>
                  <a:pt x="227076" y="412991"/>
                </a:lnTo>
                <a:lnTo>
                  <a:pt x="228600" y="413004"/>
                </a:lnTo>
                <a:lnTo>
                  <a:pt x="230124" y="412991"/>
                </a:lnTo>
                <a:lnTo>
                  <a:pt x="231648" y="413004"/>
                </a:lnTo>
                <a:lnTo>
                  <a:pt x="233172" y="412991"/>
                </a:lnTo>
                <a:lnTo>
                  <a:pt x="234696" y="413004"/>
                </a:lnTo>
                <a:lnTo>
                  <a:pt x="236220" y="412991"/>
                </a:lnTo>
                <a:lnTo>
                  <a:pt x="237744" y="413004"/>
                </a:lnTo>
                <a:lnTo>
                  <a:pt x="239268" y="412991"/>
                </a:lnTo>
                <a:lnTo>
                  <a:pt x="240792" y="413004"/>
                </a:lnTo>
                <a:lnTo>
                  <a:pt x="242316" y="412991"/>
                </a:lnTo>
                <a:lnTo>
                  <a:pt x="243840" y="413004"/>
                </a:lnTo>
                <a:lnTo>
                  <a:pt x="245364" y="412991"/>
                </a:lnTo>
                <a:lnTo>
                  <a:pt x="246888" y="413004"/>
                </a:lnTo>
                <a:lnTo>
                  <a:pt x="248412" y="412991"/>
                </a:lnTo>
                <a:lnTo>
                  <a:pt x="249936" y="413004"/>
                </a:lnTo>
                <a:lnTo>
                  <a:pt x="251460" y="412991"/>
                </a:lnTo>
                <a:lnTo>
                  <a:pt x="252984" y="413004"/>
                </a:lnTo>
                <a:lnTo>
                  <a:pt x="254508" y="412991"/>
                </a:lnTo>
                <a:lnTo>
                  <a:pt x="256032" y="413004"/>
                </a:lnTo>
                <a:lnTo>
                  <a:pt x="257556" y="412991"/>
                </a:lnTo>
                <a:lnTo>
                  <a:pt x="259080" y="413004"/>
                </a:lnTo>
                <a:lnTo>
                  <a:pt x="260604" y="412991"/>
                </a:lnTo>
                <a:lnTo>
                  <a:pt x="262128" y="413004"/>
                </a:lnTo>
                <a:lnTo>
                  <a:pt x="263652" y="412991"/>
                </a:lnTo>
                <a:lnTo>
                  <a:pt x="265176" y="413004"/>
                </a:lnTo>
                <a:lnTo>
                  <a:pt x="266700" y="412991"/>
                </a:lnTo>
                <a:lnTo>
                  <a:pt x="268224" y="413004"/>
                </a:lnTo>
                <a:lnTo>
                  <a:pt x="269748" y="412991"/>
                </a:lnTo>
                <a:lnTo>
                  <a:pt x="271272" y="413004"/>
                </a:lnTo>
                <a:lnTo>
                  <a:pt x="272796" y="412991"/>
                </a:lnTo>
                <a:lnTo>
                  <a:pt x="274320" y="413004"/>
                </a:lnTo>
                <a:lnTo>
                  <a:pt x="275844" y="412991"/>
                </a:lnTo>
                <a:lnTo>
                  <a:pt x="277368" y="413004"/>
                </a:lnTo>
                <a:lnTo>
                  <a:pt x="278892" y="412991"/>
                </a:lnTo>
                <a:lnTo>
                  <a:pt x="280416" y="413004"/>
                </a:lnTo>
                <a:lnTo>
                  <a:pt x="281940" y="412991"/>
                </a:lnTo>
                <a:lnTo>
                  <a:pt x="283464" y="413004"/>
                </a:lnTo>
                <a:lnTo>
                  <a:pt x="284988" y="412991"/>
                </a:lnTo>
                <a:lnTo>
                  <a:pt x="286512" y="413004"/>
                </a:lnTo>
                <a:lnTo>
                  <a:pt x="288036" y="412991"/>
                </a:lnTo>
                <a:lnTo>
                  <a:pt x="289560" y="413004"/>
                </a:lnTo>
                <a:lnTo>
                  <a:pt x="291084" y="412991"/>
                </a:lnTo>
                <a:lnTo>
                  <a:pt x="292608" y="413004"/>
                </a:lnTo>
                <a:lnTo>
                  <a:pt x="294132" y="412991"/>
                </a:lnTo>
                <a:lnTo>
                  <a:pt x="295656" y="413004"/>
                </a:lnTo>
                <a:lnTo>
                  <a:pt x="297180" y="412991"/>
                </a:lnTo>
                <a:lnTo>
                  <a:pt x="298704" y="413004"/>
                </a:lnTo>
                <a:lnTo>
                  <a:pt x="300228" y="412991"/>
                </a:lnTo>
                <a:lnTo>
                  <a:pt x="301752" y="413004"/>
                </a:lnTo>
                <a:lnTo>
                  <a:pt x="303276" y="412991"/>
                </a:lnTo>
                <a:lnTo>
                  <a:pt x="304800" y="413004"/>
                </a:lnTo>
                <a:lnTo>
                  <a:pt x="306324" y="412991"/>
                </a:lnTo>
                <a:lnTo>
                  <a:pt x="307848" y="413004"/>
                </a:lnTo>
                <a:lnTo>
                  <a:pt x="309372" y="412991"/>
                </a:lnTo>
                <a:lnTo>
                  <a:pt x="310896" y="413004"/>
                </a:lnTo>
                <a:lnTo>
                  <a:pt x="312420" y="412991"/>
                </a:lnTo>
                <a:lnTo>
                  <a:pt x="313944" y="413004"/>
                </a:lnTo>
                <a:lnTo>
                  <a:pt x="315468" y="412991"/>
                </a:lnTo>
                <a:lnTo>
                  <a:pt x="316992" y="413004"/>
                </a:lnTo>
                <a:lnTo>
                  <a:pt x="318516" y="412991"/>
                </a:lnTo>
                <a:lnTo>
                  <a:pt x="320040" y="413004"/>
                </a:lnTo>
                <a:lnTo>
                  <a:pt x="321564" y="412991"/>
                </a:lnTo>
                <a:lnTo>
                  <a:pt x="323088" y="413004"/>
                </a:lnTo>
                <a:lnTo>
                  <a:pt x="324612" y="412991"/>
                </a:lnTo>
                <a:lnTo>
                  <a:pt x="326136" y="413004"/>
                </a:lnTo>
                <a:lnTo>
                  <a:pt x="327660" y="412991"/>
                </a:lnTo>
                <a:lnTo>
                  <a:pt x="329184" y="413004"/>
                </a:lnTo>
                <a:lnTo>
                  <a:pt x="330708" y="412991"/>
                </a:lnTo>
                <a:lnTo>
                  <a:pt x="332232" y="413004"/>
                </a:lnTo>
                <a:lnTo>
                  <a:pt x="333756" y="412991"/>
                </a:lnTo>
                <a:lnTo>
                  <a:pt x="335280" y="413004"/>
                </a:lnTo>
                <a:lnTo>
                  <a:pt x="336804" y="412991"/>
                </a:lnTo>
                <a:lnTo>
                  <a:pt x="338328" y="413004"/>
                </a:lnTo>
                <a:lnTo>
                  <a:pt x="339852" y="412991"/>
                </a:lnTo>
                <a:lnTo>
                  <a:pt x="341376" y="413004"/>
                </a:lnTo>
                <a:lnTo>
                  <a:pt x="342900" y="412991"/>
                </a:lnTo>
                <a:lnTo>
                  <a:pt x="344424" y="413004"/>
                </a:lnTo>
                <a:lnTo>
                  <a:pt x="345948" y="412991"/>
                </a:lnTo>
                <a:lnTo>
                  <a:pt x="347472" y="413004"/>
                </a:lnTo>
                <a:lnTo>
                  <a:pt x="348996" y="412991"/>
                </a:lnTo>
                <a:lnTo>
                  <a:pt x="350520" y="413004"/>
                </a:lnTo>
                <a:lnTo>
                  <a:pt x="352044" y="412991"/>
                </a:lnTo>
                <a:lnTo>
                  <a:pt x="353568" y="413004"/>
                </a:lnTo>
                <a:lnTo>
                  <a:pt x="355092" y="412991"/>
                </a:lnTo>
                <a:lnTo>
                  <a:pt x="356616" y="413004"/>
                </a:lnTo>
                <a:lnTo>
                  <a:pt x="358140" y="412991"/>
                </a:lnTo>
                <a:lnTo>
                  <a:pt x="359664" y="413004"/>
                </a:lnTo>
                <a:lnTo>
                  <a:pt x="361188" y="412991"/>
                </a:lnTo>
                <a:lnTo>
                  <a:pt x="362712" y="413004"/>
                </a:lnTo>
                <a:lnTo>
                  <a:pt x="364236" y="412991"/>
                </a:lnTo>
                <a:lnTo>
                  <a:pt x="365760" y="413004"/>
                </a:lnTo>
                <a:lnTo>
                  <a:pt x="367284" y="412991"/>
                </a:lnTo>
                <a:lnTo>
                  <a:pt x="368808" y="413004"/>
                </a:lnTo>
                <a:lnTo>
                  <a:pt x="370332" y="412991"/>
                </a:lnTo>
                <a:lnTo>
                  <a:pt x="371856" y="413004"/>
                </a:lnTo>
                <a:lnTo>
                  <a:pt x="373380" y="412991"/>
                </a:lnTo>
                <a:lnTo>
                  <a:pt x="374904" y="413004"/>
                </a:lnTo>
                <a:lnTo>
                  <a:pt x="376428" y="412991"/>
                </a:lnTo>
                <a:lnTo>
                  <a:pt x="377952" y="413004"/>
                </a:lnTo>
                <a:lnTo>
                  <a:pt x="379476" y="412991"/>
                </a:lnTo>
                <a:lnTo>
                  <a:pt x="381000" y="413004"/>
                </a:lnTo>
                <a:lnTo>
                  <a:pt x="382524" y="412991"/>
                </a:lnTo>
                <a:lnTo>
                  <a:pt x="384048" y="413004"/>
                </a:lnTo>
                <a:lnTo>
                  <a:pt x="385572" y="412991"/>
                </a:lnTo>
                <a:lnTo>
                  <a:pt x="387096" y="413004"/>
                </a:lnTo>
                <a:lnTo>
                  <a:pt x="388620" y="412991"/>
                </a:lnTo>
                <a:lnTo>
                  <a:pt x="390144" y="413004"/>
                </a:lnTo>
                <a:lnTo>
                  <a:pt x="391668" y="412991"/>
                </a:lnTo>
                <a:lnTo>
                  <a:pt x="393192" y="413004"/>
                </a:lnTo>
                <a:lnTo>
                  <a:pt x="394716" y="412991"/>
                </a:lnTo>
                <a:lnTo>
                  <a:pt x="396240" y="413004"/>
                </a:lnTo>
                <a:lnTo>
                  <a:pt x="397764" y="412991"/>
                </a:lnTo>
                <a:lnTo>
                  <a:pt x="399288" y="413004"/>
                </a:lnTo>
                <a:lnTo>
                  <a:pt x="400812" y="412991"/>
                </a:lnTo>
                <a:lnTo>
                  <a:pt x="402336" y="413004"/>
                </a:lnTo>
                <a:lnTo>
                  <a:pt x="403860" y="412991"/>
                </a:lnTo>
                <a:lnTo>
                  <a:pt x="405384" y="413004"/>
                </a:lnTo>
                <a:lnTo>
                  <a:pt x="406908" y="412991"/>
                </a:lnTo>
                <a:lnTo>
                  <a:pt x="408432" y="413004"/>
                </a:lnTo>
                <a:lnTo>
                  <a:pt x="409956" y="412991"/>
                </a:lnTo>
                <a:lnTo>
                  <a:pt x="411480" y="413004"/>
                </a:lnTo>
                <a:lnTo>
                  <a:pt x="413004" y="412991"/>
                </a:lnTo>
                <a:lnTo>
                  <a:pt x="414528" y="413004"/>
                </a:lnTo>
                <a:lnTo>
                  <a:pt x="416052" y="412991"/>
                </a:lnTo>
                <a:lnTo>
                  <a:pt x="417576" y="413004"/>
                </a:lnTo>
                <a:lnTo>
                  <a:pt x="419100" y="412991"/>
                </a:lnTo>
                <a:lnTo>
                  <a:pt x="420624" y="413004"/>
                </a:lnTo>
                <a:lnTo>
                  <a:pt x="422148" y="412991"/>
                </a:lnTo>
                <a:lnTo>
                  <a:pt x="423672" y="413004"/>
                </a:lnTo>
                <a:lnTo>
                  <a:pt x="425196" y="412991"/>
                </a:lnTo>
                <a:lnTo>
                  <a:pt x="426720" y="413004"/>
                </a:lnTo>
                <a:lnTo>
                  <a:pt x="428244" y="412991"/>
                </a:lnTo>
                <a:lnTo>
                  <a:pt x="429768" y="413004"/>
                </a:lnTo>
                <a:lnTo>
                  <a:pt x="431292" y="412991"/>
                </a:lnTo>
                <a:lnTo>
                  <a:pt x="432816" y="413004"/>
                </a:lnTo>
                <a:lnTo>
                  <a:pt x="434340" y="412991"/>
                </a:lnTo>
                <a:lnTo>
                  <a:pt x="435864" y="413004"/>
                </a:lnTo>
                <a:lnTo>
                  <a:pt x="437388" y="412991"/>
                </a:lnTo>
                <a:lnTo>
                  <a:pt x="438912" y="413004"/>
                </a:lnTo>
                <a:lnTo>
                  <a:pt x="440436" y="412991"/>
                </a:lnTo>
                <a:lnTo>
                  <a:pt x="441960" y="413004"/>
                </a:lnTo>
                <a:lnTo>
                  <a:pt x="443484" y="412991"/>
                </a:lnTo>
                <a:lnTo>
                  <a:pt x="445008" y="413004"/>
                </a:lnTo>
                <a:lnTo>
                  <a:pt x="446532" y="412991"/>
                </a:lnTo>
                <a:lnTo>
                  <a:pt x="448056" y="413004"/>
                </a:lnTo>
                <a:lnTo>
                  <a:pt x="449580" y="412991"/>
                </a:lnTo>
                <a:lnTo>
                  <a:pt x="451104" y="413004"/>
                </a:lnTo>
                <a:lnTo>
                  <a:pt x="452628" y="412991"/>
                </a:lnTo>
                <a:lnTo>
                  <a:pt x="454152" y="413004"/>
                </a:lnTo>
                <a:lnTo>
                  <a:pt x="455676" y="412991"/>
                </a:lnTo>
                <a:lnTo>
                  <a:pt x="457200" y="413004"/>
                </a:lnTo>
                <a:lnTo>
                  <a:pt x="458724" y="412991"/>
                </a:lnTo>
                <a:lnTo>
                  <a:pt x="460248" y="413004"/>
                </a:lnTo>
                <a:lnTo>
                  <a:pt x="461772" y="412991"/>
                </a:lnTo>
                <a:lnTo>
                  <a:pt x="463296" y="413004"/>
                </a:lnTo>
                <a:lnTo>
                  <a:pt x="464820" y="412991"/>
                </a:lnTo>
                <a:lnTo>
                  <a:pt x="466344" y="413004"/>
                </a:lnTo>
                <a:lnTo>
                  <a:pt x="467868" y="412991"/>
                </a:lnTo>
                <a:lnTo>
                  <a:pt x="469392" y="413004"/>
                </a:lnTo>
                <a:lnTo>
                  <a:pt x="470916" y="412991"/>
                </a:lnTo>
                <a:lnTo>
                  <a:pt x="472440" y="413004"/>
                </a:lnTo>
                <a:lnTo>
                  <a:pt x="473964" y="412991"/>
                </a:lnTo>
                <a:lnTo>
                  <a:pt x="475488" y="413004"/>
                </a:lnTo>
                <a:lnTo>
                  <a:pt x="477012" y="412991"/>
                </a:lnTo>
                <a:lnTo>
                  <a:pt x="478536" y="413004"/>
                </a:lnTo>
                <a:lnTo>
                  <a:pt x="480060" y="412991"/>
                </a:lnTo>
                <a:lnTo>
                  <a:pt x="481584" y="413004"/>
                </a:lnTo>
                <a:lnTo>
                  <a:pt x="483108" y="412991"/>
                </a:lnTo>
                <a:lnTo>
                  <a:pt x="484632" y="413004"/>
                </a:lnTo>
                <a:lnTo>
                  <a:pt x="486156" y="412991"/>
                </a:lnTo>
                <a:lnTo>
                  <a:pt x="487680" y="413004"/>
                </a:lnTo>
                <a:lnTo>
                  <a:pt x="489204" y="412991"/>
                </a:lnTo>
                <a:lnTo>
                  <a:pt x="490728" y="413004"/>
                </a:lnTo>
                <a:lnTo>
                  <a:pt x="492252" y="412991"/>
                </a:lnTo>
                <a:lnTo>
                  <a:pt x="493776" y="413004"/>
                </a:lnTo>
                <a:lnTo>
                  <a:pt x="495300" y="412991"/>
                </a:lnTo>
                <a:lnTo>
                  <a:pt x="496824" y="413004"/>
                </a:lnTo>
                <a:lnTo>
                  <a:pt x="498348" y="412991"/>
                </a:lnTo>
                <a:lnTo>
                  <a:pt x="499872" y="413004"/>
                </a:lnTo>
                <a:lnTo>
                  <a:pt x="501396" y="412991"/>
                </a:lnTo>
                <a:lnTo>
                  <a:pt x="502920" y="413004"/>
                </a:lnTo>
                <a:lnTo>
                  <a:pt x="504444" y="412991"/>
                </a:lnTo>
                <a:lnTo>
                  <a:pt x="505968" y="413004"/>
                </a:lnTo>
                <a:lnTo>
                  <a:pt x="507492" y="412991"/>
                </a:lnTo>
                <a:lnTo>
                  <a:pt x="509016" y="413004"/>
                </a:lnTo>
                <a:lnTo>
                  <a:pt x="510540" y="412991"/>
                </a:lnTo>
                <a:lnTo>
                  <a:pt x="512064" y="413004"/>
                </a:lnTo>
                <a:lnTo>
                  <a:pt x="513588" y="412991"/>
                </a:lnTo>
                <a:lnTo>
                  <a:pt x="515112" y="413004"/>
                </a:lnTo>
                <a:lnTo>
                  <a:pt x="516636" y="412991"/>
                </a:lnTo>
                <a:lnTo>
                  <a:pt x="518160" y="413004"/>
                </a:lnTo>
                <a:lnTo>
                  <a:pt x="519684" y="412991"/>
                </a:lnTo>
                <a:lnTo>
                  <a:pt x="521208" y="413004"/>
                </a:lnTo>
                <a:lnTo>
                  <a:pt x="522732" y="412991"/>
                </a:lnTo>
                <a:lnTo>
                  <a:pt x="524256" y="413004"/>
                </a:lnTo>
                <a:lnTo>
                  <a:pt x="525780" y="412991"/>
                </a:lnTo>
                <a:lnTo>
                  <a:pt x="527304" y="413004"/>
                </a:lnTo>
                <a:lnTo>
                  <a:pt x="528828" y="412991"/>
                </a:lnTo>
                <a:lnTo>
                  <a:pt x="530352" y="413004"/>
                </a:lnTo>
                <a:lnTo>
                  <a:pt x="531876" y="412991"/>
                </a:lnTo>
                <a:lnTo>
                  <a:pt x="533400" y="413004"/>
                </a:lnTo>
                <a:lnTo>
                  <a:pt x="534924" y="412991"/>
                </a:lnTo>
                <a:lnTo>
                  <a:pt x="536448" y="413004"/>
                </a:lnTo>
                <a:lnTo>
                  <a:pt x="537972" y="412991"/>
                </a:lnTo>
                <a:lnTo>
                  <a:pt x="539496" y="413004"/>
                </a:lnTo>
                <a:lnTo>
                  <a:pt x="541020" y="412991"/>
                </a:lnTo>
                <a:lnTo>
                  <a:pt x="542544" y="413004"/>
                </a:lnTo>
                <a:lnTo>
                  <a:pt x="544068" y="412991"/>
                </a:lnTo>
                <a:lnTo>
                  <a:pt x="545592" y="413004"/>
                </a:lnTo>
                <a:lnTo>
                  <a:pt x="547116" y="412991"/>
                </a:lnTo>
                <a:lnTo>
                  <a:pt x="548640" y="413004"/>
                </a:lnTo>
                <a:lnTo>
                  <a:pt x="550164" y="412991"/>
                </a:lnTo>
                <a:lnTo>
                  <a:pt x="551688" y="413004"/>
                </a:lnTo>
                <a:lnTo>
                  <a:pt x="553212" y="412991"/>
                </a:lnTo>
                <a:lnTo>
                  <a:pt x="554736" y="413004"/>
                </a:lnTo>
                <a:lnTo>
                  <a:pt x="556260" y="412991"/>
                </a:lnTo>
                <a:lnTo>
                  <a:pt x="557784" y="413004"/>
                </a:lnTo>
                <a:lnTo>
                  <a:pt x="559308" y="412991"/>
                </a:lnTo>
                <a:lnTo>
                  <a:pt x="560832" y="413004"/>
                </a:lnTo>
                <a:lnTo>
                  <a:pt x="562356" y="412991"/>
                </a:lnTo>
                <a:lnTo>
                  <a:pt x="563880" y="413004"/>
                </a:lnTo>
                <a:lnTo>
                  <a:pt x="565404" y="412991"/>
                </a:lnTo>
                <a:lnTo>
                  <a:pt x="566928" y="413004"/>
                </a:lnTo>
                <a:lnTo>
                  <a:pt x="568452" y="412991"/>
                </a:lnTo>
                <a:lnTo>
                  <a:pt x="569976" y="413004"/>
                </a:lnTo>
                <a:lnTo>
                  <a:pt x="571500" y="412991"/>
                </a:lnTo>
                <a:lnTo>
                  <a:pt x="573024" y="413004"/>
                </a:lnTo>
                <a:lnTo>
                  <a:pt x="574548" y="412991"/>
                </a:lnTo>
                <a:lnTo>
                  <a:pt x="576072" y="413004"/>
                </a:lnTo>
                <a:lnTo>
                  <a:pt x="577596" y="412991"/>
                </a:lnTo>
                <a:lnTo>
                  <a:pt x="579120" y="413004"/>
                </a:lnTo>
                <a:lnTo>
                  <a:pt x="580644" y="412991"/>
                </a:lnTo>
                <a:lnTo>
                  <a:pt x="582168" y="413004"/>
                </a:lnTo>
                <a:lnTo>
                  <a:pt x="583692" y="412991"/>
                </a:lnTo>
                <a:lnTo>
                  <a:pt x="585216" y="413004"/>
                </a:lnTo>
                <a:lnTo>
                  <a:pt x="586740" y="412991"/>
                </a:lnTo>
                <a:lnTo>
                  <a:pt x="588264" y="413004"/>
                </a:lnTo>
                <a:lnTo>
                  <a:pt x="589788" y="412991"/>
                </a:lnTo>
                <a:lnTo>
                  <a:pt x="591312" y="413004"/>
                </a:lnTo>
                <a:lnTo>
                  <a:pt x="592836" y="412991"/>
                </a:lnTo>
                <a:lnTo>
                  <a:pt x="594360" y="413004"/>
                </a:lnTo>
                <a:lnTo>
                  <a:pt x="595884" y="412991"/>
                </a:lnTo>
                <a:lnTo>
                  <a:pt x="597408" y="413004"/>
                </a:lnTo>
                <a:lnTo>
                  <a:pt x="598932" y="412991"/>
                </a:lnTo>
                <a:lnTo>
                  <a:pt x="600456" y="413004"/>
                </a:lnTo>
                <a:lnTo>
                  <a:pt x="601980" y="412991"/>
                </a:lnTo>
                <a:lnTo>
                  <a:pt x="603504" y="413004"/>
                </a:lnTo>
                <a:lnTo>
                  <a:pt x="605028" y="412991"/>
                </a:lnTo>
                <a:lnTo>
                  <a:pt x="606552" y="413004"/>
                </a:lnTo>
                <a:lnTo>
                  <a:pt x="608076" y="412991"/>
                </a:lnTo>
                <a:lnTo>
                  <a:pt x="609600" y="413004"/>
                </a:lnTo>
                <a:lnTo>
                  <a:pt x="611124" y="412991"/>
                </a:lnTo>
                <a:lnTo>
                  <a:pt x="612648" y="413004"/>
                </a:lnTo>
                <a:lnTo>
                  <a:pt x="614172" y="412991"/>
                </a:lnTo>
                <a:lnTo>
                  <a:pt x="615696" y="413004"/>
                </a:lnTo>
                <a:lnTo>
                  <a:pt x="617220" y="412991"/>
                </a:lnTo>
                <a:lnTo>
                  <a:pt x="618744" y="413004"/>
                </a:lnTo>
                <a:lnTo>
                  <a:pt x="620268" y="412991"/>
                </a:lnTo>
                <a:lnTo>
                  <a:pt x="621792" y="413004"/>
                </a:lnTo>
                <a:lnTo>
                  <a:pt x="623316" y="412991"/>
                </a:lnTo>
                <a:lnTo>
                  <a:pt x="624840" y="413004"/>
                </a:lnTo>
                <a:lnTo>
                  <a:pt x="626364" y="412991"/>
                </a:lnTo>
                <a:lnTo>
                  <a:pt x="627888" y="413004"/>
                </a:lnTo>
                <a:lnTo>
                  <a:pt x="629412" y="412991"/>
                </a:lnTo>
                <a:lnTo>
                  <a:pt x="630936" y="413004"/>
                </a:lnTo>
                <a:lnTo>
                  <a:pt x="632460" y="412991"/>
                </a:lnTo>
                <a:lnTo>
                  <a:pt x="633984" y="413004"/>
                </a:lnTo>
                <a:lnTo>
                  <a:pt x="635508" y="412991"/>
                </a:lnTo>
                <a:lnTo>
                  <a:pt x="637032" y="413004"/>
                </a:lnTo>
                <a:lnTo>
                  <a:pt x="638556" y="412991"/>
                </a:lnTo>
                <a:lnTo>
                  <a:pt x="640080" y="413004"/>
                </a:lnTo>
                <a:lnTo>
                  <a:pt x="641604" y="412991"/>
                </a:lnTo>
                <a:lnTo>
                  <a:pt x="643128" y="413004"/>
                </a:lnTo>
                <a:lnTo>
                  <a:pt x="644652" y="412991"/>
                </a:lnTo>
                <a:lnTo>
                  <a:pt x="646176" y="413004"/>
                </a:lnTo>
                <a:lnTo>
                  <a:pt x="647700" y="412991"/>
                </a:lnTo>
                <a:lnTo>
                  <a:pt x="649224" y="413004"/>
                </a:lnTo>
                <a:lnTo>
                  <a:pt x="650748" y="412991"/>
                </a:lnTo>
                <a:lnTo>
                  <a:pt x="652272" y="413004"/>
                </a:lnTo>
                <a:lnTo>
                  <a:pt x="653796" y="412991"/>
                </a:lnTo>
                <a:lnTo>
                  <a:pt x="655320" y="413004"/>
                </a:lnTo>
                <a:lnTo>
                  <a:pt x="656844" y="412991"/>
                </a:lnTo>
                <a:lnTo>
                  <a:pt x="658368" y="413004"/>
                </a:lnTo>
                <a:lnTo>
                  <a:pt x="659892" y="412991"/>
                </a:lnTo>
                <a:lnTo>
                  <a:pt x="661416" y="413004"/>
                </a:lnTo>
                <a:lnTo>
                  <a:pt x="662940" y="412991"/>
                </a:lnTo>
                <a:lnTo>
                  <a:pt x="664464" y="413004"/>
                </a:lnTo>
                <a:lnTo>
                  <a:pt x="665988" y="412991"/>
                </a:lnTo>
                <a:lnTo>
                  <a:pt x="667512" y="413004"/>
                </a:lnTo>
                <a:lnTo>
                  <a:pt x="669036" y="412991"/>
                </a:lnTo>
                <a:lnTo>
                  <a:pt x="670560" y="413004"/>
                </a:lnTo>
                <a:lnTo>
                  <a:pt x="672084" y="412991"/>
                </a:lnTo>
                <a:lnTo>
                  <a:pt x="673608" y="413004"/>
                </a:lnTo>
                <a:lnTo>
                  <a:pt x="675132" y="412991"/>
                </a:lnTo>
                <a:lnTo>
                  <a:pt x="676656" y="413004"/>
                </a:lnTo>
                <a:lnTo>
                  <a:pt x="678180" y="412991"/>
                </a:lnTo>
                <a:lnTo>
                  <a:pt x="679704" y="413004"/>
                </a:lnTo>
                <a:lnTo>
                  <a:pt x="681228" y="412991"/>
                </a:lnTo>
                <a:lnTo>
                  <a:pt x="682752" y="413004"/>
                </a:lnTo>
                <a:lnTo>
                  <a:pt x="684276" y="412991"/>
                </a:lnTo>
                <a:lnTo>
                  <a:pt x="685800" y="413004"/>
                </a:lnTo>
                <a:lnTo>
                  <a:pt x="687324" y="412991"/>
                </a:lnTo>
                <a:lnTo>
                  <a:pt x="688848" y="413004"/>
                </a:lnTo>
                <a:lnTo>
                  <a:pt x="690372" y="412991"/>
                </a:lnTo>
                <a:lnTo>
                  <a:pt x="691896" y="413004"/>
                </a:lnTo>
                <a:lnTo>
                  <a:pt x="693420" y="412991"/>
                </a:lnTo>
                <a:lnTo>
                  <a:pt x="694944" y="413004"/>
                </a:lnTo>
                <a:lnTo>
                  <a:pt x="696468" y="412991"/>
                </a:lnTo>
                <a:lnTo>
                  <a:pt x="697992" y="413004"/>
                </a:lnTo>
                <a:lnTo>
                  <a:pt x="699516" y="412991"/>
                </a:lnTo>
                <a:lnTo>
                  <a:pt x="701040" y="413004"/>
                </a:lnTo>
                <a:lnTo>
                  <a:pt x="702551" y="412991"/>
                </a:lnTo>
                <a:lnTo>
                  <a:pt x="702564" y="411480"/>
                </a:lnTo>
                <a:lnTo>
                  <a:pt x="702564" y="15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1295400" y="5617464"/>
            <a:ext cx="702945" cy="41148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430"/>
              </a:spcBef>
            </a:pPr>
            <a:r>
              <a:rPr sz="1800" i="1" spc="-65" dirty="0">
                <a:latin typeface="Arial"/>
                <a:cs typeface="Arial"/>
              </a:rPr>
              <a:t>Code</a:t>
            </a:r>
            <a:endParaRPr sz="18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6966204" y="1860804"/>
            <a:ext cx="1900555" cy="730250"/>
          </a:xfrm>
          <a:prstGeom prst="rect">
            <a:avLst/>
          </a:prstGeom>
          <a:solidFill>
            <a:srgbClr val="A52F0F"/>
          </a:solidFill>
        </p:spPr>
        <p:txBody>
          <a:bodyPr vert="horz" wrap="square" lIns="0" tIns="77470" rIns="0" bIns="0" rtlCol="0">
            <a:spAutoFit/>
          </a:bodyPr>
          <a:lstStyle/>
          <a:p>
            <a:pPr marL="523875" marR="83185" indent="-434340">
              <a:lnSpc>
                <a:spcPct val="100000"/>
              </a:lnSpc>
              <a:spcBef>
                <a:spcPts val="610"/>
              </a:spcBef>
            </a:pPr>
            <a:r>
              <a:rPr sz="1800" b="1" dirty="0">
                <a:latin typeface="Comic Sans MS"/>
                <a:cs typeface="Comic Sans MS"/>
              </a:rPr>
              <a:t>(0)</a:t>
            </a:r>
            <a:r>
              <a:rPr sz="1800" b="1" spc="-95" dirty="0">
                <a:latin typeface="Comic Sans MS"/>
                <a:cs typeface="Comic Sans MS"/>
              </a:rPr>
              <a:t> </a:t>
            </a:r>
            <a:r>
              <a:rPr sz="1800" b="1" dirty="0">
                <a:latin typeface="Comic Sans MS"/>
                <a:cs typeface="Comic Sans MS"/>
              </a:rPr>
              <a:t>requirement  </a:t>
            </a:r>
            <a:r>
              <a:rPr sz="1800" b="1" spc="-5" dirty="0">
                <a:latin typeface="Comic Sans MS"/>
                <a:cs typeface="Comic Sans MS"/>
              </a:rPr>
              <a:t>analysis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1245108" y="4451603"/>
            <a:ext cx="1213485" cy="730250"/>
          </a:xfrm>
          <a:custGeom>
            <a:avLst/>
            <a:gdLst/>
            <a:ahLst/>
            <a:cxnLst/>
            <a:rect l="l" t="t" r="r" b="b"/>
            <a:pathLst>
              <a:path w="1213485" h="730250">
                <a:moveTo>
                  <a:pt x="1213104" y="729996"/>
                </a:moveTo>
                <a:lnTo>
                  <a:pt x="0" y="729996"/>
                </a:lnTo>
                <a:lnTo>
                  <a:pt x="0" y="0"/>
                </a:lnTo>
                <a:lnTo>
                  <a:pt x="1213104" y="0"/>
                </a:lnTo>
                <a:lnTo>
                  <a:pt x="1213104" y="729996"/>
                </a:lnTo>
                <a:close/>
              </a:path>
            </a:pathLst>
          </a:custGeom>
          <a:solidFill>
            <a:srgbClr val="A52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1245108" y="4451603"/>
            <a:ext cx="1213485" cy="73025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89865" marR="85090" indent="-99060">
              <a:lnSpc>
                <a:spcPct val="100000"/>
              </a:lnSpc>
              <a:spcBef>
                <a:spcPts val="610"/>
              </a:spcBef>
            </a:pPr>
            <a:r>
              <a:rPr sz="1800" b="1" dirty="0">
                <a:latin typeface="Comic Sans MS"/>
                <a:cs typeface="Comic Sans MS"/>
              </a:rPr>
              <a:t>(1)</a:t>
            </a:r>
            <a:r>
              <a:rPr sz="1800" b="1" spc="-80" dirty="0">
                <a:latin typeface="Comic Sans MS"/>
                <a:cs typeface="Comic Sans MS"/>
              </a:rPr>
              <a:t> </a:t>
            </a:r>
            <a:r>
              <a:rPr sz="1800" b="1" spc="-5" dirty="0">
                <a:latin typeface="Comic Sans MS"/>
                <a:cs typeface="Comic Sans MS"/>
              </a:rPr>
              <a:t>model  capture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304544" y="2775204"/>
            <a:ext cx="1446530" cy="730250"/>
          </a:xfrm>
          <a:prstGeom prst="rect">
            <a:avLst/>
          </a:prstGeom>
          <a:solidFill>
            <a:srgbClr val="A52F0F"/>
          </a:solidFill>
        </p:spPr>
        <p:txBody>
          <a:bodyPr vert="horz" wrap="square" lIns="0" tIns="77470" rIns="0" bIns="0" rtlCol="0">
            <a:spAutoFit/>
          </a:bodyPr>
          <a:lstStyle/>
          <a:p>
            <a:pPr marL="207010" marR="83820" indent="-116205">
              <a:lnSpc>
                <a:spcPct val="100000"/>
              </a:lnSpc>
              <a:spcBef>
                <a:spcPts val="610"/>
              </a:spcBef>
            </a:pPr>
            <a:r>
              <a:rPr sz="1800" b="1" dirty="0">
                <a:latin typeface="Comic Sans MS"/>
                <a:cs typeface="Comic Sans MS"/>
              </a:rPr>
              <a:t>(2)</a:t>
            </a:r>
            <a:r>
              <a:rPr sz="1800" b="1" spc="-75" dirty="0">
                <a:latin typeface="Comic Sans MS"/>
                <a:cs typeface="Comic Sans MS"/>
              </a:rPr>
              <a:t> </a:t>
            </a:r>
            <a:r>
              <a:rPr sz="1800" b="1" spc="-5" dirty="0">
                <a:latin typeface="Comic Sans MS"/>
                <a:cs typeface="Comic Sans MS"/>
              </a:rPr>
              <a:t>problem  detection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470647" y="2927604"/>
            <a:ext cx="1445260" cy="730250"/>
          </a:xfrm>
          <a:prstGeom prst="rect">
            <a:avLst/>
          </a:prstGeom>
          <a:solidFill>
            <a:srgbClr val="A52F0F"/>
          </a:solidFill>
        </p:spPr>
        <p:txBody>
          <a:bodyPr vert="horz" wrap="square" lIns="0" tIns="77470" rIns="0" bIns="0" rtlCol="0">
            <a:spAutoFit/>
          </a:bodyPr>
          <a:lstStyle/>
          <a:p>
            <a:pPr marL="188595" marR="83820" indent="-99695">
              <a:lnSpc>
                <a:spcPct val="100000"/>
              </a:lnSpc>
              <a:spcBef>
                <a:spcPts val="610"/>
              </a:spcBef>
            </a:pPr>
            <a:r>
              <a:rPr sz="1800" b="1" dirty="0">
                <a:latin typeface="Comic Sans MS"/>
                <a:cs typeface="Comic Sans MS"/>
              </a:rPr>
              <a:t>(3)</a:t>
            </a:r>
            <a:r>
              <a:rPr sz="1800" b="1" spc="-75" dirty="0">
                <a:latin typeface="Comic Sans MS"/>
                <a:cs typeface="Comic Sans MS"/>
              </a:rPr>
              <a:t> </a:t>
            </a:r>
            <a:r>
              <a:rPr sz="1800" b="1" spc="-5" dirty="0">
                <a:latin typeface="Comic Sans MS"/>
                <a:cs typeface="Comic Sans MS"/>
              </a:rPr>
              <a:t>problem  resolution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2333244" y="4495800"/>
            <a:ext cx="4549140" cy="2080260"/>
            <a:chOff x="2333244" y="4495800"/>
            <a:chExt cx="4549140" cy="2080260"/>
          </a:xfrm>
        </p:grpSpPr>
        <p:sp>
          <p:nvSpPr>
            <p:cNvPr id="66" name="object 66"/>
            <p:cNvSpPr/>
            <p:nvPr/>
          </p:nvSpPr>
          <p:spPr>
            <a:xfrm>
              <a:off x="2333231" y="4495799"/>
              <a:ext cx="4549775" cy="1620520"/>
            </a:xfrm>
            <a:custGeom>
              <a:avLst/>
              <a:gdLst/>
              <a:ahLst/>
              <a:cxnLst/>
              <a:rect l="l" t="t" r="r" b="b"/>
              <a:pathLst>
                <a:path w="4549775" h="1620520">
                  <a:moveTo>
                    <a:pt x="323100" y="211836"/>
                  </a:moveTo>
                  <a:lnTo>
                    <a:pt x="311912" y="108204"/>
                  </a:lnTo>
                  <a:lnTo>
                    <a:pt x="311251" y="102108"/>
                  </a:lnTo>
                  <a:lnTo>
                    <a:pt x="300240" y="0"/>
                  </a:lnTo>
                  <a:lnTo>
                    <a:pt x="260807" y="37122"/>
                  </a:lnTo>
                  <a:lnTo>
                    <a:pt x="260807" y="108546"/>
                  </a:lnTo>
                  <a:lnTo>
                    <a:pt x="260223" y="108343"/>
                  </a:lnTo>
                  <a:lnTo>
                    <a:pt x="260616" y="108204"/>
                  </a:lnTo>
                  <a:lnTo>
                    <a:pt x="260807" y="108546"/>
                  </a:lnTo>
                  <a:lnTo>
                    <a:pt x="260807" y="37122"/>
                  </a:lnTo>
                  <a:lnTo>
                    <a:pt x="144792" y="146304"/>
                  </a:lnTo>
                  <a:lnTo>
                    <a:pt x="237210" y="115912"/>
                  </a:lnTo>
                  <a:lnTo>
                    <a:pt x="0" y="755904"/>
                  </a:lnTo>
                  <a:lnTo>
                    <a:pt x="36588" y="769620"/>
                  </a:lnTo>
                  <a:lnTo>
                    <a:pt x="272415" y="127800"/>
                  </a:lnTo>
                  <a:lnTo>
                    <a:pt x="323100" y="211836"/>
                  </a:lnTo>
                  <a:close/>
                </a:path>
                <a:path w="4549775" h="1620520">
                  <a:moveTo>
                    <a:pt x="4549152" y="1524000"/>
                  </a:moveTo>
                  <a:lnTo>
                    <a:pt x="4512272" y="1505712"/>
                  </a:lnTo>
                  <a:lnTo>
                    <a:pt x="4358652" y="1429512"/>
                  </a:lnTo>
                  <a:lnTo>
                    <a:pt x="4420095" y="1505712"/>
                  </a:lnTo>
                  <a:lnTo>
                    <a:pt x="961656" y="1505712"/>
                  </a:lnTo>
                  <a:lnTo>
                    <a:pt x="961656" y="1543824"/>
                  </a:lnTo>
                  <a:lnTo>
                    <a:pt x="4419117" y="1543824"/>
                  </a:lnTo>
                  <a:lnTo>
                    <a:pt x="4358652" y="1620024"/>
                  </a:lnTo>
                  <a:lnTo>
                    <a:pt x="4509833" y="1543824"/>
                  </a:lnTo>
                  <a:lnTo>
                    <a:pt x="4549152" y="1524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3518916" y="6164580"/>
              <a:ext cx="3214370" cy="411480"/>
            </a:xfrm>
            <a:custGeom>
              <a:avLst/>
              <a:gdLst/>
              <a:ahLst/>
              <a:cxnLst/>
              <a:rect l="l" t="t" r="r" b="b"/>
              <a:pathLst>
                <a:path w="3214370" h="411479">
                  <a:moveTo>
                    <a:pt x="3214116" y="411479"/>
                  </a:moveTo>
                  <a:lnTo>
                    <a:pt x="0" y="411479"/>
                  </a:lnTo>
                  <a:lnTo>
                    <a:pt x="0" y="0"/>
                  </a:lnTo>
                  <a:lnTo>
                    <a:pt x="3214116" y="0"/>
                  </a:lnTo>
                  <a:lnTo>
                    <a:pt x="3214116" y="411479"/>
                  </a:lnTo>
                  <a:close/>
                </a:path>
              </a:pathLst>
            </a:custGeom>
            <a:solidFill>
              <a:srgbClr val="A52F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3597674" y="6208262"/>
            <a:ext cx="3057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omic Sans MS"/>
                <a:cs typeface="Comic Sans MS"/>
              </a:rPr>
              <a:t>(4) </a:t>
            </a:r>
            <a:r>
              <a:rPr sz="1800" b="1" spc="-5" dirty="0">
                <a:latin typeface="Comic Sans MS"/>
                <a:cs typeface="Comic Sans MS"/>
              </a:rPr>
              <a:t>program</a:t>
            </a:r>
            <a:r>
              <a:rPr sz="1800" b="1" spc="-55" dirty="0">
                <a:latin typeface="Comic Sans MS"/>
                <a:cs typeface="Comic Sans MS"/>
              </a:rPr>
              <a:t> </a:t>
            </a:r>
            <a:r>
              <a:rPr sz="1800" b="1" spc="-5" dirty="0">
                <a:latin typeface="Comic Sans MS"/>
                <a:cs typeface="Comic Sans MS"/>
              </a:rPr>
              <a:t>transformation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3147060" y="1938020"/>
            <a:ext cx="1240790" cy="850900"/>
            <a:chOff x="3147060" y="1938020"/>
            <a:chExt cx="1240790" cy="850900"/>
          </a:xfrm>
        </p:grpSpPr>
        <p:sp>
          <p:nvSpPr>
            <p:cNvPr id="70" name="object 70"/>
            <p:cNvSpPr/>
            <p:nvPr/>
          </p:nvSpPr>
          <p:spPr>
            <a:xfrm>
              <a:off x="3147060" y="1938020"/>
              <a:ext cx="1127760" cy="85090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4277868" y="2634996"/>
              <a:ext cx="109727" cy="124967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930396" y="1981200"/>
              <a:ext cx="120395" cy="146303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3" name="object 73"/>
          <p:cNvGrpSpPr/>
          <p:nvPr/>
        </p:nvGrpSpPr>
        <p:grpSpPr>
          <a:xfrm>
            <a:off x="3188207" y="2270251"/>
            <a:ext cx="1240790" cy="530860"/>
            <a:chOff x="3188207" y="2270251"/>
            <a:chExt cx="1240790" cy="530860"/>
          </a:xfrm>
        </p:grpSpPr>
        <p:sp>
          <p:nvSpPr>
            <p:cNvPr id="74" name="object 74"/>
            <p:cNvSpPr/>
            <p:nvPr/>
          </p:nvSpPr>
          <p:spPr>
            <a:xfrm>
              <a:off x="3742943" y="2270251"/>
              <a:ext cx="685800" cy="53086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3188207" y="2517647"/>
              <a:ext cx="82295" cy="17373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462" y="1105963"/>
            <a:ext cx="36195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Gothic Uralic"/>
                <a:cs typeface="Gothic Uralic"/>
              </a:rPr>
              <a:t>Setting</a:t>
            </a:r>
            <a:r>
              <a:rPr b="1" spc="-55" dirty="0">
                <a:latin typeface="Gothic Uralic"/>
                <a:cs typeface="Gothic Uralic"/>
              </a:rPr>
              <a:t> </a:t>
            </a:r>
            <a:r>
              <a:rPr b="1" spc="-5" dirty="0">
                <a:latin typeface="Gothic Uralic"/>
                <a:cs typeface="Gothic Uralic"/>
              </a:rPr>
              <a:t>Direction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89" y="1712976"/>
            <a:ext cx="4910455" cy="3934460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35"/>
              </a:spcBef>
              <a:buClr>
                <a:srgbClr val="A52F0F"/>
              </a:buClr>
              <a:buFont typeface="Georgia"/>
              <a:buChar char=""/>
              <a:tabLst>
                <a:tab pos="354965" algn="l"/>
                <a:tab pos="355600" algn="l"/>
              </a:tabLst>
            </a:pPr>
            <a:r>
              <a:rPr sz="1800" i="1" dirty="0">
                <a:solidFill>
                  <a:srgbClr val="7E010C"/>
                </a:solidFill>
                <a:latin typeface="TeX Gyre Adventor"/>
                <a:cs typeface="TeX Gyre Adventor"/>
              </a:rPr>
              <a:t>Conflicting</a:t>
            </a:r>
            <a:r>
              <a:rPr sz="1800" i="1" spc="-45" dirty="0">
                <a:solidFill>
                  <a:srgbClr val="7E010C"/>
                </a:solidFill>
                <a:latin typeface="TeX Gyre Adventor"/>
                <a:cs typeface="TeX Gyre Adventor"/>
              </a:rPr>
              <a:t> </a:t>
            </a:r>
            <a:r>
              <a:rPr sz="1800" i="1" dirty="0">
                <a:solidFill>
                  <a:srgbClr val="7E010C"/>
                </a:solidFill>
                <a:latin typeface="TeX Gyre Adventor"/>
                <a:cs typeface="TeX Gyre Adventor"/>
              </a:rPr>
              <a:t>interests</a:t>
            </a:r>
            <a:endParaRPr sz="1800">
              <a:latin typeface="TeX Gyre Adventor"/>
              <a:cs typeface="TeX Gyre Adventor"/>
            </a:endParaRPr>
          </a:p>
          <a:p>
            <a:pPr marL="756285" lvl="1" indent="-287655">
              <a:lnSpc>
                <a:spcPct val="100000"/>
              </a:lnSpc>
              <a:spcBef>
                <a:spcPts val="1005"/>
              </a:spcBef>
              <a:buClr>
                <a:srgbClr val="A52F0F"/>
              </a:buClr>
              <a:buFont typeface="Georgia"/>
              <a:buChar char=""/>
              <a:tabLst>
                <a:tab pos="756920" algn="l"/>
              </a:tabLst>
            </a:pPr>
            <a:r>
              <a:rPr sz="1600" spc="5" dirty="0">
                <a:solidFill>
                  <a:srgbClr val="3F3F3F"/>
                </a:solidFill>
                <a:latin typeface="Verdana"/>
                <a:cs typeface="Verdana"/>
              </a:rPr>
              <a:t>technical, </a:t>
            </a:r>
            <a:r>
              <a:rPr sz="1600" spc="-10" dirty="0">
                <a:solidFill>
                  <a:srgbClr val="3F3F3F"/>
                </a:solidFill>
                <a:latin typeface="Verdana"/>
                <a:cs typeface="Verdana"/>
              </a:rPr>
              <a:t>ergonomic, </a:t>
            </a:r>
            <a:r>
              <a:rPr sz="1600" spc="25" dirty="0">
                <a:solidFill>
                  <a:srgbClr val="3F3F3F"/>
                </a:solidFill>
                <a:latin typeface="Verdana"/>
                <a:cs typeface="Verdana"/>
              </a:rPr>
              <a:t>economic,</a:t>
            </a:r>
            <a:r>
              <a:rPr sz="1600" spc="-3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3F3F3F"/>
                </a:solidFill>
                <a:latin typeface="Verdana"/>
                <a:cs typeface="Verdana"/>
              </a:rPr>
              <a:t>political</a:t>
            </a:r>
            <a:endParaRPr sz="16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985"/>
              </a:spcBef>
              <a:buClr>
                <a:srgbClr val="A52F0F"/>
              </a:buClr>
              <a:buFont typeface="Georgia"/>
              <a:buChar char=""/>
              <a:tabLst>
                <a:tab pos="354965" algn="l"/>
                <a:tab pos="355600" algn="l"/>
              </a:tabLst>
            </a:pPr>
            <a:r>
              <a:rPr sz="1800" spc="15" dirty="0">
                <a:solidFill>
                  <a:srgbClr val="3F3F3F"/>
                </a:solidFill>
                <a:latin typeface="Verdana"/>
                <a:cs typeface="Verdana"/>
              </a:rPr>
              <a:t>Presence/absence </a:t>
            </a:r>
            <a:r>
              <a:rPr sz="1800" i="1" spc="-5" dirty="0">
                <a:solidFill>
                  <a:srgbClr val="7E010C"/>
                </a:solidFill>
                <a:latin typeface="TeX Gyre Adventor"/>
                <a:cs typeface="TeX Gyre Adventor"/>
              </a:rPr>
              <a:t>original</a:t>
            </a:r>
            <a:r>
              <a:rPr sz="1800" i="1" spc="-105" dirty="0">
                <a:solidFill>
                  <a:srgbClr val="7E010C"/>
                </a:solidFill>
                <a:latin typeface="TeX Gyre Adventor"/>
                <a:cs typeface="TeX Gyre Adventor"/>
              </a:rPr>
              <a:t> </a:t>
            </a:r>
            <a:r>
              <a:rPr sz="1800" i="1" spc="-10" dirty="0">
                <a:solidFill>
                  <a:srgbClr val="7E010C"/>
                </a:solidFill>
                <a:latin typeface="TeX Gyre Adventor"/>
                <a:cs typeface="TeX Gyre Adventor"/>
              </a:rPr>
              <a:t>developers</a:t>
            </a:r>
            <a:endParaRPr sz="1800">
              <a:latin typeface="TeX Gyre Adventor"/>
              <a:cs typeface="TeX Gyre Adventor"/>
            </a:endParaRPr>
          </a:p>
          <a:p>
            <a:pPr marL="355600" indent="-342900">
              <a:lnSpc>
                <a:spcPct val="100000"/>
              </a:lnSpc>
              <a:spcBef>
                <a:spcPts val="1010"/>
              </a:spcBef>
              <a:buClr>
                <a:srgbClr val="A52F0F"/>
              </a:buClr>
              <a:buFont typeface="Georgia"/>
              <a:buChar char=""/>
              <a:tabLst>
                <a:tab pos="354965" algn="l"/>
                <a:tab pos="355600" algn="l"/>
              </a:tabLst>
            </a:pPr>
            <a:r>
              <a:rPr sz="1800" i="1" spc="-5" dirty="0">
                <a:solidFill>
                  <a:srgbClr val="7E010C"/>
                </a:solidFill>
                <a:latin typeface="TeX Gyre Adventor"/>
                <a:cs typeface="TeX Gyre Adventor"/>
              </a:rPr>
              <a:t>Legacy</a:t>
            </a:r>
            <a:r>
              <a:rPr sz="1800" i="1" spc="5" dirty="0">
                <a:solidFill>
                  <a:srgbClr val="7E010C"/>
                </a:solidFill>
                <a:latin typeface="TeX Gyre Adventor"/>
                <a:cs typeface="TeX Gyre Adventor"/>
              </a:rPr>
              <a:t> </a:t>
            </a:r>
            <a:r>
              <a:rPr sz="1800" i="1" dirty="0">
                <a:solidFill>
                  <a:srgbClr val="7E010C"/>
                </a:solidFill>
                <a:latin typeface="TeX Gyre Adventor"/>
                <a:cs typeface="TeX Gyre Adventor"/>
              </a:rPr>
              <a:t>architecture</a:t>
            </a:r>
            <a:endParaRPr sz="1800">
              <a:latin typeface="TeX Gyre Adventor"/>
              <a:cs typeface="TeX Gyre Adventor"/>
            </a:endParaRPr>
          </a:p>
          <a:p>
            <a:pPr marL="756285" lvl="1" indent="-287655">
              <a:lnSpc>
                <a:spcPct val="100000"/>
              </a:lnSpc>
              <a:spcBef>
                <a:spcPts val="1005"/>
              </a:spcBef>
              <a:buClr>
                <a:srgbClr val="A52F0F"/>
              </a:buClr>
              <a:buFont typeface="Georgia"/>
              <a:buChar char=""/>
              <a:tabLst>
                <a:tab pos="756920" algn="l"/>
              </a:tabLst>
            </a:pPr>
            <a:r>
              <a:rPr sz="1600" spc="-25" dirty="0">
                <a:solidFill>
                  <a:srgbClr val="3F3F3F"/>
                </a:solidFill>
                <a:latin typeface="Verdana"/>
                <a:cs typeface="Verdana"/>
              </a:rPr>
              <a:t>not </a:t>
            </a:r>
            <a:r>
              <a:rPr sz="1600" spc="-20" dirty="0">
                <a:solidFill>
                  <a:srgbClr val="3F3F3F"/>
                </a:solidFill>
                <a:latin typeface="Verdana"/>
                <a:cs typeface="Verdana"/>
              </a:rPr>
              <a:t>the</a:t>
            </a:r>
            <a:r>
              <a:rPr sz="1600" spc="-21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35" dirty="0">
                <a:solidFill>
                  <a:srgbClr val="3F3F3F"/>
                </a:solidFill>
                <a:latin typeface="Verdana"/>
                <a:cs typeface="Verdana"/>
              </a:rPr>
              <a:t>best</a:t>
            </a:r>
            <a:endParaRPr sz="16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buClr>
                <a:srgbClr val="A52F0F"/>
              </a:buClr>
              <a:buFont typeface="Georgia"/>
              <a:buChar char=""/>
            </a:pPr>
            <a:endParaRPr sz="19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1605"/>
              </a:spcBef>
              <a:buClr>
                <a:srgbClr val="A52F0F"/>
              </a:buClr>
              <a:buFont typeface="Georgia"/>
              <a:buChar char=""/>
              <a:tabLst>
                <a:tab pos="354965" algn="l"/>
                <a:tab pos="355600" algn="l"/>
              </a:tabLst>
            </a:pPr>
            <a:r>
              <a:rPr sz="1800" i="1" dirty="0">
                <a:solidFill>
                  <a:srgbClr val="7E010C"/>
                </a:solidFill>
                <a:latin typeface="TeX Gyre Adventor"/>
                <a:cs typeface="TeX Gyre Adventor"/>
              </a:rPr>
              <a:t>Which </a:t>
            </a:r>
            <a:r>
              <a:rPr sz="1800" i="1" spc="-5" dirty="0">
                <a:solidFill>
                  <a:srgbClr val="7E010C"/>
                </a:solidFill>
                <a:latin typeface="TeX Gyre Adventor"/>
                <a:cs typeface="TeX Gyre Adventor"/>
              </a:rPr>
              <a:t>problems </a:t>
            </a: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to</a:t>
            </a:r>
            <a:r>
              <a:rPr sz="18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20" dirty="0">
                <a:solidFill>
                  <a:srgbClr val="3F3F3F"/>
                </a:solidFill>
                <a:latin typeface="Verdana"/>
                <a:cs typeface="Verdana"/>
              </a:rPr>
              <a:t>tackle?</a:t>
            </a:r>
            <a:endParaRPr sz="1800">
              <a:latin typeface="Verdana"/>
              <a:cs typeface="Verdana"/>
            </a:endParaRPr>
          </a:p>
          <a:p>
            <a:pPr marL="756285" lvl="1" indent="-287655">
              <a:lnSpc>
                <a:spcPct val="100000"/>
              </a:lnSpc>
              <a:spcBef>
                <a:spcPts val="1005"/>
              </a:spcBef>
              <a:buClr>
                <a:srgbClr val="A52F0F"/>
              </a:buClr>
              <a:buFont typeface="Georgia"/>
              <a:buChar char=""/>
              <a:tabLst>
                <a:tab pos="756920" algn="l"/>
              </a:tabLst>
            </a:pPr>
            <a:r>
              <a:rPr sz="1600" spc="-85" dirty="0">
                <a:solidFill>
                  <a:srgbClr val="3F3F3F"/>
                </a:solidFill>
                <a:latin typeface="Verdana"/>
                <a:cs typeface="Verdana"/>
              </a:rPr>
              <a:t>Interesting </a:t>
            </a:r>
            <a:r>
              <a:rPr sz="1600" spc="-135" dirty="0">
                <a:solidFill>
                  <a:srgbClr val="3F3F3F"/>
                </a:solidFill>
                <a:latin typeface="Verdana"/>
                <a:cs typeface="Verdana"/>
              </a:rPr>
              <a:t>vs. </a:t>
            </a:r>
            <a:r>
              <a:rPr sz="1600" spc="-40" dirty="0">
                <a:solidFill>
                  <a:srgbClr val="3F3F3F"/>
                </a:solidFill>
                <a:latin typeface="Verdana"/>
                <a:cs typeface="Verdana"/>
              </a:rPr>
              <a:t>important</a:t>
            </a:r>
            <a:r>
              <a:rPr sz="16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rgbClr val="3F3F3F"/>
                </a:solidFill>
                <a:latin typeface="Verdana"/>
                <a:cs typeface="Verdana"/>
              </a:rPr>
              <a:t>problems?</a:t>
            </a:r>
            <a:endParaRPr sz="16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buClr>
                <a:srgbClr val="A52F0F"/>
              </a:buClr>
              <a:buFont typeface="Georgia"/>
              <a:buChar char=""/>
            </a:pPr>
            <a:endParaRPr sz="19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Clr>
                <a:srgbClr val="A52F0F"/>
              </a:buClr>
              <a:buFont typeface="Georgia"/>
              <a:buChar char=""/>
            </a:pPr>
            <a:endParaRPr sz="15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lr>
                <a:srgbClr val="A52F0F"/>
              </a:buClr>
              <a:buFont typeface="Georgia"/>
              <a:buChar char=""/>
              <a:tabLst>
                <a:tab pos="354965" algn="l"/>
                <a:tab pos="355600" algn="l"/>
              </a:tabLst>
            </a:pPr>
            <a:r>
              <a:rPr sz="1800" spc="-55" dirty="0">
                <a:solidFill>
                  <a:srgbClr val="3F3F3F"/>
                </a:solidFill>
                <a:latin typeface="Verdana"/>
                <a:cs typeface="Verdana"/>
              </a:rPr>
              <a:t>Wrap, </a:t>
            </a:r>
            <a:r>
              <a:rPr sz="1800" spc="-15" dirty="0">
                <a:solidFill>
                  <a:srgbClr val="3F3F3F"/>
                </a:solidFill>
                <a:latin typeface="Verdana"/>
                <a:cs typeface="Verdana"/>
              </a:rPr>
              <a:t>refactor </a:t>
            </a:r>
            <a:r>
              <a:rPr sz="1800" spc="-70" dirty="0">
                <a:solidFill>
                  <a:srgbClr val="3F3F3F"/>
                </a:solidFill>
                <a:latin typeface="Verdana"/>
                <a:cs typeface="Verdana"/>
              </a:rPr>
              <a:t>or</a:t>
            </a:r>
            <a:r>
              <a:rPr sz="1800" spc="-3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3F3F3F"/>
                </a:solidFill>
                <a:latin typeface="Verdana"/>
                <a:cs typeface="Verdana"/>
              </a:rPr>
              <a:t>rewrite?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76727" y="1592580"/>
            <a:ext cx="794385" cy="922019"/>
          </a:xfrm>
          <a:custGeom>
            <a:avLst/>
            <a:gdLst/>
            <a:ahLst/>
            <a:cxnLst/>
            <a:rect l="l" t="t" r="r" b="b"/>
            <a:pathLst>
              <a:path w="794385" h="922019">
                <a:moveTo>
                  <a:pt x="54864" y="847344"/>
                </a:moveTo>
                <a:lnTo>
                  <a:pt x="47026" y="838853"/>
                </a:lnTo>
                <a:lnTo>
                  <a:pt x="59436" y="772668"/>
                </a:lnTo>
                <a:lnTo>
                  <a:pt x="65532" y="736092"/>
                </a:lnTo>
                <a:lnTo>
                  <a:pt x="74676" y="699516"/>
                </a:lnTo>
                <a:lnTo>
                  <a:pt x="82296" y="664464"/>
                </a:lnTo>
                <a:lnTo>
                  <a:pt x="92964" y="627888"/>
                </a:lnTo>
                <a:lnTo>
                  <a:pt x="115824" y="559308"/>
                </a:lnTo>
                <a:lnTo>
                  <a:pt x="144780" y="492252"/>
                </a:lnTo>
                <a:lnTo>
                  <a:pt x="179832" y="428244"/>
                </a:lnTo>
                <a:lnTo>
                  <a:pt x="222504" y="367284"/>
                </a:lnTo>
                <a:lnTo>
                  <a:pt x="274320" y="312420"/>
                </a:lnTo>
                <a:lnTo>
                  <a:pt x="303276" y="284988"/>
                </a:lnTo>
                <a:lnTo>
                  <a:pt x="333756" y="260604"/>
                </a:lnTo>
                <a:lnTo>
                  <a:pt x="365760" y="236220"/>
                </a:lnTo>
                <a:lnTo>
                  <a:pt x="399288" y="211836"/>
                </a:lnTo>
                <a:lnTo>
                  <a:pt x="469392" y="166116"/>
                </a:lnTo>
                <a:lnTo>
                  <a:pt x="507492" y="143256"/>
                </a:lnTo>
                <a:lnTo>
                  <a:pt x="583692" y="100584"/>
                </a:lnTo>
                <a:lnTo>
                  <a:pt x="704088" y="39624"/>
                </a:lnTo>
                <a:lnTo>
                  <a:pt x="784860" y="0"/>
                </a:lnTo>
                <a:lnTo>
                  <a:pt x="794004" y="16764"/>
                </a:lnTo>
                <a:lnTo>
                  <a:pt x="711708" y="56388"/>
                </a:lnTo>
                <a:lnTo>
                  <a:pt x="632460" y="97536"/>
                </a:lnTo>
                <a:lnTo>
                  <a:pt x="592836" y="118872"/>
                </a:lnTo>
                <a:lnTo>
                  <a:pt x="554736" y="138684"/>
                </a:lnTo>
                <a:lnTo>
                  <a:pt x="516636" y="160020"/>
                </a:lnTo>
                <a:lnTo>
                  <a:pt x="480060" y="182880"/>
                </a:lnTo>
                <a:lnTo>
                  <a:pt x="443484" y="204216"/>
                </a:lnTo>
                <a:lnTo>
                  <a:pt x="409956" y="227076"/>
                </a:lnTo>
                <a:lnTo>
                  <a:pt x="376428" y="251460"/>
                </a:lnTo>
                <a:lnTo>
                  <a:pt x="344424" y="275844"/>
                </a:lnTo>
                <a:lnTo>
                  <a:pt x="286512" y="326136"/>
                </a:lnTo>
                <a:lnTo>
                  <a:pt x="237744" y="381000"/>
                </a:lnTo>
                <a:lnTo>
                  <a:pt x="214884" y="408432"/>
                </a:lnTo>
                <a:lnTo>
                  <a:pt x="176784" y="469392"/>
                </a:lnTo>
                <a:lnTo>
                  <a:pt x="146304" y="533400"/>
                </a:lnTo>
                <a:lnTo>
                  <a:pt x="121920" y="598932"/>
                </a:lnTo>
                <a:lnTo>
                  <a:pt x="100584" y="669036"/>
                </a:lnTo>
                <a:lnTo>
                  <a:pt x="77724" y="777240"/>
                </a:lnTo>
                <a:lnTo>
                  <a:pt x="65417" y="841505"/>
                </a:lnTo>
                <a:lnTo>
                  <a:pt x="54864" y="847344"/>
                </a:lnTo>
                <a:close/>
              </a:path>
              <a:path w="794385" h="922019">
                <a:moveTo>
                  <a:pt x="42672" y="922020"/>
                </a:moveTo>
                <a:lnTo>
                  <a:pt x="0" y="787908"/>
                </a:lnTo>
                <a:lnTo>
                  <a:pt x="47026" y="838853"/>
                </a:lnTo>
                <a:lnTo>
                  <a:pt x="45720" y="845820"/>
                </a:lnTo>
                <a:lnTo>
                  <a:pt x="64008" y="848868"/>
                </a:lnTo>
                <a:lnTo>
                  <a:pt x="96316" y="848868"/>
                </a:lnTo>
                <a:lnTo>
                  <a:pt x="42672" y="922020"/>
                </a:lnTo>
                <a:close/>
              </a:path>
              <a:path w="794385" h="922019">
                <a:moveTo>
                  <a:pt x="96316" y="848868"/>
                </a:moveTo>
                <a:lnTo>
                  <a:pt x="64008" y="848868"/>
                </a:lnTo>
                <a:lnTo>
                  <a:pt x="65417" y="841505"/>
                </a:lnTo>
                <a:lnTo>
                  <a:pt x="126492" y="807720"/>
                </a:lnTo>
                <a:lnTo>
                  <a:pt x="96316" y="848868"/>
                </a:lnTo>
                <a:close/>
              </a:path>
              <a:path w="794385" h="922019">
                <a:moveTo>
                  <a:pt x="54864" y="847344"/>
                </a:moveTo>
                <a:lnTo>
                  <a:pt x="45720" y="845820"/>
                </a:lnTo>
                <a:lnTo>
                  <a:pt x="47026" y="838853"/>
                </a:lnTo>
                <a:lnTo>
                  <a:pt x="54864" y="847344"/>
                </a:lnTo>
                <a:close/>
              </a:path>
              <a:path w="794385" h="922019">
                <a:moveTo>
                  <a:pt x="64008" y="848868"/>
                </a:moveTo>
                <a:lnTo>
                  <a:pt x="54864" y="847344"/>
                </a:lnTo>
                <a:lnTo>
                  <a:pt x="65417" y="841505"/>
                </a:lnTo>
                <a:lnTo>
                  <a:pt x="64008" y="848868"/>
                </a:lnTo>
                <a:close/>
              </a:path>
            </a:pathLst>
          </a:custGeom>
          <a:solidFill>
            <a:srgbClr val="1D05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19841" y="919825"/>
            <a:ext cx="4711700" cy="112331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060450" algn="ctr">
              <a:lnSpc>
                <a:spcPct val="100000"/>
              </a:lnSpc>
              <a:spcBef>
                <a:spcPts val="1540"/>
              </a:spcBef>
            </a:pPr>
            <a:r>
              <a:rPr spc="-150" dirty="0"/>
              <a:t>Setting</a:t>
            </a:r>
            <a:r>
              <a:rPr spc="-350" dirty="0"/>
              <a:t> </a:t>
            </a:r>
            <a:r>
              <a:rPr spc="-65" dirty="0"/>
              <a:t>Direction</a:t>
            </a: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800" i="1" spc="120" dirty="0">
                <a:solidFill>
                  <a:srgbClr val="7E010C"/>
                </a:solidFill>
                <a:latin typeface="Arial"/>
                <a:cs typeface="Arial"/>
              </a:rPr>
              <a:t>Set</a:t>
            </a:r>
            <a:r>
              <a:rPr sz="1800" i="1" spc="30" dirty="0">
                <a:solidFill>
                  <a:srgbClr val="7E010C"/>
                </a:solidFill>
                <a:latin typeface="Arial"/>
                <a:cs typeface="Arial"/>
              </a:rPr>
              <a:t> </a:t>
            </a:r>
            <a:r>
              <a:rPr sz="1800" i="1" spc="80" dirty="0">
                <a:solidFill>
                  <a:srgbClr val="7E010C"/>
                </a:solidFill>
                <a:latin typeface="Arial"/>
                <a:cs typeface="Arial"/>
              </a:rPr>
              <a:t>direction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61910" y="3754614"/>
            <a:ext cx="110045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3335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1D057E"/>
                </a:solidFill>
                <a:latin typeface="Comic Sans MS"/>
                <a:cs typeface="Comic Sans MS"/>
              </a:rPr>
              <a:t>Appoint </a:t>
            </a:r>
            <a:r>
              <a:rPr sz="1800" b="1" dirty="0">
                <a:solidFill>
                  <a:srgbClr val="1D057E"/>
                </a:solidFill>
                <a:latin typeface="Comic Sans MS"/>
                <a:cs typeface="Comic Sans MS"/>
              </a:rPr>
              <a:t>a  </a:t>
            </a:r>
            <a:r>
              <a:rPr sz="1800" b="1" spc="-10" dirty="0">
                <a:solidFill>
                  <a:srgbClr val="1D057E"/>
                </a:solidFill>
                <a:latin typeface="Comic Sans MS"/>
                <a:cs typeface="Comic Sans MS"/>
              </a:rPr>
              <a:t>N</a:t>
            </a:r>
            <a:r>
              <a:rPr sz="1800" b="1" spc="5" dirty="0">
                <a:solidFill>
                  <a:srgbClr val="1D057E"/>
                </a:solidFill>
                <a:latin typeface="Comic Sans MS"/>
                <a:cs typeface="Comic Sans MS"/>
              </a:rPr>
              <a:t>a</a:t>
            </a:r>
            <a:r>
              <a:rPr sz="1800" b="1" spc="-15" dirty="0">
                <a:solidFill>
                  <a:srgbClr val="1D057E"/>
                </a:solidFill>
                <a:latin typeface="Comic Sans MS"/>
                <a:cs typeface="Comic Sans MS"/>
              </a:rPr>
              <a:t>v</a:t>
            </a:r>
            <a:r>
              <a:rPr sz="1800" b="1" spc="-5" dirty="0">
                <a:solidFill>
                  <a:srgbClr val="1D057E"/>
                </a:solidFill>
                <a:latin typeface="Comic Sans MS"/>
                <a:cs typeface="Comic Sans MS"/>
              </a:rPr>
              <a:t>i</a:t>
            </a:r>
            <a:r>
              <a:rPr sz="1800" b="1" spc="15" dirty="0">
                <a:solidFill>
                  <a:srgbClr val="1D057E"/>
                </a:solidFill>
                <a:latin typeface="Comic Sans MS"/>
                <a:cs typeface="Comic Sans MS"/>
              </a:rPr>
              <a:t>g</a:t>
            </a:r>
            <a:r>
              <a:rPr sz="1800" b="1" spc="-15" dirty="0">
                <a:solidFill>
                  <a:srgbClr val="1D057E"/>
                </a:solidFill>
                <a:latin typeface="Comic Sans MS"/>
                <a:cs typeface="Comic Sans MS"/>
              </a:rPr>
              <a:t>a</a:t>
            </a:r>
            <a:r>
              <a:rPr sz="1800" b="1" spc="-5" dirty="0">
                <a:solidFill>
                  <a:srgbClr val="1D057E"/>
                </a:solidFill>
                <a:latin typeface="Comic Sans MS"/>
                <a:cs typeface="Comic Sans MS"/>
              </a:rPr>
              <a:t>t</a:t>
            </a:r>
            <a:r>
              <a:rPr sz="1800" b="1" spc="5" dirty="0">
                <a:solidFill>
                  <a:srgbClr val="1D057E"/>
                </a:solidFill>
                <a:latin typeface="Comic Sans MS"/>
                <a:cs typeface="Comic Sans MS"/>
              </a:rPr>
              <a:t>o</a:t>
            </a:r>
            <a:r>
              <a:rPr sz="1800" b="1" dirty="0">
                <a:solidFill>
                  <a:srgbClr val="1D057E"/>
                </a:solidFill>
                <a:latin typeface="Comic Sans MS"/>
                <a:cs typeface="Comic Sans MS"/>
              </a:rPr>
              <a:t>r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23473" y="3739433"/>
            <a:ext cx="14795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135" marR="5080" indent="-52069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1D057E"/>
                </a:solidFill>
                <a:latin typeface="Comic Sans MS"/>
                <a:cs typeface="Comic Sans MS"/>
              </a:rPr>
              <a:t>Speak to</a:t>
            </a:r>
            <a:r>
              <a:rPr sz="1800" b="1" spc="-65" dirty="0">
                <a:solidFill>
                  <a:srgbClr val="1D057E"/>
                </a:solidFill>
                <a:latin typeface="Comic Sans MS"/>
                <a:cs typeface="Comic Sans MS"/>
              </a:rPr>
              <a:t> </a:t>
            </a:r>
            <a:r>
              <a:rPr sz="1800" b="1" spc="-5" dirty="0">
                <a:solidFill>
                  <a:srgbClr val="1D057E"/>
                </a:solidFill>
                <a:latin typeface="Comic Sans MS"/>
                <a:cs typeface="Comic Sans MS"/>
              </a:rPr>
              <a:t>the  Round</a:t>
            </a:r>
            <a:r>
              <a:rPr sz="1800" b="1" spc="-50" dirty="0">
                <a:solidFill>
                  <a:srgbClr val="1D057E"/>
                </a:solidFill>
                <a:latin typeface="Comic Sans MS"/>
                <a:cs typeface="Comic Sans MS"/>
              </a:rPr>
              <a:t> </a:t>
            </a:r>
            <a:r>
              <a:rPr sz="1800" b="1" spc="-10" dirty="0">
                <a:solidFill>
                  <a:srgbClr val="1D057E"/>
                </a:solidFill>
                <a:latin typeface="Comic Sans MS"/>
                <a:cs typeface="Comic Sans MS"/>
              </a:rPr>
              <a:t>Table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947672" y="2932176"/>
            <a:ext cx="609600" cy="771525"/>
          </a:xfrm>
          <a:custGeom>
            <a:avLst/>
            <a:gdLst/>
            <a:ahLst/>
            <a:cxnLst/>
            <a:rect l="l" t="t" r="r" b="b"/>
            <a:pathLst>
              <a:path w="609600" h="771525">
                <a:moveTo>
                  <a:pt x="54864" y="694944"/>
                </a:moveTo>
                <a:lnTo>
                  <a:pt x="46870" y="686284"/>
                </a:lnTo>
                <a:lnTo>
                  <a:pt x="53340" y="646176"/>
                </a:lnTo>
                <a:lnTo>
                  <a:pt x="57912" y="615696"/>
                </a:lnTo>
                <a:lnTo>
                  <a:pt x="64008" y="585216"/>
                </a:lnTo>
                <a:lnTo>
                  <a:pt x="71628" y="554736"/>
                </a:lnTo>
                <a:lnTo>
                  <a:pt x="79248" y="525780"/>
                </a:lnTo>
                <a:lnTo>
                  <a:pt x="86868" y="495300"/>
                </a:lnTo>
                <a:lnTo>
                  <a:pt x="106680" y="438912"/>
                </a:lnTo>
                <a:lnTo>
                  <a:pt x="129540" y="384048"/>
                </a:lnTo>
                <a:lnTo>
                  <a:pt x="160020" y="332232"/>
                </a:lnTo>
                <a:lnTo>
                  <a:pt x="195072" y="283464"/>
                </a:lnTo>
                <a:lnTo>
                  <a:pt x="237744" y="239268"/>
                </a:lnTo>
                <a:lnTo>
                  <a:pt x="284988" y="196596"/>
                </a:lnTo>
                <a:lnTo>
                  <a:pt x="336804" y="156972"/>
                </a:lnTo>
                <a:lnTo>
                  <a:pt x="391668" y="120396"/>
                </a:lnTo>
                <a:lnTo>
                  <a:pt x="449580" y="85344"/>
                </a:lnTo>
                <a:lnTo>
                  <a:pt x="478536" y="67056"/>
                </a:lnTo>
                <a:lnTo>
                  <a:pt x="600456" y="0"/>
                </a:lnTo>
                <a:lnTo>
                  <a:pt x="609600" y="16764"/>
                </a:lnTo>
                <a:lnTo>
                  <a:pt x="548640" y="50292"/>
                </a:lnTo>
                <a:lnTo>
                  <a:pt x="489204" y="83820"/>
                </a:lnTo>
                <a:lnTo>
                  <a:pt x="458724" y="102108"/>
                </a:lnTo>
                <a:lnTo>
                  <a:pt x="429768" y="118872"/>
                </a:lnTo>
                <a:lnTo>
                  <a:pt x="402336" y="137160"/>
                </a:lnTo>
                <a:lnTo>
                  <a:pt x="373380" y="153924"/>
                </a:lnTo>
                <a:lnTo>
                  <a:pt x="347472" y="173736"/>
                </a:lnTo>
                <a:lnTo>
                  <a:pt x="321564" y="192024"/>
                </a:lnTo>
                <a:lnTo>
                  <a:pt x="272796" y="231648"/>
                </a:lnTo>
                <a:lnTo>
                  <a:pt x="228600" y="274320"/>
                </a:lnTo>
                <a:lnTo>
                  <a:pt x="192024" y="320040"/>
                </a:lnTo>
                <a:lnTo>
                  <a:pt x="160020" y="367284"/>
                </a:lnTo>
                <a:lnTo>
                  <a:pt x="134112" y="419100"/>
                </a:lnTo>
                <a:lnTo>
                  <a:pt x="105156" y="501396"/>
                </a:lnTo>
                <a:lnTo>
                  <a:pt x="89916" y="559308"/>
                </a:lnTo>
                <a:lnTo>
                  <a:pt x="71628" y="649224"/>
                </a:lnTo>
                <a:lnTo>
                  <a:pt x="65235" y="688856"/>
                </a:lnTo>
                <a:lnTo>
                  <a:pt x="54864" y="694944"/>
                </a:lnTo>
                <a:close/>
              </a:path>
              <a:path w="609600" h="771525">
                <a:moveTo>
                  <a:pt x="44196" y="771144"/>
                </a:moveTo>
                <a:lnTo>
                  <a:pt x="0" y="635508"/>
                </a:lnTo>
                <a:lnTo>
                  <a:pt x="46870" y="686284"/>
                </a:lnTo>
                <a:lnTo>
                  <a:pt x="45720" y="693420"/>
                </a:lnTo>
                <a:lnTo>
                  <a:pt x="64008" y="696468"/>
                </a:lnTo>
                <a:lnTo>
                  <a:pt x="95596" y="696468"/>
                </a:lnTo>
                <a:lnTo>
                  <a:pt x="44196" y="771144"/>
                </a:lnTo>
                <a:close/>
              </a:path>
              <a:path w="609600" h="771525">
                <a:moveTo>
                  <a:pt x="95596" y="696468"/>
                </a:moveTo>
                <a:lnTo>
                  <a:pt x="64008" y="696468"/>
                </a:lnTo>
                <a:lnTo>
                  <a:pt x="65235" y="688856"/>
                </a:lnTo>
                <a:lnTo>
                  <a:pt x="124968" y="653796"/>
                </a:lnTo>
                <a:lnTo>
                  <a:pt x="95596" y="696468"/>
                </a:lnTo>
                <a:close/>
              </a:path>
              <a:path w="609600" h="771525">
                <a:moveTo>
                  <a:pt x="54864" y="694944"/>
                </a:moveTo>
                <a:lnTo>
                  <a:pt x="45720" y="693420"/>
                </a:lnTo>
                <a:lnTo>
                  <a:pt x="46870" y="686284"/>
                </a:lnTo>
                <a:lnTo>
                  <a:pt x="54864" y="694944"/>
                </a:lnTo>
                <a:close/>
              </a:path>
              <a:path w="609600" h="771525">
                <a:moveTo>
                  <a:pt x="64008" y="696468"/>
                </a:moveTo>
                <a:lnTo>
                  <a:pt x="54864" y="694944"/>
                </a:lnTo>
                <a:lnTo>
                  <a:pt x="65235" y="688856"/>
                </a:lnTo>
                <a:lnTo>
                  <a:pt x="64008" y="696468"/>
                </a:lnTo>
                <a:close/>
              </a:path>
            </a:pathLst>
          </a:custGeom>
          <a:solidFill>
            <a:srgbClr val="1D05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71800" y="2932176"/>
            <a:ext cx="611505" cy="771525"/>
          </a:xfrm>
          <a:custGeom>
            <a:avLst/>
            <a:gdLst/>
            <a:ahLst/>
            <a:cxnLst/>
            <a:rect l="l" t="t" r="r" b="b"/>
            <a:pathLst>
              <a:path w="611504" h="771525">
                <a:moveTo>
                  <a:pt x="556260" y="694944"/>
                </a:moveTo>
                <a:lnTo>
                  <a:pt x="545888" y="688856"/>
                </a:lnTo>
                <a:lnTo>
                  <a:pt x="539496" y="649224"/>
                </a:lnTo>
                <a:lnTo>
                  <a:pt x="527304" y="588264"/>
                </a:lnTo>
                <a:lnTo>
                  <a:pt x="505968" y="501396"/>
                </a:lnTo>
                <a:lnTo>
                  <a:pt x="487680" y="446532"/>
                </a:lnTo>
                <a:lnTo>
                  <a:pt x="451104" y="367284"/>
                </a:lnTo>
                <a:lnTo>
                  <a:pt x="419100" y="320040"/>
                </a:lnTo>
                <a:lnTo>
                  <a:pt x="381000" y="274320"/>
                </a:lnTo>
                <a:lnTo>
                  <a:pt x="338328" y="231648"/>
                </a:lnTo>
                <a:lnTo>
                  <a:pt x="289560" y="192024"/>
                </a:lnTo>
                <a:lnTo>
                  <a:pt x="263652" y="173736"/>
                </a:lnTo>
                <a:lnTo>
                  <a:pt x="236220" y="153924"/>
                </a:lnTo>
                <a:lnTo>
                  <a:pt x="208788" y="137160"/>
                </a:lnTo>
                <a:lnTo>
                  <a:pt x="179832" y="118872"/>
                </a:lnTo>
                <a:lnTo>
                  <a:pt x="150876" y="102108"/>
                </a:lnTo>
                <a:lnTo>
                  <a:pt x="121920" y="83820"/>
                </a:lnTo>
                <a:lnTo>
                  <a:pt x="0" y="16764"/>
                </a:lnTo>
                <a:lnTo>
                  <a:pt x="9144" y="0"/>
                </a:lnTo>
                <a:lnTo>
                  <a:pt x="131064" y="67056"/>
                </a:lnTo>
                <a:lnTo>
                  <a:pt x="160020" y="85344"/>
                </a:lnTo>
                <a:lnTo>
                  <a:pt x="190500" y="102108"/>
                </a:lnTo>
                <a:lnTo>
                  <a:pt x="274320" y="156972"/>
                </a:lnTo>
                <a:lnTo>
                  <a:pt x="326136" y="196596"/>
                </a:lnTo>
                <a:lnTo>
                  <a:pt x="373380" y="239268"/>
                </a:lnTo>
                <a:lnTo>
                  <a:pt x="414528" y="283464"/>
                </a:lnTo>
                <a:lnTo>
                  <a:pt x="451104" y="332232"/>
                </a:lnTo>
                <a:lnTo>
                  <a:pt x="480060" y="384048"/>
                </a:lnTo>
                <a:lnTo>
                  <a:pt x="504444" y="438912"/>
                </a:lnTo>
                <a:lnTo>
                  <a:pt x="524256" y="495300"/>
                </a:lnTo>
                <a:lnTo>
                  <a:pt x="531876" y="525780"/>
                </a:lnTo>
                <a:lnTo>
                  <a:pt x="539496" y="554736"/>
                </a:lnTo>
                <a:lnTo>
                  <a:pt x="547116" y="585216"/>
                </a:lnTo>
                <a:lnTo>
                  <a:pt x="553212" y="615696"/>
                </a:lnTo>
                <a:lnTo>
                  <a:pt x="557784" y="646176"/>
                </a:lnTo>
                <a:lnTo>
                  <a:pt x="564253" y="686284"/>
                </a:lnTo>
                <a:lnTo>
                  <a:pt x="556260" y="694944"/>
                </a:lnTo>
                <a:close/>
              </a:path>
              <a:path w="611504" h="771525">
                <a:moveTo>
                  <a:pt x="591260" y="696468"/>
                </a:moveTo>
                <a:lnTo>
                  <a:pt x="547116" y="696468"/>
                </a:lnTo>
                <a:lnTo>
                  <a:pt x="565404" y="693420"/>
                </a:lnTo>
                <a:lnTo>
                  <a:pt x="564253" y="686284"/>
                </a:lnTo>
                <a:lnTo>
                  <a:pt x="611124" y="635508"/>
                </a:lnTo>
                <a:lnTo>
                  <a:pt x="591260" y="696468"/>
                </a:lnTo>
                <a:close/>
              </a:path>
              <a:path w="611504" h="771525">
                <a:moveTo>
                  <a:pt x="566928" y="771144"/>
                </a:moveTo>
                <a:lnTo>
                  <a:pt x="486156" y="653796"/>
                </a:lnTo>
                <a:lnTo>
                  <a:pt x="545888" y="688856"/>
                </a:lnTo>
                <a:lnTo>
                  <a:pt x="547116" y="696468"/>
                </a:lnTo>
                <a:lnTo>
                  <a:pt x="591260" y="696468"/>
                </a:lnTo>
                <a:lnTo>
                  <a:pt x="566928" y="771144"/>
                </a:lnTo>
                <a:close/>
              </a:path>
              <a:path w="611504" h="771525">
                <a:moveTo>
                  <a:pt x="556260" y="694944"/>
                </a:moveTo>
                <a:lnTo>
                  <a:pt x="564253" y="686284"/>
                </a:lnTo>
                <a:lnTo>
                  <a:pt x="565404" y="693420"/>
                </a:lnTo>
                <a:lnTo>
                  <a:pt x="556260" y="694944"/>
                </a:lnTo>
                <a:close/>
              </a:path>
              <a:path w="611504" h="771525">
                <a:moveTo>
                  <a:pt x="547116" y="696468"/>
                </a:moveTo>
                <a:lnTo>
                  <a:pt x="545888" y="688856"/>
                </a:lnTo>
                <a:lnTo>
                  <a:pt x="556260" y="694944"/>
                </a:lnTo>
                <a:lnTo>
                  <a:pt x="547116" y="696468"/>
                </a:lnTo>
                <a:close/>
              </a:path>
            </a:pathLst>
          </a:custGeom>
          <a:solidFill>
            <a:srgbClr val="1D05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40752" y="2962106"/>
            <a:ext cx="98869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i="1" spc="40" dirty="0">
                <a:solidFill>
                  <a:srgbClr val="7E010C"/>
                </a:solidFill>
                <a:latin typeface="Arial"/>
                <a:cs typeface="Arial"/>
              </a:rPr>
              <a:t>Maintain  </a:t>
            </a:r>
            <a:r>
              <a:rPr sz="1800" i="1" spc="55" dirty="0">
                <a:solidFill>
                  <a:srgbClr val="7E010C"/>
                </a:solidFill>
                <a:latin typeface="Arial"/>
                <a:cs typeface="Arial"/>
              </a:rPr>
              <a:t>d</a:t>
            </a:r>
            <a:r>
              <a:rPr sz="1800" i="1" spc="95" dirty="0">
                <a:solidFill>
                  <a:srgbClr val="7E010C"/>
                </a:solidFill>
                <a:latin typeface="Arial"/>
                <a:cs typeface="Arial"/>
              </a:rPr>
              <a:t>i</a:t>
            </a:r>
            <a:r>
              <a:rPr sz="1800" i="1" spc="260" dirty="0">
                <a:solidFill>
                  <a:srgbClr val="7E010C"/>
                </a:solidFill>
                <a:latin typeface="Arial"/>
                <a:cs typeface="Arial"/>
              </a:rPr>
              <a:t>r</a:t>
            </a:r>
            <a:r>
              <a:rPr sz="1800" i="1" spc="-30" dirty="0">
                <a:solidFill>
                  <a:srgbClr val="7E010C"/>
                </a:solidFill>
                <a:latin typeface="Arial"/>
                <a:cs typeface="Arial"/>
              </a:rPr>
              <a:t>e</a:t>
            </a:r>
            <a:r>
              <a:rPr sz="1800" i="1" spc="30" dirty="0">
                <a:solidFill>
                  <a:srgbClr val="7E010C"/>
                </a:solidFill>
                <a:latin typeface="Arial"/>
                <a:cs typeface="Arial"/>
              </a:rPr>
              <a:t>c</a:t>
            </a:r>
            <a:r>
              <a:rPr sz="1800" i="1" spc="340" dirty="0">
                <a:solidFill>
                  <a:srgbClr val="7E010C"/>
                </a:solidFill>
                <a:latin typeface="Arial"/>
                <a:cs typeface="Arial"/>
              </a:rPr>
              <a:t>t</a:t>
            </a:r>
            <a:r>
              <a:rPr sz="1800" i="1" spc="95" dirty="0">
                <a:solidFill>
                  <a:srgbClr val="7E010C"/>
                </a:solidFill>
                <a:latin typeface="Arial"/>
                <a:cs typeface="Arial"/>
              </a:rPr>
              <a:t>i</a:t>
            </a:r>
            <a:r>
              <a:rPr sz="1800" i="1" spc="-50" dirty="0">
                <a:solidFill>
                  <a:srgbClr val="7E010C"/>
                </a:solidFill>
                <a:latin typeface="Arial"/>
                <a:cs typeface="Arial"/>
              </a:rPr>
              <a:t>o</a:t>
            </a:r>
            <a:r>
              <a:rPr sz="1800" i="1" spc="-60" dirty="0">
                <a:solidFill>
                  <a:srgbClr val="7E010C"/>
                </a:solidFill>
                <a:latin typeface="Arial"/>
                <a:cs typeface="Arial"/>
              </a:rPr>
              <a:t>n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43553" y="2474501"/>
            <a:ext cx="2845435" cy="106172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800" b="1" dirty="0">
                <a:solidFill>
                  <a:srgbClr val="1D057E"/>
                </a:solidFill>
                <a:latin typeface="Comic Sans MS"/>
                <a:cs typeface="Comic Sans MS"/>
              </a:rPr>
              <a:t>Agree on</a:t>
            </a:r>
            <a:r>
              <a:rPr sz="1800" b="1" spc="-55" dirty="0">
                <a:solidFill>
                  <a:srgbClr val="1D057E"/>
                </a:solidFill>
                <a:latin typeface="Comic Sans MS"/>
                <a:cs typeface="Comic Sans MS"/>
              </a:rPr>
              <a:t> </a:t>
            </a:r>
            <a:r>
              <a:rPr sz="1800" b="1" spc="-5" dirty="0">
                <a:solidFill>
                  <a:srgbClr val="1D057E"/>
                </a:solidFill>
                <a:latin typeface="Comic Sans MS"/>
                <a:cs typeface="Comic Sans MS"/>
              </a:rPr>
              <a:t>Maxims</a:t>
            </a:r>
            <a:endParaRPr sz="1800">
              <a:latin typeface="Comic Sans MS"/>
              <a:cs typeface="Comic Sans MS"/>
            </a:endParaRPr>
          </a:p>
          <a:p>
            <a:pPr marL="1868805" marR="5080" indent="-193675">
              <a:lnSpc>
                <a:spcPct val="100000"/>
              </a:lnSpc>
              <a:spcBef>
                <a:spcPts val="840"/>
              </a:spcBef>
            </a:pPr>
            <a:r>
              <a:rPr sz="1800" i="1" spc="-225" dirty="0">
                <a:solidFill>
                  <a:srgbClr val="7E010C"/>
                </a:solidFill>
                <a:latin typeface="Arial"/>
                <a:cs typeface="Arial"/>
              </a:rPr>
              <a:t>C</a:t>
            </a:r>
            <a:r>
              <a:rPr sz="1800" i="1" spc="-50" dirty="0">
                <a:solidFill>
                  <a:srgbClr val="7E010C"/>
                </a:solidFill>
                <a:latin typeface="Arial"/>
                <a:cs typeface="Arial"/>
              </a:rPr>
              <a:t>o</a:t>
            </a:r>
            <a:r>
              <a:rPr sz="1800" i="1" spc="-70" dirty="0">
                <a:solidFill>
                  <a:srgbClr val="7E010C"/>
                </a:solidFill>
                <a:latin typeface="Arial"/>
                <a:cs typeface="Arial"/>
              </a:rPr>
              <a:t>o</a:t>
            </a:r>
            <a:r>
              <a:rPr sz="1800" i="1" spc="260" dirty="0">
                <a:solidFill>
                  <a:srgbClr val="7E010C"/>
                </a:solidFill>
                <a:latin typeface="Arial"/>
                <a:cs typeface="Arial"/>
              </a:rPr>
              <a:t>r</a:t>
            </a:r>
            <a:r>
              <a:rPr sz="1800" i="1" spc="55" dirty="0">
                <a:solidFill>
                  <a:srgbClr val="7E010C"/>
                </a:solidFill>
                <a:latin typeface="Arial"/>
                <a:cs typeface="Arial"/>
              </a:rPr>
              <a:t>d</a:t>
            </a:r>
            <a:r>
              <a:rPr sz="1800" i="1" spc="95" dirty="0">
                <a:solidFill>
                  <a:srgbClr val="7E010C"/>
                </a:solidFill>
                <a:latin typeface="Arial"/>
                <a:cs typeface="Arial"/>
              </a:rPr>
              <a:t>i</a:t>
            </a:r>
            <a:r>
              <a:rPr sz="1800" i="1" spc="-50" dirty="0">
                <a:solidFill>
                  <a:srgbClr val="7E010C"/>
                </a:solidFill>
                <a:latin typeface="Arial"/>
                <a:cs typeface="Arial"/>
              </a:rPr>
              <a:t>n</a:t>
            </a:r>
            <a:r>
              <a:rPr sz="1800" i="1" spc="-85" dirty="0">
                <a:solidFill>
                  <a:srgbClr val="7E010C"/>
                </a:solidFill>
                <a:latin typeface="Arial"/>
                <a:cs typeface="Arial"/>
              </a:rPr>
              <a:t>a</a:t>
            </a:r>
            <a:r>
              <a:rPr sz="1800" i="1" spc="340" dirty="0">
                <a:solidFill>
                  <a:srgbClr val="7E010C"/>
                </a:solidFill>
                <a:latin typeface="Arial"/>
                <a:cs typeface="Arial"/>
              </a:rPr>
              <a:t>t</a:t>
            </a:r>
            <a:r>
              <a:rPr sz="1800" i="1" spc="-15" dirty="0">
                <a:solidFill>
                  <a:srgbClr val="7E010C"/>
                </a:solidFill>
                <a:latin typeface="Arial"/>
                <a:cs typeface="Arial"/>
              </a:rPr>
              <a:t>e </a:t>
            </a:r>
            <a:r>
              <a:rPr sz="1800" i="1" spc="-10" dirty="0">
                <a:solidFill>
                  <a:srgbClr val="7E010C"/>
                </a:solidFill>
                <a:latin typeface="Arial"/>
                <a:cs typeface="Arial"/>
              </a:rPr>
              <a:t> </a:t>
            </a:r>
            <a:r>
              <a:rPr sz="1800" i="1" spc="55" dirty="0">
                <a:solidFill>
                  <a:srgbClr val="7E010C"/>
                </a:solidFill>
                <a:latin typeface="Arial"/>
                <a:cs typeface="Arial"/>
              </a:rPr>
              <a:t>d</a:t>
            </a:r>
            <a:r>
              <a:rPr sz="1800" i="1" spc="95" dirty="0">
                <a:solidFill>
                  <a:srgbClr val="7E010C"/>
                </a:solidFill>
                <a:latin typeface="Arial"/>
                <a:cs typeface="Arial"/>
              </a:rPr>
              <a:t>i</a:t>
            </a:r>
            <a:r>
              <a:rPr sz="1800" i="1" spc="260" dirty="0">
                <a:solidFill>
                  <a:srgbClr val="7E010C"/>
                </a:solidFill>
                <a:latin typeface="Arial"/>
                <a:cs typeface="Arial"/>
              </a:rPr>
              <a:t>r</a:t>
            </a:r>
            <a:r>
              <a:rPr sz="1800" i="1" spc="-30" dirty="0">
                <a:solidFill>
                  <a:srgbClr val="7E010C"/>
                </a:solidFill>
                <a:latin typeface="Arial"/>
                <a:cs typeface="Arial"/>
              </a:rPr>
              <a:t>e</a:t>
            </a:r>
            <a:r>
              <a:rPr sz="1800" i="1" spc="30" dirty="0">
                <a:solidFill>
                  <a:srgbClr val="7E010C"/>
                </a:solidFill>
                <a:latin typeface="Arial"/>
                <a:cs typeface="Arial"/>
              </a:rPr>
              <a:t>c</a:t>
            </a:r>
            <a:r>
              <a:rPr sz="1800" i="1" spc="340" dirty="0">
                <a:solidFill>
                  <a:srgbClr val="7E010C"/>
                </a:solidFill>
                <a:latin typeface="Arial"/>
                <a:cs typeface="Arial"/>
              </a:rPr>
              <a:t>t</a:t>
            </a:r>
            <a:r>
              <a:rPr sz="1800" i="1" spc="95" dirty="0">
                <a:solidFill>
                  <a:srgbClr val="7E010C"/>
                </a:solidFill>
                <a:latin typeface="Arial"/>
                <a:cs typeface="Arial"/>
              </a:rPr>
              <a:t>i</a:t>
            </a:r>
            <a:r>
              <a:rPr sz="1800" i="1" spc="-50" dirty="0">
                <a:solidFill>
                  <a:srgbClr val="7E010C"/>
                </a:solidFill>
                <a:latin typeface="Arial"/>
                <a:cs typeface="Arial"/>
              </a:rPr>
              <a:t>o</a:t>
            </a:r>
            <a:r>
              <a:rPr sz="1800" i="1" spc="-60" dirty="0">
                <a:solidFill>
                  <a:srgbClr val="7E010C"/>
                </a:solidFill>
                <a:latin typeface="Arial"/>
                <a:cs typeface="Arial"/>
              </a:rPr>
              <a:t>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21471" y="3518424"/>
            <a:ext cx="22091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1D057E"/>
                </a:solidFill>
                <a:latin typeface="Comic Sans MS"/>
                <a:cs typeface="Comic Sans MS"/>
              </a:rPr>
              <a:t>Most Valuable</a:t>
            </a:r>
            <a:r>
              <a:rPr sz="1800" b="1" spc="-75" dirty="0">
                <a:solidFill>
                  <a:srgbClr val="1D057E"/>
                </a:solidFill>
                <a:latin typeface="Comic Sans MS"/>
                <a:cs typeface="Comic Sans MS"/>
              </a:rPr>
              <a:t> </a:t>
            </a:r>
            <a:r>
              <a:rPr sz="1800" b="1" spc="-5" dirty="0">
                <a:solidFill>
                  <a:srgbClr val="1D057E"/>
                </a:solidFill>
                <a:latin typeface="Comic Sans MS"/>
                <a:cs typeface="Comic Sans MS"/>
              </a:rPr>
              <a:t>First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699504" y="1594103"/>
            <a:ext cx="802005" cy="1835150"/>
          </a:xfrm>
          <a:custGeom>
            <a:avLst/>
            <a:gdLst/>
            <a:ahLst/>
            <a:cxnLst/>
            <a:rect l="l" t="t" r="r" b="b"/>
            <a:pathLst>
              <a:path w="802004" h="1835150">
                <a:moveTo>
                  <a:pt x="478915" y="1772376"/>
                </a:moveTo>
                <a:lnTo>
                  <a:pt x="478427" y="1772065"/>
                </a:lnTo>
                <a:lnTo>
                  <a:pt x="474378" y="1759161"/>
                </a:lnTo>
                <a:lnTo>
                  <a:pt x="504444" y="1716024"/>
                </a:lnTo>
                <a:lnTo>
                  <a:pt x="541020" y="1658112"/>
                </a:lnTo>
                <a:lnTo>
                  <a:pt x="577596" y="1601724"/>
                </a:lnTo>
                <a:lnTo>
                  <a:pt x="612648" y="1543812"/>
                </a:lnTo>
                <a:lnTo>
                  <a:pt x="627888" y="1514856"/>
                </a:lnTo>
                <a:lnTo>
                  <a:pt x="644652" y="1487424"/>
                </a:lnTo>
                <a:lnTo>
                  <a:pt x="659892" y="1458468"/>
                </a:lnTo>
                <a:lnTo>
                  <a:pt x="673608" y="1429512"/>
                </a:lnTo>
                <a:lnTo>
                  <a:pt x="688848" y="1402080"/>
                </a:lnTo>
                <a:lnTo>
                  <a:pt x="701040" y="1373124"/>
                </a:lnTo>
                <a:lnTo>
                  <a:pt x="713232" y="1345692"/>
                </a:lnTo>
                <a:lnTo>
                  <a:pt x="725424" y="1316736"/>
                </a:lnTo>
                <a:lnTo>
                  <a:pt x="745236" y="1260348"/>
                </a:lnTo>
                <a:lnTo>
                  <a:pt x="762000" y="1203960"/>
                </a:lnTo>
                <a:lnTo>
                  <a:pt x="768096" y="1175004"/>
                </a:lnTo>
                <a:lnTo>
                  <a:pt x="774192" y="1147572"/>
                </a:lnTo>
                <a:lnTo>
                  <a:pt x="777240" y="1120140"/>
                </a:lnTo>
                <a:lnTo>
                  <a:pt x="780288" y="1091184"/>
                </a:lnTo>
                <a:lnTo>
                  <a:pt x="781812" y="1063752"/>
                </a:lnTo>
                <a:lnTo>
                  <a:pt x="783336" y="1034796"/>
                </a:lnTo>
                <a:lnTo>
                  <a:pt x="781812" y="1007364"/>
                </a:lnTo>
                <a:lnTo>
                  <a:pt x="774192" y="950976"/>
                </a:lnTo>
                <a:lnTo>
                  <a:pt x="762000" y="896112"/>
                </a:lnTo>
                <a:lnTo>
                  <a:pt x="742188" y="839724"/>
                </a:lnTo>
                <a:lnTo>
                  <a:pt x="717804" y="783336"/>
                </a:lnTo>
                <a:lnTo>
                  <a:pt x="685800" y="725424"/>
                </a:lnTo>
                <a:lnTo>
                  <a:pt x="650748" y="669036"/>
                </a:lnTo>
                <a:lnTo>
                  <a:pt x="588264" y="583692"/>
                </a:lnTo>
                <a:lnTo>
                  <a:pt x="516636" y="498348"/>
                </a:lnTo>
                <a:lnTo>
                  <a:pt x="435864" y="413004"/>
                </a:lnTo>
                <a:lnTo>
                  <a:pt x="350520" y="327660"/>
                </a:lnTo>
                <a:lnTo>
                  <a:pt x="320040" y="300228"/>
                </a:lnTo>
                <a:lnTo>
                  <a:pt x="259080" y="242316"/>
                </a:lnTo>
                <a:lnTo>
                  <a:pt x="195072" y="185928"/>
                </a:lnTo>
                <a:lnTo>
                  <a:pt x="131064" y="128016"/>
                </a:lnTo>
                <a:lnTo>
                  <a:pt x="65532" y="71628"/>
                </a:lnTo>
                <a:lnTo>
                  <a:pt x="0" y="13716"/>
                </a:lnTo>
                <a:lnTo>
                  <a:pt x="13716" y="0"/>
                </a:lnTo>
                <a:lnTo>
                  <a:pt x="79248" y="56388"/>
                </a:lnTo>
                <a:lnTo>
                  <a:pt x="143256" y="114300"/>
                </a:lnTo>
                <a:lnTo>
                  <a:pt x="208788" y="170688"/>
                </a:lnTo>
                <a:lnTo>
                  <a:pt x="271272" y="228600"/>
                </a:lnTo>
                <a:lnTo>
                  <a:pt x="333756" y="284988"/>
                </a:lnTo>
                <a:lnTo>
                  <a:pt x="362712" y="313944"/>
                </a:lnTo>
                <a:lnTo>
                  <a:pt x="393192" y="342900"/>
                </a:lnTo>
                <a:lnTo>
                  <a:pt x="422148" y="371856"/>
                </a:lnTo>
                <a:lnTo>
                  <a:pt x="449580" y="400812"/>
                </a:lnTo>
                <a:lnTo>
                  <a:pt x="477012" y="428244"/>
                </a:lnTo>
                <a:lnTo>
                  <a:pt x="504444" y="457200"/>
                </a:lnTo>
                <a:lnTo>
                  <a:pt x="530352" y="486156"/>
                </a:lnTo>
                <a:lnTo>
                  <a:pt x="579120" y="544068"/>
                </a:lnTo>
                <a:lnTo>
                  <a:pt x="601980" y="573024"/>
                </a:lnTo>
                <a:lnTo>
                  <a:pt x="624840" y="600456"/>
                </a:lnTo>
                <a:lnTo>
                  <a:pt x="685800" y="687324"/>
                </a:lnTo>
                <a:lnTo>
                  <a:pt x="719328" y="745236"/>
                </a:lnTo>
                <a:lnTo>
                  <a:pt x="748284" y="803148"/>
                </a:lnTo>
                <a:lnTo>
                  <a:pt x="771144" y="861060"/>
                </a:lnTo>
                <a:lnTo>
                  <a:pt x="787908" y="918972"/>
                </a:lnTo>
                <a:lnTo>
                  <a:pt x="798576" y="976884"/>
                </a:lnTo>
                <a:lnTo>
                  <a:pt x="801624" y="1034796"/>
                </a:lnTo>
                <a:lnTo>
                  <a:pt x="801624" y="1063752"/>
                </a:lnTo>
                <a:lnTo>
                  <a:pt x="797052" y="1121664"/>
                </a:lnTo>
                <a:lnTo>
                  <a:pt x="787908" y="1179576"/>
                </a:lnTo>
                <a:lnTo>
                  <a:pt x="772668" y="1237488"/>
                </a:lnTo>
                <a:lnTo>
                  <a:pt x="763524" y="1264920"/>
                </a:lnTo>
                <a:lnTo>
                  <a:pt x="754380" y="1293876"/>
                </a:lnTo>
                <a:lnTo>
                  <a:pt x="719328" y="1380744"/>
                </a:lnTo>
                <a:lnTo>
                  <a:pt x="691896" y="1438656"/>
                </a:lnTo>
                <a:lnTo>
                  <a:pt x="661416" y="1496568"/>
                </a:lnTo>
                <a:lnTo>
                  <a:pt x="627888" y="1552956"/>
                </a:lnTo>
                <a:lnTo>
                  <a:pt x="594360" y="1610868"/>
                </a:lnTo>
                <a:lnTo>
                  <a:pt x="557784" y="1668780"/>
                </a:lnTo>
                <a:lnTo>
                  <a:pt x="519684" y="1726692"/>
                </a:lnTo>
                <a:lnTo>
                  <a:pt x="489919" y="1771338"/>
                </a:lnTo>
                <a:lnTo>
                  <a:pt x="478915" y="1772376"/>
                </a:lnTo>
                <a:close/>
              </a:path>
              <a:path w="802004" h="1835150">
                <a:moveTo>
                  <a:pt x="435864" y="1834896"/>
                </a:moveTo>
                <a:lnTo>
                  <a:pt x="454152" y="1694688"/>
                </a:lnTo>
                <a:lnTo>
                  <a:pt x="474378" y="1759161"/>
                </a:lnTo>
                <a:lnTo>
                  <a:pt x="469392" y="1766316"/>
                </a:lnTo>
                <a:lnTo>
                  <a:pt x="478427" y="1772065"/>
                </a:lnTo>
                <a:lnTo>
                  <a:pt x="478536" y="1772412"/>
                </a:lnTo>
                <a:lnTo>
                  <a:pt x="478971" y="1772412"/>
                </a:lnTo>
                <a:lnTo>
                  <a:pt x="486156" y="1776984"/>
                </a:lnTo>
                <a:lnTo>
                  <a:pt x="537839" y="1776984"/>
                </a:lnTo>
                <a:lnTo>
                  <a:pt x="435864" y="1834896"/>
                </a:lnTo>
                <a:close/>
              </a:path>
              <a:path w="802004" h="1835150">
                <a:moveTo>
                  <a:pt x="478427" y="1772065"/>
                </a:moveTo>
                <a:lnTo>
                  <a:pt x="469392" y="1766316"/>
                </a:lnTo>
                <a:lnTo>
                  <a:pt x="474378" y="1759161"/>
                </a:lnTo>
                <a:lnTo>
                  <a:pt x="478427" y="1772065"/>
                </a:lnTo>
                <a:close/>
              </a:path>
              <a:path w="802004" h="1835150">
                <a:moveTo>
                  <a:pt x="537839" y="1776984"/>
                </a:moveTo>
                <a:lnTo>
                  <a:pt x="486156" y="1776984"/>
                </a:lnTo>
                <a:lnTo>
                  <a:pt x="489919" y="1771338"/>
                </a:lnTo>
                <a:lnTo>
                  <a:pt x="559308" y="1764792"/>
                </a:lnTo>
                <a:lnTo>
                  <a:pt x="537839" y="1776984"/>
                </a:lnTo>
                <a:close/>
              </a:path>
              <a:path w="802004" h="1835150">
                <a:moveTo>
                  <a:pt x="486156" y="1776984"/>
                </a:moveTo>
                <a:lnTo>
                  <a:pt x="478915" y="1772376"/>
                </a:lnTo>
                <a:lnTo>
                  <a:pt x="489919" y="1771338"/>
                </a:lnTo>
                <a:lnTo>
                  <a:pt x="486156" y="1776984"/>
                </a:lnTo>
                <a:close/>
              </a:path>
              <a:path w="802004" h="1835150">
                <a:moveTo>
                  <a:pt x="478971" y="1772412"/>
                </a:moveTo>
                <a:lnTo>
                  <a:pt x="478536" y="1772412"/>
                </a:lnTo>
                <a:lnTo>
                  <a:pt x="478915" y="1772376"/>
                </a:lnTo>
                <a:close/>
              </a:path>
            </a:pathLst>
          </a:custGeom>
          <a:solidFill>
            <a:srgbClr val="1D05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485852" y="2482136"/>
            <a:ext cx="1676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85" dirty="0">
                <a:solidFill>
                  <a:srgbClr val="7E010C"/>
                </a:solidFill>
                <a:latin typeface="Arial"/>
                <a:cs typeface="Arial"/>
              </a:rPr>
              <a:t>Where </a:t>
            </a:r>
            <a:r>
              <a:rPr sz="1800" i="1" spc="150" dirty="0">
                <a:solidFill>
                  <a:srgbClr val="7E010C"/>
                </a:solidFill>
                <a:latin typeface="Arial"/>
                <a:cs typeface="Arial"/>
              </a:rPr>
              <a:t>to</a:t>
            </a:r>
            <a:r>
              <a:rPr sz="1800" i="1" spc="-95" dirty="0">
                <a:solidFill>
                  <a:srgbClr val="7E010C"/>
                </a:solidFill>
                <a:latin typeface="Arial"/>
                <a:cs typeface="Arial"/>
              </a:rPr>
              <a:t> </a:t>
            </a:r>
            <a:r>
              <a:rPr sz="1800" i="1" spc="170" dirty="0">
                <a:solidFill>
                  <a:srgbClr val="7E010C"/>
                </a:solidFill>
                <a:latin typeface="Arial"/>
                <a:cs typeface="Arial"/>
              </a:rPr>
              <a:t>start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08896" y="4807644"/>
            <a:ext cx="16414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58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D057E"/>
                </a:solidFill>
                <a:latin typeface="Comic Sans MS"/>
                <a:cs typeface="Comic Sans MS"/>
              </a:rPr>
              <a:t>Fix </a:t>
            </a:r>
            <a:r>
              <a:rPr sz="1800" b="1" spc="-5" dirty="0">
                <a:solidFill>
                  <a:srgbClr val="1D057E"/>
                </a:solidFill>
                <a:latin typeface="Comic Sans MS"/>
                <a:cs typeface="Comic Sans MS"/>
              </a:rPr>
              <a:t>Problems,  Not</a:t>
            </a:r>
            <a:r>
              <a:rPr sz="1800" b="1" spc="-100" dirty="0">
                <a:solidFill>
                  <a:srgbClr val="1D057E"/>
                </a:solidFill>
                <a:latin typeface="Comic Sans MS"/>
                <a:cs typeface="Comic Sans MS"/>
              </a:rPr>
              <a:t> </a:t>
            </a:r>
            <a:r>
              <a:rPr sz="1800" b="1" dirty="0">
                <a:solidFill>
                  <a:srgbClr val="1D057E"/>
                </a:solidFill>
                <a:latin typeface="Comic Sans MS"/>
                <a:cs typeface="Comic Sans MS"/>
              </a:rPr>
              <a:t>Symptoms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14809" y="4792464"/>
            <a:ext cx="19780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355" marR="5080" indent="-28829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D057E"/>
                </a:solidFill>
                <a:latin typeface="Comic Sans MS"/>
                <a:cs typeface="Comic Sans MS"/>
              </a:rPr>
              <a:t>If </a:t>
            </a:r>
            <a:r>
              <a:rPr sz="1800" b="1" spc="-10" dirty="0">
                <a:solidFill>
                  <a:srgbClr val="1D057E"/>
                </a:solidFill>
                <a:latin typeface="Comic Sans MS"/>
                <a:cs typeface="Comic Sans MS"/>
              </a:rPr>
              <a:t>It </a:t>
            </a:r>
            <a:r>
              <a:rPr sz="1800" b="1" spc="-5" dirty="0">
                <a:solidFill>
                  <a:srgbClr val="1D057E"/>
                </a:solidFill>
                <a:latin typeface="Comic Sans MS"/>
                <a:cs typeface="Comic Sans MS"/>
              </a:rPr>
              <a:t>Ain't</a:t>
            </a:r>
            <a:r>
              <a:rPr sz="1800" b="1" spc="-80" dirty="0">
                <a:solidFill>
                  <a:srgbClr val="1D057E"/>
                </a:solidFill>
                <a:latin typeface="Comic Sans MS"/>
                <a:cs typeface="Comic Sans MS"/>
              </a:rPr>
              <a:t> </a:t>
            </a:r>
            <a:r>
              <a:rPr sz="1800" b="1" spc="-5" dirty="0">
                <a:solidFill>
                  <a:srgbClr val="1D057E"/>
                </a:solidFill>
                <a:latin typeface="Comic Sans MS"/>
                <a:cs typeface="Comic Sans MS"/>
              </a:rPr>
              <a:t>Broke  </a:t>
            </a:r>
            <a:r>
              <a:rPr sz="1800" b="1" dirty="0">
                <a:solidFill>
                  <a:srgbClr val="1D057E"/>
                </a:solidFill>
                <a:latin typeface="Comic Sans MS"/>
                <a:cs typeface="Comic Sans MS"/>
              </a:rPr>
              <a:t>Don't </a:t>
            </a:r>
            <a:r>
              <a:rPr sz="1800" b="1" spc="-10" dirty="0">
                <a:solidFill>
                  <a:srgbClr val="1D057E"/>
                </a:solidFill>
                <a:latin typeface="Comic Sans MS"/>
                <a:cs typeface="Comic Sans MS"/>
              </a:rPr>
              <a:t>Fix</a:t>
            </a:r>
            <a:r>
              <a:rPr sz="1800" b="1" spc="-55" dirty="0">
                <a:solidFill>
                  <a:srgbClr val="1D057E"/>
                </a:solidFill>
                <a:latin typeface="Comic Sans MS"/>
                <a:cs typeface="Comic Sans MS"/>
              </a:rPr>
              <a:t> </a:t>
            </a:r>
            <a:r>
              <a:rPr sz="1800" b="1" spc="-10" dirty="0">
                <a:solidFill>
                  <a:srgbClr val="1D057E"/>
                </a:solidFill>
                <a:latin typeface="Comic Sans MS"/>
                <a:cs typeface="Comic Sans MS"/>
              </a:rPr>
              <a:t>It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847588" y="4000500"/>
            <a:ext cx="611505" cy="771525"/>
          </a:xfrm>
          <a:custGeom>
            <a:avLst/>
            <a:gdLst/>
            <a:ahLst/>
            <a:cxnLst/>
            <a:rect l="l" t="t" r="r" b="b"/>
            <a:pathLst>
              <a:path w="611504" h="771525">
                <a:moveTo>
                  <a:pt x="55022" y="694851"/>
                </a:moveTo>
                <a:lnTo>
                  <a:pt x="54737" y="694807"/>
                </a:lnTo>
                <a:lnTo>
                  <a:pt x="46870" y="686284"/>
                </a:lnTo>
                <a:lnTo>
                  <a:pt x="53340" y="646176"/>
                </a:lnTo>
                <a:lnTo>
                  <a:pt x="71628" y="554736"/>
                </a:lnTo>
                <a:lnTo>
                  <a:pt x="79248" y="525780"/>
                </a:lnTo>
                <a:lnTo>
                  <a:pt x="86868" y="495300"/>
                </a:lnTo>
                <a:lnTo>
                  <a:pt x="106680" y="438912"/>
                </a:lnTo>
                <a:lnTo>
                  <a:pt x="131064" y="384048"/>
                </a:lnTo>
                <a:lnTo>
                  <a:pt x="160020" y="332232"/>
                </a:lnTo>
                <a:lnTo>
                  <a:pt x="196596" y="283464"/>
                </a:lnTo>
                <a:lnTo>
                  <a:pt x="237744" y="239268"/>
                </a:lnTo>
                <a:lnTo>
                  <a:pt x="284988" y="196596"/>
                </a:lnTo>
                <a:lnTo>
                  <a:pt x="336804" y="156972"/>
                </a:lnTo>
                <a:lnTo>
                  <a:pt x="391668" y="120396"/>
                </a:lnTo>
                <a:lnTo>
                  <a:pt x="449580" y="85344"/>
                </a:lnTo>
                <a:lnTo>
                  <a:pt x="480060" y="67056"/>
                </a:lnTo>
                <a:lnTo>
                  <a:pt x="601980" y="0"/>
                </a:lnTo>
                <a:lnTo>
                  <a:pt x="611124" y="16764"/>
                </a:lnTo>
                <a:lnTo>
                  <a:pt x="489204" y="83820"/>
                </a:lnTo>
                <a:lnTo>
                  <a:pt x="460248" y="102108"/>
                </a:lnTo>
                <a:lnTo>
                  <a:pt x="347472" y="173736"/>
                </a:lnTo>
                <a:lnTo>
                  <a:pt x="272796" y="231648"/>
                </a:lnTo>
                <a:lnTo>
                  <a:pt x="230124" y="274320"/>
                </a:lnTo>
                <a:lnTo>
                  <a:pt x="192024" y="320040"/>
                </a:lnTo>
                <a:lnTo>
                  <a:pt x="161544" y="367284"/>
                </a:lnTo>
                <a:lnTo>
                  <a:pt x="135636" y="419100"/>
                </a:lnTo>
                <a:lnTo>
                  <a:pt x="114300" y="473964"/>
                </a:lnTo>
                <a:lnTo>
                  <a:pt x="89916" y="559308"/>
                </a:lnTo>
                <a:lnTo>
                  <a:pt x="71628" y="649224"/>
                </a:lnTo>
                <a:lnTo>
                  <a:pt x="66618" y="688044"/>
                </a:lnTo>
                <a:lnTo>
                  <a:pt x="55022" y="694851"/>
                </a:lnTo>
                <a:close/>
              </a:path>
              <a:path w="611504" h="771525">
                <a:moveTo>
                  <a:pt x="44196" y="771144"/>
                </a:moveTo>
                <a:lnTo>
                  <a:pt x="0" y="635508"/>
                </a:lnTo>
                <a:lnTo>
                  <a:pt x="46870" y="686284"/>
                </a:lnTo>
                <a:lnTo>
                  <a:pt x="45720" y="693420"/>
                </a:lnTo>
                <a:lnTo>
                  <a:pt x="54737" y="694807"/>
                </a:lnTo>
                <a:lnTo>
                  <a:pt x="54864" y="694944"/>
                </a:lnTo>
                <a:lnTo>
                  <a:pt x="55626" y="694944"/>
                </a:lnTo>
                <a:lnTo>
                  <a:pt x="65532" y="696468"/>
                </a:lnTo>
                <a:lnTo>
                  <a:pt x="95596" y="696468"/>
                </a:lnTo>
                <a:lnTo>
                  <a:pt x="44196" y="771144"/>
                </a:lnTo>
                <a:close/>
              </a:path>
              <a:path w="611504" h="771525">
                <a:moveTo>
                  <a:pt x="95596" y="696468"/>
                </a:moveTo>
                <a:lnTo>
                  <a:pt x="65532" y="696468"/>
                </a:lnTo>
                <a:lnTo>
                  <a:pt x="66618" y="688044"/>
                </a:lnTo>
                <a:lnTo>
                  <a:pt x="124968" y="653796"/>
                </a:lnTo>
                <a:lnTo>
                  <a:pt x="95596" y="696468"/>
                </a:lnTo>
                <a:close/>
              </a:path>
              <a:path w="611504" h="771525">
                <a:moveTo>
                  <a:pt x="54737" y="694807"/>
                </a:moveTo>
                <a:lnTo>
                  <a:pt x="45720" y="693420"/>
                </a:lnTo>
                <a:lnTo>
                  <a:pt x="46870" y="686284"/>
                </a:lnTo>
                <a:lnTo>
                  <a:pt x="54737" y="694807"/>
                </a:lnTo>
                <a:close/>
              </a:path>
              <a:path w="611504" h="771525">
                <a:moveTo>
                  <a:pt x="65532" y="696468"/>
                </a:moveTo>
                <a:lnTo>
                  <a:pt x="55022" y="694851"/>
                </a:lnTo>
                <a:lnTo>
                  <a:pt x="66618" y="688044"/>
                </a:lnTo>
                <a:lnTo>
                  <a:pt x="65532" y="696468"/>
                </a:lnTo>
                <a:close/>
              </a:path>
              <a:path w="611504" h="771525">
                <a:moveTo>
                  <a:pt x="55626" y="694944"/>
                </a:moveTo>
                <a:lnTo>
                  <a:pt x="54864" y="694944"/>
                </a:lnTo>
                <a:lnTo>
                  <a:pt x="55022" y="694851"/>
                </a:lnTo>
                <a:lnTo>
                  <a:pt x="55626" y="694944"/>
                </a:lnTo>
                <a:close/>
              </a:path>
            </a:pathLst>
          </a:custGeom>
          <a:solidFill>
            <a:srgbClr val="1D05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082028" y="4000500"/>
            <a:ext cx="611505" cy="771525"/>
          </a:xfrm>
          <a:custGeom>
            <a:avLst/>
            <a:gdLst/>
            <a:ahLst/>
            <a:cxnLst/>
            <a:rect l="l" t="t" r="r" b="b"/>
            <a:pathLst>
              <a:path w="611504" h="771525">
                <a:moveTo>
                  <a:pt x="556260" y="694944"/>
                </a:moveTo>
                <a:lnTo>
                  <a:pt x="545888" y="688856"/>
                </a:lnTo>
                <a:lnTo>
                  <a:pt x="539496" y="649224"/>
                </a:lnTo>
                <a:lnTo>
                  <a:pt x="527304" y="588264"/>
                </a:lnTo>
                <a:lnTo>
                  <a:pt x="505968" y="501396"/>
                </a:lnTo>
                <a:lnTo>
                  <a:pt x="487680" y="446532"/>
                </a:lnTo>
                <a:lnTo>
                  <a:pt x="464820" y="393192"/>
                </a:lnTo>
                <a:lnTo>
                  <a:pt x="435864" y="342900"/>
                </a:lnTo>
                <a:lnTo>
                  <a:pt x="400812" y="295656"/>
                </a:lnTo>
                <a:lnTo>
                  <a:pt x="361188" y="252984"/>
                </a:lnTo>
                <a:lnTo>
                  <a:pt x="289560" y="192024"/>
                </a:lnTo>
                <a:lnTo>
                  <a:pt x="237744" y="155448"/>
                </a:lnTo>
                <a:lnTo>
                  <a:pt x="208788" y="137160"/>
                </a:lnTo>
                <a:lnTo>
                  <a:pt x="181356" y="118872"/>
                </a:lnTo>
                <a:lnTo>
                  <a:pt x="152400" y="102108"/>
                </a:lnTo>
                <a:lnTo>
                  <a:pt x="121920" y="83820"/>
                </a:lnTo>
                <a:lnTo>
                  <a:pt x="62484" y="50292"/>
                </a:lnTo>
                <a:lnTo>
                  <a:pt x="0" y="16764"/>
                </a:lnTo>
                <a:lnTo>
                  <a:pt x="9144" y="0"/>
                </a:lnTo>
                <a:lnTo>
                  <a:pt x="71628" y="33528"/>
                </a:lnTo>
                <a:lnTo>
                  <a:pt x="131064" y="67056"/>
                </a:lnTo>
                <a:lnTo>
                  <a:pt x="161544" y="85344"/>
                </a:lnTo>
                <a:lnTo>
                  <a:pt x="190500" y="102108"/>
                </a:lnTo>
                <a:lnTo>
                  <a:pt x="274320" y="156972"/>
                </a:lnTo>
                <a:lnTo>
                  <a:pt x="326136" y="196596"/>
                </a:lnTo>
                <a:lnTo>
                  <a:pt x="373380" y="239268"/>
                </a:lnTo>
                <a:lnTo>
                  <a:pt x="416052" y="283464"/>
                </a:lnTo>
                <a:lnTo>
                  <a:pt x="451104" y="332232"/>
                </a:lnTo>
                <a:lnTo>
                  <a:pt x="481584" y="384048"/>
                </a:lnTo>
                <a:lnTo>
                  <a:pt x="504444" y="438912"/>
                </a:lnTo>
                <a:lnTo>
                  <a:pt x="524256" y="495300"/>
                </a:lnTo>
                <a:lnTo>
                  <a:pt x="531876" y="525780"/>
                </a:lnTo>
                <a:lnTo>
                  <a:pt x="539496" y="554736"/>
                </a:lnTo>
                <a:lnTo>
                  <a:pt x="547116" y="585216"/>
                </a:lnTo>
                <a:lnTo>
                  <a:pt x="553212" y="615696"/>
                </a:lnTo>
                <a:lnTo>
                  <a:pt x="557784" y="646176"/>
                </a:lnTo>
                <a:lnTo>
                  <a:pt x="564253" y="686284"/>
                </a:lnTo>
                <a:lnTo>
                  <a:pt x="556260" y="694944"/>
                </a:lnTo>
                <a:close/>
              </a:path>
              <a:path w="611504" h="771525">
                <a:moveTo>
                  <a:pt x="591260" y="696468"/>
                </a:moveTo>
                <a:lnTo>
                  <a:pt x="547116" y="696468"/>
                </a:lnTo>
                <a:lnTo>
                  <a:pt x="565404" y="693420"/>
                </a:lnTo>
                <a:lnTo>
                  <a:pt x="564253" y="686284"/>
                </a:lnTo>
                <a:lnTo>
                  <a:pt x="611124" y="635508"/>
                </a:lnTo>
                <a:lnTo>
                  <a:pt x="591260" y="696468"/>
                </a:lnTo>
                <a:close/>
              </a:path>
              <a:path w="611504" h="771525">
                <a:moveTo>
                  <a:pt x="566928" y="771144"/>
                </a:moveTo>
                <a:lnTo>
                  <a:pt x="486156" y="653796"/>
                </a:lnTo>
                <a:lnTo>
                  <a:pt x="545888" y="688856"/>
                </a:lnTo>
                <a:lnTo>
                  <a:pt x="547116" y="696468"/>
                </a:lnTo>
                <a:lnTo>
                  <a:pt x="591260" y="696468"/>
                </a:lnTo>
                <a:lnTo>
                  <a:pt x="566928" y="771144"/>
                </a:lnTo>
                <a:close/>
              </a:path>
              <a:path w="611504" h="771525">
                <a:moveTo>
                  <a:pt x="556260" y="694944"/>
                </a:moveTo>
                <a:lnTo>
                  <a:pt x="564253" y="686284"/>
                </a:lnTo>
                <a:lnTo>
                  <a:pt x="565404" y="693420"/>
                </a:lnTo>
                <a:lnTo>
                  <a:pt x="556260" y="694944"/>
                </a:lnTo>
                <a:close/>
              </a:path>
              <a:path w="611504" h="771525">
                <a:moveTo>
                  <a:pt x="547116" y="696468"/>
                </a:moveTo>
                <a:lnTo>
                  <a:pt x="545888" y="688856"/>
                </a:lnTo>
                <a:lnTo>
                  <a:pt x="556260" y="694944"/>
                </a:lnTo>
                <a:lnTo>
                  <a:pt x="547116" y="696468"/>
                </a:lnTo>
                <a:close/>
              </a:path>
            </a:pathLst>
          </a:custGeom>
          <a:solidFill>
            <a:srgbClr val="1D05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468544" y="4051748"/>
            <a:ext cx="165671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114" dirty="0">
                <a:solidFill>
                  <a:srgbClr val="7E010C"/>
                </a:solidFill>
                <a:latin typeface="Arial"/>
                <a:cs typeface="Arial"/>
              </a:rPr>
              <a:t>What </a:t>
            </a:r>
            <a:r>
              <a:rPr sz="1800" i="1" spc="75" dirty="0">
                <a:solidFill>
                  <a:srgbClr val="7E010C"/>
                </a:solidFill>
                <a:latin typeface="Arial"/>
                <a:cs typeface="Arial"/>
              </a:rPr>
              <a:t>not </a:t>
            </a:r>
            <a:r>
              <a:rPr sz="1800" i="1" spc="140" dirty="0">
                <a:solidFill>
                  <a:srgbClr val="7E010C"/>
                </a:solidFill>
                <a:latin typeface="Arial"/>
                <a:cs typeface="Arial"/>
              </a:rPr>
              <a:t>to</a:t>
            </a:r>
            <a:r>
              <a:rPr sz="1800" i="1" spc="-145" dirty="0">
                <a:solidFill>
                  <a:srgbClr val="7E010C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7E010C"/>
                </a:solidFill>
                <a:latin typeface="Arial"/>
                <a:cs typeface="Arial"/>
              </a:rPr>
              <a:t>do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07074" y="3975623"/>
            <a:ext cx="12407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114" dirty="0">
                <a:solidFill>
                  <a:srgbClr val="7E010C"/>
                </a:solidFill>
                <a:latin typeface="Arial"/>
                <a:cs typeface="Arial"/>
              </a:rPr>
              <a:t>What </a:t>
            </a:r>
            <a:r>
              <a:rPr sz="1800" i="1" spc="140" dirty="0">
                <a:solidFill>
                  <a:srgbClr val="7E010C"/>
                </a:solidFill>
                <a:latin typeface="Arial"/>
                <a:cs typeface="Arial"/>
              </a:rPr>
              <a:t>to</a:t>
            </a:r>
            <a:r>
              <a:rPr sz="1800" i="1" spc="-105" dirty="0">
                <a:solidFill>
                  <a:srgbClr val="7E010C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7E010C"/>
                </a:solidFill>
                <a:latin typeface="Arial"/>
                <a:cs typeface="Arial"/>
              </a:rPr>
              <a:t>do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504688" y="5451347"/>
            <a:ext cx="184785" cy="539750"/>
          </a:xfrm>
          <a:custGeom>
            <a:avLst/>
            <a:gdLst/>
            <a:ahLst/>
            <a:cxnLst/>
            <a:rect l="l" t="t" r="r" b="b"/>
            <a:pathLst>
              <a:path w="184785" h="539750">
                <a:moveTo>
                  <a:pt x="77724" y="467868"/>
                </a:moveTo>
                <a:lnTo>
                  <a:pt x="66019" y="463966"/>
                </a:lnTo>
                <a:lnTo>
                  <a:pt x="57912" y="441960"/>
                </a:lnTo>
                <a:lnTo>
                  <a:pt x="48768" y="406908"/>
                </a:lnTo>
                <a:lnTo>
                  <a:pt x="44196" y="390144"/>
                </a:lnTo>
                <a:lnTo>
                  <a:pt x="38100" y="356616"/>
                </a:lnTo>
                <a:lnTo>
                  <a:pt x="36449" y="338328"/>
                </a:lnTo>
                <a:lnTo>
                  <a:pt x="35052" y="321564"/>
                </a:lnTo>
                <a:lnTo>
                  <a:pt x="35052" y="288036"/>
                </a:lnTo>
                <a:lnTo>
                  <a:pt x="48768" y="219456"/>
                </a:lnTo>
                <a:lnTo>
                  <a:pt x="68580" y="167640"/>
                </a:lnTo>
                <a:lnTo>
                  <a:pt x="103632" y="100584"/>
                </a:lnTo>
                <a:lnTo>
                  <a:pt x="167640" y="0"/>
                </a:lnTo>
                <a:lnTo>
                  <a:pt x="184404" y="10668"/>
                </a:lnTo>
                <a:lnTo>
                  <a:pt x="161544" y="44196"/>
                </a:lnTo>
                <a:lnTo>
                  <a:pt x="140208" y="77724"/>
                </a:lnTo>
                <a:lnTo>
                  <a:pt x="120396" y="111252"/>
                </a:lnTo>
                <a:lnTo>
                  <a:pt x="92964" y="160020"/>
                </a:lnTo>
                <a:lnTo>
                  <a:pt x="67056" y="225552"/>
                </a:lnTo>
                <a:lnTo>
                  <a:pt x="62484" y="242316"/>
                </a:lnTo>
                <a:lnTo>
                  <a:pt x="57912" y="257556"/>
                </a:lnTo>
                <a:lnTo>
                  <a:pt x="56388" y="274320"/>
                </a:lnTo>
                <a:lnTo>
                  <a:pt x="54864" y="289560"/>
                </a:lnTo>
                <a:lnTo>
                  <a:pt x="53340" y="306324"/>
                </a:lnTo>
                <a:lnTo>
                  <a:pt x="53340" y="321564"/>
                </a:lnTo>
                <a:lnTo>
                  <a:pt x="54864" y="338328"/>
                </a:lnTo>
                <a:lnTo>
                  <a:pt x="57912" y="353568"/>
                </a:lnTo>
                <a:lnTo>
                  <a:pt x="59436" y="370332"/>
                </a:lnTo>
                <a:lnTo>
                  <a:pt x="62484" y="387096"/>
                </a:lnTo>
                <a:lnTo>
                  <a:pt x="67056" y="402336"/>
                </a:lnTo>
                <a:lnTo>
                  <a:pt x="76200" y="435864"/>
                </a:lnTo>
                <a:lnTo>
                  <a:pt x="84031" y="457121"/>
                </a:lnTo>
                <a:lnTo>
                  <a:pt x="77724" y="467868"/>
                </a:lnTo>
                <a:close/>
              </a:path>
              <a:path w="184785" h="539750">
                <a:moveTo>
                  <a:pt x="111006" y="470916"/>
                </a:moveTo>
                <a:lnTo>
                  <a:pt x="68580" y="470916"/>
                </a:lnTo>
                <a:lnTo>
                  <a:pt x="86868" y="464820"/>
                </a:lnTo>
                <a:lnTo>
                  <a:pt x="84031" y="457121"/>
                </a:lnTo>
                <a:lnTo>
                  <a:pt x="118872" y="397764"/>
                </a:lnTo>
                <a:lnTo>
                  <a:pt x="111006" y="470916"/>
                </a:lnTo>
                <a:close/>
              </a:path>
              <a:path w="184785" h="539750">
                <a:moveTo>
                  <a:pt x="103632" y="539496"/>
                </a:moveTo>
                <a:lnTo>
                  <a:pt x="0" y="441960"/>
                </a:lnTo>
                <a:lnTo>
                  <a:pt x="66019" y="463966"/>
                </a:lnTo>
                <a:lnTo>
                  <a:pt x="68580" y="470916"/>
                </a:lnTo>
                <a:lnTo>
                  <a:pt x="111006" y="470916"/>
                </a:lnTo>
                <a:lnTo>
                  <a:pt x="103632" y="539496"/>
                </a:lnTo>
                <a:close/>
              </a:path>
              <a:path w="184785" h="539750">
                <a:moveTo>
                  <a:pt x="77724" y="467868"/>
                </a:moveTo>
                <a:lnTo>
                  <a:pt x="84031" y="457121"/>
                </a:lnTo>
                <a:lnTo>
                  <a:pt x="86868" y="464820"/>
                </a:lnTo>
                <a:lnTo>
                  <a:pt x="77724" y="467868"/>
                </a:lnTo>
                <a:close/>
              </a:path>
              <a:path w="184785" h="539750">
                <a:moveTo>
                  <a:pt x="68580" y="470916"/>
                </a:moveTo>
                <a:lnTo>
                  <a:pt x="66019" y="463966"/>
                </a:lnTo>
                <a:lnTo>
                  <a:pt x="77724" y="467868"/>
                </a:lnTo>
                <a:lnTo>
                  <a:pt x="68580" y="470916"/>
                </a:lnTo>
                <a:close/>
              </a:path>
            </a:pathLst>
          </a:custGeom>
          <a:solidFill>
            <a:srgbClr val="1D05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168849" y="5554499"/>
            <a:ext cx="1837055" cy="778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9270">
              <a:lnSpc>
                <a:spcPct val="100000"/>
              </a:lnSpc>
              <a:spcBef>
                <a:spcPts val="100"/>
              </a:spcBef>
            </a:pPr>
            <a:r>
              <a:rPr sz="1800" i="1" spc="-20" dirty="0">
                <a:solidFill>
                  <a:srgbClr val="7E010C"/>
                </a:solidFill>
                <a:latin typeface="Arial"/>
                <a:cs typeface="Arial"/>
              </a:rPr>
              <a:t>How </a:t>
            </a:r>
            <a:r>
              <a:rPr sz="1800" i="1" spc="140" dirty="0">
                <a:solidFill>
                  <a:srgbClr val="7E010C"/>
                </a:solidFill>
                <a:latin typeface="Arial"/>
                <a:cs typeface="Arial"/>
              </a:rPr>
              <a:t>to </a:t>
            </a:r>
            <a:r>
              <a:rPr sz="1800" i="1" dirty="0">
                <a:solidFill>
                  <a:srgbClr val="7E010C"/>
                </a:solidFill>
                <a:latin typeface="Arial"/>
                <a:cs typeface="Arial"/>
              </a:rPr>
              <a:t>do</a:t>
            </a:r>
            <a:r>
              <a:rPr sz="1800" i="1" spc="-60" dirty="0">
                <a:solidFill>
                  <a:srgbClr val="7E010C"/>
                </a:solidFill>
                <a:latin typeface="Arial"/>
                <a:cs typeface="Arial"/>
              </a:rPr>
              <a:t> </a:t>
            </a:r>
            <a:r>
              <a:rPr sz="1800" i="1" spc="220" dirty="0">
                <a:solidFill>
                  <a:srgbClr val="7E010C"/>
                </a:solidFill>
                <a:latin typeface="Arial"/>
                <a:cs typeface="Arial"/>
              </a:rPr>
              <a:t>it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05"/>
              </a:spcBef>
            </a:pPr>
            <a:r>
              <a:rPr sz="1800" b="1" spc="-5" dirty="0">
                <a:solidFill>
                  <a:srgbClr val="1D057E"/>
                </a:solidFill>
                <a:latin typeface="Comic Sans MS"/>
                <a:cs typeface="Comic Sans MS"/>
              </a:rPr>
              <a:t>Keep it</a:t>
            </a:r>
            <a:r>
              <a:rPr sz="1800" b="1" spc="-40" dirty="0">
                <a:solidFill>
                  <a:srgbClr val="1D057E"/>
                </a:solidFill>
                <a:latin typeface="Comic Sans MS"/>
                <a:cs typeface="Comic Sans MS"/>
              </a:rPr>
              <a:t> </a:t>
            </a:r>
            <a:r>
              <a:rPr sz="1800" b="1" spc="-5" dirty="0">
                <a:solidFill>
                  <a:srgbClr val="1D057E"/>
                </a:solidFill>
                <a:latin typeface="Comic Sans MS"/>
                <a:cs typeface="Comic Sans MS"/>
              </a:rPr>
              <a:t>Simple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906780" y="4960620"/>
            <a:ext cx="3389629" cy="1490980"/>
            <a:chOff x="906780" y="4960620"/>
            <a:chExt cx="3389629" cy="1490980"/>
          </a:xfrm>
        </p:grpSpPr>
        <p:sp>
          <p:nvSpPr>
            <p:cNvPr id="22" name="object 22"/>
            <p:cNvSpPr/>
            <p:nvPr/>
          </p:nvSpPr>
          <p:spPr>
            <a:xfrm>
              <a:off x="912876" y="4966716"/>
              <a:ext cx="3377565" cy="1478280"/>
            </a:xfrm>
            <a:custGeom>
              <a:avLst/>
              <a:gdLst/>
              <a:ahLst/>
              <a:cxnLst/>
              <a:rect l="l" t="t" r="r" b="b"/>
              <a:pathLst>
                <a:path w="3377565" h="1478279">
                  <a:moveTo>
                    <a:pt x="3377183" y="1478279"/>
                  </a:moveTo>
                  <a:lnTo>
                    <a:pt x="0" y="1478279"/>
                  </a:lnTo>
                  <a:lnTo>
                    <a:pt x="0" y="0"/>
                  </a:lnTo>
                  <a:lnTo>
                    <a:pt x="3377183" y="0"/>
                  </a:lnTo>
                  <a:lnTo>
                    <a:pt x="3377183" y="1478279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06780" y="4960620"/>
              <a:ext cx="3389629" cy="1490980"/>
            </a:xfrm>
            <a:custGeom>
              <a:avLst/>
              <a:gdLst/>
              <a:ahLst/>
              <a:cxnLst/>
              <a:rect l="l" t="t" r="r" b="b"/>
              <a:pathLst>
                <a:path w="3389629" h="1490979">
                  <a:moveTo>
                    <a:pt x="3389376" y="1490472"/>
                  </a:moveTo>
                  <a:lnTo>
                    <a:pt x="0" y="1490472"/>
                  </a:lnTo>
                  <a:lnTo>
                    <a:pt x="0" y="0"/>
                  </a:lnTo>
                  <a:lnTo>
                    <a:pt x="3389376" y="0"/>
                  </a:lnTo>
                  <a:lnTo>
                    <a:pt x="3389376" y="6096"/>
                  </a:lnTo>
                  <a:lnTo>
                    <a:pt x="13716" y="6096"/>
                  </a:lnTo>
                  <a:lnTo>
                    <a:pt x="6096" y="12192"/>
                  </a:lnTo>
                  <a:lnTo>
                    <a:pt x="13716" y="12192"/>
                  </a:lnTo>
                  <a:lnTo>
                    <a:pt x="13716" y="1476756"/>
                  </a:lnTo>
                  <a:lnTo>
                    <a:pt x="6096" y="1476756"/>
                  </a:lnTo>
                  <a:lnTo>
                    <a:pt x="13716" y="1484376"/>
                  </a:lnTo>
                  <a:lnTo>
                    <a:pt x="3389376" y="1484376"/>
                  </a:lnTo>
                  <a:lnTo>
                    <a:pt x="3389376" y="1490472"/>
                  </a:lnTo>
                  <a:close/>
                </a:path>
                <a:path w="3389629" h="1490979">
                  <a:moveTo>
                    <a:pt x="13716" y="12192"/>
                  </a:moveTo>
                  <a:lnTo>
                    <a:pt x="6096" y="12192"/>
                  </a:lnTo>
                  <a:lnTo>
                    <a:pt x="13716" y="6096"/>
                  </a:lnTo>
                  <a:lnTo>
                    <a:pt x="13716" y="12192"/>
                  </a:lnTo>
                  <a:close/>
                </a:path>
                <a:path w="3389629" h="1490979">
                  <a:moveTo>
                    <a:pt x="3377184" y="12192"/>
                  </a:moveTo>
                  <a:lnTo>
                    <a:pt x="13716" y="12192"/>
                  </a:lnTo>
                  <a:lnTo>
                    <a:pt x="13716" y="6096"/>
                  </a:lnTo>
                  <a:lnTo>
                    <a:pt x="3377184" y="6096"/>
                  </a:lnTo>
                  <a:lnTo>
                    <a:pt x="3377184" y="12192"/>
                  </a:lnTo>
                  <a:close/>
                </a:path>
                <a:path w="3389629" h="1490979">
                  <a:moveTo>
                    <a:pt x="3377184" y="1484376"/>
                  </a:moveTo>
                  <a:lnTo>
                    <a:pt x="3377184" y="6096"/>
                  </a:lnTo>
                  <a:lnTo>
                    <a:pt x="3383280" y="12192"/>
                  </a:lnTo>
                  <a:lnTo>
                    <a:pt x="3389376" y="12192"/>
                  </a:lnTo>
                  <a:lnTo>
                    <a:pt x="3389376" y="1476756"/>
                  </a:lnTo>
                  <a:lnTo>
                    <a:pt x="3383280" y="1476756"/>
                  </a:lnTo>
                  <a:lnTo>
                    <a:pt x="3377184" y="1484376"/>
                  </a:lnTo>
                  <a:close/>
                </a:path>
                <a:path w="3389629" h="1490979">
                  <a:moveTo>
                    <a:pt x="3389376" y="12192"/>
                  </a:moveTo>
                  <a:lnTo>
                    <a:pt x="3383280" y="12192"/>
                  </a:lnTo>
                  <a:lnTo>
                    <a:pt x="3377184" y="6096"/>
                  </a:lnTo>
                  <a:lnTo>
                    <a:pt x="3389376" y="6096"/>
                  </a:lnTo>
                  <a:lnTo>
                    <a:pt x="3389376" y="12192"/>
                  </a:lnTo>
                  <a:close/>
                </a:path>
                <a:path w="3389629" h="1490979">
                  <a:moveTo>
                    <a:pt x="13716" y="1484376"/>
                  </a:moveTo>
                  <a:lnTo>
                    <a:pt x="6096" y="1476756"/>
                  </a:lnTo>
                  <a:lnTo>
                    <a:pt x="13716" y="1476756"/>
                  </a:lnTo>
                  <a:lnTo>
                    <a:pt x="13716" y="1484376"/>
                  </a:lnTo>
                  <a:close/>
                </a:path>
                <a:path w="3389629" h="1490979">
                  <a:moveTo>
                    <a:pt x="3377184" y="1484376"/>
                  </a:moveTo>
                  <a:lnTo>
                    <a:pt x="13716" y="1484376"/>
                  </a:lnTo>
                  <a:lnTo>
                    <a:pt x="13716" y="1476756"/>
                  </a:lnTo>
                  <a:lnTo>
                    <a:pt x="3377184" y="1476756"/>
                  </a:lnTo>
                  <a:lnTo>
                    <a:pt x="3377184" y="1484376"/>
                  </a:lnTo>
                  <a:close/>
                </a:path>
                <a:path w="3389629" h="1490979">
                  <a:moveTo>
                    <a:pt x="3389376" y="1484376"/>
                  </a:moveTo>
                  <a:lnTo>
                    <a:pt x="3377184" y="1484376"/>
                  </a:lnTo>
                  <a:lnTo>
                    <a:pt x="3383280" y="1476756"/>
                  </a:lnTo>
                  <a:lnTo>
                    <a:pt x="3389376" y="1476756"/>
                  </a:lnTo>
                  <a:lnTo>
                    <a:pt x="3389376" y="1484376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912875" y="4966715"/>
            <a:ext cx="3377565" cy="147828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290830" marR="287020" algn="ctr">
              <a:lnSpc>
                <a:spcPct val="100000"/>
              </a:lnSpc>
              <a:spcBef>
                <a:spcPts val="310"/>
              </a:spcBef>
            </a:pPr>
            <a:r>
              <a:rPr sz="1800" spc="-5" dirty="0">
                <a:solidFill>
                  <a:srgbClr val="1D057E"/>
                </a:solidFill>
                <a:latin typeface="Comic Sans MS"/>
                <a:cs typeface="Comic Sans MS"/>
              </a:rPr>
              <a:t>Principles </a:t>
            </a:r>
            <a:r>
              <a:rPr sz="1800" dirty="0">
                <a:solidFill>
                  <a:srgbClr val="1D057E"/>
                </a:solidFill>
                <a:latin typeface="Comic Sans MS"/>
                <a:cs typeface="Comic Sans MS"/>
              </a:rPr>
              <a:t>&amp; </a:t>
            </a:r>
            <a:r>
              <a:rPr sz="1800" spc="-5" dirty="0">
                <a:solidFill>
                  <a:srgbClr val="1D057E"/>
                </a:solidFill>
                <a:latin typeface="Comic Sans MS"/>
                <a:cs typeface="Comic Sans MS"/>
              </a:rPr>
              <a:t>Guidelines</a:t>
            </a:r>
            <a:r>
              <a:rPr sz="1800" spc="-95" dirty="0">
                <a:solidFill>
                  <a:srgbClr val="1D057E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1D057E"/>
                </a:solidFill>
                <a:latin typeface="Comic Sans MS"/>
                <a:cs typeface="Comic Sans MS"/>
              </a:rPr>
              <a:t>for  Software project  </a:t>
            </a:r>
            <a:r>
              <a:rPr sz="1800" dirty="0">
                <a:solidFill>
                  <a:srgbClr val="1D057E"/>
                </a:solidFill>
                <a:latin typeface="Comic Sans MS"/>
                <a:cs typeface="Comic Sans MS"/>
              </a:rPr>
              <a:t>management</a:t>
            </a:r>
            <a:endParaRPr sz="1800">
              <a:latin typeface="Comic Sans MS"/>
              <a:cs typeface="Comic Sans MS"/>
            </a:endParaRPr>
          </a:p>
          <a:p>
            <a:pPr marL="476884" marR="471805" indent="-1270" algn="ctr">
              <a:lnSpc>
                <a:spcPct val="100000"/>
              </a:lnSpc>
            </a:pPr>
            <a:r>
              <a:rPr sz="1800" i="1" spc="15" dirty="0">
                <a:solidFill>
                  <a:srgbClr val="7E010C"/>
                </a:solidFill>
                <a:latin typeface="Arial"/>
                <a:cs typeface="Arial"/>
              </a:rPr>
              <a:t>especially </a:t>
            </a:r>
            <a:r>
              <a:rPr sz="1800" spc="-5" dirty="0">
                <a:solidFill>
                  <a:srgbClr val="1D057E"/>
                </a:solidFill>
                <a:latin typeface="Comic Sans MS"/>
                <a:cs typeface="Comic Sans MS"/>
              </a:rPr>
              <a:t>relevant for  reengineering</a:t>
            </a:r>
            <a:r>
              <a:rPr sz="1800" spc="-90" dirty="0">
                <a:solidFill>
                  <a:srgbClr val="1D057E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1D057E"/>
                </a:solidFill>
                <a:latin typeface="Comic Sans MS"/>
                <a:cs typeface="Comic Sans MS"/>
              </a:rPr>
              <a:t>projects</a:t>
            </a:r>
            <a:endParaRPr sz="18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462" y="1102838"/>
            <a:ext cx="41306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5" dirty="0"/>
              <a:t>Most </a:t>
            </a:r>
            <a:r>
              <a:rPr spc="50" dirty="0"/>
              <a:t>Valuable</a:t>
            </a:r>
            <a:r>
              <a:rPr spc="-505" dirty="0"/>
              <a:t> </a:t>
            </a:r>
            <a:r>
              <a:rPr spc="-350" dirty="0"/>
              <a:t>First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79011" y="2490327"/>
            <a:ext cx="6348730" cy="468630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2000" spc="-65" dirty="0">
                <a:solidFill>
                  <a:srgbClr val="3F3F3F"/>
                </a:solidFill>
                <a:latin typeface="Verdana"/>
                <a:cs typeface="Verdana"/>
              </a:rPr>
              <a:t>Problem:</a:t>
            </a:r>
            <a:r>
              <a:rPr sz="2000" spc="-17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solidFill>
                  <a:srgbClr val="FF0000"/>
                </a:solidFill>
                <a:latin typeface="Verdana"/>
                <a:cs typeface="Verdana"/>
              </a:rPr>
              <a:t>Which</a:t>
            </a:r>
            <a:r>
              <a:rPr sz="2000" spc="-8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40" dirty="0">
                <a:solidFill>
                  <a:srgbClr val="FF0000"/>
                </a:solidFill>
                <a:latin typeface="Verdana"/>
                <a:cs typeface="Verdana"/>
              </a:rPr>
              <a:t>problems</a:t>
            </a:r>
            <a:r>
              <a:rPr sz="2000" spc="-20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FF0000"/>
                </a:solidFill>
                <a:latin typeface="Verdana"/>
                <a:cs typeface="Verdana"/>
              </a:rPr>
              <a:t>should</a:t>
            </a:r>
            <a:r>
              <a:rPr sz="2000" spc="-17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30" dirty="0">
                <a:solidFill>
                  <a:srgbClr val="FF0000"/>
                </a:solidFill>
                <a:latin typeface="Verdana"/>
                <a:cs typeface="Verdana"/>
              </a:rPr>
              <a:t>you</a:t>
            </a:r>
            <a:r>
              <a:rPr sz="2000" spc="-1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Verdana"/>
                <a:cs typeface="Verdana"/>
              </a:rPr>
              <a:t>focus</a:t>
            </a:r>
            <a:r>
              <a:rPr sz="2000" spc="-16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20" dirty="0">
                <a:solidFill>
                  <a:srgbClr val="FF0000"/>
                </a:solidFill>
                <a:latin typeface="Verdana"/>
                <a:cs typeface="Verdana"/>
              </a:rPr>
              <a:t>on</a:t>
            </a:r>
            <a:r>
              <a:rPr sz="2000" spc="-1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130" dirty="0">
                <a:solidFill>
                  <a:srgbClr val="FF0000"/>
                </a:solidFill>
                <a:latin typeface="Verdana"/>
                <a:cs typeface="Verdana"/>
              </a:rPr>
              <a:t>first?</a:t>
            </a:r>
            <a:endParaRPr sz="2000">
              <a:latin typeface="Verdana"/>
              <a:cs typeface="Verdana"/>
            </a:endParaRPr>
          </a:p>
          <a:p>
            <a:pPr marL="355600" marR="5080" indent="-342900">
              <a:lnSpc>
                <a:spcPts val="2390"/>
              </a:lnSpc>
              <a:spcBef>
                <a:spcPts val="1095"/>
              </a:spcBef>
            </a:pPr>
            <a:r>
              <a:rPr sz="2000" spc="-114" dirty="0">
                <a:solidFill>
                  <a:srgbClr val="3F3F3F"/>
                </a:solidFill>
                <a:latin typeface="Verdana"/>
                <a:cs typeface="Verdana"/>
              </a:rPr>
              <a:t>Solution: </a:t>
            </a:r>
            <a:r>
              <a:rPr sz="2000" i="1" spc="-5" dirty="0">
                <a:solidFill>
                  <a:srgbClr val="009900"/>
                </a:solidFill>
                <a:latin typeface="TeX Gyre Adventor"/>
                <a:cs typeface="TeX Gyre Adventor"/>
              </a:rPr>
              <a:t>Work on </a:t>
            </a:r>
            <a:r>
              <a:rPr sz="2000" i="1" dirty="0">
                <a:solidFill>
                  <a:srgbClr val="009900"/>
                </a:solidFill>
                <a:latin typeface="TeX Gyre Adventor"/>
                <a:cs typeface="TeX Gyre Adventor"/>
              </a:rPr>
              <a:t>aspects that </a:t>
            </a:r>
            <a:r>
              <a:rPr sz="2000" i="1" spc="-5" dirty="0">
                <a:solidFill>
                  <a:srgbClr val="009900"/>
                </a:solidFill>
                <a:latin typeface="TeX Gyre Adventor"/>
                <a:cs typeface="TeX Gyre Adventor"/>
              </a:rPr>
              <a:t>are </a:t>
            </a:r>
            <a:r>
              <a:rPr sz="2000" i="1" dirty="0">
                <a:solidFill>
                  <a:srgbClr val="009900"/>
                </a:solidFill>
                <a:latin typeface="TeX Gyre Adventor"/>
                <a:cs typeface="TeX Gyre Adventor"/>
              </a:rPr>
              <a:t>most </a:t>
            </a:r>
            <a:r>
              <a:rPr sz="2000" b="1" spc="-5" dirty="0">
                <a:solidFill>
                  <a:srgbClr val="009900"/>
                </a:solidFill>
                <a:latin typeface="Gothic Uralic"/>
                <a:cs typeface="Gothic Uralic"/>
              </a:rPr>
              <a:t>valuable</a:t>
            </a:r>
            <a:r>
              <a:rPr sz="2000" b="1" spc="-175" dirty="0">
                <a:solidFill>
                  <a:srgbClr val="009900"/>
                </a:solidFill>
                <a:latin typeface="Gothic Uralic"/>
                <a:cs typeface="Gothic Uralic"/>
              </a:rPr>
              <a:t> </a:t>
            </a:r>
            <a:r>
              <a:rPr sz="2000" i="1" spc="10" dirty="0">
                <a:solidFill>
                  <a:srgbClr val="009900"/>
                </a:solidFill>
                <a:latin typeface="TeX Gyre Adventor"/>
                <a:cs typeface="TeX Gyre Adventor"/>
              </a:rPr>
              <a:t>to  </a:t>
            </a:r>
            <a:r>
              <a:rPr sz="2000" i="1" spc="5" dirty="0">
                <a:solidFill>
                  <a:srgbClr val="009900"/>
                </a:solidFill>
                <a:latin typeface="TeX Gyre Adventor"/>
                <a:cs typeface="TeX Gyre Adventor"/>
              </a:rPr>
              <a:t>your</a:t>
            </a:r>
            <a:r>
              <a:rPr sz="2000" i="1" spc="-40" dirty="0">
                <a:solidFill>
                  <a:srgbClr val="009900"/>
                </a:solidFill>
                <a:latin typeface="TeX Gyre Adventor"/>
                <a:cs typeface="TeX Gyre Adventor"/>
              </a:rPr>
              <a:t> </a:t>
            </a:r>
            <a:r>
              <a:rPr sz="2000" i="1" dirty="0">
                <a:solidFill>
                  <a:srgbClr val="009900"/>
                </a:solidFill>
                <a:latin typeface="TeX Gyre Adventor"/>
                <a:cs typeface="TeX Gyre Adventor"/>
              </a:rPr>
              <a:t>customer</a:t>
            </a:r>
            <a:endParaRPr sz="2000">
              <a:latin typeface="TeX Gyre Adventor"/>
              <a:cs typeface="TeX Gyre Adventor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500">
              <a:latin typeface="TeX Gyre Adventor"/>
              <a:cs typeface="TeX Gyre Adventor"/>
            </a:endParaRPr>
          </a:p>
          <a:p>
            <a:pPr marL="355600" indent="-342900">
              <a:lnSpc>
                <a:spcPct val="100000"/>
              </a:lnSpc>
              <a:buClr>
                <a:srgbClr val="A52F0F"/>
              </a:buClr>
              <a:buFont typeface="Georgia"/>
              <a:buChar char=""/>
              <a:tabLst>
                <a:tab pos="354965" algn="l"/>
                <a:tab pos="355600" algn="l"/>
              </a:tabLst>
            </a:pP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Maximize </a:t>
            </a:r>
            <a:r>
              <a:rPr sz="1800" spc="-30" dirty="0">
                <a:solidFill>
                  <a:srgbClr val="3F3F3F"/>
                </a:solidFill>
                <a:latin typeface="Verdana"/>
                <a:cs typeface="Verdana"/>
              </a:rPr>
              <a:t>commitment, </a:t>
            </a:r>
            <a:r>
              <a:rPr sz="1800" spc="-50" dirty="0">
                <a:solidFill>
                  <a:srgbClr val="3F3F3F"/>
                </a:solidFill>
                <a:latin typeface="Verdana"/>
                <a:cs typeface="Verdana"/>
              </a:rPr>
              <a:t>early</a:t>
            </a:r>
            <a:r>
              <a:rPr sz="1800" spc="-3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35" dirty="0">
                <a:solidFill>
                  <a:srgbClr val="3F3F3F"/>
                </a:solidFill>
                <a:latin typeface="Verdana"/>
                <a:cs typeface="Verdana"/>
              </a:rPr>
              <a:t>results</a:t>
            </a:r>
            <a:endParaRPr sz="180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1005"/>
              </a:spcBef>
              <a:buClr>
                <a:srgbClr val="A52F0F"/>
              </a:buClr>
              <a:buFont typeface="Georgia"/>
              <a:buChar char=""/>
              <a:tabLst>
                <a:tab pos="756920" algn="l"/>
              </a:tabLst>
            </a:pPr>
            <a:r>
              <a:rPr sz="1600" spc="-15" dirty="0">
                <a:solidFill>
                  <a:srgbClr val="3F3F3F"/>
                </a:solidFill>
                <a:latin typeface="Verdana"/>
                <a:cs typeface="Verdana"/>
              </a:rPr>
              <a:t>build</a:t>
            </a:r>
            <a:r>
              <a:rPr sz="16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45" dirty="0">
                <a:solidFill>
                  <a:srgbClr val="3F3F3F"/>
                </a:solidFill>
                <a:latin typeface="Verdana"/>
                <a:cs typeface="Verdana"/>
              </a:rPr>
              <a:t>confidence</a:t>
            </a:r>
            <a:endParaRPr sz="16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buClr>
                <a:srgbClr val="A52F0F"/>
              </a:buClr>
              <a:buFont typeface="Georgia"/>
              <a:buChar char=""/>
            </a:pPr>
            <a:endParaRPr sz="19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Clr>
                <a:srgbClr val="A52F0F"/>
              </a:buClr>
              <a:buFont typeface="Georgia"/>
              <a:buChar char=""/>
            </a:pPr>
            <a:endParaRPr sz="15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buClr>
                <a:srgbClr val="A52F0F"/>
              </a:buClr>
              <a:buFont typeface="Georgia"/>
              <a:buChar char=""/>
              <a:tabLst>
                <a:tab pos="354965" algn="l"/>
                <a:tab pos="355600" algn="l"/>
              </a:tabLst>
            </a:pP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Difficulties </a:t>
            </a:r>
            <a:r>
              <a:rPr sz="1800" spc="65" dirty="0">
                <a:solidFill>
                  <a:srgbClr val="3F3F3F"/>
                </a:solidFill>
                <a:latin typeface="Verdana"/>
                <a:cs typeface="Verdana"/>
              </a:rPr>
              <a:t>and</a:t>
            </a:r>
            <a:r>
              <a:rPr sz="1800" spc="-2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50" dirty="0">
                <a:solidFill>
                  <a:srgbClr val="3F3F3F"/>
                </a:solidFill>
                <a:latin typeface="Verdana"/>
                <a:cs typeface="Verdana"/>
              </a:rPr>
              <a:t>hints:</a:t>
            </a:r>
            <a:endParaRPr sz="180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1005"/>
              </a:spcBef>
              <a:buClr>
                <a:srgbClr val="A52F0F"/>
              </a:buClr>
              <a:buFont typeface="Georgia"/>
              <a:buChar char=""/>
              <a:tabLst>
                <a:tab pos="756920" algn="l"/>
              </a:tabLst>
            </a:pPr>
            <a:r>
              <a:rPr sz="1600" spc="-25" dirty="0">
                <a:solidFill>
                  <a:srgbClr val="3F3F3F"/>
                </a:solidFill>
                <a:latin typeface="Verdana"/>
                <a:cs typeface="Verdana"/>
              </a:rPr>
              <a:t>Which </a:t>
            </a:r>
            <a:r>
              <a:rPr sz="1600" i="1" spc="-5" dirty="0">
                <a:solidFill>
                  <a:srgbClr val="7E010C"/>
                </a:solidFill>
                <a:latin typeface="TeX Gyre Adventor"/>
                <a:cs typeface="TeX Gyre Adventor"/>
              </a:rPr>
              <a:t>stakeholder </a:t>
            </a:r>
            <a:r>
              <a:rPr sz="1600" spc="80" dirty="0">
                <a:solidFill>
                  <a:srgbClr val="3F3F3F"/>
                </a:solidFill>
                <a:latin typeface="Verdana"/>
                <a:cs typeface="Verdana"/>
              </a:rPr>
              <a:t>do </a:t>
            </a:r>
            <a:r>
              <a:rPr sz="1600" spc="-20" dirty="0">
                <a:solidFill>
                  <a:srgbClr val="3F3F3F"/>
                </a:solidFill>
                <a:latin typeface="Verdana"/>
                <a:cs typeface="Verdana"/>
              </a:rPr>
              <a:t>you</a:t>
            </a:r>
            <a:r>
              <a:rPr sz="1600" spc="-38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85" dirty="0">
                <a:solidFill>
                  <a:srgbClr val="3F3F3F"/>
                </a:solidFill>
                <a:latin typeface="Verdana"/>
                <a:cs typeface="Verdana"/>
              </a:rPr>
              <a:t>listen </a:t>
            </a:r>
            <a:r>
              <a:rPr sz="1600" spc="5" dirty="0">
                <a:solidFill>
                  <a:srgbClr val="3F3F3F"/>
                </a:solidFill>
                <a:latin typeface="Verdana"/>
                <a:cs typeface="Verdana"/>
              </a:rPr>
              <a:t>to?</a:t>
            </a:r>
            <a:endParaRPr sz="160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"/>
              <a:tabLst>
                <a:tab pos="756920" algn="l"/>
              </a:tabLst>
            </a:pPr>
            <a:r>
              <a:rPr sz="1600" spc="-25" dirty="0">
                <a:solidFill>
                  <a:srgbClr val="3F3F3F"/>
                </a:solidFill>
                <a:latin typeface="Verdana"/>
                <a:cs typeface="Verdana"/>
              </a:rPr>
              <a:t>What </a:t>
            </a:r>
            <a:r>
              <a:rPr sz="1600" i="1" spc="-5" dirty="0">
                <a:solidFill>
                  <a:srgbClr val="7E010C"/>
                </a:solidFill>
                <a:latin typeface="TeX Gyre Adventor"/>
                <a:cs typeface="TeX Gyre Adventor"/>
              </a:rPr>
              <a:t>measurable </a:t>
            </a:r>
            <a:r>
              <a:rPr sz="1600" i="1" spc="-10" dirty="0">
                <a:solidFill>
                  <a:srgbClr val="7E010C"/>
                </a:solidFill>
                <a:latin typeface="TeX Gyre Adventor"/>
                <a:cs typeface="TeX Gyre Adventor"/>
              </a:rPr>
              <a:t>goal </a:t>
            </a:r>
            <a:r>
              <a:rPr sz="1600" spc="-20" dirty="0">
                <a:solidFill>
                  <a:srgbClr val="3F3F3F"/>
                </a:solidFill>
                <a:latin typeface="Verdana"/>
                <a:cs typeface="Verdana"/>
              </a:rPr>
              <a:t>to </a:t>
            </a:r>
            <a:r>
              <a:rPr sz="1600" spc="-15" dirty="0">
                <a:solidFill>
                  <a:srgbClr val="3F3F3F"/>
                </a:solidFill>
                <a:latin typeface="Verdana"/>
                <a:cs typeface="Verdana"/>
              </a:rPr>
              <a:t>aim</a:t>
            </a:r>
            <a:r>
              <a:rPr sz="1600" spc="-2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35" dirty="0">
                <a:solidFill>
                  <a:srgbClr val="3F3F3F"/>
                </a:solidFill>
                <a:latin typeface="Verdana"/>
                <a:cs typeface="Verdana"/>
              </a:rPr>
              <a:t>for?</a:t>
            </a:r>
            <a:endParaRPr sz="160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"/>
              <a:tabLst>
                <a:tab pos="756920" algn="l"/>
              </a:tabLst>
            </a:pPr>
            <a:r>
              <a:rPr sz="1600" spc="-35" dirty="0">
                <a:solidFill>
                  <a:srgbClr val="3F3F3F"/>
                </a:solidFill>
                <a:latin typeface="Verdana"/>
                <a:cs typeface="Verdana"/>
              </a:rPr>
              <a:t>Consult </a:t>
            </a:r>
            <a:r>
              <a:rPr sz="1600" i="1" spc="-5" dirty="0">
                <a:solidFill>
                  <a:srgbClr val="7E010C"/>
                </a:solidFill>
                <a:latin typeface="TeX Gyre Adventor"/>
                <a:cs typeface="TeX Gyre Adventor"/>
              </a:rPr>
              <a:t>change logs </a:t>
            </a:r>
            <a:r>
              <a:rPr sz="1600" spc="-70" dirty="0">
                <a:solidFill>
                  <a:srgbClr val="3F3F3F"/>
                </a:solidFill>
                <a:latin typeface="Verdana"/>
                <a:cs typeface="Verdana"/>
              </a:rPr>
              <a:t>for </a:t>
            </a:r>
            <a:r>
              <a:rPr sz="1600" spc="-35" dirty="0">
                <a:solidFill>
                  <a:srgbClr val="3F3F3F"/>
                </a:solidFill>
                <a:latin typeface="Verdana"/>
                <a:cs typeface="Verdana"/>
              </a:rPr>
              <a:t>high</a:t>
            </a:r>
            <a:r>
              <a:rPr sz="1600" spc="-2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35" dirty="0">
                <a:solidFill>
                  <a:srgbClr val="3F3F3F"/>
                </a:solidFill>
                <a:latin typeface="Verdana"/>
                <a:cs typeface="Verdana"/>
              </a:rPr>
              <a:t>activity</a:t>
            </a:r>
            <a:endParaRPr sz="160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1010"/>
              </a:spcBef>
              <a:buClr>
                <a:srgbClr val="A52F0F"/>
              </a:buClr>
              <a:buFont typeface="Georgia"/>
              <a:buChar char=""/>
              <a:tabLst>
                <a:tab pos="756920" algn="l"/>
              </a:tabLst>
            </a:pPr>
            <a:r>
              <a:rPr sz="1600" spc="-25" dirty="0">
                <a:solidFill>
                  <a:srgbClr val="3F3F3F"/>
                </a:solidFill>
                <a:latin typeface="Verdana"/>
                <a:cs typeface="Verdana"/>
              </a:rPr>
              <a:t>Play </a:t>
            </a:r>
            <a:r>
              <a:rPr sz="1600" spc="-20" dirty="0">
                <a:solidFill>
                  <a:srgbClr val="3F3F3F"/>
                </a:solidFill>
                <a:latin typeface="Verdana"/>
                <a:cs typeface="Verdana"/>
              </a:rPr>
              <a:t>the </a:t>
            </a:r>
            <a:r>
              <a:rPr sz="1600" i="1" spc="-5" dirty="0">
                <a:solidFill>
                  <a:srgbClr val="7E010C"/>
                </a:solidFill>
                <a:latin typeface="TeX Gyre Adventor"/>
                <a:cs typeface="TeX Gyre Adventor"/>
              </a:rPr>
              <a:t>Planning</a:t>
            </a:r>
            <a:r>
              <a:rPr sz="1600" i="1" spc="-200" dirty="0">
                <a:solidFill>
                  <a:srgbClr val="7E010C"/>
                </a:solidFill>
                <a:latin typeface="TeX Gyre Adventor"/>
                <a:cs typeface="TeX Gyre Adventor"/>
              </a:rPr>
              <a:t> </a:t>
            </a:r>
            <a:r>
              <a:rPr sz="1600" i="1" spc="-10" dirty="0">
                <a:solidFill>
                  <a:srgbClr val="7E010C"/>
                </a:solidFill>
                <a:latin typeface="TeX Gyre Adventor"/>
                <a:cs typeface="TeX Gyre Adventor"/>
              </a:rPr>
              <a:t>Game</a:t>
            </a:r>
            <a:endParaRPr sz="1600">
              <a:latin typeface="TeX Gyre Adventor"/>
              <a:cs typeface="TeX Gyre Advento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462" y="1105963"/>
            <a:ext cx="27597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Gothic Uralic"/>
                <a:cs typeface="Gothic Uralic"/>
              </a:rPr>
              <a:t>First</a:t>
            </a:r>
            <a:r>
              <a:rPr b="1" spc="-60" dirty="0">
                <a:latin typeface="Gothic Uralic"/>
                <a:cs typeface="Gothic Uralic"/>
              </a:rPr>
              <a:t> </a:t>
            </a:r>
            <a:r>
              <a:rPr b="1" spc="-5" dirty="0">
                <a:latin typeface="Gothic Uralic"/>
                <a:cs typeface="Gothic Uralic"/>
              </a:rPr>
              <a:t>Contact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79011" y="2492696"/>
            <a:ext cx="6356985" cy="274256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95"/>
              </a:spcBef>
              <a:buClr>
                <a:srgbClr val="A52F0F"/>
              </a:buClr>
              <a:buFont typeface="Georgia"/>
              <a:buChar char=""/>
              <a:tabLst>
                <a:tab pos="354965" algn="l"/>
                <a:tab pos="355600" algn="l"/>
              </a:tabLst>
            </a:pPr>
            <a:r>
              <a:rPr sz="1800" spc="-40" dirty="0">
                <a:solidFill>
                  <a:srgbClr val="FF0000"/>
                </a:solidFill>
                <a:latin typeface="Verdana"/>
                <a:cs typeface="Verdana"/>
              </a:rPr>
              <a:t>Where </a:t>
            </a:r>
            <a:r>
              <a:rPr sz="1800" spc="20" dirty="0">
                <a:solidFill>
                  <a:srgbClr val="FF0000"/>
                </a:solidFill>
                <a:latin typeface="Verdana"/>
                <a:cs typeface="Verdana"/>
              </a:rPr>
              <a:t>Do </a:t>
            </a:r>
            <a:r>
              <a:rPr sz="1800" spc="-355">
                <a:solidFill>
                  <a:srgbClr val="FF0000"/>
                </a:solidFill>
                <a:latin typeface="Verdana"/>
                <a:cs typeface="Verdana"/>
              </a:rPr>
              <a:t>I</a:t>
            </a:r>
            <a:r>
              <a:rPr sz="1800" spc="-34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lang="en-US" sz="1800" spc="-34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95">
                <a:solidFill>
                  <a:srgbClr val="FF0000"/>
                </a:solidFill>
                <a:latin typeface="Verdana"/>
                <a:cs typeface="Verdana"/>
              </a:rPr>
              <a:t>Start</a:t>
            </a:r>
            <a:r>
              <a:rPr sz="1800" spc="-95" dirty="0">
                <a:solidFill>
                  <a:srgbClr val="FF0000"/>
                </a:solidFill>
                <a:latin typeface="Verdana"/>
                <a:cs typeface="Verdana"/>
              </a:rPr>
              <a:t>?</a:t>
            </a:r>
            <a:endParaRPr sz="1800" dirty="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"/>
              <a:tabLst>
                <a:tab pos="354965" algn="l"/>
                <a:tab pos="355600" algn="l"/>
              </a:tabLst>
            </a:pPr>
            <a:r>
              <a:rPr sz="1800" spc="45" dirty="0">
                <a:solidFill>
                  <a:srgbClr val="3F3F3F"/>
                </a:solidFill>
                <a:latin typeface="Verdana"/>
                <a:cs typeface="Verdana"/>
              </a:rPr>
              <a:t>Legacy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35" dirty="0">
                <a:solidFill>
                  <a:srgbClr val="3F3F3F"/>
                </a:solidFill>
                <a:latin typeface="Verdana"/>
                <a:cs typeface="Verdana"/>
              </a:rPr>
              <a:t>systems</a:t>
            </a:r>
            <a:r>
              <a:rPr sz="1800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F3F3F"/>
                </a:solidFill>
                <a:latin typeface="Verdana"/>
                <a:cs typeface="Verdana"/>
              </a:rPr>
              <a:t>are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Verdana"/>
                <a:cs typeface="Verdana"/>
              </a:rPr>
              <a:t>large</a:t>
            </a:r>
            <a:r>
              <a:rPr sz="1800" spc="-1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65" dirty="0">
                <a:solidFill>
                  <a:srgbClr val="3F3F3F"/>
                </a:solidFill>
                <a:latin typeface="Verdana"/>
                <a:cs typeface="Verdana"/>
              </a:rPr>
              <a:t>and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5" dirty="0">
                <a:solidFill>
                  <a:srgbClr val="3F3F3F"/>
                </a:solidFill>
                <a:latin typeface="Verdana"/>
                <a:cs typeface="Verdana"/>
              </a:rPr>
              <a:t>complex</a:t>
            </a:r>
            <a:endParaRPr sz="1800" dirty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1005"/>
              </a:spcBef>
              <a:buClr>
                <a:srgbClr val="A52F0F"/>
              </a:buClr>
              <a:buFont typeface="Georgia"/>
              <a:buChar char=""/>
              <a:tabLst>
                <a:tab pos="756920" algn="l"/>
              </a:tabLst>
            </a:pPr>
            <a:r>
              <a:rPr sz="1600" i="1" spc="-5" dirty="0">
                <a:solidFill>
                  <a:srgbClr val="7E010C"/>
                </a:solidFill>
                <a:latin typeface="TeX Gyre Adventor"/>
                <a:cs typeface="TeX Gyre Adventor"/>
              </a:rPr>
              <a:t>Split </a:t>
            </a:r>
            <a:r>
              <a:rPr sz="1600" i="1" dirty="0">
                <a:solidFill>
                  <a:srgbClr val="7E010C"/>
                </a:solidFill>
                <a:latin typeface="TeX Gyre Adventor"/>
                <a:cs typeface="TeX Gyre Adventor"/>
              </a:rPr>
              <a:t>the </a:t>
            </a:r>
            <a:r>
              <a:rPr sz="1600" i="1" spc="-5" dirty="0">
                <a:solidFill>
                  <a:srgbClr val="7E010C"/>
                </a:solidFill>
                <a:latin typeface="TeX Gyre Adventor"/>
                <a:cs typeface="TeX Gyre Adventor"/>
              </a:rPr>
              <a:t>system </a:t>
            </a:r>
            <a:r>
              <a:rPr sz="1600" i="1" dirty="0">
                <a:solidFill>
                  <a:srgbClr val="7E010C"/>
                </a:solidFill>
                <a:latin typeface="TeX Gyre Adventor"/>
                <a:cs typeface="TeX Gyre Adventor"/>
              </a:rPr>
              <a:t>into </a:t>
            </a:r>
            <a:r>
              <a:rPr sz="1600" i="1" spc="-5" dirty="0">
                <a:solidFill>
                  <a:srgbClr val="7E010C"/>
                </a:solidFill>
                <a:latin typeface="TeX Gyre Adventor"/>
                <a:cs typeface="TeX Gyre Adventor"/>
              </a:rPr>
              <a:t>manageable</a:t>
            </a:r>
            <a:r>
              <a:rPr sz="1600" i="1" spc="-55" dirty="0">
                <a:solidFill>
                  <a:srgbClr val="7E010C"/>
                </a:solidFill>
                <a:latin typeface="TeX Gyre Adventor"/>
                <a:cs typeface="TeX Gyre Adventor"/>
              </a:rPr>
              <a:t> </a:t>
            </a:r>
            <a:r>
              <a:rPr sz="1600" i="1" spc="-10" dirty="0">
                <a:solidFill>
                  <a:srgbClr val="7E010C"/>
                </a:solidFill>
                <a:latin typeface="TeX Gyre Adventor"/>
                <a:cs typeface="TeX Gyre Adventor"/>
              </a:rPr>
              <a:t>pieces</a:t>
            </a:r>
            <a:endParaRPr sz="1600" dirty="0">
              <a:latin typeface="TeX Gyre Adventor"/>
              <a:cs typeface="TeX Gyre Adventor"/>
            </a:endParaRPr>
          </a:p>
          <a:p>
            <a:pPr marL="355600" indent="-342900">
              <a:lnSpc>
                <a:spcPct val="100000"/>
              </a:lnSpc>
              <a:spcBef>
                <a:spcPts val="1000"/>
              </a:spcBef>
              <a:buClr>
                <a:srgbClr val="A52F0F"/>
              </a:buClr>
              <a:buFont typeface="Georgia"/>
              <a:buChar char=""/>
              <a:tabLst>
                <a:tab pos="354965" algn="l"/>
                <a:tab pos="355600" algn="l"/>
              </a:tabLst>
            </a:pPr>
            <a:r>
              <a:rPr sz="1800" spc="-114" dirty="0">
                <a:solidFill>
                  <a:srgbClr val="3F3F3F"/>
                </a:solidFill>
                <a:latin typeface="Verdana"/>
                <a:cs typeface="Verdana"/>
              </a:rPr>
              <a:t>Time </a:t>
            </a:r>
            <a:r>
              <a:rPr sz="1800" spc="-170" dirty="0">
                <a:solidFill>
                  <a:srgbClr val="3F3F3F"/>
                </a:solidFill>
                <a:latin typeface="Verdana"/>
                <a:cs typeface="Verdana"/>
              </a:rPr>
              <a:t>is</a:t>
            </a:r>
            <a:r>
              <a:rPr sz="1800" spc="-20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3F3F3F"/>
                </a:solidFill>
                <a:latin typeface="Verdana"/>
                <a:cs typeface="Verdana"/>
              </a:rPr>
              <a:t>limited</a:t>
            </a:r>
            <a:endParaRPr sz="1800" dirty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1005"/>
              </a:spcBef>
              <a:buClr>
                <a:srgbClr val="A52F0F"/>
              </a:buClr>
              <a:buFont typeface="Georgia"/>
              <a:buChar char=""/>
              <a:tabLst>
                <a:tab pos="756920" algn="l"/>
              </a:tabLst>
            </a:pPr>
            <a:r>
              <a:rPr sz="1600" i="1" spc="-5" dirty="0">
                <a:solidFill>
                  <a:srgbClr val="7E010C"/>
                </a:solidFill>
                <a:latin typeface="TeX Gyre Adventor"/>
                <a:cs typeface="TeX Gyre Adventor"/>
              </a:rPr>
              <a:t>Apply </a:t>
            </a:r>
            <a:r>
              <a:rPr sz="1600" i="1" spc="-10" dirty="0">
                <a:solidFill>
                  <a:srgbClr val="7E010C"/>
                </a:solidFill>
                <a:latin typeface="TeX Gyre Adventor"/>
                <a:cs typeface="TeX Gyre Adventor"/>
              </a:rPr>
              <a:t>lightweight </a:t>
            </a:r>
            <a:r>
              <a:rPr sz="1600" i="1" spc="-5" dirty="0">
                <a:solidFill>
                  <a:srgbClr val="7E010C"/>
                </a:solidFill>
                <a:latin typeface="TeX Gyre Adventor"/>
                <a:cs typeface="TeX Gyre Adventor"/>
              </a:rPr>
              <a:t>techniques to assess feasibility and</a:t>
            </a:r>
            <a:r>
              <a:rPr sz="1600" i="1" spc="100" dirty="0">
                <a:solidFill>
                  <a:srgbClr val="7E010C"/>
                </a:solidFill>
                <a:latin typeface="TeX Gyre Adventor"/>
                <a:cs typeface="TeX Gyre Adventor"/>
              </a:rPr>
              <a:t> </a:t>
            </a:r>
            <a:r>
              <a:rPr sz="1600" i="1" spc="-5" dirty="0">
                <a:solidFill>
                  <a:srgbClr val="7E010C"/>
                </a:solidFill>
                <a:latin typeface="TeX Gyre Adventor"/>
                <a:cs typeface="TeX Gyre Adventor"/>
              </a:rPr>
              <a:t>risks</a:t>
            </a:r>
            <a:endParaRPr sz="1600" dirty="0">
              <a:latin typeface="TeX Gyre Adventor"/>
              <a:cs typeface="TeX Gyre Adventor"/>
            </a:endParaRPr>
          </a:p>
          <a:p>
            <a:pPr marL="355600" indent="-342900">
              <a:lnSpc>
                <a:spcPct val="100000"/>
              </a:lnSpc>
              <a:spcBef>
                <a:spcPts val="985"/>
              </a:spcBef>
              <a:buClr>
                <a:srgbClr val="A52F0F"/>
              </a:buClr>
              <a:buFont typeface="Georgia"/>
              <a:buChar char=""/>
              <a:tabLst>
                <a:tab pos="354965" algn="l"/>
                <a:tab pos="355600" algn="l"/>
              </a:tabLst>
            </a:pPr>
            <a:r>
              <a:rPr sz="1800" spc="-170" dirty="0">
                <a:solidFill>
                  <a:srgbClr val="3F3F3F"/>
                </a:solidFill>
                <a:latin typeface="Verdana"/>
                <a:cs typeface="Verdana"/>
              </a:rPr>
              <a:t>First </a:t>
            </a:r>
            <a:r>
              <a:rPr sz="1800" spc="-95" dirty="0">
                <a:solidFill>
                  <a:srgbClr val="3F3F3F"/>
                </a:solidFill>
                <a:latin typeface="Verdana"/>
                <a:cs typeface="Verdana"/>
              </a:rPr>
              <a:t>impressions </a:t>
            </a:r>
            <a:r>
              <a:rPr sz="1800" dirty="0">
                <a:solidFill>
                  <a:srgbClr val="3F3F3F"/>
                </a:solidFill>
                <a:latin typeface="Verdana"/>
                <a:cs typeface="Verdana"/>
              </a:rPr>
              <a:t>are</a:t>
            </a:r>
            <a:r>
              <a:rPr sz="1800" spc="-1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Verdana"/>
                <a:cs typeface="Verdana"/>
              </a:rPr>
              <a:t>dangerous</a:t>
            </a:r>
            <a:endParaRPr sz="1800" dirty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1005"/>
              </a:spcBef>
              <a:buClr>
                <a:srgbClr val="A52F0F"/>
              </a:buClr>
              <a:buFont typeface="Georgia"/>
              <a:buChar char=""/>
              <a:tabLst>
                <a:tab pos="756920" algn="l"/>
              </a:tabLst>
            </a:pPr>
            <a:r>
              <a:rPr sz="1600" i="1" spc="-10" dirty="0">
                <a:solidFill>
                  <a:srgbClr val="7E010C"/>
                </a:solidFill>
                <a:latin typeface="TeX Gyre Adventor"/>
                <a:cs typeface="TeX Gyre Adventor"/>
              </a:rPr>
              <a:t>Always double-check </a:t>
            </a:r>
            <a:r>
              <a:rPr sz="1600" i="1" spc="-5" dirty="0">
                <a:solidFill>
                  <a:srgbClr val="7E010C"/>
                </a:solidFill>
                <a:latin typeface="TeX Gyre Adventor"/>
                <a:cs typeface="TeX Gyre Adventor"/>
              </a:rPr>
              <a:t>your</a:t>
            </a:r>
            <a:r>
              <a:rPr sz="1600" i="1" spc="110" dirty="0">
                <a:solidFill>
                  <a:srgbClr val="7E010C"/>
                </a:solidFill>
                <a:latin typeface="TeX Gyre Adventor"/>
                <a:cs typeface="TeX Gyre Adventor"/>
              </a:rPr>
              <a:t> </a:t>
            </a:r>
            <a:r>
              <a:rPr sz="1600" i="1" spc="-5" dirty="0">
                <a:solidFill>
                  <a:srgbClr val="7E010C"/>
                </a:solidFill>
                <a:latin typeface="TeX Gyre Adventor"/>
                <a:cs typeface="TeX Gyre Adventor"/>
              </a:rPr>
              <a:t>sources</a:t>
            </a:r>
            <a:endParaRPr sz="1600" dirty="0">
              <a:latin typeface="TeX Gyre Adventor"/>
              <a:cs typeface="TeX Gyre Advento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462" y="1102838"/>
            <a:ext cx="28047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0" dirty="0"/>
              <a:t>First</a:t>
            </a:r>
            <a:r>
              <a:rPr spc="-300" dirty="0"/>
              <a:t> </a:t>
            </a:r>
            <a:r>
              <a:rPr spc="114" dirty="0"/>
              <a:t>Contact</a:t>
            </a:r>
          </a:p>
        </p:txBody>
      </p:sp>
      <p:sp>
        <p:nvSpPr>
          <p:cNvPr id="3" name="object 3"/>
          <p:cNvSpPr/>
          <p:nvPr/>
        </p:nvSpPr>
        <p:spPr>
          <a:xfrm>
            <a:off x="833627" y="1976627"/>
            <a:ext cx="5074920" cy="2220595"/>
          </a:xfrm>
          <a:custGeom>
            <a:avLst/>
            <a:gdLst/>
            <a:ahLst/>
            <a:cxnLst/>
            <a:rect l="l" t="t" r="r" b="b"/>
            <a:pathLst>
              <a:path w="5074920" h="2220595">
                <a:moveTo>
                  <a:pt x="4572" y="2214372"/>
                </a:moveTo>
                <a:lnTo>
                  <a:pt x="0" y="2214372"/>
                </a:lnTo>
                <a:lnTo>
                  <a:pt x="0" y="2176272"/>
                </a:lnTo>
                <a:lnTo>
                  <a:pt x="10668" y="2176272"/>
                </a:lnTo>
                <a:lnTo>
                  <a:pt x="10668" y="2209800"/>
                </a:lnTo>
                <a:lnTo>
                  <a:pt x="4572" y="2209800"/>
                </a:lnTo>
                <a:lnTo>
                  <a:pt x="4572" y="2214372"/>
                </a:lnTo>
                <a:close/>
              </a:path>
              <a:path w="5074920" h="2220595">
                <a:moveTo>
                  <a:pt x="18288" y="2220468"/>
                </a:moveTo>
                <a:lnTo>
                  <a:pt x="4572" y="2220468"/>
                </a:lnTo>
                <a:lnTo>
                  <a:pt x="4572" y="2209800"/>
                </a:lnTo>
                <a:lnTo>
                  <a:pt x="10668" y="2209800"/>
                </a:lnTo>
                <a:lnTo>
                  <a:pt x="10668" y="2214372"/>
                </a:lnTo>
                <a:lnTo>
                  <a:pt x="18288" y="2214372"/>
                </a:lnTo>
                <a:lnTo>
                  <a:pt x="18288" y="2220468"/>
                </a:lnTo>
                <a:close/>
              </a:path>
              <a:path w="5074920" h="2220595">
                <a:moveTo>
                  <a:pt x="18288" y="2214372"/>
                </a:moveTo>
                <a:lnTo>
                  <a:pt x="10668" y="2214372"/>
                </a:lnTo>
                <a:lnTo>
                  <a:pt x="10668" y="2209800"/>
                </a:lnTo>
                <a:lnTo>
                  <a:pt x="18288" y="2209800"/>
                </a:lnTo>
                <a:lnTo>
                  <a:pt x="18288" y="2214372"/>
                </a:lnTo>
                <a:close/>
              </a:path>
              <a:path w="5074920" h="2220595">
                <a:moveTo>
                  <a:pt x="10668" y="2148840"/>
                </a:moveTo>
                <a:lnTo>
                  <a:pt x="0" y="2148840"/>
                </a:lnTo>
                <a:lnTo>
                  <a:pt x="0" y="2110740"/>
                </a:lnTo>
                <a:lnTo>
                  <a:pt x="10668" y="2110740"/>
                </a:lnTo>
                <a:lnTo>
                  <a:pt x="10668" y="2148840"/>
                </a:lnTo>
                <a:close/>
              </a:path>
              <a:path w="5074920" h="2220595">
                <a:moveTo>
                  <a:pt x="10668" y="2081784"/>
                </a:moveTo>
                <a:lnTo>
                  <a:pt x="0" y="2081784"/>
                </a:lnTo>
                <a:lnTo>
                  <a:pt x="0" y="2043684"/>
                </a:lnTo>
                <a:lnTo>
                  <a:pt x="10668" y="2043684"/>
                </a:lnTo>
                <a:lnTo>
                  <a:pt x="10668" y="2081784"/>
                </a:lnTo>
                <a:close/>
              </a:path>
              <a:path w="5074920" h="2220595">
                <a:moveTo>
                  <a:pt x="10668" y="2014728"/>
                </a:moveTo>
                <a:lnTo>
                  <a:pt x="0" y="2014728"/>
                </a:lnTo>
                <a:lnTo>
                  <a:pt x="0" y="1976628"/>
                </a:lnTo>
                <a:lnTo>
                  <a:pt x="10668" y="1976628"/>
                </a:lnTo>
                <a:lnTo>
                  <a:pt x="10668" y="2014728"/>
                </a:lnTo>
                <a:close/>
              </a:path>
              <a:path w="5074920" h="2220595">
                <a:moveTo>
                  <a:pt x="10668" y="1947672"/>
                </a:moveTo>
                <a:lnTo>
                  <a:pt x="0" y="1947672"/>
                </a:lnTo>
                <a:lnTo>
                  <a:pt x="0" y="1909572"/>
                </a:lnTo>
                <a:lnTo>
                  <a:pt x="10668" y="1909572"/>
                </a:lnTo>
                <a:lnTo>
                  <a:pt x="10668" y="1947672"/>
                </a:lnTo>
                <a:close/>
              </a:path>
              <a:path w="5074920" h="2220595">
                <a:moveTo>
                  <a:pt x="10668" y="1882140"/>
                </a:moveTo>
                <a:lnTo>
                  <a:pt x="0" y="1882140"/>
                </a:lnTo>
                <a:lnTo>
                  <a:pt x="0" y="1844040"/>
                </a:lnTo>
                <a:lnTo>
                  <a:pt x="10668" y="1844040"/>
                </a:lnTo>
                <a:lnTo>
                  <a:pt x="10668" y="1882140"/>
                </a:lnTo>
                <a:close/>
              </a:path>
              <a:path w="5074920" h="2220595">
                <a:moveTo>
                  <a:pt x="10668" y="1815084"/>
                </a:moveTo>
                <a:lnTo>
                  <a:pt x="0" y="1815084"/>
                </a:lnTo>
                <a:lnTo>
                  <a:pt x="0" y="1776984"/>
                </a:lnTo>
                <a:lnTo>
                  <a:pt x="10668" y="1776984"/>
                </a:lnTo>
                <a:lnTo>
                  <a:pt x="10668" y="1815084"/>
                </a:lnTo>
                <a:close/>
              </a:path>
              <a:path w="5074920" h="2220595">
                <a:moveTo>
                  <a:pt x="10668" y="1748028"/>
                </a:moveTo>
                <a:lnTo>
                  <a:pt x="0" y="1748028"/>
                </a:lnTo>
                <a:lnTo>
                  <a:pt x="0" y="1709928"/>
                </a:lnTo>
                <a:lnTo>
                  <a:pt x="10668" y="1709928"/>
                </a:lnTo>
                <a:lnTo>
                  <a:pt x="10668" y="1748028"/>
                </a:lnTo>
                <a:close/>
              </a:path>
              <a:path w="5074920" h="2220595">
                <a:moveTo>
                  <a:pt x="10668" y="1680972"/>
                </a:moveTo>
                <a:lnTo>
                  <a:pt x="0" y="1680972"/>
                </a:lnTo>
                <a:lnTo>
                  <a:pt x="0" y="1642872"/>
                </a:lnTo>
                <a:lnTo>
                  <a:pt x="10668" y="1642872"/>
                </a:lnTo>
                <a:lnTo>
                  <a:pt x="10668" y="1680972"/>
                </a:lnTo>
                <a:close/>
              </a:path>
              <a:path w="5074920" h="2220595">
                <a:moveTo>
                  <a:pt x="10668" y="1615440"/>
                </a:moveTo>
                <a:lnTo>
                  <a:pt x="0" y="1615440"/>
                </a:lnTo>
                <a:lnTo>
                  <a:pt x="0" y="1577340"/>
                </a:lnTo>
                <a:lnTo>
                  <a:pt x="10668" y="1577340"/>
                </a:lnTo>
                <a:lnTo>
                  <a:pt x="10668" y="1615440"/>
                </a:lnTo>
                <a:close/>
              </a:path>
              <a:path w="5074920" h="2220595">
                <a:moveTo>
                  <a:pt x="10668" y="1548384"/>
                </a:moveTo>
                <a:lnTo>
                  <a:pt x="0" y="1548384"/>
                </a:lnTo>
                <a:lnTo>
                  <a:pt x="0" y="1510284"/>
                </a:lnTo>
                <a:lnTo>
                  <a:pt x="10668" y="1510284"/>
                </a:lnTo>
                <a:lnTo>
                  <a:pt x="10668" y="1548384"/>
                </a:lnTo>
                <a:close/>
              </a:path>
              <a:path w="5074920" h="2220595">
                <a:moveTo>
                  <a:pt x="10668" y="1481328"/>
                </a:moveTo>
                <a:lnTo>
                  <a:pt x="0" y="1481328"/>
                </a:lnTo>
                <a:lnTo>
                  <a:pt x="0" y="1443228"/>
                </a:lnTo>
                <a:lnTo>
                  <a:pt x="10668" y="1443228"/>
                </a:lnTo>
                <a:lnTo>
                  <a:pt x="10668" y="1481328"/>
                </a:lnTo>
                <a:close/>
              </a:path>
              <a:path w="5074920" h="2220595">
                <a:moveTo>
                  <a:pt x="10668" y="1414272"/>
                </a:moveTo>
                <a:lnTo>
                  <a:pt x="0" y="1414272"/>
                </a:lnTo>
                <a:lnTo>
                  <a:pt x="0" y="1376172"/>
                </a:lnTo>
                <a:lnTo>
                  <a:pt x="10668" y="1376172"/>
                </a:lnTo>
                <a:lnTo>
                  <a:pt x="10668" y="1414272"/>
                </a:lnTo>
                <a:close/>
              </a:path>
              <a:path w="5074920" h="2220595">
                <a:moveTo>
                  <a:pt x="10668" y="1348740"/>
                </a:moveTo>
                <a:lnTo>
                  <a:pt x="0" y="1348740"/>
                </a:lnTo>
                <a:lnTo>
                  <a:pt x="0" y="1310640"/>
                </a:lnTo>
                <a:lnTo>
                  <a:pt x="10668" y="1310640"/>
                </a:lnTo>
                <a:lnTo>
                  <a:pt x="10668" y="1348740"/>
                </a:lnTo>
                <a:close/>
              </a:path>
              <a:path w="5074920" h="2220595">
                <a:moveTo>
                  <a:pt x="10668" y="1281684"/>
                </a:moveTo>
                <a:lnTo>
                  <a:pt x="0" y="1281684"/>
                </a:lnTo>
                <a:lnTo>
                  <a:pt x="0" y="1243584"/>
                </a:lnTo>
                <a:lnTo>
                  <a:pt x="10668" y="1243584"/>
                </a:lnTo>
                <a:lnTo>
                  <a:pt x="10668" y="1281684"/>
                </a:lnTo>
                <a:close/>
              </a:path>
              <a:path w="5074920" h="2220595">
                <a:moveTo>
                  <a:pt x="10668" y="1214628"/>
                </a:moveTo>
                <a:lnTo>
                  <a:pt x="0" y="1214628"/>
                </a:lnTo>
                <a:lnTo>
                  <a:pt x="0" y="1176528"/>
                </a:lnTo>
                <a:lnTo>
                  <a:pt x="10668" y="1176528"/>
                </a:lnTo>
                <a:lnTo>
                  <a:pt x="10668" y="1214628"/>
                </a:lnTo>
                <a:close/>
              </a:path>
              <a:path w="5074920" h="2220595">
                <a:moveTo>
                  <a:pt x="10668" y="1147572"/>
                </a:moveTo>
                <a:lnTo>
                  <a:pt x="0" y="1147572"/>
                </a:lnTo>
                <a:lnTo>
                  <a:pt x="0" y="1109472"/>
                </a:lnTo>
                <a:lnTo>
                  <a:pt x="10668" y="1109472"/>
                </a:lnTo>
                <a:lnTo>
                  <a:pt x="10668" y="1147572"/>
                </a:lnTo>
                <a:close/>
              </a:path>
              <a:path w="5074920" h="2220595">
                <a:moveTo>
                  <a:pt x="10668" y="1082040"/>
                </a:moveTo>
                <a:lnTo>
                  <a:pt x="0" y="1082040"/>
                </a:lnTo>
                <a:lnTo>
                  <a:pt x="0" y="1043940"/>
                </a:lnTo>
                <a:lnTo>
                  <a:pt x="10668" y="1043940"/>
                </a:lnTo>
                <a:lnTo>
                  <a:pt x="10668" y="1082040"/>
                </a:lnTo>
                <a:close/>
              </a:path>
              <a:path w="5074920" h="2220595">
                <a:moveTo>
                  <a:pt x="10668" y="1014984"/>
                </a:moveTo>
                <a:lnTo>
                  <a:pt x="0" y="1014984"/>
                </a:lnTo>
                <a:lnTo>
                  <a:pt x="0" y="976884"/>
                </a:lnTo>
                <a:lnTo>
                  <a:pt x="10668" y="976884"/>
                </a:lnTo>
                <a:lnTo>
                  <a:pt x="10668" y="1014984"/>
                </a:lnTo>
                <a:close/>
              </a:path>
              <a:path w="5074920" h="2220595">
                <a:moveTo>
                  <a:pt x="10668" y="947928"/>
                </a:moveTo>
                <a:lnTo>
                  <a:pt x="0" y="947928"/>
                </a:lnTo>
                <a:lnTo>
                  <a:pt x="0" y="909828"/>
                </a:lnTo>
                <a:lnTo>
                  <a:pt x="10668" y="909828"/>
                </a:lnTo>
                <a:lnTo>
                  <a:pt x="10668" y="947928"/>
                </a:lnTo>
                <a:close/>
              </a:path>
              <a:path w="5074920" h="2220595">
                <a:moveTo>
                  <a:pt x="10668" y="880872"/>
                </a:moveTo>
                <a:lnTo>
                  <a:pt x="0" y="880872"/>
                </a:lnTo>
                <a:lnTo>
                  <a:pt x="0" y="842772"/>
                </a:lnTo>
                <a:lnTo>
                  <a:pt x="10668" y="842772"/>
                </a:lnTo>
                <a:lnTo>
                  <a:pt x="10668" y="880872"/>
                </a:lnTo>
                <a:close/>
              </a:path>
              <a:path w="5074920" h="2220595">
                <a:moveTo>
                  <a:pt x="10668" y="815340"/>
                </a:moveTo>
                <a:lnTo>
                  <a:pt x="0" y="815340"/>
                </a:lnTo>
                <a:lnTo>
                  <a:pt x="0" y="777240"/>
                </a:lnTo>
                <a:lnTo>
                  <a:pt x="10668" y="777240"/>
                </a:lnTo>
                <a:lnTo>
                  <a:pt x="10668" y="815340"/>
                </a:lnTo>
                <a:close/>
              </a:path>
              <a:path w="5074920" h="2220595">
                <a:moveTo>
                  <a:pt x="10668" y="748284"/>
                </a:moveTo>
                <a:lnTo>
                  <a:pt x="0" y="748284"/>
                </a:lnTo>
                <a:lnTo>
                  <a:pt x="0" y="710184"/>
                </a:lnTo>
                <a:lnTo>
                  <a:pt x="10668" y="710184"/>
                </a:lnTo>
                <a:lnTo>
                  <a:pt x="10668" y="748284"/>
                </a:lnTo>
                <a:close/>
              </a:path>
              <a:path w="5074920" h="2220595">
                <a:moveTo>
                  <a:pt x="10668" y="681228"/>
                </a:moveTo>
                <a:lnTo>
                  <a:pt x="0" y="681228"/>
                </a:lnTo>
                <a:lnTo>
                  <a:pt x="0" y="643128"/>
                </a:lnTo>
                <a:lnTo>
                  <a:pt x="10668" y="643128"/>
                </a:lnTo>
                <a:lnTo>
                  <a:pt x="10668" y="681228"/>
                </a:lnTo>
                <a:close/>
              </a:path>
              <a:path w="5074920" h="2220595">
                <a:moveTo>
                  <a:pt x="10668" y="614172"/>
                </a:moveTo>
                <a:lnTo>
                  <a:pt x="0" y="614172"/>
                </a:lnTo>
                <a:lnTo>
                  <a:pt x="0" y="576072"/>
                </a:lnTo>
                <a:lnTo>
                  <a:pt x="10668" y="576072"/>
                </a:lnTo>
                <a:lnTo>
                  <a:pt x="10668" y="614172"/>
                </a:lnTo>
                <a:close/>
              </a:path>
              <a:path w="5074920" h="2220595">
                <a:moveTo>
                  <a:pt x="10668" y="548640"/>
                </a:moveTo>
                <a:lnTo>
                  <a:pt x="0" y="548640"/>
                </a:lnTo>
                <a:lnTo>
                  <a:pt x="0" y="510540"/>
                </a:lnTo>
                <a:lnTo>
                  <a:pt x="10668" y="510540"/>
                </a:lnTo>
                <a:lnTo>
                  <a:pt x="10668" y="548640"/>
                </a:lnTo>
                <a:close/>
              </a:path>
              <a:path w="5074920" h="2220595">
                <a:moveTo>
                  <a:pt x="10668" y="481584"/>
                </a:moveTo>
                <a:lnTo>
                  <a:pt x="0" y="481584"/>
                </a:lnTo>
                <a:lnTo>
                  <a:pt x="0" y="443484"/>
                </a:lnTo>
                <a:lnTo>
                  <a:pt x="10668" y="443484"/>
                </a:lnTo>
                <a:lnTo>
                  <a:pt x="10668" y="481584"/>
                </a:lnTo>
                <a:close/>
              </a:path>
              <a:path w="5074920" h="2220595">
                <a:moveTo>
                  <a:pt x="10668" y="414528"/>
                </a:moveTo>
                <a:lnTo>
                  <a:pt x="0" y="414528"/>
                </a:lnTo>
                <a:lnTo>
                  <a:pt x="0" y="376428"/>
                </a:lnTo>
                <a:lnTo>
                  <a:pt x="10668" y="376428"/>
                </a:lnTo>
                <a:lnTo>
                  <a:pt x="10668" y="414528"/>
                </a:lnTo>
                <a:close/>
              </a:path>
              <a:path w="5074920" h="2220595">
                <a:moveTo>
                  <a:pt x="10668" y="347472"/>
                </a:moveTo>
                <a:lnTo>
                  <a:pt x="0" y="347472"/>
                </a:lnTo>
                <a:lnTo>
                  <a:pt x="0" y="309372"/>
                </a:lnTo>
                <a:lnTo>
                  <a:pt x="10668" y="309372"/>
                </a:lnTo>
                <a:lnTo>
                  <a:pt x="10668" y="347472"/>
                </a:lnTo>
                <a:close/>
              </a:path>
              <a:path w="5074920" h="2220595">
                <a:moveTo>
                  <a:pt x="10668" y="281940"/>
                </a:moveTo>
                <a:lnTo>
                  <a:pt x="0" y="281940"/>
                </a:lnTo>
                <a:lnTo>
                  <a:pt x="0" y="243840"/>
                </a:lnTo>
                <a:lnTo>
                  <a:pt x="10668" y="243840"/>
                </a:lnTo>
                <a:lnTo>
                  <a:pt x="10668" y="281940"/>
                </a:lnTo>
                <a:close/>
              </a:path>
              <a:path w="5074920" h="2220595">
                <a:moveTo>
                  <a:pt x="10668" y="214884"/>
                </a:moveTo>
                <a:lnTo>
                  <a:pt x="0" y="214884"/>
                </a:lnTo>
                <a:lnTo>
                  <a:pt x="0" y="176784"/>
                </a:lnTo>
                <a:lnTo>
                  <a:pt x="10668" y="176784"/>
                </a:lnTo>
                <a:lnTo>
                  <a:pt x="10668" y="214884"/>
                </a:lnTo>
                <a:close/>
              </a:path>
              <a:path w="5074920" h="2220595">
                <a:moveTo>
                  <a:pt x="10668" y="147828"/>
                </a:moveTo>
                <a:lnTo>
                  <a:pt x="0" y="147828"/>
                </a:lnTo>
                <a:lnTo>
                  <a:pt x="0" y="109728"/>
                </a:lnTo>
                <a:lnTo>
                  <a:pt x="10668" y="109728"/>
                </a:lnTo>
                <a:lnTo>
                  <a:pt x="10668" y="147828"/>
                </a:lnTo>
                <a:close/>
              </a:path>
              <a:path w="5074920" h="2220595">
                <a:moveTo>
                  <a:pt x="10668" y="80772"/>
                </a:moveTo>
                <a:lnTo>
                  <a:pt x="0" y="80772"/>
                </a:lnTo>
                <a:lnTo>
                  <a:pt x="0" y="42672"/>
                </a:lnTo>
                <a:lnTo>
                  <a:pt x="10668" y="42672"/>
                </a:lnTo>
                <a:lnTo>
                  <a:pt x="10668" y="80772"/>
                </a:lnTo>
                <a:close/>
              </a:path>
              <a:path w="5074920" h="2220595">
                <a:moveTo>
                  <a:pt x="10668" y="15240"/>
                </a:moveTo>
                <a:lnTo>
                  <a:pt x="0" y="15240"/>
                </a:lnTo>
                <a:lnTo>
                  <a:pt x="0" y="0"/>
                </a:lnTo>
                <a:lnTo>
                  <a:pt x="33528" y="0"/>
                </a:lnTo>
                <a:lnTo>
                  <a:pt x="33528" y="4572"/>
                </a:lnTo>
                <a:lnTo>
                  <a:pt x="10668" y="4572"/>
                </a:lnTo>
                <a:lnTo>
                  <a:pt x="4572" y="10668"/>
                </a:lnTo>
                <a:lnTo>
                  <a:pt x="10668" y="10668"/>
                </a:lnTo>
                <a:lnTo>
                  <a:pt x="10668" y="15240"/>
                </a:lnTo>
                <a:close/>
              </a:path>
              <a:path w="5074920" h="2220595">
                <a:moveTo>
                  <a:pt x="10668" y="10668"/>
                </a:moveTo>
                <a:lnTo>
                  <a:pt x="4572" y="10668"/>
                </a:lnTo>
                <a:lnTo>
                  <a:pt x="10668" y="4572"/>
                </a:lnTo>
                <a:lnTo>
                  <a:pt x="10668" y="10668"/>
                </a:lnTo>
                <a:close/>
              </a:path>
              <a:path w="5074920" h="2220595">
                <a:moveTo>
                  <a:pt x="33528" y="10668"/>
                </a:moveTo>
                <a:lnTo>
                  <a:pt x="10668" y="10668"/>
                </a:lnTo>
                <a:lnTo>
                  <a:pt x="10668" y="4572"/>
                </a:lnTo>
                <a:lnTo>
                  <a:pt x="33528" y="4572"/>
                </a:lnTo>
                <a:lnTo>
                  <a:pt x="33528" y="10668"/>
                </a:lnTo>
                <a:close/>
              </a:path>
              <a:path w="5074920" h="2220595">
                <a:moveTo>
                  <a:pt x="100584" y="10668"/>
                </a:moveTo>
                <a:lnTo>
                  <a:pt x="62484" y="10668"/>
                </a:lnTo>
                <a:lnTo>
                  <a:pt x="62484" y="0"/>
                </a:lnTo>
                <a:lnTo>
                  <a:pt x="100584" y="0"/>
                </a:lnTo>
                <a:lnTo>
                  <a:pt x="100584" y="10668"/>
                </a:lnTo>
                <a:close/>
              </a:path>
              <a:path w="5074920" h="2220595">
                <a:moveTo>
                  <a:pt x="167640" y="10668"/>
                </a:moveTo>
                <a:lnTo>
                  <a:pt x="129540" y="10668"/>
                </a:lnTo>
                <a:lnTo>
                  <a:pt x="129540" y="0"/>
                </a:lnTo>
                <a:lnTo>
                  <a:pt x="167640" y="0"/>
                </a:lnTo>
                <a:lnTo>
                  <a:pt x="167640" y="10668"/>
                </a:lnTo>
                <a:close/>
              </a:path>
              <a:path w="5074920" h="2220595">
                <a:moveTo>
                  <a:pt x="233172" y="10668"/>
                </a:moveTo>
                <a:lnTo>
                  <a:pt x="195072" y="10668"/>
                </a:lnTo>
                <a:lnTo>
                  <a:pt x="195072" y="0"/>
                </a:lnTo>
                <a:lnTo>
                  <a:pt x="233172" y="0"/>
                </a:lnTo>
                <a:lnTo>
                  <a:pt x="233172" y="10668"/>
                </a:lnTo>
                <a:close/>
              </a:path>
              <a:path w="5074920" h="2220595">
                <a:moveTo>
                  <a:pt x="300228" y="10668"/>
                </a:moveTo>
                <a:lnTo>
                  <a:pt x="262128" y="10668"/>
                </a:lnTo>
                <a:lnTo>
                  <a:pt x="262128" y="0"/>
                </a:lnTo>
                <a:lnTo>
                  <a:pt x="300228" y="0"/>
                </a:lnTo>
                <a:lnTo>
                  <a:pt x="300228" y="10668"/>
                </a:lnTo>
                <a:close/>
              </a:path>
              <a:path w="5074920" h="2220595">
                <a:moveTo>
                  <a:pt x="367284" y="10668"/>
                </a:moveTo>
                <a:lnTo>
                  <a:pt x="329184" y="10668"/>
                </a:lnTo>
                <a:lnTo>
                  <a:pt x="329184" y="0"/>
                </a:lnTo>
                <a:lnTo>
                  <a:pt x="367284" y="0"/>
                </a:lnTo>
                <a:lnTo>
                  <a:pt x="367284" y="10668"/>
                </a:lnTo>
                <a:close/>
              </a:path>
              <a:path w="5074920" h="2220595">
                <a:moveTo>
                  <a:pt x="434340" y="10668"/>
                </a:moveTo>
                <a:lnTo>
                  <a:pt x="396240" y="10668"/>
                </a:lnTo>
                <a:lnTo>
                  <a:pt x="396240" y="0"/>
                </a:lnTo>
                <a:lnTo>
                  <a:pt x="434340" y="0"/>
                </a:lnTo>
                <a:lnTo>
                  <a:pt x="434340" y="10668"/>
                </a:lnTo>
                <a:close/>
              </a:path>
              <a:path w="5074920" h="2220595">
                <a:moveTo>
                  <a:pt x="499872" y="10668"/>
                </a:moveTo>
                <a:lnTo>
                  <a:pt x="461772" y="10668"/>
                </a:lnTo>
                <a:lnTo>
                  <a:pt x="461772" y="0"/>
                </a:lnTo>
                <a:lnTo>
                  <a:pt x="499872" y="0"/>
                </a:lnTo>
                <a:lnTo>
                  <a:pt x="499872" y="10668"/>
                </a:lnTo>
                <a:close/>
              </a:path>
              <a:path w="5074920" h="2220595">
                <a:moveTo>
                  <a:pt x="566928" y="10668"/>
                </a:moveTo>
                <a:lnTo>
                  <a:pt x="528828" y="10668"/>
                </a:lnTo>
                <a:lnTo>
                  <a:pt x="528828" y="0"/>
                </a:lnTo>
                <a:lnTo>
                  <a:pt x="566928" y="0"/>
                </a:lnTo>
                <a:lnTo>
                  <a:pt x="566928" y="10668"/>
                </a:lnTo>
                <a:close/>
              </a:path>
              <a:path w="5074920" h="2220595">
                <a:moveTo>
                  <a:pt x="633984" y="10668"/>
                </a:moveTo>
                <a:lnTo>
                  <a:pt x="595884" y="10668"/>
                </a:lnTo>
                <a:lnTo>
                  <a:pt x="595884" y="0"/>
                </a:lnTo>
                <a:lnTo>
                  <a:pt x="633984" y="0"/>
                </a:lnTo>
                <a:lnTo>
                  <a:pt x="633984" y="10668"/>
                </a:lnTo>
                <a:close/>
              </a:path>
              <a:path w="5074920" h="2220595">
                <a:moveTo>
                  <a:pt x="701040" y="10668"/>
                </a:moveTo>
                <a:lnTo>
                  <a:pt x="662940" y="10668"/>
                </a:lnTo>
                <a:lnTo>
                  <a:pt x="662940" y="0"/>
                </a:lnTo>
                <a:lnTo>
                  <a:pt x="701040" y="0"/>
                </a:lnTo>
                <a:lnTo>
                  <a:pt x="701040" y="10668"/>
                </a:lnTo>
                <a:close/>
              </a:path>
              <a:path w="5074920" h="2220595">
                <a:moveTo>
                  <a:pt x="766572" y="10668"/>
                </a:moveTo>
                <a:lnTo>
                  <a:pt x="728472" y="10668"/>
                </a:lnTo>
                <a:lnTo>
                  <a:pt x="728472" y="0"/>
                </a:lnTo>
                <a:lnTo>
                  <a:pt x="766572" y="0"/>
                </a:lnTo>
                <a:lnTo>
                  <a:pt x="766572" y="10668"/>
                </a:lnTo>
                <a:close/>
              </a:path>
              <a:path w="5074920" h="2220595">
                <a:moveTo>
                  <a:pt x="833628" y="10668"/>
                </a:moveTo>
                <a:lnTo>
                  <a:pt x="795528" y="10668"/>
                </a:lnTo>
                <a:lnTo>
                  <a:pt x="795528" y="0"/>
                </a:lnTo>
                <a:lnTo>
                  <a:pt x="833628" y="0"/>
                </a:lnTo>
                <a:lnTo>
                  <a:pt x="833628" y="10668"/>
                </a:lnTo>
                <a:close/>
              </a:path>
              <a:path w="5074920" h="2220595">
                <a:moveTo>
                  <a:pt x="900684" y="10668"/>
                </a:moveTo>
                <a:lnTo>
                  <a:pt x="862584" y="10668"/>
                </a:lnTo>
                <a:lnTo>
                  <a:pt x="862584" y="0"/>
                </a:lnTo>
                <a:lnTo>
                  <a:pt x="900684" y="0"/>
                </a:lnTo>
                <a:lnTo>
                  <a:pt x="900684" y="10668"/>
                </a:lnTo>
                <a:close/>
              </a:path>
              <a:path w="5074920" h="2220595">
                <a:moveTo>
                  <a:pt x="967740" y="10668"/>
                </a:moveTo>
                <a:lnTo>
                  <a:pt x="929640" y="10668"/>
                </a:lnTo>
                <a:lnTo>
                  <a:pt x="929640" y="0"/>
                </a:lnTo>
                <a:lnTo>
                  <a:pt x="967740" y="0"/>
                </a:lnTo>
                <a:lnTo>
                  <a:pt x="967740" y="10668"/>
                </a:lnTo>
                <a:close/>
              </a:path>
              <a:path w="5074920" h="2220595">
                <a:moveTo>
                  <a:pt x="1033272" y="10668"/>
                </a:moveTo>
                <a:lnTo>
                  <a:pt x="995172" y="10668"/>
                </a:lnTo>
                <a:lnTo>
                  <a:pt x="995172" y="0"/>
                </a:lnTo>
                <a:lnTo>
                  <a:pt x="1033272" y="0"/>
                </a:lnTo>
                <a:lnTo>
                  <a:pt x="1033272" y="10668"/>
                </a:lnTo>
                <a:close/>
              </a:path>
              <a:path w="5074920" h="2220595">
                <a:moveTo>
                  <a:pt x="1100328" y="10668"/>
                </a:moveTo>
                <a:lnTo>
                  <a:pt x="1062228" y="10668"/>
                </a:lnTo>
                <a:lnTo>
                  <a:pt x="1062228" y="0"/>
                </a:lnTo>
                <a:lnTo>
                  <a:pt x="1100328" y="0"/>
                </a:lnTo>
                <a:lnTo>
                  <a:pt x="1100328" y="10668"/>
                </a:lnTo>
                <a:close/>
              </a:path>
              <a:path w="5074920" h="2220595">
                <a:moveTo>
                  <a:pt x="1167384" y="10668"/>
                </a:moveTo>
                <a:lnTo>
                  <a:pt x="1129284" y="10668"/>
                </a:lnTo>
                <a:lnTo>
                  <a:pt x="1129284" y="0"/>
                </a:lnTo>
                <a:lnTo>
                  <a:pt x="1167384" y="0"/>
                </a:lnTo>
                <a:lnTo>
                  <a:pt x="1167384" y="10668"/>
                </a:lnTo>
                <a:close/>
              </a:path>
              <a:path w="5074920" h="2220595">
                <a:moveTo>
                  <a:pt x="1234440" y="10668"/>
                </a:moveTo>
                <a:lnTo>
                  <a:pt x="1196340" y="10668"/>
                </a:lnTo>
                <a:lnTo>
                  <a:pt x="1196340" y="0"/>
                </a:lnTo>
                <a:lnTo>
                  <a:pt x="1234440" y="0"/>
                </a:lnTo>
                <a:lnTo>
                  <a:pt x="1234440" y="10668"/>
                </a:lnTo>
                <a:close/>
              </a:path>
              <a:path w="5074920" h="2220595">
                <a:moveTo>
                  <a:pt x="1299972" y="10668"/>
                </a:moveTo>
                <a:lnTo>
                  <a:pt x="1261872" y="10668"/>
                </a:lnTo>
                <a:lnTo>
                  <a:pt x="1261872" y="0"/>
                </a:lnTo>
                <a:lnTo>
                  <a:pt x="1299972" y="0"/>
                </a:lnTo>
                <a:lnTo>
                  <a:pt x="1299972" y="10668"/>
                </a:lnTo>
                <a:close/>
              </a:path>
              <a:path w="5074920" h="2220595">
                <a:moveTo>
                  <a:pt x="1367028" y="10668"/>
                </a:moveTo>
                <a:lnTo>
                  <a:pt x="1328928" y="10668"/>
                </a:lnTo>
                <a:lnTo>
                  <a:pt x="1328928" y="0"/>
                </a:lnTo>
                <a:lnTo>
                  <a:pt x="1367028" y="0"/>
                </a:lnTo>
                <a:lnTo>
                  <a:pt x="1367028" y="10668"/>
                </a:lnTo>
                <a:close/>
              </a:path>
              <a:path w="5074920" h="2220595">
                <a:moveTo>
                  <a:pt x="1434084" y="10668"/>
                </a:moveTo>
                <a:lnTo>
                  <a:pt x="1395984" y="10668"/>
                </a:lnTo>
                <a:lnTo>
                  <a:pt x="1395984" y="0"/>
                </a:lnTo>
                <a:lnTo>
                  <a:pt x="1434084" y="0"/>
                </a:lnTo>
                <a:lnTo>
                  <a:pt x="1434084" y="10668"/>
                </a:lnTo>
                <a:close/>
              </a:path>
              <a:path w="5074920" h="2220595">
                <a:moveTo>
                  <a:pt x="1501140" y="10668"/>
                </a:moveTo>
                <a:lnTo>
                  <a:pt x="1463040" y="10668"/>
                </a:lnTo>
                <a:lnTo>
                  <a:pt x="1463040" y="0"/>
                </a:lnTo>
                <a:lnTo>
                  <a:pt x="1501140" y="0"/>
                </a:lnTo>
                <a:lnTo>
                  <a:pt x="1501140" y="10668"/>
                </a:lnTo>
                <a:close/>
              </a:path>
              <a:path w="5074920" h="2220595">
                <a:moveTo>
                  <a:pt x="1566672" y="10668"/>
                </a:moveTo>
                <a:lnTo>
                  <a:pt x="1528572" y="10668"/>
                </a:lnTo>
                <a:lnTo>
                  <a:pt x="1528572" y="0"/>
                </a:lnTo>
                <a:lnTo>
                  <a:pt x="1566672" y="0"/>
                </a:lnTo>
                <a:lnTo>
                  <a:pt x="1566672" y="10668"/>
                </a:lnTo>
                <a:close/>
              </a:path>
              <a:path w="5074920" h="2220595">
                <a:moveTo>
                  <a:pt x="1633728" y="10668"/>
                </a:moveTo>
                <a:lnTo>
                  <a:pt x="1595628" y="10668"/>
                </a:lnTo>
                <a:lnTo>
                  <a:pt x="1595628" y="0"/>
                </a:lnTo>
                <a:lnTo>
                  <a:pt x="1633728" y="0"/>
                </a:lnTo>
                <a:lnTo>
                  <a:pt x="1633728" y="10668"/>
                </a:lnTo>
                <a:close/>
              </a:path>
              <a:path w="5074920" h="2220595">
                <a:moveTo>
                  <a:pt x="1700784" y="10668"/>
                </a:moveTo>
                <a:lnTo>
                  <a:pt x="1662684" y="10668"/>
                </a:lnTo>
                <a:lnTo>
                  <a:pt x="1662684" y="0"/>
                </a:lnTo>
                <a:lnTo>
                  <a:pt x="1700784" y="0"/>
                </a:lnTo>
                <a:lnTo>
                  <a:pt x="1700784" y="10668"/>
                </a:lnTo>
                <a:close/>
              </a:path>
              <a:path w="5074920" h="2220595">
                <a:moveTo>
                  <a:pt x="1767840" y="10668"/>
                </a:moveTo>
                <a:lnTo>
                  <a:pt x="1729740" y="10668"/>
                </a:lnTo>
                <a:lnTo>
                  <a:pt x="1729740" y="0"/>
                </a:lnTo>
                <a:lnTo>
                  <a:pt x="1767840" y="0"/>
                </a:lnTo>
                <a:lnTo>
                  <a:pt x="1767840" y="10668"/>
                </a:lnTo>
                <a:close/>
              </a:path>
              <a:path w="5074920" h="2220595">
                <a:moveTo>
                  <a:pt x="1833372" y="10668"/>
                </a:moveTo>
                <a:lnTo>
                  <a:pt x="1795272" y="10668"/>
                </a:lnTo>
                <a:lnTo>
                  <a:pt x="1795272" y="0"/>
                </a:lnTo>
                <a:lnTo>
                  <a:pt x="1833372" y="0"/>
                </a:lnTo>
                <a:lnTo>
                  <a:pt x="1833372" y="10668"/>
                </a:lnTo>
                <a:close/>
              </a:path>
              <a:path w="5074920" h="2220595">
                <a:moveTo>
                  <a:pt x="1900428" y="10668"/>
                </a:moveTo>
                <a:lnTo>
                  <a:pt x="1862328" y="10668"/>
                </a:lnTo>
                <a:lnTo>
                  <a:pt x="1862328" y="0"/>
                </a:lnTo>
                <a:lnTo>
                  <a:pt x="1900428" y="0"/>
                </a:lnTo>
                <a:lnTo>
                  <a:pt x="1900428" y="10668"/>
                </a:lnTo>
                <a:close/>
              </a:path>
              <a:path w="5074920" h="2220595">
                <a:moveTo>
                  <a:pt x="1967484" y="10668"/>
                </a:moveTo>
                <a:lnTo>
                  <a:pt x="1929384" y="10668"/>
                </a:lnTo>
                <a:lnTo>
                  <a:pt x="1929384" y="0"/>
                </a:lnTo>
                <a:lnTo>
                  <a:pt x="1967484" y="0"/>
                </a:lnTo>
                <a:lnTo>
                  <a:pt x="1967484" y="10668"/>
                </a:lnTo>
                <a:close/>
              </a:path>
              <a:path w="5074920" h="2220595">
                <a:moveTo>
                  <a:pt x="2034540" y="10668"/>
                </a:moveTo>
                <a:lnTo>
                  <a:pt x="1996440" y="10668"/>
                </a:lnTo>
                <a:lnTo>
                  <a:pt x="1996440" y="0"/>
                </a:lnTo>
                <a:lnTo>
                  <a:pt x="2034540" y="0"/>
                </a:lnTo>
                <a:lnTo>
                  <a:pt x="2034540" y="10668"/>
                </a:lnTo>
                <a:close/>
              </a:path>
              <a:path w="5074920" h="2220595">
                <a:moveTo>
                  <a:pt x="2100072" y="10668"/>
                </a:moveTo>
                <a:lnTo>
                  <a:pt x="2061972" y="10668"/>
                </a:lnTo>
                <a:lnTo>
                  <a:pt x="2061972" y="0"/>
                </a:lnTo>
                <a:lnTo>
                  <a:pt x="2100072" y="0"/>
                </a:lnTo>
                <a:lnTo>
                  <a:pt x="2100072" y="10668"/>
                </a:lnTo>
                <a:close/>
              </a:path>
              <a:path w="5074920" h="2220595">
                <a:moveTo>
                  <a:pt x="2167128" y="10668"/>
                </a:moveTo>
                <a:lnTo>
                  <a:pt x="2129028" y="10668"/>
                </a:lnTo>
                <a:lnTo>
                  <a:pt x="2129028" y="0"/>
                </a:lnTo>
                <a:lnTo>
                  <a:pt x="2167128" y="0"/>
                </a:lnTo>
                <a:lnTo>
                  <a:pt x="2167128" y="10668"/>
                </a:lnTo>
                <a:close/>
              </a:path>
              <a:path w="5074920" h="2220595">
                <a:moveTo>
                  <a:pt x="2234184" y="10668"/>
                </a:moveTo>
                <a:lnTo>
                  <a:pt x="2196084" y="10668"/>
                </a:lnTo>
                <a:lnTo>
                  <a:pt x="2196084" y="0"/>
                </a:lnTo>
                <a:lnTo>
                  <a:pt x="2234184" y="0"/>
                </a:lnTo>
                <a:lnTo>
                  <a:pt x="2234184" y="10668"/>
                </a:lnTo>
                <a:close/>
              </a:path>
              <a:path w="5074920" h="2220595">
                <a:moveTo>
                  <a:pt x="2301240" y="10668"/>
                </a:moveTo>
                <a:lnTo>
                  <a:pt x="2263140" y="10668"/>
                </a:lnTo>
                <a:lnTo>
                  <a:pt x="2263140" y="0"/>
                </a:lnTo>
                <a:lnTo>
                  <a:pt x="2301240" y="0"/>
                </a:lnTo>
                <a:lnTo>
                  <a:pt x="2301240" y="10668"/>
                </a:lnTo>
                <a:close/>
              </a:path>
              <a:path w="5074920" h="2220595">
                <a:moveTo>
                  <a:pt x="2366772" y="10668"/>
                </a:moveTo>
                <a:lnTo>
                  <a:pt x="2328672" y="10668"/>
                </a:lnTo>
                <a:lnTo>
                  <a:pt x="2328672" y="0"/>
                </a:lnTo>
                <a:lnTo>
                  <a:pt x="2366772" y="0"/>
                </a:lnTo>
                <a:lnTo>
                  <a:pt x="2366772" y="10668"/>
                </a:lnTo>
                <a:close/>
              </a:path>
              <a:path w="5074920" h="2220595">
                <a:moveTo>
                  <a:pt x="2433828" y="10668"/>
                </a:moveTo>
                <a:lnTo>
                  <a:pt x="2395728" y="10668"/>
                </a:lnTo>
                <a:lnTo>
                  <a:pt x="2395728" y="0"/>
                </a:lnTo>
                <a:lnTo>
                  <a:pt x="2433828" y="0"/>
                </a:lnTo>
                <a:lnTo>
                  <a:pt x="2433828" y="10668"/>
                </a:lnTo>
                <a:close/>
              </a:path>
              <a:path w="5074920" h="2220595">
                <a:moveTo>
                  <a:pt x="2500884" y="10668"/>
                </a:moveTo>
                <a:lnTo>
                  <a:pt x="2462784" y="10668"/>
                </a:lnTo>
                <a:lnTo>
                  <a:pt x="2462784" y="0"/>
                </a:lnTo>
                <a:lnTo>
                  <a:pt x="2500884" y="0"/>
                </a:lnTo>
                <a:lnTo>
                  <a:pt x="2500884" y="10668"/>
                </a:lnTo>
                <a:close/>
              </a:path>
              <a:path w="5074920" h="2220595">
                <a:moveTo>
                  <a:pt x="2567940" y="10668"/>
                </a:moveTo>
                <a:lnTo>
                  <a:pt x="2529840" y="10668"/>
                </a:lnTo>
                <a:lnTo>
                  <a:pt x="2529840" y="0"/>
                </a:lnTo>
                <a:lnTo>
                  <a:pt x="2567940" y="0"/>
                </a:lnTo>
                <a:lnTo>
                  <a:pt x="2567940" y="10668"/>
                </a:lnTo>
                <a:close/>
              </a:path>
              <a:path w="5074920" h="2220595">
                <a:moveTo>
                  <a:pt x="2633472" y="10668"/>
                </a:moveTo>
                <a:lnTo>
                  <a:pt x="2595372" y="10668"/>
                </a:lnTo>
                <a:lnTo>
                  <a:pt x="2595372" y="0"/>
                </a:lnTo>
                <a:lnTo>
                  <a:pt x="2633472" y="0"/>
                </a:lnTo>
                <a:lnTo>
                  <a:pt x="2633472" y="10668"/>
                </a:lnTo>
                <a:close/>
              </a:path>
              <a:path w="5074920" h="2220595">
                <a:moveTo>
                  <a:pt x="2700528" y="10668"/>
                </a:moveTo>
                <a:lnTo>
                  <a:pt x="2662428" y="10668"/>
                </a:lnTo>
                <a:lnTo>
                  <a:pt x="2662428" y="0"/>
                </a:lnTo>
                <a:lnTo>
                  <a:pt x="2700528" y="0"/>
                </a:lnTo>
                <a:lnTo>
                  <a:pt x="2700528" y="10668"/>
                </a:lnTo>
                <a:close/>
              </a:path>
              <a:path w="5074920" h="2220595">
                <a:moveTo>
                  <a:pt x="2767584" y="10668"/>
                </a:moveTo>
                <a:lnTo>
                  <a:pt x="2729484" y="10668"/>
                </a:lnTo>
                <a:lnTo>
                  <a:pt x="2729484" y="0"/>
                </a:lnTo>
                <a:lnTo>
                  <a:pt x="2767584" y="0"/>
                </a:lnTo>
                <a:lnTo>
                  <a:pt x="2767584" y="10668"/>
                </a:lnTo>
                <a:close/>
              </a:path>
              <a:path w="5074920" h="2220595">
                <a:moveTo>
                  <a:pt x="2834640" y="10668"/>
                </a:moveTo>
                <a:lnTo>
                  <a:pt x="2796540" y="10668"/>
                </a:lnTo>
                <a:lnTo>
                  <a:pt x="2796540" y="0"/>
                </a:lnTo>
                <a:lnTo>
                  <a:pt x="2834640" y="0"/>
                </a:lnTo>
                <a:lnTo>
                  <a:pt x="2834640" y="10668"/>
                </a:lnTo>
                <a:close/>
              </a:path>
              <a:path w="5074920" h="2220595">
                <a:moveTo>
                  <a:pt x="2900172" y="10668"/>
                </a:moveTo>
                <a:lnTo>
                  <a:pt x="2862072" y="10668"/>
                </a:lnTo>
                <a:lnTo>
                  <a:pt x="2862072" y="0"/>
                </a:lnTo>
                <a:lnTo>
                  <a:pt x="2900172" y="0"/>
                </a:lnTo>
                <a:lnTo>
                  <a:pt x="2900172" y="10668"/>
                </a:lnTo>
                <a:close/>
              </a:path>
              <a:path w="5074920" h="2220595">
                <a:moveTo>
                  <a:pt x="2967228" y="10668"/>
                </a:moveTo>
                <a:lnTo>
                  <a:pt x="2929128" y="10668"/>
                </a:lnTo>
                <a:lnTo>
                  <a:pt x="2929128" y="0"/>
                </a:lnTo>
                <a:lnTo>
                  <a:pt x="2967228" y="0"/>
                </a:lnTo>
                <a:lnTo>
                  <a:pt x="2967228" y="10668"/>
                </a:lnTo>
                <a:close/>
              </a:path>
              <a:path w="5074920" h="2220595">
                <a:moveTo>
                  <a:pt x="3034284" y="10668"/>
                </a:moveTo>
                <a:lnTo>
                  <a:pt x="2996184" y="10668"/>
                </a:lnTo>
                <a:lnTo>
                  <a:pt x="2996184" y="0"/>
                </a:lnTo>
                <a:lnTo>
                  <a:pt x="3034284" y="0"/>
                </a:lnTo>
                <a:lnTo>
                  <a:pt x="3034284" y="10668"/>
                </a:lnTo>
                <a:close/>
              </a:path>
              <a:path w="5074920" h="2220595">
                <a:moveTo>
                  <a:pt x="3101340" y="10668"/>
                </a:moveTo>
                <a:lnTo>
                  <a:pt x="3063240" y="10668"/>
                </a:lnTo>
                <a:lnTo>
                  <a:pt x="3063240" y="0"/>
                </a:lnTo>
                <a:lnTo>
                  <a:pt x="3101340" y="0"/>
                </a:lnTo>
                <a:lnTo>
                  <a:pt x="3101340" y="10668"/>
                </a:lnTo>
                <a:close/>
              </a:path>
              <a:path w="5074920" h="2220595">
                <a:moveTo>
                  <a:pt x="3166872" y="10668"/>
                </a:moveTo>
                <a:lnTo>
                  <a:pt x="3128772" y="10668"/>
                </a:lnTo>
                <a:lnTo>
                  <a:pt x="3128772" y="0"/>
                </a:lnTo>
                <a:lnTo>
                  <a:pt x="3166872" y="0"/>
                </a:lnTo>
                <a:lnTo>
                  <a:pt x="3166872" y="10668"/>
                </a:lnTo>
                <a:close/>
              </a:path>
              <a:path w="5074920" h="2220595">
                <a:moveTo>
                  <a:pt x="3233928" y="10668"/>
                </a:moveTo>
                <a:lnTo>
                  <a:pt x="3195828" y="10668"/>
                </a:lnTo>
                <a:lnTo>
                  <a:pt x="3195828" y="0"/>
                </a:lnTo>
                <a:lnTo>
                  <a:pt x="3233928" y="0"/>
                </a:lnTo>
                <a:lnTo>
                  <a:pt x="3233928" y="10668"/>
                </a:lnTo>
                <a:close/>
              </a:path>
              <a:path w="5074920" h="2220595">
                <a:moveTo>
                  <a:pt x="3300984" y="10668"/>
                </a:moveTo>
                <a:lnTo>
                  <a:pt x="3262884" y="10668"/>
                </a:lnTo>
                <a:lnTo>
                  <a:pt x="3262884" y="0"/>
                </a:lnTo>
                <a:lnTo>
                  <a:pt x="3300984" y="0"/>
                </a:lnTo>
                <a:lnTo>
                  <a:pt x="3300984" y="10668"/>
                </a:lnTo>
                <a:close/>
              </a:path>
              <a:path w="5074920" h="2220595">
                <a:moveTo>
                  <a:pt x="3368040" y="10668"/>
                </a:moveTo>
                <a:lnTo>
                  <a:pt x="3329940" y="10668"/>
                </a:lnTo>
                <a:lnTo>
                  <a:pt x="3329940" y="0"/>
                </a:lnTo>
                <a:lnTo>
                  <a:pt x="3368040" y="0"/>
                </a:lnTo>
                <a:lnTo>
                  <a:pt x="3368040" y="10668"/>
                </a:lnTo>
                <a:close/>
              </a:path>
              <a:path w="5074920" h="2220595">
                <a:moveTo>
                  <a:pt x="3433572" y="10668"/>
                </a:moveTo>
                <a:lnTo>
                  <a:pt x="3395472" y="10668"/>
                </a:lnTo>
                <a:lnTo>
                  <a:pt x="3395472" y="0"/>
                </a:lnTo>
                <a:lnTo>
                  <a:pt x="3433572" y="0"/>
                </a:lnTo>
                <a:lnTo>
                  <a:pt x="3433572" y="10668"/>
                </a:lnTo>
                <a:close/>
              </a:path>
              <a:path w="5074920" h="2220595">
                <a:moveTo>
                  <a:pt x="3500628" y="10668"/>
                </a:moveTo>
                <a:lnTo>
                  <a:pt x="3462528" y="10668"/>
                </a:lnTo>
                <a:lnTo>
                  <a:pt x="3462528" y="0"/>
                </a:lnTo>
                <a:lnTo>
                  <a:pt x="3500628" y="0"/>
                </a:lnTo>
                <a:lnTo>
                  <a:pt x="3500628" y="10668"/>
                </a:lnTo>
                <a:close/>
              </a:path>
              <a:path w="5074920" h="2220595">
                <a:moveTo>
                  <a:pt x="3567684" y="10668"/>
                </a:moveTo>
                <a:lnTo>
                  <a:pt x="3529584" y="10668"/>
                </a:lnTo>
                <a:lnTo>
                  <a:pt x="3529584" y="0"/>
                </a:lnTo>
                <a:lnTo>
                  <a:pt x="3567684" y="0"/>
                </a:lnTo>
                <a:lnTo>
                  <a:pt x="3567684" y="10668"/>
                </a:lnTo>
                <a:close/>
              </a:path>
              <a:path w="5074920" h="2220595">
                <a:moveTo>
                  <a:pt x="3634740" y="10668"/>
                </a:moveTo>
                <a:lnTo>
                  <a:pt x="3596640" y="10668"/>
                </a:lnTo>
                <a:lnTo>
                  <a:pt x="3596640" y="0"/>
                </a:lnTo>
                <a:lnTo>
                  <a:pt x="3634740" y="0"/>
                </a:lnTo>
                <a:lnTo>
                  <a:pt x="3634740" y="10668"/>
                </a:lnTo>
                <a:close/>
              </a:path>
              <a:path w="5074920" h="2220595">
                <a:moveTo>
                  <a:pt x="3700272" y="10668"/>
                </a:moveTo>
                <a:lnTo>
                  <a:pt x="3662172" y="10668"/>
                </a:lnTo>
                <a:lnTo>
                  <a:pt x="3662172" y="0"/>
                </a:lnTo>
                <a:lnTo>
                  <a:pt x="3700272" y="0"/>
                </a:lnTo>
                <a:lnTo>
                  <a:pt x="3700272" y="10668"/>
                </a:lnTo>
                <a:close/>
              </a:path>
              <a:path w="5074920" h="2220595">
                <a:moveTo>
                  <a:pt x="3767328" y="10668"/>
                </a:moveTo>
                <a:lnTo>
                  <a:pt x="3729228" y="10668"/>
                </a:lnTo>
                <a:lnTo>
                  <a:pt x="3729228" y="0"/>
                </a:lnTo>
                <a:lnTo>
                  <a:pt x="3767328" y="0"/>
                </a:lnTo>
                <a:lnTo>
                  <a:pt x="3767328" y="10668"/>
                </a:lnTo>
                <a:close/>
              </a:path>
              <a:path w="5074920" h="2220595">
                <a:moveTo>
                  <a:pt x="3834384" y="10668"/>
                </a:moveTo>
                <a:lnTo>
                  <a:pt x="3796284" y="10668"/>
                </a:lnTo>
                <a:lnTo>
                  <a:pt x="3796284" y="0"/>
                </a:lnTo>
                <a:lnTo>
                  <a:pt x="3834384" y="0"/>
                </a:lnTo>
                <a:lnTo>
                  <a:pt x="3834384" y="10668"/>
                </a:lnTo>
                <a:close/>
              </a:path>
              <a:path w="5074920" h="2220595">
                <a:moveTo>
                  <a:pt x="3901440" y="10668"/>
                </a:moveTo>
                <a:lnTo>
                  <a:pt x="3863340" y="10668"/>
                </a:lnTo>
                <a:lnTo>
                  <a:pt x="3863340" y="0"/>
                </a:lnTo>
                <a:lnTo>
                  <a:pt x="3901440" y="0"/>
                </a:lnTo>
                <a:lnTo>
                  <a:pt x="3901440" y="10668"/>
                </a:lnTo>
                <a:close/>
              </a:path>
              <a:path w="5074920" h="2220595">
                <a:moveTo>
                  <a:pt x="3966972" y="10668"/>
                </a:moveTo>
                <a:lnTo>
                  <a:pt x="3928872" y="10668"/>
                </a:lnTo>
                <a:lnTo>
                  <a:pt x="3928872" y="0"/>
                </a:lnTo>
                <a:lnTo>
                  <a:pt x="3966972" y="0"/>
                </a:lnTo>
                <a:lnTo>
                  <a:pt x="3966972" y="10668"/>
                </a:lnTo>
                <a:close/>
              </a:path>
              <a:path w="5074920" h="2220595">
                <a:moveTo>
                  <a:pt x="4034028" y="10668"/>
                </a:moveTo>
                <a:lnTo>
                  <a:pt x="3995928" y="10668"/>
                </a:lnTo>
                <a:lnTo>
                  <a:pt x="3995928" y="0"/>
                </a:lnTo>
                <a:lnTo>
                  <a:pt x="4034028" y="0"/>
                </a:lnTo>
                <a:lnTo>
                  <a:pt x="4034028" y="10668"/>
                </a:lnTo>
                <a:close/>
              </a:path>
              <a:path w="5074920" h="2220595">
                <a:moveTo>
                  <a:pt x="4101084" y="10668"/>
                </a:moveTo>
                <a:lnTo>
                  <a:pt x="4062984" y="10668"/>
                </a:lnTo>
                <a:lnTo>
                  <a:pt x="4062984" y="0"/>
                </a:lnTo>
                <a:lnTo>
                  <a:pt x="4101084" y="0"/>
                </a:lnTo>
                <a:lnTo>
                  <a:pt x="4101084" y="10668"/>
                </a:lnTo>
                <a:close/>
              </a:path>
              <a:path w="5074920" h="2220595">
                <a:moveTo>
                  <a:pt x="4168140" y="10668"/>
                </a:moveTo>
                <a:lnTo>
                  <a:pt x="4130040" y="10668"/>
                </a:lnTo>
                <a:lnTo>
                  <a:pt x="4130040" y="0"/>
                </a:lnTo>
                <a:lnTo>
                  <a:pt x="4168140" y="0"/>
                </a:lnTo>
                <a:lnTo>
                  <a:pt x="4168140" y="10668"/>
                </a:lnTo>
                <a:close/>
              </a:path>
              <a:path w="5074920" h="2220595">
                <a:moveTo>
                  <a:pt x="4233672" y="10668"/>
                </a:moveTo>
                <a:lnTo>
                  <a:pt x="4195572" y="10668"/>
                </a:lnTo>
                <a:lnTo>
                  <a:pt x="4195572" y="0"/>
                </a:lnTo>
                <a:lnTo>
                  <a:pt x="4233672" y="0"/>
                </a:lnTo>
                <a:lnTo>
                  <a:pt x="4233672" y="10668"/>
                </a:lnTo>
                <a:close/>
              </a:path>
              <a:path w="5074920" h="2220595">
                <a:moveTo>
                  <a:pt x="4300728" y="10668"/>
                </a:moveTo>
                <a:lnTo>
                  <a:pt x="4262628" y="10668"/>
                </a:lnTo>
                <a:lnTo>
                  <a:pt x="4262628" y="0"/>
                </a:lnTo>
                <a:lnTo>
                  <a:pt x="4300728" y="0"/>
                </a:lnTo>
                <a:lnTo>
                  <a:pt x="4300728" y="10668"/>
                </a:lnTo>
                <a:close/>
              </a:path>
              <a:path w="5074920" h="2220595">
                <a:moveTo>
                  <a:pt x="4367784" y="10668"/>
                </a:moveTo>
                <a:lnTo>
                  <a:pt x="4329684" y="10668"/>
                </a:lnTo>
                <a:lnTo>
                  <a:pt x="4329684" y="0"/>
                </a:lnTo>
                <a:lnTo>
                  <a:pt x="4367784" y="0"/>
                </a:lnTo>
                <a:lnTo>
                  <a:pt x="4367784" y="10668"/>
                </a:lnTo>
                <a:close/>
              </a:path>
              <a:path w="5074920" h="2220595">
                <a:moveTo>
                  <a:pt x="4434840" y="10668"/>
                </a:moveTo>
                <a:lnTo>
                  <a:pt x="4396740" y="10668"/>
                </a:lnTo>
                <a:lnTo>
                  <a:pt x="4396740" y="0"/>
                </a:lnTo>
                <a:lnTo>
                  <a:pt x="4434840" y="0"/>
                </a:lnTo>
                <a:lnTo>
                  <a:pt x="4434840" y="10668"/>
                </a:lnTo>
                <a:close/>
              </a:path>
              <a:path w="5074920" h="2220595">
                <a:moveTo>
                  <a:pt x="4500372" y="10668"/>
                </a:moveTo>
                <a:lnTo>
                  <a:pt x="4462272" y="10668"/>
                </a:lnTo>
                <a:lnTo>
                  <a:pt x="4462272" y="0"/>
                </a:lnTo>
                <a:lnTo>
                  <a:pt x="4500372" y="0"/>
                </a:lnTo>
                <a:lnTo>
                  <a:pt x="4500372" y="10668"/>
                </a:lnTo>
                <a:close/>
              </a:path>
              <a:path w="5074920" h="2220595">
                <a:moveTo>
                  <a:pt x="4567428" y="10668"/>
                </a:moveTo>
                <a:lnTo>
                  <a:pt x="4529328" y="10668"/>
                </a:lnTo>
                <a:lnTo>
                  <a:pt x="4529328" y="0"/>
                </a:lnTo>
                <a:lnTo>
                  <a:pt x="4567428" y="0"/>
                </a:lnTo>
                <a:lnTo>
                  <a:pt x="4567428" y="10668"/>
                </a:lnTo>
                <a:close/>
              </a:path>
              <a:path w="5074920" h="2220595">
                <a:moveTo>
                  <a:pt x="4634484" y="10668"/>
                </a:moveTo>
                <a:lnTo>
                  <a:pt x="4596384" y="10668"/>
                </a:lnTo>
                <a:lnTo>
                  <a:pt x="4596384" y="0"/>
                </a:lnTo>
                <a:lnTo>
                  <a:pt x="4634484" y="0"/>
                </a:lnTo>
                <a:lnTo>
                  <a:pt x="4634484" y="10668"/>
                </a:lnTo>
                <a:close/>
              </a:path>
              <a:path w="5074920" h="2220595">
                <a:moveTo>
                  <a:pt x="4701540" y="10668"/>
                </a:moveTo>
                <a:lnTo>
                  <a:pt x="4663440" y="10668"/>
                </a:lnTo>
                <a:lnTo>
                  <a:pt x="4663440" y="0"/>
                </a:lnTo>
                <a:lnTo>
                  <a:pt x="4701540" y="0"/>
                </a:lnTo>
                <a:lnTo>
                  <a:pt x="4701540" y="10668"/>
                </a:lnTo>
                <a:close/>
              </a:path>
              <a:path w="5074920" h="2220595">
                <a:moveTo>
                  <a:pt x="4767072" y="10668"/>
                </a:moveTo>
                <a:lnTo>
                  <a:pt x="4728972" y="10668"/>
                </a:lnTo>
                <a:lnTo>
                  <a:pt x="4728972" y="0"/>
                </a:lnTo>
                <a:lnTo>
                  <a:pt x="4767072" y="0"/>
                </a:lnTo>
                <a:lnTo>
                  <a:pt x="4767072" y="10668"/>
                </a:lnTo>
                <a:close/>
              </a:path>
              <a:path w="5074920" h="2220595">
                <a:moveTo>
                  <a:pt x="4834128" y="10668"/>
                </a:moveTo>
                <a:lnTo>
                  <a:pt x="4796028" y="10668"/>
                </a:lnTo>
                <a:lnTo>
                  <a:pt x="4796028" y="0"/>
                </a:lnTo>
                <a:lnTo>
                  <a:pt x="4834128" y="0"/>
                </a:lnTo>
                <a:lnTo>
                  <a:pt x="4834128" y="10668"/>
                </a:lnTo>
                <a:close/>
              </a:path>
              <a:path w="5074920" h="2220595">
                <a:moveTo>
                  <a:pt x="4901184" y="10668"/>
                </a:moveTo>
                <a:lnTo>
                  <a:pt x="4863084" y="10668"/>
                </a:lnTo>
                <a:lnTo>
                  <a:pt x="4863084" y="0"/>
                </a:lnTo>
                <a:lnTo>
                  <a:pt x="4901184" y="0"/>
                </a:lnTo>
                <a:lnTo>
                  <a:pt x="4901184" y="10668"/>
                </a:lnTo>
                <a:close/>
              </a:path>
              <a:path w="5074920" h="2220595">
                <a:moveTo>
                  <a:pt x="4968240" y="10668"/>
                </a:moveTo>
                <a:lnTo>
                  <a:pt x="4930140" y="10668"/>
                </a:lnTo>
                <a:lnTo>
                  <a:pt x="4930140" y="0"/>
                </a:lnTo>
                <a:lnTo>
                  <a:pt x="4968240" y="0"/>
                </a:lnTo>
                <a:lnTo>
                  <a:pt x="4968240" y="10668"/>
                </a:lnTo>
                <a:close/>
              </a:path>
              <a:path w="5074920" h="2220595">
                <a:moveTo>
                  <a:pt x="5033772" y="10668"/>
                </a:moveTo>
                <a:lnTo>
                  <a:pt x="4995672" y="10668"/>
                </a:lnTo>
                <a:lnTo>
                  <a:pt x="4995672" y="0"/>
                </a:lnTo>
                <a:lnTo>
                  <a:pt x="5033772" y="0"/>
                </a:lnTo>
                <a:lnTo>
                  <a:pt x="5033772" y="10668"/>
                </a:lnTo>
                <a:close/>
              </a:path>
              <a:path w="5074920" h="2220595">
                <a:moveTo>
                  <a:pt x="5064252" y="10668"/>
                </a:moveTo>
                <a:lnTo>
                  <a:pt x="5062728" y="10668"/>
                </a:lnTo>
                <a:lnTo>
                  <a:pt x="5062728" y="0"/>
                </a:lnTo>
                <a:lnTo>
                  <a:pt x="5074920" y="0"/>
                </a:lnTo>
                <a:lnTo>
                  <a:pt x="5074920" y="4572"/>
                </a:lnTo>
                <a:lnTo>
                  <a:pt x="5064252" y="4572"/>
                </a:lnTo>
                <a:lnTo>
                  <a:pt x="5064252" y="10668"/>
                </a:lnTo>
                <a:close/>
              </a:path>
              <a:path w="5074920" h="2220595">
                <a:moveTo>
                  <a:pt x="5074920" y="36576"/>
                </a:moveTo>
                <a:lnTo>
                  <a:pt x="5064252" y="36576"/>
                </a:lnTo>
                <a:lnTo>
                  <a:pt x="5064252" y="4572"/>
                </a:lnTo>
                <a:lnTo>
                  <a:pt x="5068824" y="10668"/>
                </a:lnTo>
                <a:lnTo>
                  <a:pt x="5074920" y="10668"/>
                </a:lnTo>
                <a:lnTo>
                  <a:pt x="5074920" y="36576"/>
                </a:lnTo>
                <a:close/>
              </a:path>
              <a:path w="5074920" h="2220595">
                <a:moveTo>
                  <a:pt x="5074920" y="10668"/>
                </a:moveTo>
                <a:lnTo>
                  <a:pt x="5068824" y="10668"/>
                </a:lnTo>
                <a:lnTo>
                  <a:pt x="5064252" y="4572"/>
                </a:lnTo>
                <a:lnTo>
                  <a:pt x="5074920" y="4572"/>
                </a:lnTo>
                <a:lnTo>
                  <a:pt x="5074920" y="10668"/>
                </a:lnTo>
                <a:close/>
              </a:path>
              <a:path w="5074920" h="2220595">
                <a:moveTo>
                  <a:pt x="5074920" y="103632"/>
                </a:moveTo>
                <a:lnTo>
                  <a:pt x="5064252" y="103632"/>
                </a:lnTo>
                <a:lnTo>
                  <a:pt x="5064252" y="65532"/>
                </a:lnTo>
                <a:lnTo>
                  <a:pt x="5074920" y="65532"/>
                </a:lnTo>
                <a:lnTo>
                  <a:pt x="5074920" y="103632"/>
                </a:lnTo>
                <a:close/>
              </a:path>
              <a:path w="5074920" h="2220595">
                <a:moveTo>
                  <a:pt x="5074920" y="170688"/>
                </a:moveTo>
                <a:lnTo>
                  <a:pt x="5064252" y="170688"/>
                </a:lnTo>
                <a:lnTo>
                  <a:pt x="5064252" y="132588"/>
                </a:lnTo>
                <a:lnTo>
                  <a:pt x="5074920" y="132588"/>
                </a:lnTo>
                <a:lnTo>
                  <a:pt x="5074920" y="170688"/>
                </a:lnTo>
                <a:close/>
              </a:path>
              <a:path w="5074920" h="2220595">
                <a:moveTo>
                  <a:pt x="5074920" y="237744"/>
                </a:moveTo>
                <a:lnTo>
                  <a:pt x="5064252" y="237744"/>
                </a:lnTo>
                <a:lnTo>
                  <a:pt x="5064252" y="199644"/>
                </a:lnTo>
                <a:lnTo>
                  <a:pt x="5074920" y="199644"/>
                </a:lnTo>
                <a:lnTo>
                  <a:pt x="5074920" y="237744"/>
                </a:lnTo>
                <a:close/>
              </a:path>
              <a:path w="5074920" h="2220595">
                <a:moveTo>
                  <a:pt x="5074920" y="303276"/>
                </a:moveTo>
                <a:lnTo>
                  <a:pt x="5064252" y="303276"/>
                </a:lnTo>
                <a:lnTo>
                  <a:pt x="5064252" y="265176"/>
                </a:lnTo>
                <a:lnTo>
                  <a:pt x="5074920" y="265176"/>
                </a:lnTo>
                <a:lnTo>
                  <a:pt x="5074920" y="303276"/>
                </a:lnTo>
                <a:close/>
              </a:path>
              <a:path w="5074920" h="2220595">
                <a:moveTo>
                  <a:pt x="5074920" y="370332"/>
                </a:moveTo>
                <a:lnTo>
                  <a:pt x="5064252" y="370332"/>
                </a:lnTo>
                <a:lnTo>
                  <a:pt x="5064252" y="332232"/>
                </a:lnTo>
                <a:lnTo>
                  <a:pt x="5074920" y="332232"/>
                </a:lnTo>
                <a:lnTo>
                  <a:pt x="5074920" y="370332"/>
                </a:lnTo>
                <a:close/>
              </a:path>
              <a:path w="5074920" h="2220595">
                <a:moveTo>
                  <a:pt x="5074920" y="437388"/>
                </a:moveTo>
                <a:lnTo>
                  <a:pt x="5064252" y="437388"/>
                </a:lnTo>
                <a:lnTo>
                  <a:pt x="5064252" y="399288"/>
                </a:lnTo>
                <a:lnTo>
                  <a:pt x="5074920" y="399288"/>
                </a:lnTo>
                <a:lnTo>
                  <a:pt x="5074920" y="437388"/>
                </a:lnTo>
                <a:close/>
              </a:path>
              <a:path w="5074920" h="2220595">
                <a:moveTo>
                  <a:pt x="5074920" y="504444"/>
                </a:moveTo>
                <a:lnTo>
                  <a:pt x="5064252" y="504444"/>
                </a:lnTo>
                <a:lnTo>
                  <a:pt x="5064252" y="466344"/>
                </a:lnTo>
                <a:lnTo>
                  <a:pt x="5074920" y="466344"/>
                </a:lnTo>
                <a:lnTo>
                  <a:pt x="5074920" y="504444"/>
                </a:lnTo>
                <a:close/>
              </a:path>
              <a:path w="5074920" h="2220595">
                <a:moveTo>
                  <a:pt x="5074920" y="569976"/>
                </a:moveTo>
                <a:lnTo>
                  <a:pt x="5064252" y="569976"/>
                </a:lnTo>
                <a:lnTo>
                  <a:pt x="5064252" y="531876"/>
                </a:lnTo>
                <a:lnTo>
                  <a:pt x="5074920" y="531876"/>
                </a:lnTo>
                <a:lnTo>
                  <a:pt x="5074920" y="569976"/>
                </a:lnTo>
                <a:close/>
              </a:path>
              <a:path w="5074920" h="2220595">
                <a:moveTo>
                  <a:pt x="5074920" y="637032"/>
                </a:moveTo>
                <a:lnTo>
                  <a:pt x="5064252" y="637032"/>
                </a:lnTo>
                <a:lnTo>
                  <a:pt x="5064252" y="598932"/>
                </a:lnTo>
                <a:lnTo>
                  <a:pt x="5074920" y="598932"/>
                </a:lnTo>
                <a:lnTo>
                  <a:pt x="5074920" y="637032"/>
                </a:lnTo>
                <a:close/>
              </a:path>
              <a:path w="5074920" h="2220595">
                <a:moveTo>
                  <a:pt x="5074920" y="704088"/>
                </a:moveTo>
                <a:lnTo>
                  <a:pt x="5064252" y="704088"/>
                </a:lnTo>
                <a:lnTo>
                  <a:pt x="5064252" y="665988"/>
                </a:lnTo>
                <a:lnTo>
                  <a:pt x="5074920" y="665988"/>
                </a:lnTo>
                <a:lnTo>
                  <a:pt x="5074920" y="704088"/>
                </a:lnTo>
                <a:close/>
              </a:path>
              <a:path w="5074920" h="2220595">
                <a:moveTo>
                  <a:pt x="5074920" y="771144"/>
                </a:moveTo>
                <a:lnTo>
                  <a:pt x="5064252" y="771144"/>
                </a:lnTo>
                <a:lnTo>
                  <a:pt x="5064252" y="733044"/>
                </a:lnTo>
                <a:lnTo>
                  <a:pt x="5074920" y="733044"/>
                </a:lnTo>
                <a:lnTo>
                  <a:pt x="5074920" y="771144"/>
                </a:lnTo>
                <a:close/>
              </a:path>
              <a:path w="5074920" h="2220595">
                <a:moveTo>
                  <a:pt x="5074920" y="836676"/>
                </a:moveTo>
                <a:lnTo>
                  <a:pt x="5064252" y="836676"/>
                </a:lnTo>
                <a:lnTo>
                  <a:pt x="5064252" y="798576"/>
                </a:lnTo>
                <a:lnTo>
                  <a:pt x="5074920" y="798576"/>
                </a:lnTo>
                <a:lnTo>
                  <a:pt x="5074920" y="836676"/>
                </a:lnTo>
                <a:close/>
              </a:path>
              <a:path w="5074920" h="2220595">
                <a:moveTo>
                  <a:pt x="5074920" y="903732"/>
                </a:moveTo>
                <a:lnTo>
                  <a:pt x="5064252" y="903732"/>
                </a:lnTo>
                <a:lnTo>
                  <a:pt x="5064252" y="865632"/>
                </a:lnTo>
                <a:lnTo>
                  <a:pt x="5074920" y="865632"/>
                </a:lnTo>
                <a:lnTo>
                  <a:pt x="5074920" y="903732"/>
                </a:lnTo>
                <a:close/>
              </a:path>
              <a:path w="5074920" h="2220595">
                <a:moveTo>
                  <a:pt x="5074920" y="970788"/>
                </a:moveTo>
                <a:lnTo>
                  <a:pt x="5064252" y="970788"/>
                </a:lnTo>
                <a:lnTo>
                  <a:pt x="5064252" y="932688"/>
                </a:lnTo>
                <a:lnTo>
                  <a:pt x="5074920" y="932688"/>
                </a:lnTo>
                <a:lnTo>
                  <a:pt x="5074920" y="970788"/>
                </a:lnTo>
                <a:close/>
              </a:path>
              <a:path w="5074920" h="2220595">
                <a:moveTo>
                  <a:pt x="5074920" y="1037844"/>
                </a:moveTo>
                <a:lnTo>
                  <a:pt x="5064252" y="1037844"/>
                </a:lnTo>
                <a:lnTo>
                  <a:pt x="5064252" y="999744"/>
                </a:lnTo>
                <a:lnTo>
                  <a:pt x="5074920" y="999744"/>
                </a:lnTo>
                <a:lnTo>
                  <a:pt x="5074920" y="1037844"/>
                </a:lnTo>
                <a:close/>
              </a:path>
              <a:path w="5074920" h="2220595">
                <a:moveTo>
                  <a:pt x="5074920" y="1103376"/>
                </a:moveTo>
                <a:lnTo>
                  <a:pt x="5064252" y="1103376"/>
                </a:lnTo>
                <a:lnTo>
                  <a:pt x="5064252" y="1065276"/>
                </a:lnTo>
                <a:lnTo>
                  <a:pt x="5074920" y="1065276"/>
                </a:lnTo>
                <a:lnTo>
                  <a:pt x="5074920" y="1103376"/>
                </a:lnTo>
                <a:close/>
              </a:path>
              <a:path w="5074920" h="2220595">
                <a:moveTo>
                  <a:pt x="5074920" y="1170432"/>
                </a:moveTo>
                <a:lnTo>
                  <a:pt x="5064252" y="1170432"/>
                </a:lnTo>
                <a:lnTo>
                  <a:pt x="5064252" y="1132332"/>
                </a:lnTo>
                <a:lnTo>
                  <a:pt x="5074920" y="1132332"/>
                </a:lnTo>
                <a:lnTo>
                  <a:pt x="5074920" y="1170432"/>
                </a:lnTo>
                <a:close/>
              </a:path>
              <a:path w="5074920" h="2220595">
                <a:moveTo>
                  <a:pt x="5074920" y="1237488"/>
                </a:moveTo>
                <a:lnTo>
                  <a:pt x="5064252" y="1237488"/>
                </a:lnTo>
                <a:lnTo>
                  <a:pt x="5064252" y="1199388"/>
                </a:lnTo>
                <a:lnTo>
                  <a:pt x="5074920" y="1199388"/>
                </a:lnTo>
                <a:lnTo>
                  <a:pt x="5074920" y="1237488"/>
                </a:lnTo>
                <a:close/>
              </a:path>
              <a:path w="5074920" h="2220595">
                <a:moveTo>
                  <a:pt x="5074920" y="1304544"/>
                </a:moveTo>
                <a:lnTo>
                  <a:pt x="5064252" y="1304544"/>
                </a:lnTo>
                <a:lnTo>
                  <a:pt x="5064252" y="1266444"/>
                </a:lnTo>
                <a:lnTo>
                  <a:pt x="5074920" y="1266444"/>
                </a:lnTo>
                <a:lnTo>
                  <a:pt x="5074920" y="1304544"/>
                </a:lnTo>
                <a:close/>
              </a:path>
              <a:path w="5074920" h="2220595">
                <a:moveTo>
                  <a:pt x="5074920" y="1370076"/>
                </a:moveTo>
                <a:lnTo>
                  <a:pt x="5064252" y="1370076"/>
                </a:lnTo>
                <a:lnTo>
                  <a:pt x="5064252" y="1331976"/>
                </a:lnTo>
                <a:lnTo>
                  <a:pt x="5074920" y="1331976"/>
                </a:lnTo>
                <a:lnTo>
                  <a:pt x="5074920" y="1370076"/>
                </a:lnTo>
                <a:close/>
              </a:path>
              <a:path w="5074920" h="2220595">
                <a:moveTo>
                  <a:pt x="5074920" y="1437132"/>
                </a:moveTo>
                <a:lnTo>
                  <a:pt x="5064252" y="1437132"/>
                </a:lnTo>
                <a:lnTo>
                  <a:pt x="5064252" y="1399032"/>
                </a:lnTo>
                <a:lnTo>
                  <a:pt x="5074920" y="1399032"/>
                </a:lnTo>
                <a:lnTo>
                  <a:pt x="5074920" y="1437132"/>
                </a:lnTo>
                <a:close/>
              </a:path>
              <a:path w="5074920" h="2220595">
                <a:moveTo>
                  <a:pt x="5074920" y="1504188"/>
                </a:moveTo>
                <a:lnTo>
                  <a:pt x="5064252" y="1504188"/>
                </a:lnTo>
                <a:lnTo>
                  <a:pt x="5064252" y="1466088"/>
                </a:lnTo>
                <a:lnTo>
                  <a:pt x="5074920" y="1466088"/>
                </a:lnTo>
                <a:lnTo>
                  <a:pt x="5074920" y="1504188"/>
                </a:lnTo>
                <a:close/>
              </a:path>
              <a:path w="5074920" h="2220595">
                <a:moveTo>
                  <a:pt x="5074920" y="1571244"/>
                </a:moveTo>
                <a:lnTo>
                  <a:pt x="5064252" y="1571244"/>
                </a:lnTo>
                <a:lnTo>
                  <a:pt x="5064252" y="1533144"/>
                </a:lnTo>
                <a:lnTo>
                  <a:pt x="5074920" y="1533144"/>
                </a:lnTo>
                <a:lnTo>
                  <a:pt x="5074920" y="1571244"/>
                </a:lnTo>
                <a:close/>
              </a:path>
              <a:path w="5074920" h="2220595">
                <a:moveTo>
                  <a:pt x="5074920" y="1636776"/>
                </a:moveTo>
                <a:lnTo>
                  <a:pt x="5064252" y="1636776"/>
                </a:lnTo>
                <a:lnTo>
                  <a:pt x="5064252" y="1598676"/>
                </a:lnTo>
                <a:lnTo>
                  <a:pt x="5074920" y="1598676"/>
                </a:lnTo>
                <a:lnTo>
                  <a:pt x="5074920" y="1636776"/>
                </a:lnTo>
                <a:close/>
              </a:path>
              <a:path w="5074920" h="2220595">
                <a:moveTo>
                  <a:pt x="5074920" y="1703832"/>
                </a:moveTo>
                <a:lnTo>
                  <a:pt x="5064252" y="1703832"/>
                </a:lnTo>
                <a:lnTo>
                  <a:pt x="5064252" y="1665732"/>
                </a:lnTo>
                <a:lnTo>
                  <a:pt x="5074920" y="1665732"/>
                </a:lnTo>
                <a:lnTo>
                  <a:pt x="5074920" y="1703832"/>
                </a:lnTo>
                <a:close/>
              </a:path>
              <a:path w="5074920" h="2220595">
                <a:moveTo>
                  <a:pt x="5074920" y="1770888"/>
                </a:moveTo>
                <a:lnTo>
                  <a:pt x="5064252" y="1770888"/>
                </a:lnTo>
                <a:lnTo>
                  <a:pt x="5064252" y="1732788"/>
                </a:lnTo>
                <a:lnTo>
                  <a:pt x="5074920" y="1732788"/>
                </a:lnTo>
                <a:lnTo>
                  <a:pt x="5074920" y="1770888"/>
                </a:lnTo>
                <a:close/>
              </a:path>
              <a:path w="5074920" h="2220595">
                <a:moveTo>
                  <a:pt x="5074920" y="1837944"/>
                </a:moveTo>
                <a:lnTo>
                  <a:pt x="5064252" y="1837944"/>
                </a:lnTo>
                <a:lnTo>
                  <a:pt x="5064252" y="1799844"/>
                </a:lnTo>
                <a:lnTo>
                  <a:pt x="5074920" y="1799844"/>
                </a:lnTo>
                <a:lnTo>
                  <a:pt x="5074920" y="1837944"/>
                </a:lnTo>
                <a:close/>
              </a:path>
              <a:path w="5074920" h="2220595">
                <a:moveTo>
                  <a:pt x="5074920" y="1903476"/>
                </a:moveTo>
                <a:lnTo>
                  <a:pt x="5064252" y="1903476"/>
                </a:lnTo>
                <a:lnTo>
                  <a:pt x="5064252" y="1865376"/>
                </a:lnTo>
                <a:lnTo>
                  <a:pt x="5074920" y="1865376"/>
                </a:lnTo>
                <a:lnTo>
                  <a:pt x="5074920" y="1903476"/>
                </a:lnTo>
                <a:close/>
              </a:path>
              <a:path w="5074920" h="2220595">
                <a:moveTo>
                  <a:pt x="5074920" y="1970532"/>
                </a:moveTo>
                <a:lnTo>
                  <a:pt x="5064252" y="1970532"/>
                </a:lnTo>
                <a:lnTo>
                  <a:pt x="5064252" y="1932432"/>
                </a:lnTo>
                <a:lnTo>
                  <a:pt x="5074920" y="1932432"/>
                </a:lnTo>
                <a:lnTo>
                  <a:pt x="5074920" y="1970532"/>
                </a:lnTo>
                <a:close/>
              </a:path>
              <a:path w="5074920" h="2220595">
                <a:moveTo>
                  <a:pt x="5074920" y="2037588"/>
                </a:moveTo>
                <a:lnTo>
                  <a:pt x="5064252" y="2037588"/>
                </a:lnTo>
                <a:lnTo>
                  <a:pt x="5064252" y="1999488"/>
                </a:lnTo>
                <a:lnTo>
                  <a:pt x="5074920" y="1999488"/>
                </a:lnTo>
                <a:lnTo>
                  <a:pt x="5074920" y="2037588"/>
                </a:lnTo>
                <a:close/>
              </a:path>
              <a:path w="5074920" h="2220595">
                <a:moveTo>
                  <a:pt x="5074920" y="2104644"/>
                </a:moveTo>
                <a:lnTo>
                  <a:pt x="5064252" y="2104644"/>
                </a:lnTo>
                <a:lnTo>
                  <a:pt x="5064252" y="2066544"/>
                </a:lnTo>
                <a:lnTo>
                  <a:pt x="5074920" y="2066544"/>
                </a:lnTo>
                <a:lnTo>
                  <a:pt x="5074920" y="2104644"/>
                </a:lnTo>
                <a:close/>
              </a:path>
              <a:path w="5074920" h="2220595">
                <a:moveTo>
                  <a:pt x="5074920" y="2170176"/>
                </a:moveTo>
                <a:lnTo>
                  <a:pt x="5064252" y="2170176"/>
                </a:lnTo>
                <a:lnTo>
                  <a:pt x="5064252" y="2132076"/>
                </a:lnTo>
                <a:lnTo>
                  <a:pt x="5074920" y="2132076"/>
                </a:lnTo>
                <a:lnTo>
                  <a:pt x="5074920" y="2170176"/>
                </a:lnTo>
                <a:close/>
              </a:path>
              <a:path w="5074920" h="2220595">
                <a:moveTo>
                  <a:pt x="5064252" y="2214372"/>
                </a:moveTo>
                <a:lnTo>
                  <a:pt x="5064252" y="2199132"/>
                </a:lnTo>
                <a:lnTo>
                  <a:pt x="5074920" y="2199132"/>
                </a:lnTo>
                <a:lnTo>
                  <a:pt x="5074920" y="2209800"/>
                </a:lnTo>
                <a:lnTo>
                  <a:pt x="5068824" y="2209800"/>
                </a:lnTo>
                <a:lnTo>
                  <a:pt x="5064252" y="2214372"/>
                </a:lnTo>
                <a:close/>
              </a:path>
              <a:path w="5074920" h="2220595">
                <a:moveTo>
                  <a:pt x="5074920" y="2220468"/>
                </a:moveTo>
                <a:lnTo>
                  <a:pt x="5047488" y="2220468"/>
                </a:lnTo>
                <a:lnTo>
                  <a:pt x="5047488" y="2209800"/>
                </a:lnTo>
                <a:lnTo>
                  <a:pt x="5064252" y="2209800"/>
                </a:lnTo>
                <a:lnTo>
                  <a:pt x="5064252" y="2214372"/>
                </a:lnTo>
                <a:lnTo>
                  <a:pt x="5074920" y="2214372"/>
                </a:lnTo>
                <a:lnTo>
                  <a:pt x="5074920" y="2220468"/>
                </a:lnTo>
                <a:close/>
              </a:path>
              <a:path w="5074920" h="2220595">
                <a:moveTo>
                  <a:pt x="5074920" y="2214372"/>
                </a:moveTo>
                <a:lnTo>
                  <a:pt x="5064252" y="2214372"/>
                </a:lnTo>
                <a:lnTo>
                  <a:pt x="5068824" y="2209800"/>
                </a:lnTo>
                <a:lnTo>
                  <a:pt x="5074920" y="2209800"/>
                </a:lnTo>
                <a:lnTo>
                  <a:pt x="5074920" y="2214372"/>
                </a:lnTo>
                <a:close/>
              </a:path>
              <a:path w="5074920" h="2220595">
                <a:moveTo>
                  <a:pt x="5018532" y="2220468"/>
                </a:moveTo>
                <a:lnTo>
                  <a:pt x="4980432" y="2220468"/>
                </a:lnTo>
                <a:lnTo>
                  <a:pt x="4980432" y="2209800"/>
                </a:lnTo>
                <a:lnTo>
                  <a:pt x="5018532" y="2209800"/>
                </a:lnTo>
                <a:lnTo>
                  <a:pt x="5018532" y="2220468"/>
                </a:lnTo>
                <a:close/>
              </a:path>
              <a:path w="5074920" h="2220595">
                <a:moveTo>
                  <a:pt x="4951476" y="2220468"/>
                </a:moveTo>
                <a:lnTo>
                  <a:pt x="4913376" y="2220468"/>
                </a:lnTo>
                <a:lnTo>
                  <a:pt x="4913376" y="2209800"/>
                </a:lnTo>
                <a:lnTo>
                  <a:pt x="4951476" y="2209800"/>
                </a:lnTo>
                <a:lnTo>
                  <a:pt x="4951476" y="2220468"/>
                </a:lnTo>
                <a:close/>
              </a:path>
              <a:path w="5074920" h="2220595">
                <a:moveTo>
                  <a:pt x="4885944" y="2220468"/>
                </a:moveTo>
                <a:lnTo>
                  <a:pt x="4847844" y="2220468"/>
                </a:lnTo>
                <a:lnTo>
                  <a:pt x="4847844" y="2209800"/>
                </a:lnTo>
                <a:lnTo>
                  <a:pt x="4885944" y="2209800"/>
                </a:lnTo>
                <a:lnTo>
                  <a:pt x="4885944" y="2220468"/>
                </a:lnTo>
                <a:close/>
              </a:path>
              <a:path w="5074920" h="2220595">
                <a:moveTo>
                  <a:pt x="4818888" y="2220468"/>
                </a:moveTo>
                <a:lnTo>
                  <a:pt x="4780788" y="2220468"/>
                </a:lnTo>
                <a:lnTo>
                  <a:pt x="4780788" y="2209800"/>
                </a:lnTo>
                <a:lnTo>
                  <a:pt x="4818888" y="2209800"/>
                </a:lnTo>
                <a:lnTo>
                  <a:pt x="4818888" y="2220468"/>
                </a:lnTo>
                <a:close/>
              </a:path>
              <a:path w="5074920" h="2220595">
                <a:moveTo>
                  <a:pt x="4751832" y="2220468"/>
                </a:moveTo>
                <a:lnTo>
                  <a:pt x="4713732" y="2220468"/>
                </a:lnTo>
                <a:lnTo>
                  <a:pt x="4713732" y="2209800"/>
                </a:lnTo>
                <a:lnTo>
                  <a:pt x="4751832" y="2209800"/>
                </a:lnTo>
                <a:lnTo>
                  <a:pt x="4751832" y="2220468"/>
                </a:lnTo>
                <a:close/>
              </a:path>
              <a:path w="5074920" h="2220595">
                <a:moveTo>
                  <a:pt x="4684776" y="2220468"/>
                </a:moveTo>
                <a:lnTo>
                  <a:pt x="4646676" y="2220468"/>
                </a:lnTo>
                <a:lnTo>
                  <a:pt x="4646676" y="2209800"/>
                </a:lnTo>
                <a:lnTo>
                  <a:pt x="4684776" y="2209800"/>
                </a:lnTo>
                <a:lnTo>
                  <a:pt x="4684776" y="2220468"/>
                </a:lnTo>
                <a:close/>
              </a:path>
              <a:path w="5074920" h="2220595">
                <a:moveTo>
                  <a:pt x="4619244" y="2220468"/>
                </a:moveTo>
                <a:lnTo>
                  <a:pt x="4581144" y="2220468"/>
                </a:lnTo>
                <a:lnTo>
                  <a:pt x="4581144" y="2209800"/>
                </a:lnTo>
                <a:lnTo>
                  <a:pt x="4619244" y="2209800"/>
                </a:lnTo>
                <a:lnTo>
                  <a:pt x="4619244" y="2220468"/>
                </a:lnTo>
                <a:close/>
              </a:path>
              <a:path w="5074920" h="2220595">
                <a:moveTo>
                  <a:pt x="4552188" y="2220468"/>
                </a:moveTo>
                <a:lnTo>
                  <a:pt x="4514088" y="2220468"/>
                </a:lnTo>
                <a:lnTo>
                  <a:pt x="4514088" y="2209800"/>
                </a:lnTo>
                <a:lnTo>
                  <a:pt x="4552188" y="2209800"/>
                </a:lnTo>
                <a:lnTo>
                  <a:pt x="4552188" y="2220468"/>
                </a:lnTo>
                <a:close/>
              </a:path>
              <a:path w="5074920" h="2220595">
                <a:moveTo>
                  <a:pt x="4485132" y="2220468"/>
                </a:moveTo>
                <a:lnTo>
                  <a:pt x="4447032" y="2220468"/>
                </a:lnTo>
                <a:lnTo>
                  <a:pt x="4447032" y="2209800"/>
                </a:lnTo>
                <a:lnTo>
                  <a:pt x="4485132" y="2209800"/>
                </a:lnTo>
                <a:lnTo>
                  <a:pt x="4485132" y="2220468"/>
                </a:lnTo>
                <a:close/>
              </a:path>
              <a:path w="5074920" h="2220595">
                <a:moveTo>
                  <a:pt x="4418076" y="2220468"/>
                </a:moveTo>
                <a:lnTo>
                  <a:pt x="4379976" y="2220468"/>
                </a:lnTo>
                <a:lnTo>
                  <a:pt x="4379976" y="2209800"/>
                </a:lnTo>
                <a:lnTo>
                  <a:pt x="4418076" y="2209800"/>
                </a:lnTo>
                <a:lnTo>
                  <a:pt x="4418076" y="2220468"/>
                </a:lnTo>
                <a:close/>
              </a:path>
              <a:path w="5074920" h="2220595">
                <a:moveTo>
                  <a:pt x="4352544" y="2220468"/>
                </a:moveTo>
                <a:lnTo>
                  <a:pt x="4314444" y="2220468"/>
                </a:lnTo>
                <a:lnTo>
                  <a:pt x="4314444" y="2209800"/>
                </a:lnTo>
                <a:lnTo>
                  <a:pt x="4352544" y="2209800"/>
                </a:lnTo>
                <a:lnTo>
                  <a:pt x="4352544" y="2220468"/>
                </a:lnTo>
                <a:close/>
              </a:path>
              <a:path w="5074920" h="2220595">
                <a:moveTo>
                  <a:pt x="4285488" y="2220468"/>
                </a:moveTo>
                <a:lnTo>
                  <a:pt x="4247388" y="2220468"/>
                </a:lnTo>
                <a:lnTo>
                  <a:pt x="4247388" y="2209800"/>
                </a:lnTo>
                <a:lnTo>
                  <a:pt x="4285488" y="2209800"/>
                </a:lnTo>
                <a:lnTo>
                  <a:pt x="4285488" y="2220468"/>
                </a:lnTo>
                <a:close/>
              </a:path>
              <a:path w="5074920" h="2220595">
                <a:moveTo>
                  <a:pt x="4218432" y="2220468"/>
                </a:moveTo>
                <a:lnTo>
                  <a:pt x="4180332" y="2220468"/>
                </a:lnTo>
                <a:lnTo>
                  <a:pt x="4180332" y="2209800"/>
                </a:lnTo>
                <a:lnTo>
                  <a:pt x="4218432" y="2209800"/>
                </a:lnTo>
                <a:lnTo>
                  <a:pt x="4218432" y="2220468"/>
                </a:lnTo>
                <a:close/>
              </a:path>
              <a:path w="5074920" h="2220595">
                <a:moveTo>
                  <a:pt x="4151376" y="2220468"/>
                </a:moveTo>
                <a:lnTo>
                  <a:pt x="4113276" y="2220468"/>
                </a:lnTo>
                <a:lnTo>
                  <a:pt x="4113276" y="2209800"/>
                </a:lnTo>
                <a:lnTo>
                  <a:pt x="4151376" y="2209800"/>
                </a:lnTo>
                <a:lnTo>
                  <a:pt x="4151376" y="2220468"/>
                </a:lnTo>
                <a:close/>
              </a:path>
              <a:path w="5074920" h="2220595">
                <a:moveTo>
                  <a:pt x="4085844" y="2220468"/>
                </a:moveTo>
                <a:lnTo>
                  <a:pt x="4047744" y="2220468"/>
                </a:lnTo>
                <a:lnTo>
                  <a:pt x="4047744" y="2209800"/>
                </a:lnTo>
                <a:lnTo>
                  <a:pt x="4085844" y="2209800"/>
                </a:lnTo>
                <a:lnTo>
                  <a:pt x="4085844" y="2220468"/>
                </a:lnTo>
                <a:close/>
              </a:path>
              <a:path w="5074920" h="2220595">
                <a:moveTo>
                  <a:pt x="4018788" y="2220468"/>
                </a:moveTo>
                <a:lnTo>
                  <a:pt x="3980688" y="2220468"/>
                </a:lnTo>
                <a:lnTo>
                  <a:pt x="3980688" y="2209800"/>
                </a:lnTo>
                <a:lnTo>
                  <a:pt x="4018788" y="2209800"/>
                </a:lnTo>
                <a:lnTo>
                  <a:pt x="4018788" y="2220468"/>
                </a:lnTo>
                <a:close/>
              </a:path>
              <a:path w="5074920" h="2220595">
                <a:moveTo>
                  <a:pt x="3951732" y="2220468"/>
                </a:moveTo>
                <a:lnTo>
                  <a:pt x="3913632" y="2220468"/>
                </a:lnTo>
                <a:lnTo>
                  <a:pt x="3913632" y="2209800"/>
                </a:lnTo>
                <a:lnTo>
                  <a:pt x="3951732" y="2209800"/>
                </a:lnTo>
                <a:lnTo>
                  <a:pt x="3951732" y="2220468"/>
                </a:lnTo>
                <a:close/>
              </a:path>
              <a:path w="5074920" h="2220595">
                <a:moveTo>
                  <a:pt x="3884676" y="2220468"/>
                </a:moveTo>
                <a:lnTo>
                  <a:pt x="3846576" y="2220468"/>
                </a:lnTo>
                <a:lnTo>
                  <a:pt x="3846576" y="2209800"/>
                </a:lnTo>
                <a:lnTo>
                  <a:pt x="3884676" y="2209800"/>
                </a:lnTo>
                <a:lnTo>
                  <a:pt x="3884676" y="2220468"/>
                </a:lnTo>
                <a:close/>
              </a:path>
              <a:path w="5074920" h="2220595">
                <a:moveTo>
                  <a:pt x="3819144" y="2220468"/>
                </a:moveTo>
                <a:lnTo>
                  <a:pt x="3781044" y="2220468"/>
                </a:lnTo>
                <a:lnTo>
                  <a:pt x="3781044" y="2209800"/>
                </a:lnTo>
                <a:lnTo>
                  <a:pt x="3819144" y="2209800"/>
                </a:lnTo>
                <a:lnTo>
                  <a:pt x="3819144" y="2220468"/>
                </a:lnTo>
                <a:close/>
              </a:path>
              <a:path w="5074920" h="2220595">
                <a:moveTo>
                  <a:pt x="3752088" y="2220468"/>
                </a:moveTo>
                <a:lnTo>
                  <a:pt x="3713988" y="2220468"/>
                </a:lnTo>
                <a:lnTo>
                  <a:pt x="3713988" y="2209800"/>
                </a:lnTo>
                <a:lnTo>
                  <a:pt x="3752088" y="2209800"/>
                </a:lnTo>
                <a:lnTo>
                  <a:pt x="3752088" y="2220468"/>
                </a:lnTo>
                <a:close/>
              </a:path>
              <a:path w="5074920" h="2220595">
                <a:moveTo>
                  <a:pt x="3685032" y="2220468"/>
                </a:moveTo>
                <a:lnTo>
                  <a:pt x="3646932" y="2220468"/>
                </a:lnTo>
                <a:lnTo>
                  <a:pt x="3646932" y="2209800"/>
                </a:lnTo>
                <a:lnTo>
                  <a:pt x="3685032" y="2209800"/>
                </a:lnTo>
                <a:lnTo>
                  <a:pt x="3685032" y="2220468"/>
                </a:lnTo>
                <a:close/>
              </a:path>
              <a:path w="5074920" h="2220595">
                <a:moveTo>
                  <a:pt x="3617976" y="2220468"/>
                </a:moveTo>
                <a:lnTo>
                  <a:pt x="3579876" y="2220468"/>
                </a:lnTo>
                <a:lnTo>
                  <a:pt x="3579876" y="2209800"/>
                </a:lnTo>
                <a:lnTo>
                  <a:pt x="3617976" y="2209800"/>
                </a:lnTo>
                <a:lnTo>
                  <a:pt x="3617976" y="2220468"/>
                </a:lnTo>
                <a:close/>
              </a:path>
              <a:path w="5074920" h="2220595">
                <a:moveTo>
                  <a:pt x="3552444" y="2220468"/>
                </a:moveTo>
                <a:lnTo>
                  <a:pt x="3514344" y="2220468"/>
                </a:lnTo>
                <a:lnTo>
                  <a:pt x="3514344" y="2209800"/>
                </a:lnTo>
                <a:lnTo>
                  <a:pt x="3552444" y="2209800"/>
                </a:lnTo>
                <a:lnTo>
                  <a:pt x="3552444" y="2220468"/>
                </a:lnTo>
                <a:close/>
              </a:path>
              <a:path w="5074920" h="2220595">
                <a:moveTo>
                  <a:pt x="3485388" y="2220468"/>
                </a:moveTo>
                <a:lnTo>
                  <a:pt x="3447288" y="2220468"/>
                </a:lnTo>
                <a:lnTo>
                  <a:pt x="3447288" y="2209800"/>
                </a:lnTo>
                <a:lnTo>
                  <a:pt x="3485388" y="2209800"/>
                </a:lnTo>
                <a:lnTo>
                  <a:pt x="3485388" y="2220468"/>
                </a:lnTo>
                <a:close/>
              </a:path>
              <a:path w="5074920" h="2220595">
                <a:moveTo>
                  <a:pt x="3418332" y="2220468"/>
                </a:moveTo>
                <a:lnTo>
                  <a:pt x="3380232" y="2220468"/>
                </a:lnTo>
                <a:lnTo>
                  <a:pt x="3380232" y="2209800"/>
                </a:lnTo>
                <a:lnTo>
                  <a:pt x="3418332" y="2209800"/>
                </a:lnTo>
                <a:lnTo>
                  <a:pt x="3418332" y="2220468"/>
                </a:lnTo>
                <a:close/>
              </a:path>
              <a:path w="5074920" h="2220595">
                <a:moveTo>
                  <a:pt x="3351276" y="2220468"/>
                </a:moveTo>
                <a:lnTo>
                  <a:pt x="3313176" y="2220468"/>
                </a:lnTo>
                <a:lnTo>
                  <a:pt x="3313176" y="2209800"/>
                </a:lnTo>
                <a:lnTo>
                  <a:pt x="3351276" y="2209800"/>
                </a:lnTo>
                <a:lnTo>
                  <a:pt x="3351276" y="2220468"/>
                </a:lnTo>
                <a:close/>
              </a:path>
              <a:path w="5074920" h="2220595">
                <a:moveTo>
                  <a:pt x="3285744" y="2220468"/>
                </a:moveTo>
                <a:lnTo>
                  <a:pt x="3247644" y="2220468"/>
                </a:lnTo>
                <a:lnTo>
                  <a:pt x="3247644" y="2209800"/>
                </a:lnTo>
                <a:lnTo>
                  <a:pt x="3285744" y="2209800"/>
                </a:lnTo>
                <a:lnTo>
                  <a:pt x="3285744" y="2220468"/>
                </a:lnTo>
                <a:close/>
              </a:path>
              <a:path w="5074920" h="2220595">
                <a:moveTo>
                  <a:pt x="3218688" y="2220468"/>
                </a:moveTo>
                <a:lnTo>
                  <a:pt x="3180588" y="2220468"/>
                </a:lnTo>
                <a:lnTo>
                  <a:pt x="3180588" y="2209800"/>
                </a:lnTo>
                <a:lnTo>
                  <a:pt x="3218688" y="2209800"/>
                </a:lnTo>
                <a:lnTo>
                  <a:pt x="3218688" y="2220468"/>
                </a:lnTo>
                <a:close/>
              </a:path>
              <a:path w="5074920" h="2220595">
                <a:moveTo>
                  <a:pt x="3151632" y="2220468"/>
                </a:moveTo>
                <a:lnTo>
                  <a:pt x="3113532" y="2220468"/>
                </a:lnTo>
                <a:lnTo>
                  <a:pt x="3113532" y="2209800"/>
                </a:lnTo>
                <a:lnTo>
                  <a:pt x="3151632" y="2209800"/>
                </a:lnTo>
                <a:lnTo>
                  <a:pt x="3151632" y="2220468"/>
                </a:lnTo>
                <a:close/>
              </a:path>
              <a:path w="5074920" h="2220595">
                <a:moveTo>
                  <a:pt x="3084576" y="2220468"/>
                </a:moveTo>
                <a:lnTo>
                  <a:pt x="3046476" y="2220468"/>
                </a:lnTo>
                <a:lnTo>
                  <a:pt x="3046476" y="2209800"/>
                </a:lnTo>
                <a:lnTo>
                  <a:pt x="3084576" y="2209800"/>
                </a:lnTo>
                <a:lnTo>
                  <a:pt x="3084576" y="2220468"/>
                </a:lnTo>
                <a:close/>
              </a:path>
              <a:path w="5074920" h="2220595">
                <a:moveTo>
                  <a:pt x="3019044" y="2220468"/>
                </a:moveTo>
                <a:lnTo>
                  <a:pt x="2980944" y="2220468"/>
                </a:lnTo>
                <a:lnTo>
                  <a:pt x="2980944" y="2209800"/>
                </a:lnTo>
                <a:lnTo>
                  <a:pt x="3019044" y="2209800"/>
                </a:lnTo>
                <a:lnTo>
                  <a:pt x="3019044" y="2220468"/>
                </a:lnTo>
                <a:close/>
              </a:path>
              <a:path w="5074920" h="2220595">
                <a:moveTo>
                  <a:pt x="2951988" y="2220468"/>
                </a:moveTo>
                <a:lnTo>
                  <a:pt x="2913888" y="2220468"/>
                </a:lnTo>
                <a:lnTo>
                  <a:pt x="2913888" y="2209800"/>
                </a:lnTo>
                <a:lnTo>
                  <a:pt x="2951988" y="2209800"/>
                </a:lnTo>
                <a:lnTo>
                  <a:pt x="2951988" y="2220468"/>
                </a:lnTo>
                <a:close/>
              </a:path>
              <a:path w="5074920" h="2220595">
                <a:moveTo>
                  <a:pt x="2884932" y="2220468"/>
                </a:moveTo>
                <a:lnTo>
                  <a:pt x="2846832" y="2220468"/>
                </a:lnTo>
                <a:lnTo>
                  <a:pt x="2846832" y="2209800"/>
                </a:lnTo>
                <a:lnTo>
                  <a:pt x="2884932" y="2209800"/>
                </a:lnTo>
                <a:lnTo>
                  <a:pt x="2884932" y="2220468"/>
                </a:lnTo>
                <a:close/>
              </a:path>
              <a:path w="5074920" h="2220595">
                <a:moveTo>
                  <a:pt x="2817876" y="2220468"/>
                </a:moveTo>
                <a:lnTo>
                  <a:pt x="2779776" y="2220468"/>
                </a:lnTo>
                <a:lnTo>
                  <a:pt x="2779776" y="2209800"/>
                </a:lnTo>
                <a:lnTo>
                  <a:pt x="2817876" y="2209800"/>
                </a:lnTo>
                <a:lnTo>
                  <a:pt x="2817876" y="2220468"/>
                </a:lnTo>
                <a:close/>
              </a:path>
              <a:path w="5074920" h="2220595">
                <a:moveTo>
                  <a:pt x="2752344" y="2220468"/>
                </a:moveTo>
                <a:lnTo>
                  <a:pt x="2714244" y="2220468"/>
                </a:lnTo>
                <a:lnTo>
                  <a:pt x="2714244" y="2209800"/>
                </a:lnTo>
                <a:lnTo>
                  <a:pt x="2752344" y="2209800"/>
                </a:lnTo>
                <a:lnTo>
                  <a:pt x="2752344" y="2220468"/>
                </a:lnTo>
                <a:close/>
              </a:path>
              <a:path w="5074920" h="2220595">
                <a:moveTo>
                  <a:pt x="2685288" y="2220468"/>
                </a:moveTo>
                <a:lnTo>
                  <a:pt x="2647188" y="2220468"/>
                </a:lnTo>
                <a:lnTo>
                  <a:pt x="2647188" y="2209800"/>
                </a:lnTo>
                <a:lnTo>
                  <a:pt x="2685288" y="2209800"/>
                </a:lnTo>
                <a:lnTo>
                  <a:pt x="2685288" y="2220468"/>
                </a:lnTo>
                <a:close/>
              </a:path>
              <a:path w="5074920" h="2220595">
                <a:moveTo>
                  <a:pt x="2618232" y="2220468"/>
                </a:moveTo>
                <a:lnTo>
                  <a:pt x="2580132" y="2220468"/>
                </a:lnTo>
                <a:lnTo>
                  <a:pt x="2580132" y="2209800"/>
                </a:lnTo>
                <a:lnTo>
                  <a:pt x="2618232" y="2209800"/>
                </a:lnTo>
                <a:lnTo>
                  <a:pt x="2618232" y="2220468"/>
                </a:lnTo>
                <a:close/>
              </a:path>
              <a:path w="5074920" h="2220595">
                <a:moveTo>
                  <a:pt x="2551176" y="2220468"/>
                </a:moveTo>
                <a:lnTo>
                  <a:pt x="2513076" y="2220468"/>
                </a:lnTo>
                <a:lnTo>
                  <a:pt x="2513076" y="2209800"/>
                </a:lnTo>
                <a:lnTo>
                  <a:pt x="2551176" y="2209800"/>
                </a:lnTo>
                <a:lnTo>
                  <a:pt x="2551176" y="2220468"/>
                </a:lnTo>
                <a:close/>
              </a:path>
              <a:path w="5074920" h="2220595">
                <a:moveTo>
                  <a:pt x="2485644" y="2220468"/>
                </a:moveTo>
                <a:lnTo>
                  <a:pt x="2447544" y="2220468"/>
                </a:lnTo>
                <a:lnTo>
                  <a:pt x="2447544" y="2209800"/>
                </a:lnTo>
                <a:lnTo>
                  <a:pt x="2485644" y="2209800"/>
                </a:lnTo>
                <a:lnTo>
                  <a:pt x="2485644" y="2220468"/>
                </a:lnTo>
                <a:close/>
              </a:path>
              <a:path w="5074920" h="2220595">
                <a:moveTo>
                  <a:pt x="2418588" y="2220468"/>
                </a:moveTo>
                <a:lnTo>
                  <a:pt x="2380488" y="2220468"/>
                </a:lnTo>
                <a:lnTo>
                  <a:pt x="2380488" y="2209800"/>
                </a:lnTo>
                <a:lnTo>
                  <a:pt x="2418588" y="2209800"/>
                </a:lnTo>
                <a:lnTo>
                  <a:pt x="2418588" y="2220468"/>
                </a:lnTo>
                <a:close/>
              </a:path>
              <a:path w="5074920" h="2220595">
                <a:moveTo>
                  <a:pt x="2351532" y="2220468"/>
                </a:moveTo>
                <a:lnTo>
                  <a:pt x="2313432" y="2220468"/>
                </a:lnTo>
                <a:lnTo>
                  <a:pt x="2313432" y="2209800"/>
                </a:lnTo>
                <a:lnTo>
                  <a:pt x="2351532" y="2209800"/>
                </a:lnTo>
                <a:lnTo>
                  <a:pt x="2351532" y="2220468"/>
                </a:lnTo>
                <a:close/>
              </a:path>
              <a:path w="5074920" h="2220595">
                <a:moveTo>
                  <a:pt x="2284476" y="2220468"/>
                </a:moveTo>
                <a:lnTo>
                  <a:pt x="2246376" y="2220468"/>
                </a:lnTo>
                <a:lnTo>
                  <a:pt x="2246376" y="2209800"/>
                </a:lnTo>
                <a:lnTo>
                  <a:pt x="2284476" y="2209800"/>
                </a:lnTo>
                <a:lnTo>
                  <a:pt x="2284476" y="2220468"/>
                </a:lnTo>
                <a:close/>
              </a:path>
              <a:path w="5074920" h="2220595">
                <a:moveTo>
                  <a:pt x="2218944" y="2220468"/>
                </a:moveTo>
                <a:lnTo>
                  <a:pt x="2180844" y="2220468"/>
                </a:lnTo>
                <a:lnTo>
                  <a:pt x="2180844" y="2209800"/>
                </a:lnTo>
                <a:lnTo>
                  <a:pt x="2218944" y="2209800"/>
                </a:lnTo>
                <a:lnTo>
                  <a:pt x="2218944" y="2220468"/>
                </a:lnTo>
                <a:close/>
              </a:path>
              <a:path w="5074920" h="2220595">
                <a:moveTo>
                  <a:pt x="2151888" y="2220468"/>
                </a:moveTo>
                <a:lnTo>
                  <a:pt x="2113788" y="2220468"/>
                </a:lnTo>
                <a:lnTo>
                  <a:pt x="2113788" y="2209800"/>
                </a:lnTo>
                <a:lnTo>
                  <a:pt x="2151888" y="2209800"/>
                </a:lnTo>
                <a:lnTo>
                  <a:pt x="2151888" y="2220468"/>
                </a:lnTo>
                <a:close/>
              </a:path>
              <a:path w="5074920" h="2220595">
                <a:moveTo>
                  <a:pt x="2084832" y="2220468"/>
                </a:moveTo>
                <a:lnTo>
                  <a:pt x="2046732" y="2220468"/>
                </a:lnTo>
                <a:lnTo>
                  <a:pt x="2046732" y="2209800"/>
                </a:lnTo>
                <a:lnTo>
                  <a:pt x="2084832" y="2209800"/>
                </a:lnTo>
                <a:lnTo>
                  <a:pt x="2084832" y="2220468"/>
                </a:lnTo>
                <a:close/>
              </a:path>
              <a:path w="5074920" h="2220595">
                <a:moveTo>
                  <a:pt x="2017776" y="2220468"/>
                </a:moveTo>
                <a:lnTo>
                  <a:pt x="1979676" y="2220468"/>
                </a:lnTo>
                <a:lnTo>
                  <a:pt x="1979676" y="2209800"/>
                </a:lnTo>
                <a:lnTo>
                  <a:pt x="2017776" y="2209800"/>
                </a:lnTo>
                <a:lnTo>
                  <a:pt x="2017776" y="2220468"/>
                </a:lnTo>
                <a:close/>
              </a:path>
              <a:path w="5074920" h="2220595">
                <a:moveTo>
                  <a:pt x="1952244" y="2220468"/>
                </a:moveTo>
                <a:lnTo>
                  <a:pt x="1914144" y="2220468"/>
                </a:lnTo>
                <a:lnTo>
                  <a:pt x="1914144" y="2209800"/>
                </a:lnTo>
                <a:lnTo>
                  <a:pt x="1952244" y="2209800"/>
                </a:lnTo>
                <a:lnTo>
                  <a:pt x="1952244" y="2220468"/>
                </a:lnTo>
                <a:close/>
              </a:path>
              <a:path w="5074920" h="2220595">
                <a:moveTo>
                  <a:pt x="1885188" y="2220468"/>
                </a:moveTo>
                <a:lnTo>
                  <a:pt x="1847088" y="2220468"/>
                </a:lnTo>
                <a:lnTo>
                  <a:pt x="1847088" y="2209800"/>
                </a:lnTo>
                <a:lnTo>
                  <a:pt x="1885188" y="2209800"/>
                </a:lnTo>
                <a:lnTo>
                  <a:pt x="1885188" y="2220468"/>
                </a:lnTo>
                <a:close/>
              </a:path>
              <a:path w="5074920" h="2220595">
                <a:moveTo>
                  <a:pt x="1818132" y="2220468"/>
                </a:moveTo>
                <a:lnTo>
                  <a:pt x="1780032" y="2220468"/>
                </a:lnTo>
                <a:lnTo>
                  <a:pt x="1780032" y="2209800"/>
                </a:lnTo>
                <a:lnTo>
                  <a:pt x="1818132" y="2209800"/>
                </a:lnTo>
                <a:lnTo>
                  <a:pt x="1818132" y="2220468"/>
                </a:lnTo>
                <a:close/>
              </a:path>
              <a:path w="5074920" h="2220595">
                <a:moveTo>
                  <a:pt x="1751076" y="2220468"/>
                </a:moveTo>
                <a:lnTo>
                  <a:pt x="1712976" y="2220468"/>
                </a:lnTo>
                <a:lnTo>
                  <a:pt x="1712976" y="2209800"/>
                </a:lnTo>
                <a:lnTo>
                  <a:pt x="1751076" y="2209800"/>
                </a:lnTo>
                <a:lnTo>
                  <a:pt x="1751076" y="2220468"/>
                </a:lnTo>
                <a:close/>
              </a:path>
              <a:path w="5074920" h="2220595">
                <a:moveTo>
                  <a:pt x="1685544" y="2220468"/>
                </a:moveTo>
                <a:lnTo>
                  <a:pt x="1647444" y="2220468"/>
                </a:lnTo>
                <a:lnTo>
                  <a:pt x="1647444" y="2209800"/>
                </a:lnTo>
                <a:lnTo>
                  <a:pt x="1685544" y="2209800"/>
                </a:lnTo>
                <a:lnTo>
                  <a:pt x="1685544" y="2220468"/>
                </a:lnTo>
                <a:close/>
              </a:path>
              <a:path w="5074920" h="2220595">
                <a:moveTo>
                  <a:pt x="1618488" y="2220468"/>
                </a:moveTo>
                <a:lnTo>
                  <a:pt x="1580388" y="2220468"/>
                </a:lnTo>
                <a:lnTo>
                  <a:pt x="1580388" y="2209800"/>
                </a:lnTo>
                <a:lnTo>
                  <a:pt x="1618488" y="2209800"/>
                </a:lnTo>
                <a:lnTo>
                  <a:pt x="1618488" y="2220468"/>
                </a:lnTo>
                <a:close/>
              </a:path>
              <a:path w="5074920" h="2220595">
                <a:moveTo>
                  <a:pt x="1551432" y="2220468"/>
                </a:moveTo>
                <a:lnTo>
                  <a:pt x="1513332" y="2220468"/>
                </a:lnTo>
                <a:lnTo>
                  <a:pt x="1513332" y="2209800"/>
                </a:lnTo>
                <a:lnTo>
                  <a:pt x="1551432" y="2209800"/>
                </a:lnTo>
                <a:lnTo>
                  <a:pt x="1551432" y="2220468"/>
                </a:lnTo>
                <a:close/>
              </a:path>
              <a:path w="5074920" h="2220595">
                <a:moveTo>
                  <a:pt x="1484376" y="2220468"/>
                </a:moveTo>
                <a:lnTo>
                  <a:pt x="1446276" y="2220468"/>
                </a:lnTo>
                <a:lnTo>
                  <a:pt x="1446276" y="2209800"/>
                </a:lnTo>
                <a:lnTo>
                  <a:pt x="1484376" y="2209800"/>
                </a:lnTo>
                <a:lnTo>
                  <a:pt x="1484376" y="2220468"/>
                </a:lnTo>
                <a:close/>
              </a:path>
              <a:path w="5074920" h="2220595">
                <a:moveTo>
                  <a:pt x="1418844" y="2220468"/>
                </a:moveTo>
                <a:lnTo>
                  <a:pt x="1380744" y="2220468"/>
                </a:lnTo>
                <a:lnTo>
                  <a:pt x="1380744" y="2209800"/>
                </a:lnTo>
                <a:lnTo>
                  <a:pt x="1418844" y="2209800"/>
                </a:lnTo>
                <a:lnTo>
                  <a:pt x="1418844" y="2220468"/>
                </a:lnTo>
                <a:close/>
              </a:path>
              <a:path w="5074920" h="2220595">
                <a:moveTo>
                  <a:pt x="1351788" y="2220468"/>
                </a:moveTo>
                <a:lnTo>
                  <a:pt x="1313688" y="2220468"/>
                </a:lnTo>
                <a:lnTo>
                  <a:pt x="1313688" y="2209800"/>
                </a:lnTo>
                <a:lnTo>
                  <a:pt x="1351788" y="2209800"/>
                </a:lnTo>
                <a:lnTo>
                  <a:pt x="1351788" y="2220468"/>
                </a:lnTo>
                <a:close/>
              </a:path>
              <a:path w="5074920" h="2220595">
                <a:moveTo>
                  <a:pt x="1284732" y="2220468"/>
                </a:moveTo>
                <a:lnTo>
                  <a:pt x="1246632" y="2220468"/>
                </a:lnTo>
                <a:lnTo>
                  <a:pt x="1246632" y="2209800"/>
                </a:lnTo>
                <a:lnTo>
                  <a:pt x="1284732" y="2209800"/>
                </a:lnTo>
                <a:lnTo>
                  <a:pt x="1284732" y="2220468"/>
                </a:lnTo>
                <a:close/>
              </a:path>
              <a:path w="5074920" h="2220595">
                <a:moveTo>
                  <a:pt x="1217676" y="2220468"/>
                </a:moveTo>
                <a:lnTo>
                  <a:pt x="1179576" y="2220468"/>
                </a:lnTo>
                <a:lnTo>
                  <a:pt x="1179576" y="2209800"/>
                </a:lnTo>
                <a:lnTo>
                  <a:pt x="1217676" y="2209800"/>
                </a:lnTo>
                <a:lnTo>
                  <a:pt x="1217676" y="2220468"/>
                </a:lnTo>
                <a:close/>
              </a:path>
              <a:path w="5074920" h="2220595">
                <a:moveTo>
                  <a:pt x="1152144" y="2220468"/>
                </a:moveTo>
                <a:lnTo>
                  <a:pt x="1114044" y="2220468"/>
                </a:lnTo>
                <a:lnTo>
                  <a:pt x="1114044" y="2209800"/>
                </a:lnTo>
                <a:lnTo>
                  <a:pt x="1152144" y="2209800"/>
                </a:lnTo>
                <a:lnTo>
                  <a:pt x="1152144" y="2220468"/>
                </a:lnTo>
                <a:close/>
              </a:path>
              <a:path w="5074920" h="2220595">
                <a:moveTo>
                  <a:pt x="1085088" y="2220468"/>
                </a:moveTo>
                <a:lnTo>
                  <a:pt x="1046988" y="2220468"/>
                </a:lnTo>
                <a:lnTo>
                  <a:pt x="1046988" y="2209800"/>
                </a:lnTo>
                <a:lnTo>
                  <a:pt x="1085088" y="2209800"/>
                </a:lnTo>
                <a:lnTo>
                  <a:pt x="1085088" y="2220468"/>
                </a:lnTo>
                <a:close/>
              </a:path>
              <a:path w="5074920" h="2220595">
                <a:moveTo>
                  <a:pt x="1018032" y="2220468"/>
                </a:moveTo>
                <a:lnTo>
                  <a:pt x="979932" y="2220468"/>
                </a:lnTo>
                <a:lnTo>
                  <a:pt x="979932" y="2209800"/>
                </a:lnTo>
                <a:lnTo>
                  <a:pt x="1018032" y="2209800"/>
                </a:lnTo>
                <a:lnTo>
                  <a:pt x="1018032" y="2220468"/>
                </a:lnTo>
                <a:close/>
              </a:path>
              <a:path w="5074920" h="2220595">
                <a:moveTo>
                  <a:pt x="950976" y="2220468"/>
                </a:moveTo>
                <a:lnTo>
                  <a:pt x="912876" y="2220468"/>
                </a:lnTo>
                <a:lnTo>
                  <a:pt x="912876" y="2209800"/>
                </a:lnTo>
                <a:lnTo>
                  <a:pt x="950976" y="2209800"/>
                </a:lnTo>
                <a:lnTo>
                  <a:pt x="950976" y="2220468"/>
                </a:lnTo>
                <a:close/>
              </a:path>
              <a:path w="5074920" h="2220595">
                <a:moveTo>
                  <a:pt x="885444" y="2220468"/>
                </a:moveTo>
                <a:lnTo>
                  <a:pt x="847344" y="2220468"/>
                </a:lnTo>
                <a:lnTo>
                  <a:pt x="847344" y="2209800"/>
                </a:lnTo>
                <a:lnTo>
                  <a:pt x="885444" y="2209800"/>
                </a:lnTo>
                <a:lnTo>
                  <a:pt x="885444" y="2220468"/>
                </a:lnTo>
                <a:close/>
              </a:path>
              <a:path w="5074920" h="2220595">
                <a:moveTo>
                  <a:pt x="818388" y="2220468"/>
                </a:moveTo>
                <a:lnTo>
                  <a:pt x="780288" y="2220468"/>
                </a:lnTo>
                <a:lnTo>
                  <a:pt x="780288" y="2209800"/>
                </a:lnTo>
                <a:lnTo>
                  <a:pt x="818388" y="2209800"/>
                </a:lnTo>
                <a:lnTo>
                  <a:pt x="818388" y="2220468"/>
                </a:lnTo>
                <a:close/>
              </a:path>
              <a:path w="5074920" h="2220595">
                <a:moveTo>
                  <a:pt x="751332" y="2220468"/>
                </a:moveTo>
                <a:lnTo>
                  <a:pt x="713232" y="2220468"/>
                </a:lnTo>
                <a:lnTo>
                  <a:pt x="713232" y="2209800"/>
                </a:lnTo>
                <a:lnTo>
                  <a:pt x="751332" y="2209800"/>
                </a:lnTo>
                <a:lnTo>
                  <a:pt x="751332" y="2220468"/>
                </a:lnTo>
                <a:close/>
              </a:path>
              <a:path w="5074920" h="2220595">
                <a:moveTo>
                  <a:pt x="684276" y="2220468"/>
                </a:moveTo>
                <a:lnTo>
                  <a:pt x="646176" y="2220468"/>
                </a:lnTo>
                <a:lnTo>
                  <a:pt x="646176" y="2209800"/>
                </a:lnTo>
                <a:lnTo>
                  <a:pt x="684276" y="2209800"/>
                </a:lnTo>
                <a:lnTo>
                  <a:pt x="684276" y="2220468"/>
                </a:lnTo>
                <a:close/>
              </a:path>
              <a:path w="5074920" h="2220595">
                <a:moveTo>
                  <a:pt x="618744" y="2220468"/>
                </a:moveTo>
                <a:lnTo>
                  <a:pt x="580644" y="2220468"/>
                </a:lnTo>
                <a:lnTo>
                  <a:pt x="580644" y="2209800"/>
                </a:lnTo>
                <a:lnTo>
                  <a:pt x="618744" y="2209800"/>
                </a:lnTo>
                <a:lnTo>
                  <a:pt x="618744" y="2220468"/>
                </a:lnTo>
                <a:close/>
              </a:path>
              <a:path w="5074920" h="2220595">
                <a:moveTo>
                  <a:pt x="551688" y="2220468"/>
                </a:moveTo>
                <a:lnTo>
                  <a:pt x="513588" y="2220468"/>
                </a:lnTo>
                <a:lnTo>
                  <a:pt x="513588" y="2209800"/>
                </a:lnTo>
                <a:lnTo>
                  <a:pt x="551688" y="2209800"/>
                </a:lnTo>
                <a:lnTo>
                  <a:pt x="551688" y="2220468"/>
                </a:lnTo>
                <a:close/>
              </a:path>
              <a:path w="5074920" h="2220595">
                <a:moveTo>
                  <a:pt x="484632" y="2220468"/>
                </a:moveTo>
                <a:lnTo>
                  <a:pt x="446532" y="2220468"/>
                </a:lnTo>
                <a:lnTo>
                  <a:pt x="446532" y="2209800"/>
                </a:lnTo>
                <a:lnTo>
                  <a:pt x="484632" y="2209800"/>
                </a:lnTo>
                <a:lnTo>
                  <a:pt x="484632" y="2220468"/>
                </a:lnTo>
                <a:close/>
              </a:path>
              <a:path w="5074920" h="2220595">
                <a:moveTo>
                  <a:pt x="417576" y="2220468"/>
                </a:moveTo>
                <a:lnTo>
                  <a:pt x="379476" y="2220468"/>
                </a:lnTo>
                <a:lnTo>
                  <a:pt x="379476" y="2209800"/>
                </a:lnTo>
                <a:lnTo>
                  <a:pt x="417576" y="2209800"/>
                </a:lnTo>
                <a:lnTo>
                  <a:pt x="417576" y="2220468"/>
                </a:lnTo>
                <a:close/>
              </a:path>
              <a:path w="5074920" h="2220595">
                <a:moveTo>
                  <a:pt x="352044" y="2220468"/>
                </a:moveTo>
                <a:lnTo>
                  <a:pt x="313944" y="2220468"/>
                </a:lnTo>
                <a:lnTo>
                  <a:pt x="313944" y="2209800"/>
                </a:lnTo>
                <a:lnTo>
                  <a:pt x="352044" y="2209800"/>
                </a:lnTo>
                <a:lnTo>
                  <a:pt x="352044" y="2220468"/>
                </a:lnTo>
                <a:close/>
              </a:path>
              <a:path w="5074920" h="2220595">
                <a:moveTo>
                  <a:pt x="284988" y="2220468"/>
                </a:moveTo>
                <a:lnTo>
                  <a:pt x="246888" y="2220468"/>
                </a:lnTo>
                <a:lnTo>
                  <a:pt x="246888" y="2209800"/>
                </a:lnTo>
                <a:lnTo>
                  <a:pt x="284988" y="2209800"/>
                </a:lnTo>
                <a:lnTo>
                  <a:pt x="284988" y="2220468"/>
                </a:lnTo>
                <a:close/>
              </a:path>
              <a:path w="5074920" h="2220595">
                <a:moveTo>
                  <a:pt x="217932" y="2220468"/>
                </a:moveTo>
                <a:lnTo>
                  <a:pt x="179832" y="2220468"/>
                </a:lnTo>
                <a:lnTo>
                  <a:pt x="179832" y="2209800"/>
                </a:lnTo>
                <a:lnTo>
                  <a:pt x="217932" y="2209800"/>
                </a:lnTo>
                <a:lnTo>
                  <a:pt x="217932" y="2220468"/>
                </a:lnTo>
                <a:close/>
              </a:path>
              <a:path w="5074920" h="2220595">
                <a:moveTo>
                  <a:pt x="150876" y="2220468"/>
                </a:moveTo>
                <a:lnTo>
                  <a:pt x="112776" y="2220468"/>
                </a:lnTo>
                <a:lnTo>
                  <a:pt x="112776" y="2209800"/>
                </a:lnTo>
                <a:lnTo>
                  <a:pt x="150876" y="2209800"/>
                </a:lnTo>
                <a:lnTo>
                  <a:pt x="150876" y="2220468"/>
                </a:lnTo>
                <a:close/>
              </a:path>
              <a:path w="5074920" h="2220595">
                <a:moveTo>
                  <a:pt x="85344" y="2220468"/>
                </a:moveTo>
                <a:lnTo>
                  <a:pt x="47244" y="2220468"/>
                </a:lnTo>
                <a:lnTo>
                  <a:pt x="47244" y="2209800"/>
                </a:lnTo>
                <a:lnTo>
                  <a:pt x="85344" y="2209800"/>
                </a:lnTo>
                <a:lnTo>
                  <a:pt x="85344" y="22204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402885" y="2154417"/>
            <a:ext cx="1730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45" dirty="0">
                <a:solidFill>
                  <a:srgbClr val="1D057E"/>
                </a:solidFill>
                <a:latin typeface="Arial"/>
                <a:cs typeface="Arial"/>
              </a:rPr>
              <a:t>System</a:t>
            </a:r>
            <a:r>
              <a:rPr sz="1800" i="1" spc="-10" dirty="0">
                <a:solidFill>
                  <a:srgbClr val="1D057E"/>
                </a:solidFill>
                <a:latin typeface="Arial"/>
                <a:cs typeface="Arial"/>
              </a:rPr>
              <a:t> </a:t>
            </a:r>
            <a:r>
              <a:rPr sz="1800" i="1" spc="90" dirty="0">
                <a:solidFill>
                  <a:srgbClr val="1D057E"/>
                </a:solidFill>
                <a:latin typeface="Arial"/>
                <a:cs typeface="Arial"/>
              </a:rPr>
              <a:t>experts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89" y="2581144"/>
            <a:ext cx="2234565" cy="1322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66800" indent="78740">
              <a:lnSpc>
                <a:spcPct val="100000"/>
              </a:lnSpc>
              <a:spcBef>
                <a:spcPts val="100"/>
              </a:spcBef>
            </a:pPr>
            <a:r>
              <a:rPr sz="1800" i="1" spc="50" dirty="0">
                <a:solidFill>
                  <a:srgbClr val="7E010C"/>
                </a:solidFill>
                <a:latin typeface="Arial"/>
                <a:cs typeface="Arial"/>
              </a:rPr>
              <a:t>Talk </a:t>
            </a:r>
            <a:r>
              <a:rPr sz="1800" i="1" spc="105" dirty="0">
                <a:solidFill>
                  <a:srgbClr val="7E010C"/>
                </a:solidFill>
                <a:latin typeface="Arial"/>
                <a:cs typeface="Arial"/>
              </a:rPr>
              <a:t>with  </a:t>
            </a:r>
            <a:r>
              <a:rPr sz="1800" i="1" spc="55" dirty="0">
                <a:solidFill>
                  <a:srgbClr val="7E010C"/>
                </a:solidFill>
                <a:latin typeface="Arial"/>
                <a:cs typeface="Arial"/>
              </a:rPr>
              <a:t>d</a:t>
            </a:r>
            <a:r>
              <a:rPr sz="1800" i="1" spc="-30" dirty="0">
                <a:solidFill>
                  <a:srgbClr val="7E010C"/>
                </a:solidFill>
                <a:latin typeface="Arial"/>
                <a:cs typeface="Arial"/>
              </a:rPr>
              <a:t>e</a:t>
            </a:r>
            <a:r>
              <a:rPr sz="1800" i="1" spc="-20" dirty="0">
                <a:solidFill>
                  <a:srgbClr val="7E010C"/>
                </a:solidFill>
                <a:latin typeface="Arial"/>
                <a:cs typeface="Arial"/>
              </a:rPr>
              <a:t>v</a:t>
            </a:r>
            <a:r>
              <a:rPr sz="1800" i="1" spc="-15" dirty="0">
                <a:solidFill>
                  <a:srgbClr val="7E010C"/>
                </a:solidFill>
                <a:latin typeface="Arial"/>
                <a:cs typeface="Arial"/>
              </a:rPr>
              <a:t>e</a:t>
            </a:r>
            <a:r>
              <a:rPr sz="1800" i="1" spc="80" dirty="0">
                <a:solidFill>
                  <a:srgbClr val="7E010C"/>
                </a:solidFill>
                <a:latin typeface="Arial"/>
                <a:cs typeface="Arial"/>
              </a:rPr>
              <a:t>l</a:t>
            </a:r>
            <a:r>
              <a:rPr sz="1800" i="1" spc="-50" dirty="0">
                <a:solidFill>
                  <a:srgbClr val="7E010C"/>
                </a:solidFill>
                <a:latin typeface="Arial"/>
                <a:cs typeface="Arial"/>
              </a:rPr>
              <a:t>op</a:t>
            </a:r>
            <a:r>
              <a:rPr sz="1800" i="1" spc="-15" dirty="0">
                <a:solidFill>
                  <a:srgbClr val="7E010C"/>
                </a:solidFill>
                <a:latin typeface="Arial"/>
                <a:cs typeface="Arial"/>
              </a:rPr>
              <a:t>e</a:t>
            </a:r>
            <a:r>
              <a:rPr sz="1800" i="1" spc="260" dirty="0">
                <a:solidFill>
                  <a:srgbClr val="7E010C"/>
                </a:solidFill>
                <a:latin typeface="Arial"/>
                <a:cs typeface="Arial"/>
              </a:rPr>
              <a:t>r</a:t>
            </a:r>
            <a:r>
              <a:rPr sz="1800" i="1" spc="-25" dirty="0">
                <a:solidFill>
                  <a:srgbClr val="7E010C"/>
                </a:solidFill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  <a:p>
            <a:pPr marL="814069" marR="5080" indent="-127000">
              <a:lnSpc>
                <a:spcPct val="100000"/>
              </a:lnSpc>
              <a:spcBef>
                <a:spcPts val="1570"/>
              </a:spcBef>
            </a:pPr>
            <a:r>
              <a:rPr sz="1800" b="1" spc="-5" dirty="0">
                <a:solidFill>
                  <a:srgbClr val="A52F0F"/>
                </a:solidFill>
                <a:latin typeface="Comic Sans MS"/>
                <a:cs typeface="Comic Sans MS"/>
              </a:rPr>
              <a:t>Chat </a:t>
            </a:r>
            <a:r>
              <a:rPr sz="1800" b="1" dirty="0">
                <a:solidFill>
                  <a:srgbClr val="A52F0F"/>
                </a:solidFill>
                <a:latin typeface="Comic Sans MS"/>
                <a:cs typeface="Comic Sans MS"/>
              </a:rPr>
              <a:t>with</a:t>
            </a:r>
            <a:r>
              <a:rPr sz="1800" b="1" spc="-95" dirty="0">
                <a:solidFill>
                  <a:srgbClr val="A52F0F"/>
                </a:solidFill>
                <a:latin typeface="Comic Sans MS"/>
                <a:cs typeface="Comic Sans MS"/>
              </a:rPr>
              <a:t> </a:t>
            </a:r>
            <a:r>
              <a:rPr sz="1800" b="1" spc="-5" dirty="0">
                <a:solidFill>
                  <a:srgbClr val="A52F0F"/>
                </a:solidFill>
                <a:latin typeface="Comic Sans MS"/>
                <a:cs typeface="Comic Sans MS"/>
              </a:rPr>
              <a:t>the  Maintainers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31583" y="2535379"/>
            <a:ext cx="2237740" cy="1353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0785" marR="5080" indent="16510">
              <a:lnSpc>
                <a:spcPct val="100000"/>
              </a:lnSpc>
              <a:spcBef>
                <a:spcPts val="100"/>
              </a:spcBef>
            </a:pPr>
            <a:r>
              <a:rPr sz="1800" i="1" spc="50" dirty="0">
                <a:solidFill>
                  <a:srgbClr val="7E010C"/>
                </a:solidFill>
                <a:latin typeface="Arial"/>
                <a:cs typeface="Arial"/>
              </a:rPr>
              <a:t>Talk </a:t>
            </a:r>
            <a:r>
              <a:rPr sz="1800" i="1" spc="105" dirty="0">
                <a:solidFill>
                  <a:srgbClr val="7E010C"/>
                </a:solidFill>
                <a:latin typeface="Arial"/>
                <a:cs typeface="Arial"/>
              </a:rPr>
              <a:t>with  </a:t>
            </a:r>
            <a:r>
              <a:rPr sz="1800" i="1" spc="-10" dirty="0">
                <a:solidFill>
                  <a:srgbClr val="7E010C"/>
                </a:solidFill>
                <a:latin typeface="Arial"/>
                <a:cs typeface="Arial"/>
              </a:rPr>
              <a:t>end</a:t>
            </a:r>
            <a:r>
              <a:rPr sz="1800" i="1" spc="-35" dirty="0">
                <a:solidFill>
                  <a:srgbClr val="7E010C"/>
                </a:solidFill>
                <a:latin typeface="Arial"/>
                <a:cs typeface="Arial"/>
              </a:rPr>
              <a:t> </a:t>
            </a:r>
            <a:r>
              <a:rPr sz="1800" i="1" spc="20" dirty="0">
                <a:solidFill>
                  <a:srgbClr val="7E010C"/>
                </a:solidFill>
                <a:latin typeface="Arial"/>
                <a:cs typeface="Arial"/>
              </a:rPr>
              <a:t>users</a:t>
            </a:r>
            <a:endParaRPr sz="1800">
              <a:latin typeface="Arial"/>
              <a:cs typeface="Arial"/>
            </a:endParaRPr>
          </a:p>
          <a:p>
            <a:pPr marL="12700" marR="859790" indent="151765">
              <a:lnSpc>
                <a:spcPct val="100000"/>
              </a:lnSpc>
              <a:spcBef>
                <a:spcPts val="1810"/>
              </a:spcBef>
            </a:pPr>
            <a:r>
              <a:rPr sz="1800" b="1" spc="-5" dirty="0">
                <a:solidFill>
                  <a:srgbClr val="A52F0F"/>
                </a:solidFill>
                <a:latin typeface="Comic Sans MS"/>
                <a:cs typeface="Comic Sans MS"/>
              </a:rPr>
              <a:t>Interview  during</a:t>
            </a:r>
            <a:r>
              <a:rPr sz="1800" b="1" spc="-100" dirty="0">
                <a:solidFill>
                  <a:srgbClr val="A52F0F"/>
                </a:solidFill>
                <a:latin typeface="Comic Sans MS"/>
                <a:cs typeface="Comic Sans MS"/>
              </a:rPr>
              <a:t> </a:t>
            </a:r>
            <a:r>
              <a:rPr sz="1800" b="1" dirty="0">
                <a:solidFill>
                  <a:srgbClr val="A52F0F"/>
                </a:solidFill>
                <a:latin typeface="Comic Sans MS"/>
                <a:cs typeface="Comic Sans MS"/>
              </a:rPr>
              <a:t>Demo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328915" y="2432303"/>
            <a:ext cx="6454775" cy="3709670"/>
          </a:xfrm>
          <a:custGeom>
            <a:avLst/>
            <a:gdLst/>
            <a:ahLst/>
            <a:cxnLst/>
            <a:rect l="l" t="t" r="r" b="b"/>
            <a:pathLst>
              <a:path w="6454775" h="3709670">
                <a:moveTo>
                  <a:pt x="22860" y="2750832"/>
                </a:moveTo>
                <a:lnTo>
                  <a:pt x="19812" y="2712732"/>
                </a:lnTo>
                <a:lnTo>
                  <a:pt x="18288" y="2676156"/>
                </a:lnTo>
                <a:lnTo>
                  <a:pt x="0" y="2676156"/>
                </a:lnTo>
                <a:lnTo>
                  <a:pt x="1524" y="2714256"/>
                </a:lnTo>
                <a:lnTo>
                  <a:pt x="4572" y="2752356"/>
                </a:lnTo>
                <a:lnTo>
                  <a:pt x="22860" y="2750832"/>
                </a:lnTo>
                <a:close/>
              </a:path>
              <a:path w="6454775" h="3709670">
                <a:moveTo>
                  <a:pt x="22860" y="2543568"/>
                </a:moveTo>
                <a:lnTo>
                  <a:pt x="3048" y="2542044"/>
                </a:lnTo>
                <a:lnTo>
                  <a:pt x="1524" y="2581668"/>
                </a:lnTo>
                <a:lnTo>
                  <a:pt x="0" y="2618244"/>
                </a:lnTo>
                <a:lnTo>
                  <a:pt x="18288" y="2619768"/>
                </a:lnTo>
                <a:lnTo>
                  <a:pt x="19812" y="2583192"/>
                </a:lnTo>
                <a:lnTo>
                  <a:pt x="22860" y="2543568"/>
                </a:lnTo>
                <a:close/>
              </a:path>
              <a:path w="6454775" h="3709670">
                <a:moveTo>
                  <a:pt x="36576" y="2410980"/>
                </a:moveTo>
                <a:lnTo>
                  <a:pt x="16764" y="2409456"/>
                </a:lnTo>
                <a:lnTo>
                  <a:pt x="12192" y="2444508"/>
                </a:lnTo>
                <a:lnTo>
                  <a:pt x="7620" y="2484132"/>
                </a:lnTo>
                <a:lnTo>
                  <a:pt x="27432" y="2487180"/>
                </a:lnTo>
                <a:lnTo>
                  <a:pt x="32004" y="2447556"/>
                </a:lnTo>
                <a:lnTo>
                  <a:pt x="36576" y="2410980"/>
                </a:lnTo>
                <a:close/>
              </a:path>
              <a:path w="6454775" h="3709670">
                <a:moveTo>
                  <a:pt x="44196" y="2881896"/>
                </a:moveTo>
                <a:lnTo>
                  <a:pt x="41148" y="2874276"/>
                </a:lnTo>
                <a:lnTo>
                  <a:pt x="33528" y="2834652"/>
                </a:lnTo>
                <a:lnTo>
                  <a:pt x="28956" y="2807220"/>
                </a:lnTo>
                <a:lnTo>
                  <a:pt x="10668" y="2810268"/>
                </a:lnTo>
                <a:lnTo>
                  <a:pt x="15240" y="2837700"/>
                </a:lnTo>
                <a:lnTo>
                  <a:pt x="22860" y="2877324"/>
                </a:lnTo>
                <a:lnTo>
                  <a:pt x="25908" y="2886468"/>
                </a:lnTo>
                <a:lnTo>
                  <a:pt x="44196" y="2881896"/>
                </a:lnTo>
                <a:close/>
              </a:path>
              <a:path w="6454775" h="3709670">
                <a:moveTo>
                  <a:pt x="57912" y="2279916"/>
                </a:moveTo>
                <a:lnTo>
                  <a:pt x="38100" y="2276868"/>
                </a:lnTo>
                <a:lnTo>
                  <a:pt x="33528" y="2302776"/>
                </a:lnTo>
                <a:lnTo>
                  <a:pt x="25908" y="2350020"/>
                </a:lnTo>
                <a:lnTo>
                  <a:pt x="25908" y="2351544"/>
                </a:lnTo>
                <a:lnTo>
                  <a:pt x="44196" y="2354592"/>
                </a:lnTo>
                <a:lnTo>
                  <a:pt x="51816" y="2305824"/>
                </a:lnTo>
                <a:lnTo>
                  <a:pt x="57912" y="2279916"/>
                </a:lnTo>
                <a:close/>
              </a:path>
              <a:path w="6454775" h="3709670">
                <a:moveTo>
                  <a:pt x="83820" y="2150376"/>
                </a:moveTo>
                <a:lnTo>
                  <a:pt x="65532" y="2145804"/>
                </a:lnTo>
                <a:lnTo>
                  <a:pt x="62484" y="2156472"/>
                </a:lnTo>
                <a:lnTo>
                  <a:pt x="51816" y="2205240"/>
                </a:lnTo>
                <a:lnTo>
                  <a:pt x="48768" y="2220480"/>
                </a:lnTo>
                <a:lnTo>
                  <a:pt x="68580" y="2225052"/>
                </a:lnTo>
                <a:lnTo>
                  <a:pt x="70104" y="2209812"/>
                </a:lnTo>
                <a:lnTo>
                  <a:pt x="80772" y="2161044"/>
                </a:lnTo>
                <a:lnTo>
                  <a:pt x="83820" y="2150376"/>
                </a:lnTo>
                <a:close/>
              </a:path>
              <a:path w="6454775" h="3709670">
                <a:moveTo>
                  <a:pt x="86868" y="3005340"/>
                </a:moveTo>
                <a:lnTo>
                  <a:pt x="77724" y="2984004"/>
                </a:lnTo>
                <a:lnTo>
                  <a:pt x="64008" y="2948952"/>
                </a:lnTo>
                <a:lnTo>
                  <a:pt x="59436" y="2935236"/>
                </a:lnTo>
                <a:lnTo>
                  <a:pt x="41148" y="2941332"/>
                </a:lnTo>
                <a:lnTo>
                  <a:pt x="45720" y="2953524"/>
                </a:lnTo>
                <a:lnTo>
                  <a:pt x="59436" y="2991624"/>
                </a:lnTo>
                <a:lnTo>
                  <a:pt x="70104" y="3012960"/>
                </a:lnTo>
                <a:lnTo>
                  <a:pt x="86868" y="3005340"/>
                </a:lnTo>
                <a:close/>
              </a:path>
              <a:path w="6454775" h="3709670">
                <a:moveTo>
                  <a:pt x="114300" y="2020836"/>
                </a:moveTo>
                <a:lnTo>
                  <a:pt x="94488" y="2016264"/>
                </a:lnTo>
                <a:lnTo>
                  <a:pt x="85344" y="2057412"/>
                </a:lnTo>
                <a:lnTo>
                  <a:pt x="77724" y="2089416"/>
                </a:lnTo>
                <a:lnTo>
                  <a:pt x="96012" y="2093988"/>
                </a:lnTo>
                <a:lnTo>
                  <a:pt x="103632" y="2061984"/>
                </a:lnTo>
                <a:lnTo>
                  <a:pt x="114300" y="2020836"/>
                </a:lnTo>
                <a:close/>
              </a:path>
              <a:path w="6454775" h="3709670">
                <a:moveTo>
                  <a:pt x="146304" y="1891296"/>
                </a:moveTo>
                <a:lnTo>
                  <a:pt x="128016" y="1886724"/>
                </a:lnTo>
                <a:lnTo>
                  <a:pt x="109728" y="1958352"/>
                </a:lnTo>
                <a:lnTo>
                  <a:pt x="108204" y="1959876"/>
                </a:lnTo>
                <a:lnTo>
                  <a:pt x="126492" y="1964448"/>
                </a:lnTo>
                <a:lnTo>
                  <a:pt x="128016" y="1962924"/>
                </a:lnTo>
                <a:lnTo>
                  <a:pt x="146304" y="1891296"/>
                </a:lnTo>
                <a:close/>
              </a:path>
              <a:path w="6454775" h="3709670">
                <a:moveTo>
                  <a:pt x="153924" y="3118116"/>
                </a:moveTo>
                <a:lnTo>
                  <a:pt x="152400" y="3115068"/>
                </a:lnTo>
                <a:lnTo>
                  <a:pt x="131064" y="3084588"/>
                </a:lnTo>
                <a:lnTo>
                  <a:pt x="120396" y="3067824"/>
                </a:lnTo>
                <a:lnTo>
                  <a:pt x="112776" y="3055632"/>
                </a:lnTo>
                <a:lnTo>
                  <a:pt x="96012" y="3064776"/>
                </a:lnTo>
                <a:lnTo>
                  <a:pt x="103632" y="3078492"/>
                </a:lnTo>
                <a:lnTo>
                  <a:pt x="114300" y="3095256"/>
                </a:lnTo>
                <a:lnTo>
                  <a:pt x="124968" y="3110496"/>
                </a:lnTo>
                <a:lnTo>
                  <a:pt x="137160" y="3127260"/>
                </a:lnTo>
                <a:lnTo>
                  <a:pt x="138684" y="3128784"/>
                </a:lnTo>
                <a:lnTo>
                  <a:pt x="153924" y="3118116"/>
                </a:lnTo>
                <a:close/>
              </a:path>
              <a:path w="6454775" h="3709670">
                <a:moveTo>
                  <a:pt x="178320" y="1761744"/>
                </a:moveTo>
                <a:lnTo>
                  <a:pt x="160020" y="1757172"/>
                </a:lnTo>
                <a:lnTo>
                  <a:pt x="141732" y="1830336"/>
                </a:lnTo>
                <a:lnTo>
                  <a:pt x="160020" y="1834908"/>
                </a:lnTo>
                <a:lnTo>
                  <a:pt x="178320" y="1761744"/>
                </a:lnTo>
                <a:close/>
              </a:path>
              <a:path w="6454775" h="3709670">
                <a:moveTo>
                  <a:pt x="245376" y="3211080"/>
                </a:moveTo>
                <a:lnTo>
                  <a:pt x="233184" y="3201936"/>
                </a:lnTo>
                <a:lnTo>
                  <a:pt x="204228" y="3174504"/>
                </a:lnTo>
                <a:lnTo>
                  <a:pt x="190512" y="3160788"/>
                </a:lnTo>
                <a:lnTo>
                  <a:pt x="176784" y="3172980"/>
                </a:lnTo>
                <a:lnTo>
                  <a:pt x="219468" y="3215652"/>
                </a:lnTo>
                <a:lnTo>
                  <a:pt x="233184" y="3226320"/>
                </a:lnTo>
                <a:lnTo>
                  <a:pt x="245376" y="3211080"/>
                </a:lnTo>
                <a:close/>
              </a:path>
              <a:path w="6454775" h="3709670">
                <a:moveTo>
                  <a:pt x="353580" y="3287280"/>
                </a:moveTo>
                <a:lnTo>
                  <a:pt x="333768" y="3276612"/>
                </a:lnTo>
                <a:lnTo>
                  <a:pt x="298716" y="3252228"/>
                </a:lnTo>
                <a:lnTo>
                  <a:pt x="289572" y="3246132"/>
                </a:lnTo>
                <a:lnTo>
                  <a:pt x="278904" y="3261372"/>
                </a:lnTo>
                <a:lnTo>
                  <a:pt x="286524" y="3267468"/>
                </a:lnTo>
                <a:lnTo>
                  <a:pt x="323100" y="3291852"/>
                </a:lnTo>
                <a:lnTo>
                  <a:pt x="342912" y="3304044"/>
                </a:lnTo>
                <a:lnTo>
                  <a:pt x="353580" y="3287280"/>
                </a:lnTo>
                <a:close/>
              </a:path>
              <a:path w="6454775" h="3709670">
                <a:moveTo>
                  <a:pt x="469404" y="3349764"/>
                </a:moveTo>
                <a:lnTo>
                  <a:pt x="402348" y="3316236"/>
                </a:lnTo>
                <a:lnTo>
                  <a:pt x="393204" y="3333000"/>
                </a:lnTo>
                <a:lnTo>
                  <a:pt x="445020" y="3358908"/>
                </a:lnTo>
                <a:lnTo>
                  <a:pt x="461784" y="3366528"/>
                </a:lnTo>
                <a:lnTo>
                  <a:pt x="469404" y="3349764"/>
                </a:lnTo>
                <a:close/>
              </a:path>
              <a:path w="6454775" h="3709670">
                <a:moveTo>
                  <a:pt x="591324" y="3400056"/>
                </a:moveTo>
                <a:lnTo>
                  <a:pt x="544080" y="3381768"/>
                </a:lnTo>
                <a:lnTo>
                  <a:pt x="521220" y="3372624"/>
                </a:lnTo>
                <a:lnTo>
                  <a:pt x="513600" y="3390912"/>
                </a:lnTo>
                <a:lnTo>
                  <a:pt x="536460" y="3400056"/>
                </a:lnTo>
                <a:lnTo>
                  <a:pt x="583704" y="3418344"/>
                </a:lnTo>
                <a:lnTo>
                  <a:pt x="585228" y="3418344"/>
                </a:lnTo>
                <a:lnTo>
                  <a:pt x="591324" y="3400056"/>
                </a:lnTo>
                <a:close/>
              </a:path>
              <a:path w="6454775" h="3709670">
                <a:moveTo>
                  <a:pt x="717816" y="3442728"/>
                </a:moveTo>
                <a:lnTo>
                  <a:pt x="690384" y="3433584"/>
                </a:lnTo>
                <a:lnTo>
                  <a:pt x="646188" y="3419868"/>
                </a:lnTo>
                <a:lnTo>
                  <a:pt x="640092" y="3438156"/>
                </a:lnTo>
                <a:lnTo>
                  <a:pt x="684288" y="3451872"/>
                </a:lnTo>
                <a:lnTo>
                  <a:pt x="711720" y="3461016"/>
                </a:lnTo>
                <a:lnTo>
                  <a:pt x="717816" y="3442728"/>
                </a:lnTo>
                <a:close/>
              </a:path>
              <a:path w="6454775" h="3709670">
                <a:moveTo>
                  <a:pt x="845832" y="3479304"/>
                </a:moveTo>
                <a:lnTo>
                  <a:pt x="772680" y="3457968"/>
                </a:lnTo>
                <a:lnTo>
                  <a:pt x="768108" y="3477780"/>
                </a:lnTo>
                <a:lnTo>
                  <a:pt x="841260" y="3497592"/>
                </a:lnTo>
                <a:lnTo>
                  <a:pt x="845832" y="3479304"/>
                </a:lnTo>
                <a:close/>
              </a:path>
              <a:path w="6454775" h="3709670">
                <a:moveTo>
                  <a:pt x="975372" y="3509784"/>
                </a:moveTo>
                <a:lnTo>
                  <a:pt x="963180" y="3506736"/>
                </a:lnTo>
                <a:lnTo>
                  <a:pt x="900696" y="3493020"/>
                </a:lnTo>
                <a:lnTo>
                  <a:pt x="896124" y="3511308"/>
                </a:lnTo>
                <a:lnTo>
                  <a:pt x="958608" y="3526548"/>
                </a:lnTo>
                <a:lnTo>
                  <a:pt x="970800" y="3528072"/>
                </a:lnTo>
                <a:lnTo>
                  <a:pt x="975372" y="3509784"/>
                </a:lnTo>
                <a:close/>
              </a:path>
              <a:path w="6454775" h="3709670">
                <a:moveTo>
                  <a:pt x="1104912" y="3537216"/>
                </a:moveTo>
                <a:lnTo>
                  <a:pt x="1080528" y="3532644"/>
                </a:lnTo>
                <a:lnTo>
                  <a:pt x="1031760" y="3521976"/>
                </a:lnTo>
                <a:lnTo>
                  <a:pt x="1027188" y="3540264"/>
                </a:lnTo>
                <a:lnTo>
                  <a:pt x="1077480" y="3550932"/>
                </a:lnTo>
                <a:lnTo>
                  <a:pt x="1101864" y="3555504"/>
                </a:lnTo>
                <a:lnTo>
                  <a:pt x="1104912" y="3537216"/>
                </a:lnTo>
                <a:close/>
              </a:path>
              <a:path w="6454775" h="3709670">
                <a:moveTo>
                  <a:pt x="1117104" y="13728"/>
                </a:moveTo>
                <a:lnTo>
                  <a:pt x="1103388" y="0"/>
                </a:lnTo>
                <a:lnTo>
                  <a:pt x="1025652" y="86880"/>
                </a:lnTo>
                <a:lnTo>
                  <a:pt x="999744" y="114312"/>
                </a:lnTo>
                <a:lnTo>
                  <a:pt x="906780" y="230136"/>
                </a:lnTo>
                <a:lnTo>
                  <a:pt x="867156" y="288048"/>
                </a:lnTo>
                <a:lnTo>
                  <a:pt x="835152" y="344436"/>
                </a:lnTo>
                <a:lnTo>
                  <a:pt x="809244" y="403872"/>
                </a:lnTo>
                <a:lnTo>
                  <a:pt x="797052" y="448068"/>
                </a:lnTo>
                <a:lnTo>
                  <a:pt x="794004" y="461784"/>
                </a:lnTo>
                <a:lnTo>
                  <a:pt x="790956" y="477024"/>
                </a:lnTo>
                <a:lnTo>
                  <a:pt x="789432" y="490740"/>
                </a:lnTo>
                <a:lnTo>
                  <a:pt x="787908" y="505980"/>
                </a:lnTo>
                <a:lnTo>
                  <a:pt x="787908" y="521220"/>
                </a:lnTo>
                <a:lnTo>
                  <a:pt x="790956" y="579132"/>
                </a:lnTo>
                <a:lnTo>
                  <a:pt x="803148" y="637044"/>
                </a:lnTo>
                <a:lnTo>
                  <a:pt x="832104" y="723912"/>
                </a:lnTo>
                <a:lnTo>
                  <a:pt x="885444" y="839736"/>
                </a:lnTo>
                <a:lnTo>
                  <a:pt x="892149" y="851217"/>
                </a:lnTo>
                <a:lnTo>
                  <a:pt x="824484" y="838212"/>
                </a:lnTo>
                <a:lnTo>
                  <a:pt x="938784" y="920508"/>
                </a:lnTo>
                <a:lnTo>
                  <a:pt x="937450" y="858024"/>
                </a:lnTo>
                <a:lnTo>
                  <a:pt x="935736" y="778776"/>
                </a:lnTo>
                <a:lnTo>
                  <a:pt x="908735" y="841768"/>
                </a:lnTo>
                <a:lnTo>
                  <a:pt x="902208" y="830592"/>
                </a:lnTo>
                <a:lnTo>
                  <a:pt x="888492" y="801636"/>
                </a:lnTo>
                <a:lnTo>
                  <a:pt x="874776" y="774204"/>
                </a:lnTo>
                <a:lnTo>
                  <a:pt x="861060" y="745248"/>
                </a:lnTo>
                <a:lnTo>
                  <a:pt x="850392" y="717816"/>
                </a:lnTo>
                <a:lnTo>
                  <a:pt x="839724" y="688860"/>
                </a:lnTo>
                <a:lnTo>
                  <a:pt x="829056" y="661428"/>
                </a:lnTo>
                <a:lnTo>
                  <a:pt x="821436" y="632472"/>
                </a:lnTo>
                <a:lnTo>
                  <a:pt x="815340" y="605040"/>
                </a:lnTo>
                <a:lnTo>
                  <a:pt x="810768" y="577608"/>
                </a:lnTo>
                <a:lnTo>
                  <a:pt x="807720" y="548652"/>
                </a:lnTo>
                <a:lnTo>
                  <a:pt x="807720" y="493788"/>
                </a:lnTo>
                <a:lnTo>
                  <a:pt x="810768" y="480072"/>
                </a:lnTo>
                <a:lnTo>
                  <a:pt x="812292" y="466356"/>
                </a:lnTo>
                <a:lnTo>
                  <a:pt x="822960" y="423684"/>
                </a:lnTo>
                <a:lnTo>
                  <a:pt x="838200" y="382536"/>
                </a:lnTo>
                <a:lnTo>
                  <a:pt x="867156" y="326148"/>
                </a:lnTo>
                <a:lnTo>
                  <a:pt x="902208" y="269760"/>
                </a:lnTo>
                <a:lnTo>
                  <a:pt x="943356" y="213372"/>
                </a:lnTo>
                <a:lnTo>
                  <a:pt x="990600" y="155460"/>
                </a:lnTo>
                <a:lnTo>
                  <a:pt x="1014984" y="128028"/>
                </a:lnTo>
                <a:lnTo>
                  <a:pt x="1039368" y="99072"/>
                </a:lnTo>
                <a:lnTo>
                  <a:pt x="1065276" y="70116"/>
                </a:lnTo>
                <a:lnTo>
                  <a:pt x="1117104" y="13728"/>
                </a:lnTo>
                <a:close/>
              </a:path>
              <a:path w="6454775" h="3709670">
                <a:moveTo>
                  <a:pt x="1235976" y="3561600"/>
                </a:moveTo>
                <a:lnTo>
                  <a:pt x="1161300" y="3547884"/>
                </a:lnTo>
                <a:lnTo>
                  <a:pt x="1158252" y="3566172"/>
                </a:lnTo>
                <a:lnTo>
                  <a:pt x="1197876" y="3573792"/>
                </a:lnTo>
                <a:lnTo>
                  <a:pt x="1232928" y="3579888"/>
                </a:lnTo>
                <a:lnTo>
                  <a:pt x="1235976" y="3561600"/>
                </a:lnTo>
                <a:close/>
              </a:path>
              <a:path w="6454775" h="3709670">
                <a:moveTo>
                  <a:pt x="1367040" y="3584460"/>
                </a:moveTo>
                <a:lnTo>
                  <a:pt x="1325892" y="3576840"/>
                </a:lnTo>
                <a:lnTo>
                  <a:pt x="1292364" y="3572268"/>
                </a:lnTo>
                <a:lnTo>
                  <a:pt x="1289316" y="3590556"/>
                </a:lnTo>
                <a:lnTo>
                  <a:pt x="1322844" y="3596652"/>
                </a:lnTo>
                <a:lnTo>
                  <a:pt x="1363992" y="3602748"/>
                </a:lnTo>
                <a:lnTo>
                  <a:pt x="1367040" y="3584460"/>
                </a:lnTo>
                <a:close/>
              </a:path>
              <a:path w="6454775" h="3709670">
                <a:moveTo>
                  <a:pt x="1499628" y="3604272"/>
                </a:moveTo>
                <a:lnTo>
                  <a:pt x="1453908" y="3598176"/>
                </a:lnTo>
                <a:lnTo>
                  <a:pt x="1424952" y="3593604"/>
                </a:lnTo>
                <a:lnTo>
                  <a:pt x="1421904" y="3611892"/>
                </a:lnTo>
                <a:lnTo>
                  <a:pt x="1496580" y="3624084"/>
                </a:lnTo>
                <a:lnTo>
                  <a:pt x="1499628" y="3604272"/>
                </a:lnTo>
                <a:close/>
              </a:path>
              <a:path w="6454775" h="3709670">
                <a:moveTo>
                  <a:pt x="1630692" y="3624084"/>
                </a:moveTo>
                <a:lnTo>
                  <a:pt x="1581924" y="3617988"/>
                </a:lnTo>
                <a:lnTo>
                  <a:pt x="1556016" y="3613416"/>
                </a:lnTo>
                <a:lnTo>
                  <a:pt x="1552968" y="3631704"/>
                </a:lnTo>
                <a:lnTo>
                  <a:pt x="1578876" y="3636276"/>
                </a:lnTo>
                <a:lnTo>
                  <a:pt x="1629168" y="3643896"/>
                </a:lnTo>
                <a:lnTo>
                  <a:pt x="1630692" y="3624084"/>
                </a:lnTo>
                <a:close/>
              </a:path>
              <a:path w="6454775" h="3709670">
                <a:moveTo>
                  <a:pt x="1842528" y="3663708"/>
                </a:moveTo>
                <a:lnTo>
                  <a:pt x="1840306" y="3662184"/>
                </a:lnTo>
                <a:lnTo>
                  <a:pt x="1766328" y="3611270"/>
                </a:lnTo>
                <a:lnTo>
                  <a:pt x="1766328" y="3653040"/>
                </a:lnTo>
                <a:lnTo>
                  <a:pt x="1760893" y="3658184"/>
                </a:lnTo>
                <a:lnTo>
                  <a:pt x="1762760" y="3646970"/>
                </a:lnTo>
                <a:lnTo>
                  <a:pt x="1766328" y="3653040"/>
                </a:lnTo>
                <a:lnTo>
                  <a:pt x="1766328" y="3611270"/>
                </a:lnTo>
                <a:lnTo>
                  <a:pt x="1725180" y="3582936"/>
                </a:lnTo>
                <a:lnTo>
                  <a:pt x="1760753" y="3643541"/>
                </a:lnTo>
                <a:lnTo>
                  <a:pt x="1687080" y="3633228"/>
                </a:lnTo>
                <a:lnTo>
                  <a:pt x="1685556" y="3651516"/>
                </a:lnTo>
                <a:lnTo>
                  <a:pt x="1757146" y="3661740"/>
                </a:lnTo>
                <a:lnTo>
                  <a:pt x="1706892" y="3709428"/>
                </a:lnTo>
                <a:lnTo>
                  <a:pt x="1842528" y="3663708"/>
                </a:lnTo>
                <a:close/>
              </a:path>
              <a:path w="6454775" h="3709670">
                <a:moveTo>
                  <a:pt x="3145548" y="505980"/>
                </a:moveTo>
                <a:lnTo>
                  <a:pt x="3144024" y="490740"/>
                </a:lnTo>
                <a:lnTo>
                  <a:pt x="3142500" y="477024"/>
                </a:lnTo>
                <a:lnTo>
                  <a:pt x="3136404" y="446544"/>
                </a:lnTo>
                <a:lnTo>
                  <a:pt x="3131832" y="432828"/>
                </a:lnTo>
                <a:lnTo>
                  <a:pt x="3127260" y="417588"/>
                </a:lnTo>
                <a:lnTo>
                  <a:pt x="3121164" y="403872"/>
                </a:lnTo>
                <a:lnTo>
                  <a:pt x="3108972" y="373392"/>
                </a:lnTo>
                <a:lnTo>
                  <a:pt x="3101352" y="359676"/>
                </a:lnTo>
                <a:lnTo>
                  <a:pt x="3075444" y="315480"/>
                </a:lnTo>
                <a:lnTo>
                  <a:pt x="3035820" y="257568"/>
                </a:lnTo>
                <a:lnTo>
                  <a:pt x="2962668" y="172224"/>
                </a:lnTo>
                <a:lnTo>
                  <a:pt x="2880372" y="85356"/>
                </a:lnTo>
                <a:lnTo>
                  <a:pt x="2851416" y="57924"/>
                </a:lnTo>
                <a:lnTo>
                  <a:pt x="2793504" y="0"/>
                </a:lnTo>
                <a:lnTo>
                  <a:pt x="2779776" y="13728"/>
                </a:lnTo>
                <a:lnTo>
                  <a:pt x="2837700" y="70116"/>
                </a:lnTo>
                <a:lnTo>
                  <a:pt x="2866656" y="99072"/>
                </a:lnTo>
                <a:lnTo>
                  <a:pt x="2921520" y="156984"/>
                </a:lnTo>
                <a:lnTo>
                  <a:pt x="2948952" y="184416"/>
                </a:lnTo>
                <a:lnTo>
                  <a:pt x="2997720" y="242328"/>
                </a:lnTo>
                <a:lnTo>
                  <a:pt x="3020580" y="269760"/>
                </a:lnTo>
                <a:lnTo>
                  <a:pt x="3040392" y="298716"/>
                </a:lnTo>
                <a:lnTo>
                  <a:pt x="3060204" y="326148"/>
                </a:lnTo>
                <a:lnTo>
                  <a:pt x="3076968" y="355104"/>
                </a:lnTo>
                <a:lnTo>
                  <a:pt x="3092208" y="382536"/>
                </a:lnTo>
                <a:lnTo>
                  <a:pt x="3104400" y="409968"/>
                </a:lnTo>
                <a:lnTo>
                  <a:pt x="3108972" y="425208"/>
                </a:lnTo>
                <a:lnTo>
                  <a:pt x="3118116" y="452640"/>
                </a:lnTo>
                <a:lnTo>
                  <a:pt x="3124212" y="480072"/>
                </a:lnTo>
                <a:lnTo>
                  <a:pt x="3125736" y="493788"/>
                </a:lnTo>
                <a:lnTo>
                  <a:pt x="3125736" y="507504"/>
                </a:lnTo>
                <a:lnTo>
                  <a:pt x="3127260" y="521220"/>
                </a:lnTo>
                <a:lnTo>
                  <a:pt x="3127260" y="534936"/>
                </a:lnTo>
                <a:lnTo>
                  <a:pt x="3122688" y="576084"/>
                </a:lnTo>
                <a:lnTo>
                  <a:pt x="3110496" y="632472"/>
                </a:lnTo>
                <a:lnTo>
                  <a:pt x="3090684" y="688860"/>
                </a:lnTo>
                <a:lnTo>
                  <a:pt x="3078492" y="716292"/>
                </a:lnTo>
                <a:lnTo>
                  <a:pt x="3066300" y="745248"/>
                </a:lnTo>
                <a:lnTo>
                  <a:pt x="3051060" y="774204"/>
                </a:lnTo>
                <a:lnTo>
                  <a:pt x="3035820" y="801636"/>
                </a:lnTo>
                <a:lnTo>
                  <a:pt x="3020580" y="830592"/>
                </a:lnTo>
                <a:lnTo>
                  <a:pt x="3011970" y="844575"/>
                </a:lnTo>
                <a:lnTo>
                  <a:pt x="2987052" y="780300"/>
                </a:lnTo>
                <a:lnTo>
                  <a:pt x="2977908" y="920508"/>
                </a:lnTo>
                <a:lnTo>
                  <a:pt x="3070618" y="861072"/>
                </a:lnTo>
                <a:lnTo>
                  <a:pt x="3096780" y="844308"/>
                </a:lnTo>
                <a:lnTo>
                  <a:pt x="3029051" y="853249"/>
                </a:lnTo>
                <a:lnTo>
                  <a:pt x="3035820" y="839736"/>
                </a:lnTo>
                <a:lnTo>
                  <a:pt x="3052584" y="810780"/>
                </a:lnTo>
                <a:lnTo>
                  <a:pt x="3083064" y="752868"/>
                </a:lnTo>
                <a:lnTo>
                  <a:pt x="3108972" y="694956"/>
                </a:lnTo>
                <a:lnTo>
                  <a:pt x="3128784" y="637044"/>
                </a:lnTo>
                <a:lnTo>
                  <a:pt x="3142500" y="579132"/>
                </a:lnTo>
                <a:lnTo>
                  <a:pt x="3144024" y="563892"/>
                </a:lnTo>
                <a:lnTo>
                  <a:pt x="3145548" y="550176"/>
                </a:lnTo>
                <a:lnTo>
                  <a:pt x="3145548" y="505980"/>
                </a:lnTo>
                <a:close/>
              </a:path>
              <a:path w="6454775" h="3709670">
                <a:moveTo>
                  <a:pt x="4765560" y="678180"/>
                </a:moveTo>
                <a:lnTo>
                  <a:pt x="4762512" y="659892"/>
                </a:lnTo>
                <a:lnTo>
                  <a:pt x="4709172" y="672084"/>
                </a:lnTo>
                <a:lnTo>
                  <a:pt x="4694415" y="675246"/>
                </a:lnTo>
                <a:lnTo>
                  <a:pt x="4724412" y="612648"/>
                </a:lnTo>
                <a:lnTo>
                  <a:pt x="4690300" y="641083"/>
                </a:lnTo>
                <a:lnTo>
                  <a:pt x="4690300" y="686549"/>
                </a:lnTo>
                <a:lnTo>
                  <a:pt x="4689348" y="685800"/>
                </a:lnTo>
                <a:lnTo>
                  <a:pt x="4689856" y="684758"/>
                </a:lnTo>
                <a:lnTo>
                  <a:pt x="4690300" y="686549"/>
                </a:lnTo>
                <a:lnTo>
                  <a:pt x="4690300" y="641083"/>
                </a:lnTo>
                <a:lnTo>
                  <a:pt x="4614672" y="704100"/>
                </a:lnTo>
                <a:lnTo>
                  <a:pt x="4753368" y="736104"/>
                </a:lnTo>
                <a:lnTo>
                  <a:pt x="4700994" y="694944"/>
                </a:lnTo>
                <a:lnTo>
                  <a:pt x="4699152" y="693508"/>
                </a:lnTo>
                <a:lnTo>
                  <a:pt x="4713744" y="690372"/>
                </a:lnTo>
                <a:lnTo>
                  <a:pt x="4765560" y="678180"/>
                </a:lnTo>
                <a:close/>
              </a:path>
              <a:path w="6454775" h="3709670">
                <a:moveTo>
                  <a:pt x="4896624" y="650748"/>
                </a:moveTo>
                <a:lnTo>
                  <a:pt x="4892052" y="630936"/>
                </a:lnTo>
                <a:lnTo>
                  <a:pt x="4817376" y="647700"/>
                </a:lnTo>
                <a:lnTo>
                  <a:pt x="4821948" y="665988"/>
                </a:lnTo>
                <a:lnTo>
                  <a:pt x="4896624" y="650748"/>
                </a:lnTo>
                <a:close/>
              </a:path>
              <a:path w="6454775" h="3709670">
                <a:moveTo>
                  <a:pt x="5026164" y="623316"/>
                </a:moveTo>
                <a:lnTo>
                  <a:pt x="5023116" y="605028"/>
                </a:lnTo>
                <a:lnTo>
                  <a:pt x="4997208" y="609600"/>
                </a:lnTo>
                <a:lnTo>
                  <a:pt x="4948440" y="620268"/>
                </a:lnTo>
                <a:lnTo>
                  <a:pt x="4951488" y="638556"/>
                </a:lnTo>
                <a:lnTo>
                  <a:pt x="5000256" y="629412"/>
                </a:lnTo>
                <a:lnTo>
                  <a:pt x="5026164" y="623316"/>
                </a:lnTo>
                <a:close/>
              </a:path>
              <a:path w="6454775" h="3709670">
                <a:moveTo>
                  <a:pt x="5157228" y="601980"/>
                </a:moveTo>
                <a:lnTo>
                  <a:pt x="5154180" y="582168"/>
                </a:lnTo>
                <a:lnTo>
                  <a:pt x="5137416" y="585216"/>
                </a:lnTo>
                <a:lnTo>
                  <a:pt x="5091696" y="592836"/>
                </a:lnTo>
                <a:lnTo>
                  <a:pt x="5079504" y="594360"/>
                </a:lnTo>
                <a:lnTo>
                  <a:pt x="5082552" y="614172"/>
                </a:lnTo>
                <a:lnTo>
                  <a:pt x="5094744" y="611124"/>
                </a:lnTo>
                <a:lnTo>
                  <a:pt x="5140464" y="603504"/>
                </a:lnTo>
                <a:lnTo>
                  <a:pt x="5157228" y="601980"/>
                </a:lnTo>
                <a:close/>
              </a:path>
              <a:path w="6454775" h="3709670">
                <a:moveTo>
                  <a:pt x="5289816" y="585216"/>
                </a:moveTo>
                <a:lnTo>
                  <a:pt x="5288292" y="565404"/>
                </a:lnTo>
                <a:lnTo>
                  <a:pt x="5273052" y="566928"/>
                </a:lnTo>
                <a:lnTo>
                  <a:pt x="5228856" y="573024"/>
                </a:lnTo>
                <a:lnTo>
                  <a:pt x="5212092" y="574548"/>
                </a:lnTo>
                <a:lnTo>
                  <a:pt x="5213616" y="592836"/>
                </a:lnTo>
                <a:lnTo>
                  <a:pt x="5231904" y="591312"/>
                </a:lnTo>
                <a:lnTo>
                  <a:pt x="5276100" y="585216"/>
                </a:lnTo>
                <a:lnTo>
                  <a:pt x="5289816" y="585216"/>
                </a:lnTo>
                <a:close/>
              </a:path>
              <a:path w="6454775" h="3709670">
                <a:moveTo>
                  <a:pt x="5422404" y="576072"/>
                </a:moveTo>
                <a:lnTo>
                  <a:pt x="5420880" y="556260"/>
                </a:lnTo>
                <a:lnTo>
                  <a:pt x="5405640" y="557784"/>
                </a:lnTo>
                <a:lnTo>
                  <a:pt x="5361444" y="559308"/>
                </a:lnTo>
                <a:lnTo>
                  <a:pt x="5344680" y="560832"/>
                </a:lnTo>
                <a:lnTo>
                  <a:pt x="5346204" y="579120"/>
                </a:lnTo>
                <a:lnTo>
                  <a:pt x="5362968" y="577596"/>
                </a:lnTo>
                <a:lnTo>
                  <a:pt x="5405640" y="576072"/>
                </a:lnTo>
                <a:lnTo>
                  <a:pt x="5422404" y="576072"/>
                </a:lnTo>
                <a:close/>
              </a:path>
              <a:path w="6454775" h="3709670">
                <a:moveTo>
                  <a:pt x="5554992" y="559308"/>
                </a:moveTo>
                <a:lnTo>
                  <a:pt x="5530608" y="557784"/>
                </a:lnTo>
                <a:lnTo>
                  <a:pt x="5489460" y="556260"/>
                </a:lnTo>
                <a:lnTo>
                  <a:pt x="5478792" y="556260"/>
                </a:lnTo>
                <a:lnTo>
                  <a:pt x="5478792" y="574548"/>
                </a:lnTo>
                <a:lnTo>
                  <a:pt x="5489460" y="574548"/>
                </a:lnTo>
                <a:lnTo>
                  <a:pt x="5530608" y="576072"/>
                </a:lnTo>
                <a:lnTo>
                  <a:pt x="5554992" y="577596"/>
                </a:lnTo>
                <a:lnTo>
                  <a:pt x="5554992" y="559308"/>
                </a:lnTo>
                <a:close/>
              </a:path>
              <a:path w="6454775" h="3709670">
                <a:moveTo>
                  <a:pt x="5689104" y="576072"/>
                </a:moveTo>
                <a:lnTo>
                  <a:pt x="5612904" y="563880"/>
                </a:lnTo>
                <a:lnTo>
                  <a:pt x="5609856" y="582168"/>
                </a:lnTo>
                <a:lnTo>
                  <a:pt x="5684532" y="594360"/>
                </a:lnTo>
                <a:lnTo>
                  <a:pt x="5689104" y="576072"/>
                </a:lnTo>
                <a:close/>
              </a:path>
              <a:path w="6454775" h="3709670">
                <a:moveTo>
                  <a:pt x="5818644" y="615696"/>
                </a:moveTo>
                <a:lnTo>
                  <a:pt x="5797308" y="606552"/>
                </a:lnTo>
                <a:lnTo>
                  <a:pt x="5762256" y="595884"/>
                </a:lnTo>
                <a:lnTo>
                  <a:pt x="5745492" y="589788"/>
                </a:lnTo>
                <a:lnTo>
                  <a:pt x="5739396" y="608076"/>
                </a:lnTo>
                <a:lnTo>
                  <a:pt x="5757684" y="614172"/>
                </a:lnTo>
                <a:lnTo>
                  <a:pt x="5791212" y="624840"/>
                </a:lnTo>
                <a:lnTo>
                  <a:pt x="5811024" y="632460"/>
                </a:lnTo>
                <a:lnTo>
                  <a:pt x="5818644" y="615696"/>
                </a:lnTo>
                <a:close/>
              </a:path>
              <a:path w="6454775" h="3709670">
                <a:moveTo>
                  <a:pt x="5935992" y="681228"/>
                </a:moveTo>
                <a:lnTo>
                  <a:pt x="5928372" y="673608"/>
                </a:lnTo>
                <a:lnTo>
                  <a:pt x="5896368" y="653796"/>
                </a:lnTo>
                <a:lnTo>
                  <a:pt x="5870460" y="640080"/>
                </a:lnTo>
                <a:lnTo>
                  <a:pt x="5861316" y="656844"/>
                </a:lnTo>
                <a:lnTo>
                  <a:pt x="5887224" y="670560"/>
                </a:lnTo>
                <a:lnTo>
                  <a:pt x="5917704" y="690372"/>
                </a:lnTo>
                <a:lnTo>
                  <a:pt x="5925324" y="696480"/>
                </a:lnTo>
                <a:lnTo>
                  <a:pt x="5935992" y="681228"/>
                </a:lnTo>
                <a:close/>
              </a:path>
              <a:path w="6454775" h="3709670">
                <a:moveTo>
                  <a:pt x="6036576" y="771156"/>
                </a:moveTo>
                <a:lnTo>
                  <a:pt x="6012192" y="745248"/>
                </a:lnTo>
                <a:lnTo>
                  <a:pt x="5986284" y="719340"/>
                </a:lnTo>
                <a:lnTo>
                  <a:pt x="5981712" y="716292"/>
                </a:lnTo>
                <a:lnTo>
                  <a:pt x="5969520" y="731532"/>
                </a:lnTo>
                <a:lnTo>
                  <a:pt x="5974092" y="734580"/>
                </a:lnTo>
                <a:lnTo>
                  <a:pt x="6000000" y="758964"/>
                </a:lnTo>
                <a:lnTo>
                  <a:pt x="6022860" y="783348"/>
                </a:lnTo>
                <a:lnTo>
                  <a:pt x="6036576" y="771156"/>
                </a:lnTo>
                <a:close/>
              </a:path>
              <a:path w="6454775" h="3709670">
                <a:moveTo>
                  <a:pt x="6117348" y="879360"/>
                </a:moveTo>
                <a:lnTo>
                  <a:pt x="6109728" y="867168"/>
                </a:lnTo>
                <a:lnTo>
                  <a:pt x="6086868" y="835164"/>
                </a:lnTo>
                <a:lnTo>
                  <a:pt x="6073152" y="815352"/>
                </a:lnTo>
                <a:lnTo>
                  <a:pt x="6057912" y="827544"/>
                </a:lnTo>
                <a:lnTo>
                  <a:pt x="6071628" y="845832"/>
                </a:lnTo>
                <a:lnTo>
                  <a:pt x="6094488" y="877836"/>
                </a:lnTo>
                <a:lnTo>
                  <a:pt x="6100584" y="890028"/>
                </a:lnTo>
                <a:lnTo>
                  <a:pt x="6117348" y="879360"/>
                </a:lnTo>
                <a:close/>
              </a:path>
              <a:path w="6454775" h="3709670">
                <a:moveTo>
                  <a:pt x="6181356" y="998232"/>
                </a:moveTo>
                <a:lnTo>
                  <a:pt x="6170688" y="976896"/>
                </a:lnTo>
                <a:lnTo>
                  <a:pt x="6152400" y="938796"/>
                </a:lnTo>
                <a:lnTo>
                  <a:pt x="6146304" y="929652"/>
                </a:lnTo>
                <a:lnTo>
                  <a:pt x="6129540" y="938796"/>
                </a:lnTo>
                <a:lnTo>
                  <a:pt x="6135636" y="947940"/>
                </a:lnTo>
                <a:lnTo>
                  <a:pt x="6153924" y="986040"/>
                </a:lnTo>
                <a:lnTo>
                  <a:pt x="6163068" y="1005852"/>
                </a:lnTo>
                <a:lnTo>
                  <a:pt x="6181356" y="998232"/>
                </a:lnTo>
                <a:close/>
              </a:path>
              <a:path w="6454775" h="3709670">
                <a:moveTo>
                  <a:pt x="6231648" y="1121676"/>
                </a:moveTo>
                <a:lnTo>
                  <a:pt x="6224028" y="1100340"/>
                </a:lnTo>
                <a:lnTo>
                  <a:pt x="6207264" y="1057668"/>
                </a:lnTo>
                <a:lnTo>
                  <a:pt x="6204216" y="1050048"/>
                </a:lnTo>
                <a:lnTo>
                  <a:pt x="6185928" y="1057668"/>
                </a:lnTo>
                <a:lnTo>
                  <a:pt x="6190500" y="1065288"/>
                </a:lnTo>
                <a:lnTo>
                  <a:pt x="6207264" y="1107960"/>
                </a:lnTo>
                <a:lnTo>
                  <a:pt x="6214884" y="1127772"/>
                </a:lnTo>
                <a:lnTo>
                  <a:pt x="6231648" y="1121676"/>
                </a:lnTo>
                <a:close/>
              </a:path>
              <a:path w="6454775" h="3709670">
                <a:moveTo>
                  <a:pt x="6274320" y="1248168"/>
                </a:moveTo>
                <a:lnTo>
                  <a:pt x="6271272" y="1235976"/>
                </a:lnTo>
                <a:lnTo>
                  <a:pt x="6256032" y="1190256"/>
                </a:lnTo>
                <a:lnTo>
                  <a:pt x="6251460" y="1175016"/>
                </a:lnTo>
                <a:lnTo>
                  <a:pt x="6233172" y="1182636"/>
                </a:lnTo>
                <a:lnTo>
                  <a:pt x="6252984" y="1242072"/>
                </a:lnTo>
                <a:lnTo>
                  <a:pt x="6256032" y="1254264"/>
                </a:lnTo>
                <a:lnTo>
                  <a:pt x="6274320" y="1248168"/>
                </a:lnTo>
                <a:close/>
              </a:path>
              <a:path w="6454775" h="3709670">
                <a:moveTo>
                  <a:pt x="6310896" y="1377708"/>
                </a:moveTo>
                <a:lnTo>
                  <a:pt x="6298704" y="1331988"/>
                </a:lnTo>
                <a:lnTo>
                  <a:pt x="6291084" y="1303032"/>
                </a:lnTo>
                <a:lnTo>
                  <a:pt x="6272796" y="1309128"/>
                </a:lnTo>
                <a:lnTo>
                  <a:pt x="6280416" y="1336560"/>
                </a:lnTo>
                <a:lnTo>
                  <a:pt x="6292608" y="1382280"/>
                </a:lnTo>
                <a:lnTo>
                  <a:pt x="6310896" y="1377708"/>
                </a:lnTo>
                <a:close/>
              </a:path>
              <a:path w="6454775" h="3709670">
                <a:moveTo>
                  <a:pt x="6341377" y="1507248"/>
                </a:moveTo>
                <a:lnTo>
                  <a:pt x="6335281" y="1482864"/>
                </a:lnTo>
                <a:lnTo>
                  <a:pt x="6324613" y="1432572"/>
                </a:lnTo>
                <a:lnTo>
                  <a:pt x="6306324" y="1437144"/>
                </a:lnTo>
                <a:lnTo>
                  <a:pt x="6316993" y="1487436"/>
                </a:lnTo>
                <a:lnTo>
                  <a:pt x="6323089" y="1511820"/>
                </a:lnTo>
                <a:lnTo>
                  <a:pt x="6341377" y="1507248"/>
                </a:lnTo>
                <a:close/>
              </a:path>
              <a:path w="6454775" h="3709670">
                <a:moveTo>
                  <a:pt x="6368809" y="1638312"/>
                </a:moveTo>
                <a:lnTo>
                  <a:pt x="6358141" y="1586496"/>
                </a:lnTo>
                <a:lnTo>
                  <a:pt x="6353569" y="1563636"/>
                </a:lnTo>
                <a:lnTo>
                  <a:pt x="6335281" y="1568208"/>
                </a:lnTo>
                <a:lnTo>
                  <a:pt x="6339853" y="1591068"/>
                </a:lnTo>
                <a:lnTo>
                  <a:pt x="6350521" y="1641360"/>
                </a:lnTo>
                <a:lnTo>
                  <a:pt x="6368809" y="1638312"/>
                </a:lnTo>
                <a:close/>
              </a:path>
              <a:path w="6454775" h="3709670">
                <a:moveTo>
                  <a:pt x="6393193" y="1769376"/>
                </a:moveTo>
                <a:lnTo>
                  <a:pt x="6379477" y="1694700"/>
                </a:lnTo>
                <a:lnTo>
                  <a:pt x="6359665" y="1697748"/>
                </a:lnTo>
                <a:lnTo>
                  <a:pt x="6373381" y="1772424"/>
                </a:lnTo>
                <a:lnTo>
                  <a:pt x="6393193" y="1769376"/>
                </a:lnTo>
                <a:close/>
              </a:path>
              <a:path w="6454775" h="3709670">
                <a:moveTo>
                  <a:pt x="6414529" y="1900440"/>
                </a:moveTo>
                <a:lnTo>
                  <a:pt x="6402337" y="1825764"/>
                </a:lnTo>
                <a:lnTo>
                  <a:pt x="6384049" y="1828812"/>
                </a:lnTo>
                <a:lnTo>
                  <a:pt x="6396241" y="1905012"/>
                </a:lnTo>
                <a:lnTo>
                  <a:pt x="6414529" y="1900440"/>
                </a:lnTo>
                <a:close/>
              </a:path>
              <a:path w="6454775" h="3709670">
                <a:moveTo>
                  <a:pt x="6437389" y="2033028"/>
                </a:moveTo>
                <a:lnTo>
                  <a:pt x="6435865" y="2026932"/>
                </a:lnTo>
                <a:lnTo>
                  <a:pt x="6425197" y="1958352"/>
                </a:lnTo>
                <a:lnTo>
                  <a:pt x="6405385" y="1961400"/>
                </a:lnTo>
                <a:lnTo>
                  <a:pt x="6417577" y="2029980"/>
                </a:lnTo>
                <a:lnTo>
                  <a:pt x="6417577" y="2036076"/>
                </a:lnTo>
                <a:lnTo>
                  <a:pt x="6437389" y="2033028"/>
                </a:lnTo>
                <a:close/>
              </a:path>
              <a:path w="6454775" h="3709670">
                <a:moveTo>
                  <a:pt x="6454153" y="2138184"/>
                </a:moveTo>
                <a:lnTo>
                  <a:pt x="6445009" y="2089416"/>
                </a:lnTo>
                <a:lnTo>
                  <a:pt x="6426721" y="2092464"/>
                </a:lnTo>
                <a:lnTo>
                  <a:pt x="6434341" y="2141232"/>
                </a:lnTo>
                <a:lnTo>
                  <a:pt x="6454153" y="2138184"/>
                </a:lnTo>
                <a:close/>
              </a:path>
            </a:pathLst>
          </a:custGeom>
          <a:solidFill>
            <a:srgbClr val="1D05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748992" y="3365950"/>
            <a:ext cx="13931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50" dirty="0">
                <a:solidFill>
                  <a:srgbClr val="7E010C"/>
                </a:solidFill>
                <a:latin typeface="Arial"/>
                <a:cs typeface="Arial"/>
              </a:rPr>
              <a:t>Talk </a:t>
            </a:r>
            <a:r>
              <a:rPr sz="1800" i="1" spc="40" dirty="0">
                <a:solidFill>
                  <a:srgbClr val="7E010C"/>
                </a:solidFill>
                <a:latin typeface="Arial"/>
                <a:cs typeface="Arial"/>
              </a:rPr>
              <a:t>about</a:t>
            </a:r>
            <a:r>
              <a:rPr sz="1800" i="1" spc="-50" dirty="0">
                <a:solidFill>
                  <a:srgbClr val="7E010C"/>
                </a:solidFill>
                <a:latin typeface="Arial"/>
                <a:cs typeface="Arial"/>
              </a:rPr>
              <a:t> </a:t>
            </a:r>
            <a:r>
              <a:rPr sz="1800" i="1" spc="220" dirty="0">
                <a:solidFill>
                  <a:srgbClr val="7E010C"/>
                </a:solidFill>
                <a:latin typeface="Arial"/>
                <a:cs typeface="Arial"/>
              </a:rPr>
              <a:t>it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78343" y="4821373"/>
            <a:ext cx="12922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9230" marR="5080" indent="-177165">
              <a:lnSpc>
                <a:spcPct val="100000"/>
              </a:lnSpc>
              <a:spcBef>
                <a:spcPts val="100"/>
              </a:spcBef>
            </a:pPr>
            <a:r>
              <a:rPr sz="1800" i="1" spc="125" dirty="0">
                <a:solidFill>
                  <a:srgbClr val="7E010C"/>
                </a:solidFill>
                <a:latin typeface="Arial"/>
                <a:cs typeface="Arial"/>
              </a:rPr>
              <a:t>Verify</a:t>
            </a:r>
            <a:r>
              <a:rPr sz="1800" i="1" spc="-20" dirty="0">
                <a:solidFill>
                  <a:srgbClr val="7E010C"/>
                </a:solidFill>
                <a:latin typeface="Arial"/>
                <a:cs typeface="Arial"/>
              </a:rPr>
              <a:t> </a:t>
            </a:r>
            <a:r>
              <a:rPr sz="1800" i="1" spc="55" dirty="0">
                <a:solidFill>
                  <a:srgbClr val="7E010C"/>
                </a:solidFill>
                <a:latin typeface="Arial"/>
                <a:cs typeface="Arial"/>
              </a:rPr>
              <a:t>what  </a:t>
            </a:r>
            <a:r>
              <a:rPr sz="1800" i="1" spc="-30" dirty="0">
                <a:solidFill>
                  <a:srgbClr val="7E010C"/>
                </a:solidFill>
                <a:latin typeface="Arial"/>
                <a:cs typeface="Arial"/>
              </a:rPr>
              <a:t>you</a:t>
            </a:r>
            <a:r>
              <a:rPr sz="1800" i="1" spc="10" dirty="0">
                <a:solidFill>
                  <a:srgbClr val="7E010C"/>
                </a:solidFill>
                <a:latin typeface="Arial"/>
                <a:cs typeface="Arial"/>
              </a:rPr>
              <a:t> </a:t>
            </a:r>
            <a:r>
              <a:rPr sz="1800" i="1" spc="50" dirty="0">
                <a:solidFill>
                  <a:srgbClr val="7E010C"/>
                </a:solidFill>
                <a:latin typeface="Arial"/>
                <a:cs typeface="Arial"/>
              </a:rPr>
              <a:t>hear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166872" y="4567428"/>
            <a:ext cx="5706110" cy="1991995"/>
          </a:xfrm>
          <a:custGeom>
            <a:avLst/>
            <a:gdLst/>
            <a:ahLst/>
            <a:cxnLst/>
            <a:rect l="l" t="t" r="r" b="b"/>
            <a:pathLst>
              <a:path w="5706109" h="1991995">
                <a:moveTo>
                  <a:pt x="4572" y="1985772"/>
                </a:moveTo>
                <a:lnTo>
                  <a:pt x="0" y="1985772"/>
                </a:lnTo>
                <a:lnTo>
                  <a:pt x="0" y="1947672"/>
                </a:lnTo>
                <a:lnTo>
                  <a:pt x="9144" y="1947672"/>
                </a:lnTo>
                <a:lnTo>
                  <a:pt x="9144" y="1981200"/>
                </a:lnTo>
                <a:lnTo>
                  <a:pt x="4572" y="1981200"/>
                </a:lnTo>
                <a:lnTo>
                  <a:pt x="4572" y="1985772"/>
                </a:lnTo>
                <a:close/>
              </a:path>
              <a:path w="5706109" h="1991995">
                <a:moveTo>
                  <a:pt x="25908" y="1991868"/>
                </a:moveTo>
                <a:lnTo>
                  <a:pt x="4572" y="1991868"/>
                </a:lnTo>
                <a:lnTo>
                  <a:pt x="4572" y="1981200"/>
                </a:lnTo>
                <a:lnTo>
                  <a:pt x="9144" y="1981200"/>
                </a:lnTo>
                <a:lnTo>
                  <a:pt x="9144" y="1985772"/>
                </a:lnTo>
                <a:lnTo>
                  <a:pt x="25908" y="1985772"/>
                </a:lnTo>
                <a:lnTo>
                  <a:pt x="25908" y="1991868"/>
                </a:lnTo>
                <a:close/>
              </a:path>
              <a:path w="5706109" h="1991995">
                <a:moveTo>
                  <a:pt x="25908" y="1985772"/>
                </a:moveTo>
                <a:lnTo>
                  <a:pt x="9144" y="1985772"/>
                </a:lnTo>
                <a:lnTo>
                  <a:pt x="9144" y="1981200"/>
                </a:lnTo>
                <a:lnTo>
                  <a:pt x="25908" y="1981200"/>
                </a:lnTo>
                <a:lnTo>
                  <a:pt x="25908" y="1985772"/>
                </a:lnTo>
                <a:close/>
              </a:path>
              <a:path w="5706109" h="1991995">
                <a:moveTo>
                  <a:pt x="9144" y="1920240"/>
                </a:moveTo>
                <a:lnTo>
                  <a:pt x="0" y="1920240"/>
                </a:lnTo>
                <a:lnTo>
                  <a:pt x="0" y="1882140"/>
                </a:lnTo>
                <a:lnTo>
                  <a:pt x="9144" y="1882140"/>
                </a:lnTo>
                <a:lnTo>
                  <a:pt x="9144" y="1920240"/>
                </a:lnTo>
                <a:close/>
              </a:path>
              <a:path w="5706109" h="1991995">
                <a:moveTo>
                  <a:pt x="9144" y="1853184"/>
                </a:moveTo>
                <a:lnTo>
                  <a:pt x="0" y="1853184"/>
                </a:lnTo>
                <a:lnTo>
                  <a:pt x="0" y="1815084"/>
                </a:lnTo>
                <a:lnTo>
                  <a:pt x="9144" y="1815084"/>
                </a:lnTo>
                <a:lnTo>
                  <a:pt x="9144" y="1853184"/>
                </a:lnTo>
                <a:close/>
              </a:path>
              <a:path w="5706109" h="1991995">
                <a:moveTo>
                  <a:pt x="9144" y="1786128"/>
                </a:moveTo>
                <a:lnTo>
                  <a:pt x="0" y="1786128"/>
                </a:lnTo>
                <a:lnTo>
                  <a:pt x="0" y="1748028"/>
                </a:lnTo>
                <a:lnTo>
                  <a:pt x="9144" y="1748028"/>
                </a:lnTo>
                <a:lnTo>
                  <a:pt x="9144" y="1786128"/>
                </a:lnTo>
                <a:close/>
              </a:path>
              <a:path w="5706109" h="1991995">
                <a:moveTo>
                  <a:pt x="9144" y="1719072"/>
                </a:moveTo>
                <a:lnTo>
                  <a:pt x="0" y="1719072"/>
                </a:lnTo>
                <a:lnTo>
                  <a:pt x="0" y="1680972"/>
                </a:lnTo>
                <a:lnTo>
                  <a:pt x="9144" y="1680972"/>
                </a:lnTo>
                <a:lnTo>
                  <a:pt x="9144" y="1719072"/>
                </a:lnTo>
                <a:close/>
              </a:path>
              <a:path w="5706109" h="1991995">
                <a:moveTo>
                  <a:pt x="9144" y="1653540"/>
                </a:moveTo>
                <a:lnTo>
                  <a:pt x="0" y="1653540"/>
                </a:lnTo>
                <a:lnTo>
                  <a:pt x="0" y="1615440"/>
                </a:lnTo>
                <a:lnTo>
                  <a:pt x="9144" y="1615440"/>
                </a:lnTo>
                <a:lnTo>
                  <a:pt x="9144" y="1653540"/>
                </a:lnTo>
                <a:close/>
              </a:path>
              <a:path w="5706109" h="1991995">
                <a:moveTo>
                  <a:pt x="9144" y="1586484"/>
                </a:moveTo>
                <a:lnTo>
                  <a:pt x="0" y="1586484"/>
                </a:lnTo>
                <a:lnTo>
                  <a:pt x="0" y="1548384"/>
                </a:lnTo>
                <a:lnTo>
                  <a:pt x="9144" y="1548384"/>
                </a:lnTo>
                <a:lnTo>
                  <a:pt x="9144" y="1586484"/>
                </a:lnTo>
                <a:close/>
              </a:path>
              <a:path w="5706109" h="1991995">
                <a:moveTo>
                  <a:pt x="9144" y="1519428"/>
                </a:moveTo>
                <a:lnTo>
                  <a:pt x="0" y="1519428"/>
                </a:lnTo>
                <a:lnTo>
                  <a:pt x="0" y="1481328"/>
                </a:lnTo>
                <a:lnTo>
                  <a:pt x="9144" y="1481328"/>
                </a:lnTo>
                <a:lnTo>
                  <a:pt x="9144" y="1519428"/>
                </a:lnTo>
                <a:close/>
              </a:path>
              <a:path w="5706109" h="1991995">
                <a:moveTo>
                  <a:pt x="9144" y="1452372"/>
                </a:moveTo>
                <a:lnTo>
                  <a:pt x="0" y="1452372"/>
                </a:lnTo>
                <a:lnTo>
                  <a:pt x="0" y="1414272"/>
                </a:lnTo>
                <a:lnTo>
                  <a:pt x="9144" y="1414272"/>
                </a:lnTo>
                <a:lnTo>
                  <a:pt x="9144" y="1452372"/>
                </a:lnTo>
                <a:close/>
              </a:path>
              <a:path w="5706109" h="1991995">
                <a:moveTo>
                  <a:pt x="9144" y="1386840"/>
                </a:moveTo>
                <a:lnTo>
                  <a:pt x="0" y="1386840"/>
                </a:lnTo>
                <a:lnTo>
                  <a:pt x="0" y="1348740"/>
                </a:lnTo>
                <a:lnTo>
                  <a:pt x="9144" y="1348740"/>
                </a:lnTo>
                <a:lnTo>
                  <a:pt x="9144" y="1386840"/>
                </a:lnTo>
                <a:close/>
              </a:path>
              <a:path w="5706109" h="1991995">
                <a:moveTo>
                  <a:pt x="9144" y="1319784"/>
                </a:moveTo>
                <a:lnTo>
                  <a:pt x="0" y="1319784"/>
                </a:lnTo>
                <a:lnTo>
                  <a:pt x="0" y="1281684"/>
                </a:lnTo>
                <a:lnTo>
                  <a:pt x="9144" y="1281684"/>
                </a:lnTo>
                <a:lnTo>
                  <a:pt x="9144" y="1319784"/>
                </a:lnTo>
                <a:close/>
              </a:path>
              <a:path w="5706109" h="1991995">
                <a:moveTo>
                  <a:pt x="9144" y="1252728"/>
                </a:moveTo>
                <a:lnTo>
                  <a:pt x="0" y="1252728"/>
                </a:lnTo>
                <a:lnTo>
                  <a:pt x="0" y="1214628"/>
                </a:lnTo>
                <a:lnTo>
                  <a:pt x="9144" y="1214628"/>
                </a:lnTo>
                <a:lnTo>
                  <a:pt x="9144" y="1252728"/>
                </a:lnTo>
                <a:close/>
              </a:path>
              <a:path w="5706109" h="1991995">
                <a:moveTo>
                  <a:pt x="9144" y="1185672"/>
                </a:moveTo>
                <a:lnTo>
                  <a:pt x="0" y="1185672"/>
                </a:lnTo>
                <a:lnTo>
                  <a:pt x="0" y="1147572"/>
                </a:lnTo>
                <a:lnTo>
                  <a:pt x="9144" y="1147572"/>
                </a:lnTo>
                <a:lnTo>
                  <a:pt x="9144" y="1185672"/>
                </a:lnTo>
                <a:close/>
              </a:path>
              <a:path w="5706109" h="1991995">
                <a:moveTo>
                  <a:pt x="9144" y="1120140"/>
                </a:moveTo>
                <a:lnTo>
                  <a:pt x="0" y="1120140"/>
                </a:lnTo>
                <a:lnTo>
                  <a:pt x="0" y="1082040"/>
                </a:lnTo>
                <a:lnTo>
                  <a:pt x="9144" y="1082040"/>
                </a:lnTo>
                <a:lnTo>
                  <a:pt x="9144" y="1120140"/>
                </a:lnTo>
                <a:close/>
              </a:path>
              <a:path w="5706109" h="1991995">
                <a:moveTo>
                  <a:pt x="9144" y="1053084"/>
                </a:moveTo>
                <a:lnTo>
                  <a:pt x="0" y="1053084"/>
                </a:lnTo>
                <a:lnTo>
                  <a:pt x="0" y="1014984"/>
                </a:lnTo>
                <a:lnTo>
                  <a:pt x="9144" y="1014984"/>
                </a:lnTo>
                <a:lnTo>
                  <a:pt x="9144" y="1053084"/>
                </a:lnTo>
                <a:close/>
              </a:path>
              <a:path w="5706109" h="1991995">
                <a:moveTo>
                  <a:pt x="9144" y="986028"/>
                </a:moveTo>
                <a:lnTo>
                  <a:pt x="0" y="986028"/>
                </a:lnTo>
                <a:lnTo>
                  <a:pt x="0" y="947928"/>
                </a:lnTo>
                <a:lnTo>
                  <a:pt x="9144" y="947928"/>
                </a:lnTo>
                <a:lnTo>
                  <a:pt x="9144" y="986028"/>
                </a:lnTo>
                <a:close/>
              </a:path>
              <a:path w="5706109" h="1991995">
                <a:moveTo>
                  <a:pt x="9144" y="918972"/>
                </a:moveTo>
                <a:lnTo>
                  <a:pt x="0" y="918972"/>
                </a:lnTo>
                <a:lnTo>
                  <a:pt x="0" y="880872"/>
                </a:lnTo>
                <a:lnTo>
                  <a:pt x="9144" y="880872"/>
                </a:lnTo>
                <a:lnTo>
                  <a:pt x="9144" y="918972"/>
                </a:lnTo>
                <a:close/>
              </a:path>
              <a:path w="5706109" h="1991995">
                <a:moveTo>
                  <a:pt x="9144" y="853440"/>
                </a:moveTo>
                <a:lnTo>
                  <a:pt x="0" y="853440"/>
                </a:lnTo>
                <a:lnTo>
                  <a:pt x="0" y="815340"/>
                </a:lnTo>
                <a:lnTo>
                  <a:pt x="9144" y="815340"/>
                </a:lnTo>
                <a:lnTo>
                  <a:pt x="9144" y="853440"/>
                </a:lnTo>
                <a:close/>
              </a:path>
              <a:path w="5706109" h="1991995">
                <a:moveTo>
                  <a:pt x="9144" y="786384"/>
                </a:moveTo>
                <a:lnTo>
                  <a:pt x="0" y="786384"/>
                </a:lnTo>
                <a:lnTo>
                  <a:pt x="0" y="748284"/>
                </a:lnTo>
                <a:lnTo>
                  <a:pt x="9144" y="748284"/>
                </a:lnTo>
                <a:lnTo>
                  <a:pt x="9144" y="786384"/>
                </a:lnTo>
                <a:close/>
              </a:path>
              <a:path w="5706109" h="1991995">
                <a:moveTo>
                  <a:pt x="9144" y="719328"/>
                </a:moveTo>
                <a:lnTo>
                  <a:pt x="0" y="719328"/>
                </a:lnTo>
                <a:lnTo>
                  <a:pt x="0" y="681228"/>
                </a:lnTo>
                <a:lnTo>
                  <a:pt x="9144" y="681228"/>
                </a:lnTo>
                <a:lnTo>
                  <a:pt x="9144" y="719328"/>
                </a:lnTo>
                <a:close/>
              </a:path>
              <a:path w="5706109" h="1991995">
                <a:moveTo>
                  <a:pt x="9144" y="652272"/>
                </a:moveTo>
                <a:lnTo>
                  <a:pt x="0" y="652272"/>
                </a:lnTo>
                <a:lnTo>
                  <a:pt x="0" y="614172"/>
                </a:lnTo>
                <a:lnTo>
                  <a:pt x="9144" y="614172"/>
                </a:lnTo>
                <a:lnTo>
                  <a:pt x="9144" y="652272"/>
                </a:lnTo>
                <a:close/>
              </a:path>
              <a:path w="5706109" h="1991995">
                <a:moveTo>
                  <a:pt x="9144" y="586740"/>
                </a:moveTo>
                <a:lnTo>
                  <a:pt x="0" y="586740"/>
                </a:lnTo>
                <a:lnTo>
                  <a:pt x="0" y="548640"/>
                </a:lnTo>
                <a:lnTo>
                  <a:pt x="9144" y="548640"/>
                </a:lnTo>
                <a:lnTo>
                  <a:pt x="9144" y="586740"/>
                </a:lnTo>
                <a:close/>
              </a:path>
              <a:path w="5706109" h="1991995">
                <a:moveTo>
                  <a:pt x="9144" y="519684"/>
                </a:moveTo>
                <a:lnTo>
                  <a:pt x="0" y="519684"/>
                </a:lnTo>
                <a:lnTo>
                  <a:pt x="0" y="481584"/>
                </a:lnTo>
                <a:lnTo>
                  <a:pt x="9144" y="481584"/>
                </a:lnTo>
                <a:lnTo>
                  <a:pt x="9144" y="519684"/>
                </a:lnTo>
                <a:close/>
              </a:path>
              <a:path w="5706109" h="1991995">
                <a:moveTo>
                  <a:pt x="9144" y="452628"/>
                </a:moveTo>
                <a:lnTo>
                  <a:pt x="0" y="452628"/>
                </a:lnTo>
                <a:lnTo>
                  <a:pt x="0" y="414528"/>
                </a:lnTo>
                <a:lnTo>
                  <a:pt x="9144" y="414528"/>
                </a:lnTo>
                <a:lnTo>
                  <a:pt x="9144" y="452628"/>
                </a:lnTo>
                <a:close/>
              </a:path>
              <a:path w="5706109" h="1991995">
                <a:moveTo>
                  <a:pt x="9144" y="385572"/>
                </a:moveTo>
                <a:lnTo>
                  <a:pt x="0" y="385572"/>
                </a:lnTo>
                <a:lnTo>
                  <a:pt x="0" y="347472"/>
                </a:lnTo>
                <a:lnTo>
                  <a:pt x="9144" y="347472"/>
                </a:lnTo>
                <a:lnTo>
                  <a:pt x="9144" y="385572"/>
                </a:lnTo>
                <a:close/>
              </a:path>
              <a:path w="5706109" h="1991995">
                <a:moveTo>
                  <a:pt x="9144" y="320040"/>
                </a:moveTo>
                <a:lnTo>
                  <a:pt x="0" y="320040"/>
                </a:lnTo>
                <a:lnTo>
                  <a:pt x="0" y="281940"/>
                </a:lnTo>
                <a:lnTo>
                  <a:pt x="9144" y="281940"/>
                </a:lnTo>
                <a:lnTo>
                  <a:pt x="9144" y="320040"/>
                </a:lnTo>
                <a:close/>
              </a:path>
              <a:path w="5706109" h="1991995">
                <a:moveTo>
                  <a:pt x="9144" y="252984"/>
                </a:moveTo>
                <a:lnTo>
                  <a:pt x="0" y="252984"/>
                </a:lnTo>
                <a:lnTo>
                  <a:pt x="0" y="214884"/>
                </a:lnTo>
                <a:lnTo>
                  <a:pt x="9144" y="214884"/>
                </a:lnTo>
                <a:lnTo>
                  <a:pt x="9144" y="252984"/>
                </a:lnTo>
                <a:close/>
              </a:path>
              <a:path w="5706109" h="1991995">
                <a:moveTo>
                  <a:pt x="9144" y="185928"/>
                </a:moveTo>
                <a:lnTo>
                  <a:pt x="0" y="185928"/>
                </a:lnTo>
                <a:lnTo>
                  <a:pt x="0" y="147828"/>
                </a:lnTo>
                <a:lnTo>
                  <a:pt x="9144" y="147828"/>
                </a:lnTo>
                <a:lnTo>
                  <a:pt x="9144" y="185928"/>
                </a:lnTo>
                <a:close/>
              </a:path>
              <a:path w="5706109" h="1991995">
                <a:moveTo>
                  <a:pt x="9144" y="118872"/>
                </a:moveTo>
                <a:lnTo>
                  <a:pt x="0" y="118872"/>
                </a:lnTo>
                <a:lnTo>
                  <a:pt x="0" y="80772"/>
                </a:lnTo>
                <a:lnTo>
                  <a:pt x="9144" y="80772"/>
                </a:lnTo>
                <a:lnTo>
                  <a:pt x="9144" y="118872"/>
                </a:lnTo>
                <a:close/>
              </a:path>
              <a:path w="5706109" h="1991995">
                <a:moveTo>
                  <a:pt x="9144" y="53340"/>
                </a:moveTo>
                <a:lnTo>
                  <a:pt x="0" y="53340"/>
                </a:lnTo>
                <a:lnTo>
                  <a:pt x="0" y="15240"/>
                </a:lnTo>
                <a:lnTo>
                  <a:pt x="9144" y="15240"/>
                </a:lnTo>
                <a:lnTo>
                  <a:pt x="9144" y="53340"/>
                </a:lnTo>
                <a:close/>
              </a:path>
              <a:path w="5706109" h="1991995">
                <a:moveTo>
                  <a:pt x="60960" y="10668"/>
                </a:moveTo>
                <a:lnTo>
                  <a:pt x="22860" y="10668"/>
                </a:lnTo>
                <a:lnTo>
                  <a:pt x="22860" y="0"/>
                </a:lnTo>
                <a:lnTo>
                  <a:pt x="60960" y="0"/>
                </a:lnTo>
                <a:lnTo>
                  <a:pt x="60960" y="10668"/>
                </a:lnTo>
                <a:close/>
              </a:path>
              <a:path w="5706109" h="1991995">
                <a:moveTo>
                  <a:pt x="128016" y="10668"/>
                </a:moveTo>
                <a:lnTo>
                  <a:pt x="89916" y="10668"/>
                </a:lnTo>
                <a:lnTo>
                  <a:pt x="89916" y="0"/>
                </a:lnTo>
                <a:lnTo>
                  <a:pt x="128016" y="0"/>
                </a:lnTo>
                <a:lnTo>
                  <a:pt x="128016" y="10668"/>
                </a:lnTo>
                <a:close/>
              </a:path>
              <a:path w="5706109" h="1991995">
                <a:moveTo>
                  <a:pt x="195072" y="10668"/>
                </a:moveTo>
                <a:lnTo>
                  <a:pt x="156972" y="10668"/>
                </a:lnTo>
                <a:lnTo>
                  <a:pt x="156972" y="0"/>
                </a:lnTo>
                <a:lnTo>
                  <a:pt x="195072" y="0"/>
                </a:lnTo>
                <a:lnTo>
                  <a:pt x="195072" y="10668"/>
                </a:lnTo>
                <a:close/>
              </a:path>
              <a:path w="5706109" h="1991995">
                <a:moveTo>
                  <a:pt x="260604" y="10668"/>
                </a:moveTo>
                <a:lnTo>
                  <a:pt x="222504" y="10668"/>
                </a:lnTo>
                <a:lnTo>
                  <a:pt x="222504" y="0"/>
                </a:lnTo>
                <a:lnTo>
                  <a:pt x="260604" y="0"/>
                </a:lnTo>
                <a:lnTo>
                  <a:pt x="260604" y="10668"/>
                </a:lnTo>
                <a:close/>
              </a:path>
              <a:path w="5706109" h="1991995">
                <a:moveTo>
                  <a:pt x="327660" y="10668"/>
                </a:moveTo>
                <a:lnTo>
                  <a:pt x="289560" y="10668"/>
                </a:lnTo>
                <a:lnTo>
                  <a:pt x="289560" y="0"/>
                </a:lnTo>
                <a:lnTo>
                  <a:pt x="327660" y="0"/>
                </a:lnTo>
                <a:lnTo>
                  <a:pt x="327660" y="10668"/>
                </a:lnTo>
                <a:close/>
              </a:path>
              <a:path w="5706109" h="1991995">
                <a:moveTo>
                  <a:pt x="394716" y="10668"/>
                </a:moveTo>
                <a:lnTo>
                  <a:pt x="356616" y="10668"/>
                </a:lnTo>
                <a:lnTo>
                  <a:pt x="356616" y="0"/>
                </a:lnTo>
                <a:lnTo>
                  <a:pt x="394716" y="0"/>
                </a:lnTo>
                <a:lnTo>
                  <a:pt x="394716" y="10668"/>
                </a:lnTo>
                <a:close/>
              </a:path>
              <a:path w="5706109" h="1991995">
                <a:moveTo>
                  <a:pt x="461772" y="10668"/>
                </a:moveTo>
                <a:lnTo>
                  <a:pt x="423672" y="10668"/>
                </a:lnTo>
                <a:lnTo>
                  <a:pt x="423672" y="0"/>
                </a:lnTo>
                <a:lnTo>
                  <a:pt x="461772" y="0"/>
                </a:lnTo>
                <a:lnTo>
                  <a:pt x="461772" y="10668"/>
                </a:lnTo>
                <a:close/>
              </a:path>
              <a:path w="5706109" h="1991995">
                <a:moveTo>
                  <a:pt x="527304" y="10668"/>
                </a:moveTo>
                <a:lnTo>
                  <a:pt x="489204" y="10668"/>
                </a:lnTo>
                <a:lnTo>
                  <a:pt x="489204" y="0"/>
                </a:lnTo>
                <a:lnTo>
                  <a:pt x="527304" y="0"/>
                </a:lnTo>
                <a:lnTo>
                  <a:pt x="527304" y="10668"/>
                </a:lnTo>
                <a:close/>
              </a:path>
              <a:path w="5706109" h="1991995">
                <a:moveTo>
                  <a:pt x="594360" y="10668"/>
                </a:moveTo>
                <a:lnTo>
                  <a:pt x="556260" y="10668"/>
                </a:lnTo>
                <a:lnTo>
                  <a:pt x="556260" y="0"/>
                </a:lnTo>
                <a:lnTo>
                  <a:pt x="594360" y="0"/>
                </a:lnTo>
                <a:lnTo>
                  <a:pt x="594360" y="10668"/>
                </a:lnTo>
                <a:close/>
              </a:path>
              <a:path w="5706109" h="1991995">
                <a:moveTo>
                  <a:pt x="661416" y="10668"/>
                </a:moveTo>
                <a:lnTo>
                  <a:pt x="623316" y="10668"/>
                </a:lnTo>
                <a:lnTo>
                  <a:pt x="623316" y="0"/>
                </a:lnTo>
                <a:lnTo>
                  <a:pt x="661416" y="0"/>
                </a:lnTo>
                <a:lnTo>
                  <a:pt x="661416" y="10668"/>
                </a:lnTo>
                <a:close/>
              </a:path>
              <a:path w="5706109" h="1991995">
                <a:moveTo>
                  <a:pt x="728472" y="10668"/>
                </a:moveTo>
                <a:lnTo>
                  <a:pt x="690372" y="10668"/>
                </a:lnTo>
                <a:lnTo>
                  <a:pt x="690372" y="0"/>
                </a:lnTo>
                <a:lnTo>
                  <a:pt x="728472" y="0"/>
                </a:lnTo>
                <a:lnTo>
                  <a:pt x="728472" y="10668"/>
                </a:lnTo>
                <a:close/>
              </a:path>
              <a:path w="5706109" h="1991995">
                <a:moveTo>
                  <a:pt x="794004" y="10668"/>
                </a:moveTo>
                <a:lnTo>
                  <a:pt x="755904" y="10668"/>
                </a:lnTo>
                <a:lnTo>
                  <a:pt x="755904" y="0"/>
                </a:lnTo>
                <a:lnTo>
                  <a:pt x="794004" y="0"/>
                </a:lnTo>
                <a:lnTo>
                  <a:pt x="794004" y="10668"/>
                </a:lnTo>
                <a:close/>
              </a:path>
              <a:path w="5706109" h="1991995">
                <a:moveTo>
                  <a:pt x="861060" y="10668"/>
                </a:moveTo>
                <a:lnTo>
                  <a:pt x="822960" y="10668"/>
                </a:lnTo>
                <a:lnTo>
                  <a:pt x="822960" y="0"/>
                </a:lnTo>
                <a:lnTo>
                  <a:pt x="861060" y="0"/>
                </a:lnTo>
                <a:lnTo>
                  <a:pt x="861060" y="10668"/>
                </a:lnTo>
                <a:close/>
              </a:path>
              <a:path w="5706109" h="1991995">
                <a:moveTo>
                  <a:pt x="928116" y="10668"/>
                </a:moveTo>
                <a:lnTo>
                  <a:pt x="890016" y="10668"/>
                </a:lnTo>
                <a:lnTo>
                  <a:pt x="890016" y="0"/>
                </a:lnTo>
                <a:lnTo>
                  <a:pt x="928116" y="0"/>
                </a:lnTo>
                <a:lnTo>
                  <a:pt x="928116" y="10668"/>
                </a:lnTo>
                <a:close/>
              </a:path>
              <a:path w="5706109" h="1991995">
                <a:moveTo>
                  <a:pt x="995172" y="10668"/>
                </a:moveTo>
                <a:lnTo>
                  <a:pt x="957072" y="10668"/>
                </a:lnTo>
                <a:lnTo>
                  <a:pt x="957072" y="0"/>
                </a:lnTo>
                <a:lnTo>
                  <a:pt x="995172" y="0"/>
                </a:lnTo>
                <a:lnTo>
                  <a:pt x="995172" y="10668"/>
                </a:lnTo>
                <a:close/>
              </a:path>
              <a:path w="5706109" h="1991995">
                <a:moveTo>
                  <a:pt x="1060704" y="10668"/>
                </a:moveTo>
                <a:lnTo>
                  <a:pt x="1022604" y="10668"/>
                </a:lnTo>
                <a:lnTo>
                  <a:pt x="1022604" y="0"/>
                </a:lnTo>
                <a:lnTo>
                  <a:pt x="1060704" y="0"/>
                </a:lnTo>
                <a:lnTo>
                  <a:pt x="1060704" y="10668"/>
                </a:lnTo>
                <a:close/>
              </a:path>
              <a:path w="5706109" h="1991995">
                <a:moveTo>
                  <a:pt x="1127760" y="10668"/>
                </a:moveTo>
                <a:lnTo>
                  <a:pt x="1089660" y="10668"/>
                </a:lnTo>
                <a:lnTo>
                  <a:pt x="1089660" y="0"/>
                </a:lnTo>
                <a:lnTo>
                  <a:pt x="1127760" y="0"/>
                </a:lnTo>
                <a:lnTo>
                  <a:pt x="1127760" y="10668"/>
                </a:lnTo>
                <a:close/>
              </a:path>
              <a:path w="5706109" h="1991995">
                <a:moveTo>
                  <a:pt x="1194816" y="10668"/>
                </a:moveTo>
                <a:lnTo>
                  <a:pt x="1156716" y="10668"/>
                </a:lnTo>
                <a:lnTo>
                  <a:pt x="1156716" y="0"/>
                </a:lnTo>
                <a:lnTo>
                  <a:pt x="1194816" y="0"/>
                </a:lnTo>
                <a:lnTo>
                  <a:pt x="1194816" y="10668"/>
                </a:lnTo>
                <a:close/>
              </a:path>
              <a:path w="5706109" h="1991995">
                <a:moveTo>
                  <a:pt x="1261872" y="10668"/>
                </a:moveTo>
                <a:lnTo>
                  <a:pt x="1223772" y="10668"/>
                </a:lnTo>
                <a:lnTo>
                  <a:pt x="1223772" y="0"/>
                </a:lnTo>
                <a:lnTo>
                  <a:pt x="1261872" y="0"/>
                </a:lnTo>
                <a:lnTo>
                  <a:pt x="1261872" y="10668"/>
                </a:lnTo>
                <a:close/>
              </a:path>
              <a:path w="5706109" h="1991995">
                <a:moveTo>
                  <a:pt x="1327404" y="10668"/>
                </a:moveTo>
                <a:lnTo>
                  <a:pt x="1289304" y="10668"/>
                </a:lnTo>
                <a:lnTo>
                  <a:pt x="1289304" y="0"/>
                </a:lnTo>
                <a:lnTo>
                  <a:pt x="1327404" y="0"/>
                </a:lnTo>
                <a:lnTo>
                  <a:pt x="1327404" y="10668"/>
                </a:lnTo>
                <a:close/>
              </a:path>
              <a:path w="5706109" h="1991995">
                <a:moveTo>
                  <a:pt x="1394460" y="10668"/>
                </a:moveTo>
                <a:lnTo>
                  <a:pt x="1356360" y="10668"/>
                </a:lnTo>
                <a:lnTo>
                  <a:pt x="1356360" y="0"/>
                </a:lnTo>
                <a:lnTo>
                  <a:pt x="1394460" y="0"/>
                </a:lnTo>
                <a:lnTo>
                  <a:pt x="1394460" y="10668"/>
                </a:lnTo>
                <a:close/>
              </a:path>
              <a:path w="5706109" h="1991995">
                <a:moveTo>
                  <a:pt x="1461516" y="10668"/>
                </a:moveTo>
                <a:lnTo>
                  <a:pt x="1423416" y="10668"/>
                </a:lnTo>
                <a:lnTo>
                  <a:pt x="1423416" y="0"/>
                </a:lnTo>
                <a:lnTo>
                  <a:pt x="1461516" y="0"/>
                </a:lnTo>
                <a:lnTo>
                  <a:pt x="1461516" y="10668"/>
                </a:lnTo>
                <a:close/>
              </a:path>
              <a:path w="5706109" h="1991995">
                <a:moveTo>
                  <a:pt x="1528572" y="10668"/>
                </a:moveTo>
                <a:lnTo>
                  <a:pt x="1490472" y="10668"/>
                </a:lnTo>
                <a:lnTo>
                  <a:pt x="1490472" y="0"/>
                </a:lnTo>
                <a:lnTo>
                  <a:pt x="1528572" y="0"/>
                </a:lnTo>
                <a:lnTo>
                  <a:pt x="1528572" y="10668"/>
                </a:lnTo>
                <a:close/>
              </a:path>
              <a:path w="5706109" h="1991995">
                <a:moveTo>
                  <a:pt x="1594104" y="10668"/>
                </a:moveTo>
                <a:lnTo>
                  <a:pt x="1556004" y="10668"/>
                </a:lnTo>
                <a:lnTo>
                  <a:pt x="1556004" y="0"/>
                </a:lnTo>
                <a:lnTo>
                  <a:pt x="1594104" y="0"/>
                </a:lnTo>
                <a:lnTo>
                  <a:pt x="1594104" y="10668"/>
                </a:lnTo>
                <a:close/>
              </a:path>
              <a:path w="5706109" h="1991995">
                <a:moveTo>
                  <a:pt x="1661160" y="10668"/>
                </a:moveTo>
                <a:lnTo>
                  <a:pt x="1623060" y="10668"/>
                </a:lnTo>
                <a:lnTo>
                  <a:pt x="1623060" y="0"/>
                </a:lnTo>
                <a:lnTo>
                  <a:pt x="1661160" y="0"/>
                </a:lnTo>
                <a:lnTo>
                  <a:pt x="1661160" y="10668"/>
                </a:lnTo>
                <a:close/>
              </a:path>
              <a:path w="5706109" h="1991995">
                <a:moveTo>
                  <a:pt x="1728216" y="10668"/>
                </a:moveTo>
                <a:lnTo>
                  <a:pt x="1690116" y="10668"/>
                </a:lnTo>
                <a:lnTo>
                  <a:pt x="1690116" y="0"/>
                </a:lnTo>
                <a:lnTo>
                  <a:pt x="1728216" y="0"/>
                </a:lnTo>
                <a:lnTo>
                  <a:pt x="1728216" y="10668"/>
                </a:lnTo>
                <a:close/>
              </a:path>
              <a:path w="5706109" h="1991995">
                <a:moveTo>
                  <a:pt x="1795272" y="10668"/>
                </a:moveTo>
                <a:lnTo>
                  <a:pt x="1757172" y="10668"/>
                </a:lnTo>
                <a:lnTo>
                  <a:pt x="1757172" y="0"/>
                </a:lnTo>
                <a:lnTo>
                  <a:pt x="1795272" y="0"/>
                </a:lnTo>
                <a:lnTo>
                  <a:pt x="1795272" y="10668"/>
                </a:lnTo>
                <a:close/>
              </a:path>
              <a:path w="5706109" h="1991995">
                <a:moveTo>
                  <a:pt x="1860804" y="10668"/>
                </a:moveTo>
                <a:lnTo>
                  <a:pt x="1822704" y="10668"/>
                </a:lnTo>
                <a:lnTo>
                  <a:pt x="1822704" y="0"/>
                </a:lnTo>
                <a:lnTo>
                  <a:pt x="1860804" y="0"/>
                </a:lnTo>
                <a:lnTo>
                  <a:pt x="1860804" y="10668"/>
                </a:lnTo>
                <a:close/>
              </a:path>
              <a:path w="5706109" h="1991995">
                <a:moveTo>
                  <a:pt x="1927860" y="10668"/>
                </a:moveTo>
                <a:lnTo>
                  <a:pt x="1889760" y="10668"/>
                </a:lnTo>
                <a:lnTo>
                  <a:pt x="1889760" y="0"/>
                </a:lnTo>
                <a:lnTo>
                  <a:pt x="1927860" y="0"/>
                </a:lnTo>
                <a:lnTo>
                  <a:pt x="1927860" y="10668"/>
                </a:lnTo>
                <a:close/>
              </a:path>
              <a:path w="5706109" h="1991995">
                <a:moveTo>
                  <a:pt x="1994916" y="10668"/>
                </a:moveTo>
                <a:lnTo>
                  <a:pt x="1956816" y="10668"/>
                </a:lnTo>
                <a:lnTo>
                  <a:pt x="1956816" y="0"/>
                </a:lnTo>
                <a:lnTo>
                  <a:pt x="1994916" y="0"/>
                </a:lnTo>
                <a:lnTo>
                  <a:pt x="1994916" y="10668"/>
                </a:lnTo>
                <a:close/>
              </a:path>
              <a:path w="5706109" h="1991995">
                <a:moveTo>
                  <a:pt x="2061972" y="10668"/>
                </a:moveTo>
                <a:lnTo>
                  <a:pt x="2023872" y="10668"/>
                </a:lnTo>
                <a:lnTo>
                  <a:pt x="2023872" y="0"/>
                </a:lnTo>
                <a:lnTo>
                  <a:pt x="2061972" y="0"/>
                </a:lnTo>
                <a:lnTo>
                  <a:pt x="2061972" y="10668"/>
                </a:lnTo>
                <a:close/>
              </a:path>
              <a:path w="5706109" h="1991995">
                <a:moveTo>
                  <a:pt x="2127504" y="10668"/>
                </a:moveTo>
                <a:lnTo>
                  <a:pt x="2089404" y="10668"/>
                </a:lnTo>
                <a:lnTo>
                  <a:pt x="2089404" y="0"/>
                </a:lnTo>
                <a:lnTo>
                  <a:pt x="2127504" y="0"/>
                </a:lnTo>
                <a:lnTo>
                  <a:pt x="2127504" y="10668"/>
                </a:lnTo>
                <a:close/>
              </a:path>
              <a:path w="5706109" h="1991995">
                <a:moveTo>
                  <a:pt x="2194560" y="10668"/>
                </a:moveTo>
                <a:lnTo>
                  <a:pt x="2156460" y="10668"/>
                </a:lnTo>
                <a:lnTo>
                  <a:pt x="2156460" y="0"/>
                </a:lnTo>
                <a:lnTo>
                  <a:pt x="2194560" y="0"/>
                </a:lnTo>
                <a:lnTo>
                  <a:pt x="2194560" y="10668"/>
                </a:lnTo>
                <a:close/>
              </a:path>
              <a:path w="5706109" h="1991995">
                <a:moveTo>
                  <a:pt x="2261616" y="10668"/>
                </a:moveTo>
                <a:lnTo>
                  <a:pt x="2223516" y="10668"/>
                </a:lnTo>
                <a:lnTo>
                  <a:pt x="2223516" y="0"/>
                </a:lnTo>
                <a:lnTo>
                  <a:pt x="2261616" y="0"/>
                </a:lnTo>
                <a:lnTo>
                  <a:pt x="2261616" y="10668"/>
                </a:lnTo>
                <a:close/>
              </a:path>
              <a:path w="5706109" h="1991995">
                <a:moveTo>
                  <a:pt x="2328672" y="10668"/>
                </a:moveTo>
                <a:lnTo>
                  <a:pt x="2290572" y="10668"/>
                </a:lnTo>
                <a:lnTo>
                  <a:pt x="2290572" y="0"/>
                </a:lnTo>
                <a:lnTo>
                  <a:pt x="2328672" y="0"/>
                </a:lnTo>
                <a:lnTo>
                  <a:pt x="2328672" y="10668"/>
                </a:lnTo>
                <a:close/>
              </a:path>
              <a:path w="5706109" h="1991995">
                <a:moveTo>
                  <a:pt x="2394204" y="10668"/>
                </a:moveTo>
                <a:lnTo>
                  <a:pt x="2356104" y="10668"/>
                </a:lnTo>
                <a:lnTo>
                  <a:pt x="2356104" y="0"/>
                </a:lnTo>
                <a:lnTo>
                  <a:pt x="2394204" y="0"/>
                </a:lnTo>
                <a:lnTo>
                  <a:pt x="2394204" y="10668"/>
                </a:lnTo>
                <a:close/>
              </a:path>
              <a:path w="5706109" h="1991995">
                <a:moveTo>
                  <a:pt x="2461260" y="10668"/>
                </a:moveTo>
                <a:lnTo>
                  <a:pt x="2423160" y="10668"/>
                </a:lnTo>
                <a:lnTo>
                  <a:pt x="2423160" y="0"/>
                </a:lnTo>
                <a:lnTo>
                  <a:pt x="2461260" y="0"/>
                </a:lnTo>
                <a:lnTo>
                  <a:pt x="2461260" y="10668"/>
                </a:lnTo>
                <a:close/>
              </a:path>
              <a:path w="5706109" h="1991995">
                <a:moveTo>
                  <a:pt x="2528316" y="10668"/>
                </a:moveTo>
                <a:lnTo>
                  <a:pt x="2490216" y="10668"/>
                </a:lnTo>
                <a:lnTo>
                  <a:pt x="2490216" y="0"/>
                </a:lnTo>
                <a:lnTo>
                  <a:pt x="2528316" y="0"/>
                </a:lnTo>
                <a:lnTo>
                  <a:pt x="2528316" y="10668"/>
                </a:lnTo>
                <a:close/>
              </a:path>
              <a:path w="5706109" h="1991995">
                <a:moveTo>
                  <a:pt x="2595372" y="10668"/>
                </a:moveTo>
                <a:lnTo>
                  <a:pt x="2557272" y="10668"/>
                </a:lnTo>
                <a:lnTo>
                  <a:pt x="2557272" y="0"/>
                </a:lnTo>
                <a:lnTo>
                  <a:pt x="2595372" y="0"/>
                </a:lnTo>
                <a:lnTo>
                  <a:pt x="2595372" y="10668"/>
                </a:lnTo>
                <a:close/>
              </a:path>
              <a:path w="5706109" h="1991995">
                <a:moveTo>
                  <a:pt x="2660904" y="10668"/>
                </a:moveTo>
                <a:lnTo>
                  <a:pt x="2622804" y="10668"/>
                </a:lnTo>
                <a:lnTo>
                  <a:pt x="2622804" y="0"/>
                </a:lnTo>
                <a:lnTo>
                  <a:pt x="2660904" y="0"/>
                </a:lnTo>
                <a:lnTo>
                  <a:pt x="2660904" y="10668"/>
                </a:lnTo>
                <a:close/>
              </a:path>
              <a:path w="5706109" h="1991995">
                <a:moveTo>
                  <a:pt x="2727960" y="10668"/>
                </a:moveTo>
                <a:lnTo>
                  <a:pt x="2689860" y="10668"/>
                </a:lnTo>
                <a:lnTo>
                  <a:pt x="2689860" y="0"/>
                </a:lnTo>
                <a:lnTo>
                  <a:pt x="2727960" y="0"/>
                </a:lnTo>
                <a:lnTo>
                  <a:pt x="2727960" y="10668"/>
                </a:lnTo>
                <a:close/>
              </a:path>
              <a:path w="5706109" h="1991995">
                <a:moveTo>
                  <a:pt x="2795016" y="10668"/>
                </a:moveTo>
                <a:lnTo>
                  <a:pt x="2756916" y="10668"/>
                </a:lnTo>
                <a:lnTo>
                  <a:pt x="2756916" y="0"/>
                </a:lnTo>
                <a:lnTo>
                  <a:pt x="2795016" y="0"/>
                </a:lnTo>
                <a:lnTo>
                  <a:pt x="2795016" y="10668"/>
                </a:lnTo>
                <a:close/>
              </a:path>
              <a:path w="5706109" h="1991995">
                <a:moveTo>
                  <a:pt x="2862072" y="10668"/>
                </a:moveTo>
                <a:lnTo>
                  <a:pt x="2823972" y="10668"/>
                </a:lnTo>
                <a:lnTo>
                  <a:pt x="2823972" y="0"/>
                </a:lnTo>
                <a:lnTo>
                  <a:pt x="2862072" y="0"/>
                </a:lnTo>
                <a:lnTo>
                  <a:pt x="2862072" y="10668"/>
                </a:lnTo>
                <a:close/>
              </a:path>
              <a:path w="5706109" h="1991995">
                <a:moveTo>
                  <a:pt x="2927604" y="10668"/>
                </a:moveTo>
                <a:lnTo>
                  <a:pt x="2889504" y="10668"/>
                </a:lnTo>
                <a:lnTo>
                  <a:pt x="2889504" y="0"/>
                </a:lnTo>
                <a:lnTo>
                  <a:pt x="2927604" y="0"/>
                </a:lnTo>
                <a:lnTo>
                  <a:pt x="2927604" y="10668"/>
                </a:lnTo>
                <a:close/>
              </a:path>
              <a:path w="5706109" h="1991995">
                <a:moveTo>
                  <a:pt x="2994660" y="10668"/>
                </a:moveTo>
                <a:lnTo>
                  <a:pt x="2956560" y="10668"/>
                </a:lnTo>
                <a:lnTo>
                  <a:pt x="2956560" y="0"/>
                </a:lnTo>
                <a:lnTo>
                  <a:pt x="2994660" y="0"/>
                </a:lnTo>
                <a:lnTo>
                  <a:pt x="2994660" y="10668"/>
                </a:lnTo>
                <a:close/>
              </a:path>
              <a:path w="5706109" h="1991995">
                <a:moveTo>
                  <a:pt x="3061716" y="10668"/>
                </a:moveTo>
                <a:lnTo>
                  <a:pt x="3023616" y="10668"/>
                </a:lnTo>
                <a:lnTo>
                  <a:pt x="3023616" y="0"/>
                </a:lnTo>
                <a:lnTo>
                  <a:pt x="3061716" y="0"/>
                </a:lnTo>
                <a:lnTo>
                  <a:pt x="3061716" y="10668"/>
                </a:lnTo>
                <a:close/>
              </a:path>
              <a:path w="5706109" h="1991995">
                <a:moveTo>
                  <a:pt x="3128772" y="10668"/>
                </a:moveTo>
                <a:lnTo>
                  <a:pt x="3090672" y="10668"/>
                </a:lnTo>
                <a:lnTo>
                  <a:pt x="3090672" y="0"/>
                </a:lnTo>
                <a:lnTo>
                  <a:pt x="3128772" y="0"/>
                </a:lnTo>
                <a:lnTo>
                  <a:pt x="3128772" y="10668"/>
                </a:lnTo>
                <a:close/>
              </a:path>
              <a:path w="5706109" h="1991995">
                <a:moveTo>
                  <a:pt x="3194304" y="10668"/>
                </a:moveTo>
                <a:lnTo>
                  <a:pt x="3156204" y="10668"/>
                </a:lnTo>
                <a:lnTo>
                  <a:pt x="3156204" y="0"/>
                </a:lnTo>
                <a:lnTo>
                  <a:pt x="3194304" y="0"/>
                </a:lnTo>
                <a:lnTo>
                  <a:pt x="3194304" y="10668"/>
                </a:lnTo>
                <a:close/>
              </a:path>
              <a:path w="5706109" h="1991995">
                <a:moveTo>
                  <a:pt x="3261360" y="10668"/>
                </a:moveTo>
                <a:lnTo>
                  <a:pt x="3223260" y="10668"/>
                </a:lnTo>
                <a:lnTo>
                  <a:pt x="3223260" y="0"/>
                </a:lnTo>
                <a:lnTo>
                  <a:pt x="3261360" y="0"/>
                </a:lnTo>
                <a:lnTo>
                  <a:pt x="3261360" y="10668"/>
                </a:lnTo>
                <a:close/>
              </a:path>
              <a:path w="5706109" h="1991995">
                <a:moveTo>
                  <a:pt x="3328416" y="10668"/>
                </a:moveTo>
                <a:lnTo>
                  <a:pt x="3290316" y="10668"/>
                </a:lnTo>
                <a:lnTo>
                  <a:pt x="3290316" y="0"/>
                </a:lnTo>
                <a:lnTo>
                  <a:pt x="3328416" y="0"/>
                </a:lnTo>
                <a:lnTo>
                  <a:pt x="3328416" y="10668"/>
                </a:lnTo>
                <a:close/>
              </a:path>
              <a:path w="5706109" h="1991995">
                <a:moveTo>
                  <a:pt x="3395472" y="10668"/>
                </a:moveTo>
                <a:lnTo>
                  <a:pt x="3357372" y="10668"/>
                </a:lnTo>
                <a:lnTo>
                  <a:pt x="3357372" y="0"/>
                </a:lnTo>
                <a:lnTo>
                  <a:pt x="3395472" y="0"/>
                </a:lnTo>
                <a:lnTo>
                  <a:pt x="3395472" y="10668"/>
                </a:lnTo>
                <a:close/>
              </a:path>
              <a:path w="5706109" h="1991995">
                <a:moveTo>
                  <a:pt x="3461004" y="10668"/>
                </a:moveTo>
                <a:lnTo>
                  <a:pt x="3422904" y="10668"/>
                </a:lnTo>
                <a:lnTo>
                  <a:pt x="3422904" y="0"/>
                </a:lnTo>
                <a:lnTo>
                  <a:pt x="3461004" y="0"/>
                </a:lnTo>
                <a:lnTo>
                  <a:pt x="3461004" y="10668"/>
                </a:lnTo>
                <a:close/>
              </a:path>
              <a:path w="5706109" h="1991995">
                <a:moveTo>
                  <a:pt x="3528060" y="10668"/>
                </a:moveTo>
                <a:lnTo>
                  <a:pt x="3489960" y="10668"/>
                </a:lnTo>
                <a:lnTo>
                  <a:pt x="3489960" y="0"/>
                </a:lnTo>
                <a:lnTo>
                  <a:pt x="3528060" y="0"/>
                </a:lnTo>
                <a:lnTo>
                  <a:pt x="3528060" y="10668"/>
                </a:lnTo>
                <a:close/>
              </a:path>
              <a:path w="5706109" h="1991995">
                <a:moveTo>
                  <a:pt x="3595116" y="10668"/>
                </a:moveTo>
                <a:lnTo>
                  <a:pt x="3557016" y="10668"/>
                </a:lnTo>
                <a:lnTo>
                  <a:pt x="3557016" y="0"/>
                </a:lnTo>
                <a:lnTo>
                  <a:pt x="3595116" y="0"/>
                </a:lnTo>
                <a:lnTo>
                  <a:pt x="3595116" y="10668"/>
                </a:lnTo>
                <a:close/>
              </a:path>
              <a:path w="5706109" h="1991995">
                <a:moveTo>
                  <a:pt x="3662172" y="10668"/>
                </a:moveTo>
                <a:lnTo>
                  <a:pt x="3624072" y="10668"/>
                </a:lnTo>
                <a:lnTo>
                  <a:pt x="3624072" y="0"/>
                </a:lnTo>
                <a:lnTo>
                  <a:pt x="3662172" y="0"/>
                </a:lnTo>
                <a:lnTo>
                  <a:pt x="3662172" y="10668"/>
                </a:lnTo>
                <a:close/>
              </a:path>
              <a:path w="5706109" h="1991995">
                <a:moveTo>
                  <a:pt x="3727704" y="10668"/>
                </a:moveTo>
                <a:lnTo>
                  <a:pt x="3689604" y="10668"/>
                </a:lnTo>
                <a:lnTo>
                  <a:pt x="3689604" y="0"/>
                </a:lnTo>
                <a:lnTo>
                  <a:pt x="3727704" y="0"/>
                </a:lnTo>
                <a:lnTo>
                  <a:pt x="3727704" y="10668"/>
                </a:lnTo>
                <a:close/>
              </a:path>
              <a:path w="5706109" h="1991995">
                <a:moveTo>
                  <a:pt x="3794760" y="10668"/>
                </a:moveTo>
                <a:lnTo>
                  <a:pt x="3756660" y="10668"/>
                </a:lnTo>
                <a:lnTo>
                  <a:pt x="3756660" y="0"/>
                </a:lnTo>
                <a:lnTo>
                  <a:pt x="3794760" y="0"/>
                </a:lnTo>
                <a:lnTo>
                  <a:pt x="3794760" y="10668"/>
                </a:lnTo>
                <a:close/>
              </a:path>
              <a:path w="5706109" h="1991995">
                <a:moveTo>
                  <a:pt x="3861816" y="10668"/>
                </a:moveTo>
                <a:lnTo>
                  <a:pt x="3823716" y="10668"/>
                </a:lnTo>
                <a:lnTo>
                  <a:pt x="3823716" y="0"/>
                </a:lnTo>
                <a:lnTo>
                  <a:pt x="3861816" y="0"/>
                </a:lnTo>
                <a:lnTo>
                  <a:pt x="3861816" y="10668"/>
                </a:lnTo>
                <a:close/>
              </a:path>
              <a:path w="5706109" h="1991995">
                <a:moveTo>
                  <a:pt x="3928872" y="10668"/>
                </a:moveTo>
                <a:lnTo>
                  <a:pt x="3890772" y="10668"/>
                </a:lnTo>
                <a:lnTo>
                  <a:pt x="3890772" y="0"/>
                </a:lnTo>
                <a:lnTo>
                  <a:pt x="3928872" y="0"/>
                </a:lnTo>
                <a:lnTo>
                  <a:pt x="3928872" y="10668"/>
                </a:lnTo>
                <a:close/>
              </a:path>
              <a:path w="5706109" h="1991995">
                <a:moveTo>
                  <a:pt x="3994404" y="10668"/>
                </a:moveTo>
                <a:lnTo>
                  <a:pt x="3956304" y="10668"/>
                </a:lnTo>
                <a:lnTo>
                  <a:pt x="3956304" y="0"/>
                </a:lnTo>
                <a:lnTo>
                  <a:pt x="3994404" y="0"/>
                </a:lnTo>
                <a:lnTo>
                  <a:pt x="3994404" y="10668"/>
                </a:lnTo>
                <a:close/>
              </a:path>
              <a:path w="5706109" h="1991995">
                <a:moveTo>
                  <a:pt x="4061460" y="10668"/>
                </a:moveTo>
                <a:lnTo>
                  <a:pt x="4023360" y="10668"/>
                </a:lnTo>
                <a:lnTo>
                  <a:pt x="4023360" y="0"/>
                </a:lnTo>
                <a:lnTo>
                  <a:pt x="4061460" y="0"/>
                </a:lnTo>
                <a:lnTo>
                  <a:pt x="4061460" y="10668"/>
                </a:lnTo>
                <a:close/>
              </a:path>
              <a:path w="5706109" h="1991995">
                <a:moveTo>
                  <a:pt x="4128516" y="10668"/>
                </a:moveTo>
                <a:lnTo>
                  <a:pt x="4090416" y="10668"/>
                </a:lnTo>
                <a:lnTo>
                  <a:pt x="4090416" y="0"/>
                </a:lnTo>
                <a:lnTo>
                  <a:pt x="4128516" y="0"/>
                </a:lnTo>
                <a:lnTo>
                  <a:pt x="4128516" y="10668"/>
                </a:lnTo>
                <a:close/>
              </a:path>
              <a:path w="5706109" h="1991995">
                <a:moveTo>
                  <a:pt x="4195572" y="10668"/>
                </a:moveTo>
                <a:lnTo>
                  <a:pt x="4157472" y="10668"/>
                </a:lnTo>
                <a:lnTo>
                  <a:pt x="4157472" y="0"/>
                </a:lnTo>
                <a:lnTo>
                  <a:pt x="4195572" y="0"/>
                </a:lnTo>
                <a:lnTo>
                  <a:pt x="4195572" y="10668"/>
                </a:lnTo>
                <a:close/>
              </a:path>
              <a:path w="5706109" h="1991995">
                <a:moveTo>
                  <a:pt x="4261104" y="10668"/>
                </a:moveTo>
                <a:lnTo>
                  <a:pt x="4223004" y="10668"/>
                </a:lnTo>
                <a:lnTo>
                  <a:pt x="4223004" y="0"/>
                </a:lnTo>
                <a:lnTo>
                  <a:pt x="4261104" y="0"/>
                </a:lnTo>
                <a:lnTo>
                  <a:pt x="4261104" y="10668"/>
                </a:lnTo>
                <a:close/>
              </a:path>
              <a:path w="5706109" h="1991995">
                <a:moveTo>
                  <a:pt x="4328160" y="10668"/>
                </a:moveTo>
                <a:lnTo>
                  <a:pt x="4290060" y="10668"/>
                </a:lnTo>
                <a:lnTo>
                  <a:pt x="4290060" y="0"/>
                </a:lnTo>
                <a:lnTo>
                  <a:pt x="4328160" y="0"/>
                </a:lnTo>
                <a:lnTo>
                  <a:pt x="4328160" y="10668"/>
                </a:lnTo>
                <a:close/>
              </a:path>
              <a:path w="5706109" h="1991995">
                <a:moveTo>
                  <a:pt x="4395216" y="10668"/>
                </a:moveTo>
                <a:lnTo>
                  <a:pt x="4357116" y="10668"/>
                </a:lnTo>
                <a:lnTo>
                  <a:pt x="4357116" y="0"/>
                </a:lnTo>
                <a:lnTo>
                  <a:pt x="4395216" y="0"/>
                </a:lnTo>
                <a:lnTo>
                  <a:pt x="4395216" y="10668"/>
                </a:lnTo>
                <a:close/>
              </a:path>
              <a:path w="5706109" h="1991995">
                <a:moveTo>
                  <a:pt x="4462272" y="10668"/>
                </a:moveTo>
                <a:lnTo>
                  <a:pt x="4424172" y="10668"/>
                </a:lnTo>
                <a:lnTo>
                  <a:pt x="4424172" y="0"/>
                </a:lnTo>
                <a:lnTo>
                  <a:pt x="4462272" y="0"/>
                </a:lnTo>
                <a:lnTo>
                  <a:pt x="4462272" y="10668"/>
                </a:lnTo>
                <a:close/>
              </a:path>
              <a:path w="5706109" h="1991995">
                <a:moveTo>
                  <a:pt x="4527804" y="10668"/>
                </a:moveTo>
                <a:lnTo>
                  <a:pt x="4489704" y="10668"/>
                </a:lnTo>
                <a:lnTo>
                  <a:pt x="4489704" y="0"/>
                </a:lnTo>
                <a:lnTo>
                  <a:pt x="4527804" y="0"/>
                </a:lnTo>
                <a:lnTo>
                  <a:pt x="4527804" y="10668"/>
                </a:lnTo>
                <a:close/>
              </a:path>
              <a:path w="5706109" h="1991995">
                <a:moveTo>
                  <a:pt x="4594860" y="10668"/>
                </a:moveTo>
                <a:lnTo>
                  <a:pt x="4556760" y="10668"/>
                </a:lnTo>
                <a:lnTo>
                  <a:pt x="4556760" y="0"/>
                </a:lnTo>
                <a:lnTo>
                  <a:pt x="4594860" y="0"/>
                </a:lnTo>
                <a:lnTo>
                  <a:pt x="4594860" y="10668"/>
                </a:lnTo>
                <a:close/>
              </a:path>
              <a:path w="5706109" h="1991995">
                <a:moveTo>
                  <a:pt x="4661916" y="10668"/>
                </a:moveTo>
                <a:lnTo>
                  <a:pt x="4623816" y="10668"/>
                </a:lnTo>
                <a:lnTo>
                  <a:pt x="4623816" y="0"/>
                </a:lnTo>
                <a:lnTo>
                  <a:pt x="4661916" y="0"/>
                </a:lnTo>
                <a:lnTo>
                  <a:pt x="4661916" y="10668"/>
                </a:lnTo>
                <a:close/>
              </a:path>
              <a:path w="5706109" h="1991995">
                <a:moveTo>
                  <a:pt x="4728972" y="10668"/>
                </a:moveTo>
                <a:lnTo>
                  <a:pt x="4690872" y="10668"/>
                </a:lnTo>
                <a:lnTo>
                  <a:pt x="4690872" y="0"/>
                </a:lnTo>
                <a:lnTo>
                  <a:pt x="4728972" y="0"/>
                </a:lnTo>
                <a:lnTo>
                  <a:pt x="4728972" y="10668"/>
                </a:lnTo>
                <a:close/>
              </a:path>
              <a:path w="5706109" h="1991995">
                <a:moveTo>
                  <a:pt x="4794504" y="10668"/>
                </a:moveTo>
                <a:lnTo>
                  <a:pt x="4756404" y="10668"/>
                </a:lnTo>
                <a:lnTo>
                  <a:pt x="4756404" y="0"/>
                </a:lnTo>
                <a:lnTo>
                  <a:pt x="4794504" y="0"/>
                </a:lnTo>
                <a:lnTo>
                  <a:pt x="4794504" y="10668"/>
                </a:lnTo>
                <a:close/>
              </a:path>
              <a:path w="5706109" h="1991995">
                <a:moveTo>
                  <a:pt x="4861560" y="10668"/>
                </a:moveTo>
                <a:lnTo>
                  <a:pt x="4823460" y="10668"/>
                </a:lnTo>
                <a:lnTo>
                  <a:pt x="4823460" y="0"/>
                </a:lnTo>
                <a:lnTo>
                  <a:pt x="4861560" y="0"/>
                </a:lnTo>
                <a:lnTo>
                  <a:pt x="4861560" y="10668"/>
                </a:lnTo>
                <a:close/>
              </a:path>
              <a:path w="5706109" h="1991995">
                <a:moveTo>
                  <a:pt x="4928616" y="10668"/>
                </a:moveTo>
                <a:lnTo>
                  <a:pt x="4890516" y="10668"/>
                </a:lnTo>
                <a:lnTo>
                  <a:pt x="4890516" y="0"/>
                </a:lnTo>
                <a:lnTo>
                  <a:pt x="4928616" y="0"/>
                </a:lnTo>
                <a:lnTo>
                  <a:pt x="4928616" y="10668"/>
                </a:lnTo>
                <a:close/>
              </a:path>
              <a:path w="5706109" h="1991995">
                <a:moveTo>
                  <a:pt x="4995672" y="10668"/>
                </a:moveTo>
                <a:lnTo>
                  <a:pt x="4957572" y="10668"/>
                </a:lnTo>
                <a:lnTo>
                  <a:pt x="4957572" y="0"/>
                </a:lnTo>
                <a:lnTo>
                  <a:pt x="4995672" y="0"/>
                </a:lnTo>
                <a:lnTo>
                  <a:pt x="4995672" y="10668"/>
                </a:lnTo>
                <a:close/>
              </a:path>
              <a:path w="5706109" h="1991995">
                <a:moveTo>
                  <a:pt x="5061204" y="10668"/>
                </a:moveTo>
                <a:lnTo>
                  <a:pt x="5023104" y="10668"/>
                </a:lnTo>
                <a:lnTo>
                  <a:pt x="5023104" y="0"/>
                </a:lnTo>
                <a:lnTo>
                  <a:pt x="5061204" y="0"/>
                </a:lnTo>
                <a:lnTo>
                  <a:pt x="5061204" y="10668"/>
                </a:lnTo>
                <a:close/>
              </a:path>
              <a:path w="5706109" h="1991995">
                <a:moveTo>
                  <a:pt x="5128260" y="10668"/>
                </a:moveTo>
                <a:lnTo>
                  <a:pt x="5090160" y="10668"/>
                </a:lnTo>
                <a:lnTo>
                  <a:pt x="5090160" y="0"/>
                </a:lnTo>
                <a:lnTo>
                  <a:pt x="5128260" y="0"/>
                </a:lnTo>
                <a:lnTo>
                  <a:pt x="5128260" y="10668"/>
                </a:lnTo>
                <a:close/>
              </a:path>
              <a:path w="5706109" h="1991995">
                <a:moveTo>
                  <a:pt x="5195316" y="10668"/>
                </a:moveTo>
                <a:lnTo>
                  <a:pt x="5157216" y="10668"/>
                </a:lnTo>
                <a:lnTo>
                  <a:pt x="5157216" y="0"/>
                </a:lnTo>
                <a:lnTo>
                  <a:pt x="5195316" y="0"/>
                </a:lnTo>
                <a:lnTo>
                  <a:pt x="5195316" y="10668"/>
                </a:lnTo>
                <a:close/>
              </a:path>
              <a:path w="5706109" h="1991995">
                <a:moveTo>
                  <a:pt x="5262372" y="10668"/>
                </a:moveTo>
                <a:lnTo>
                  <a:pt x="5224272" y="10668"/>
                </a:lnTo>
                <a:lnTo>
                  <a:pt x="5224272" y="0"/>
                </a:lnTo>
                <a:lnTo>
                  <a:pt x="5262372" y="0"/>
                </a:lnTo>
                <a:lnTo>
                  <a:pt x="5262372" y="10668"/>
                </a:lnTo>
                <a:close/>
              </a:path>
              <a:path w="5706109" h="1991995">
                <a:moveTo>
                  <a:pt x="5327904" y="10668"/>
                </a:moveTo>
                <a:lnTo>
                  <a:pt x="5289804" y="10668"/>
                </a:lnTo>
                <a:lnTo>
                  <a:pt x="5289804" y="0"/>
                </a:lnTo>
                <a:lnTo>
                  <a:pt x="5327904" y="0"/>
                </a:lnTo>
                <a:lnTo>
                  <a:pt x="5327904" y="10668"/>
                </a:lnTo>
                <a:close/>
              </a:path>
              <a:path w="5706109" h="1991995">
                <a:moveTo>
                  <a:pt x="5394960" y="10668"/>
                </a:moveTo>
                <a:lnTo>
                  <a:pt x="5356860" y="10668"/>
                </a:lnTo>
                <a:lnTo>
                  <a:pt x="5356860" y="0"/>
                </a:lnTo>
                <a:lnTo>
                  <a:pt x="5394960" y="0"/>
                </a:lnTo>
                <a:lnTo>
                  <a:pt x="5394960" y="10668"/>
                </a:lnTo>
                <a:close/>
              </a:path>
              <a:path w="5706109" h="1991995">
                <a:moveTo>
                  <a:pt x="5462016" y="10668"/>
                </a:moveTo>
                <a:lnTo>
                  <a:pt x="5423916" y="10668"/>
                </a:lnTo>
                <a:lnTo>
                  <a:pt x="5423916" y="0"/>
                </a:lnTo>
                <a:lnTo>
                  <a:pt x="5462016" y="0"/>
                </a:lnTo>
                <a:lnTo>
                  <a:pt x="5462016" y="10668"/>
                </a:lnTo>
                <a:close/>
              </a:path>
              <a:path w="5706109" h="1991995">
                <a:moveTo>
                  <a:pt x="5529072" y="10668"/>
                </a:moveTo>
                <a:lnTo>
                  <a:pt x="5490972" y="10668"/>
                </a:lnTo>
                <a:lnTo>
                  <a:pt x="5490972" y="0"/>
                </a:lnTo>
                <a:lnTo>
                  <a:pt x="5529072" y="0"/>
                </a:lnTo>
                <a:lnTo>
                  <a:pt x="5529072" y="10668"/>
                </a:lnTo>
                <a:close/>
              </a:path>
              <a:path w="5706109" h="1991995">
                <a:moveTo>
                  <a:pt x="5594604" y="10668"/>
                </a:moveTo>
                <a:lnTo>
                  <a:pt x="5556504" y="10668"/>
                </a:lnTo>
                <a:lnTo>
                  <a:pt x="5556504" y="0"/>
                </a:lnTo>
                <a:lnTo>
                  <a:pt x="5594604" y="0"/>
                </a:lnTo>
                <a:lnTo>
                  <a:pt x="5594604" y="10668"/>
                </a:lnTo>
                <a:close/>
              </a:path>
              <a:path w="5706109" h="1991995">
                <a:moveTo>
                  <a:pt x="5661660" y="10668"/>
                </a:moveTo>
                <a:lnTo>
                  <a:pt x="5623560" y="10668"/>
                </a:lnTo>
                <a:lnTo>
                  <a:pt x="5623560" y="0"/>
                </a:lnTo>
                <a:lnTo>
                  <a:pt x="5661660" y="0"/>
                </a:lnTo>
                <a:lnTo>
                  <a:pt x="5661660" y="10668"/>
                </a:lnTo>
                <a:close/>
              </a:path>
              <a:path w="5706109" h="1991995">
                <a:moveTo>
                  <a:pt x="5696712" y="10668"/>
                </a:moveTo>
                <a:lnTo>
                  <a:pt x="5690616" y="10668"/>
                </a:lnTo>
                <a:lnTo>
                  <a:pt x="5690616" y="0"/>
                </a:lnTo>
                <a:lnTo>
                  <a:pt x="5705856" y="0"/>
                </a:lnTo>
                <a:lnTo>
                  <a:pt x="5705856" y="4572"/>
                </a:lnTo>
                <a:lnTo>
                  <a:pt x="5696712" y="4572"/>
                </a:lnTo>
                <a:lnTo>
                  <a:pt x="5696712" y="10668"/>
                </a:lnTo>
                <a:close/>
              </a:path>
              <a:path w="5706109" h="1991995">
                <a:moveTo>
                  <a:pt x="5705856" y="32004"/>
                </a:moveTo>
                <a:lnTo>
                  <a:pt x="5696712" y="32004"/>
                </a:lnTo>
                <a:lnTo>
                  <a:pt x="5696712" y="4572"/>
                </a:lnTo>
                <a:lnTo>
                  <a:pt x="5701284" y="10668"/>
                </a:lnTo>
                <a:lnTo>
                  <a:pt x="5705856" y="10668"/>
                </a:lnTo>
                <a:lnTo>
                  <a:pt x="5705856" y="32004"/>
                </a:lnTo>
                <a:close/>
              </a:path>
              <a:path w="5706109" h="1991995">
                <a:moveTo>
                  <a:pt x="5705856" y="10668"/>
                </a:moveTo>
                <a:lnTo>
                  <a:pt x="5701284" y="10668"/>
                </a:lnTo>
                <a:lnTo>
                  <a:pt x="5696712" y="4572"/>
                </a:lnTo>
                <a:lnTo>
                  <a:pt x="5705856" y="4572"/>
                </a:lnTo>
                <a:lnTo>
                  <a:pt x="5705856" y="10668"/>
                </a:lnTo>
                <a:close/>
              </a:path>
              <a:path w="5706109" h="1991995">
                <a:moveTo>
                  <a:pt x="5705856" y="99060"/>
                </a:moveTo>
                <a:lnTo>
                  <a:pt x="5696712" y="99060"/>
                </a:lnTo>
                <a:lnTo>
                  <a:pt x="5696712" y="60960"/>
                </a:lnTo>
                <a:lnTo>
                  <a:pt x="5705856" y="60960"/>
                </a:lnTo>
                <a:lnTo>
                  <a:pt x="5705856" y="99060"/>
                </a:lnTo>
                <a:close/>
              </a:path>
              <a:path w="5706109" h="1991995">
                <a:moveTo>
                  <a:pt x="5705856" y="166116"/>
                </a:moveTo>
                <a:lnTo>
                  <a:pt x="5696712" y="166116"/>
                </a:lnTo>
                <a:lnTo>
                  <a:pt x="5696712" y="128016"/>
                </a:lnTo>
                <a:lnTo>
                  <a:pt x="5705856" y="128016"/>
                </a:lnTo>
                <a:lnTo>
                  <a:pt x="5705856" y="166116"/>
                </a:lnTo>
                <a:close/>
              </a:path>
              <a:path w="5706109" h="1991995">
                <a:moveTo>
                  <a:pt x="5705856" y="231648"/>
                </a:moveTo>
                <a:lnTo>
                  <a:pt x="5696712" y="231648"/>
                </a:lnTo>
                <a:lnTo>
                  <a:pt x="5696712" y="193548"/>
                </a:lnTo>
                <a:lnTo>
                  <a:pt x="5705856" y="193548"/>
                </a:lnTo>
                <a:lnTo>
                  <a:pt x="5705856" y="231648"/>
                </a:lnTo>
                <a:close/>
              </a:path>
              <a:path w="5706109" h="1991995">
                <a:moveTo>
                  <a:pt x="5705856" y="298704"/>
                </a:moveTo>
                <a:lnTo>
                  <a:pt x="5696712" y="298704"/>
                </a:lnTo>
                <a:lnTo>
                  <a:pt x="5696712" y="260604"/>
                </a:lnTo>
                <a:lnTo>
                  <a:pt x="5705856" y="260604"/>
                </a:lnTo>
                <a:lnTo>
                  <a:pt x="5705856" y="298704"/>
                </a:lnTo>
                <a:close/>
              </a:path>
              <a:path w="5706109" h="1991995">
                <a:moveTo>
                  <a:pt x="5705856" y="365760"/>
                </a:moveTo>
                <a:lnTo>
                  <a:pt x="5696712" y="365760"/>
                </a:lnTo>
                <a:lnTo>
                  <a:pt x="5696712" y="327660"/>
                </a:lnTo>
                <a:lnTo>
                  <a:pt x="5705856" y="327660"/>
                </a:lnTo>
                <a:lnTo>
                  <a:pt x="5705856" y="365760"/>
                </a:lnTo>
                <a:close/>
              </a:path>
              <a:path w="5706109" h="1991995">
                <a:moveTo>
                  <a:pt x="5705856" y="432816"/>
                </a:moveTo>
                <a:lnTo>
                  <a:pt x="5696712" y="432816"/>
                </a:lnTo>
                <a:lnTo>
                  <a:pt x="5696712" y="394716"/>
                </a:lnTo>
                <a:lnTo>
                  <a:pt x="5705856" y="394716"/>
                </a:lnTo>
                <a:lnTo>
                  <a:pt x="5705856" y="432816"/>
                </a:lnTo>
                <a:close/>
              </a:path>
              <a:path w="5706109" h="1991995">
                <a:moveTo>
                  <a:pt x="5705856" y="498348"/>
                </a:moveTo>
                <a:lnTo>
                  <a:pt x="5696712" y="498348"/>
                </a:lnTo>
                <a:lnTo>
                  <a:pt x="5696712" y="460248"/>
                </a:lnTo>
                <a:lnTo>
                  <a:pt x="5705856" y="460248"/>
                </a:lnTo>
                <a:lnTo>
                  <a:pt x="5705856" y="498348"/>
                </a:lnTo>
                <a:close/>
              </a:path>
              <a:path w="5706109" h="1991995">
                <a:moveTo>
                  <a:pt x="5705856" y="565404"/>
                </a:moveTo>
                <a:lnTo>
                  <a:pt x="5696712" y="565404"/>
                </a:lnTo>
                <a:lnTo>
                  <a:pt x="5696712" y="527304"/>
                </a:lnTo>
                <a:lnTo>
                  <a:pt x="5705856" y="527304"/>
                </a:lnTo>
                <a:lnTo>
                  <a:pt x="5705856" y="565404"/>
                </a:lnTo>
                <a:close/>
              </a:path>
              <a:path w="5706109" h="1991995">
                <a:moveTo>
                  <a:pt x="5705856" y="632460"/>
                </a:moveTo>
                <a:lnTo>
                  <a:pt x="5696712" y="632460"/>
                </a:lnTo>
                <a:lnTo>
                  <a:pt x="5696712" y="594360"/>
                </a:lnTo>
                <a:lnTo>
                  <a:pt x="5705856" y="594360"/>
                </a:lnTo>
                <a:lnTo>
                  <a:pt x="5705856" y="632460"/>
                </a:lnTo>
                <a:close/>
              </a:path>
              <a:path w="5706109" h="1991995">
                <a:moveTo>
                  <a:pt x="5705856" y="699516"/>
                </a:moveTo>
                <a:lnTo>
                  <a:pt x="5696712" y="699516"/>
                </a:lnTo>
                <a:lnTo>
                  <a:pt x="5696712" y="661416"/>
                </a:lnTo>
                <a:lnTo>
                  <a:pt x="5705856" y="661416"/>
                </a:lnTo>
                <a:lnTo>
                  <a:pt x="5705856" y="699516"/>
                </a:lnTo>
                <a:close/>
              </a:path>
              <a:path w="5706109" h="1991995">
                <a:moveTo>
                  <a:pt x="5705856" y="765048"/>
                </a:moveTo>
                <a:lnTo>
                  <a:pt x="5696712" y="765048"/>
                </a:lnTo>
                <a:lnTo>
                  <a:pt x="5696712" y="726948"/>
                </a:lnTo>
                <a:lnTo>
                  <a:pt x="5705856" y="726948"/>
                </a:lnTo>
                <a:lnTo>
                  <a:pt x="5705856" y="765048"/>
                </a:lnTo>
                <a:close/>
              </a:path>
              <a:path w="5706109" h="1991995">
                <a:moveTo>
                  <a:pt x="5705856" y="832104"/>
                </a:moveTo>
                <a:lnTo>
                  <a:pt x="5696712" y="832104"/>
                </a:lnTo>
                <a:lnTo>
                  <a:pt x="5696712" y="794004"/>
                </a:lnTo>
                <a:lnTo>
                  <a:pt x="5705856" y="794004"/>
                </a:lnTo>
                <a:lnTo>
                  <a:pt x="5705856" y="832104"/>
                </a:lnTo>
                <a:close/>
              </a:path>
              <a:path w="5706109" h="1991995">
                <a:moveTo>
                  <a:pt x="5705856" y="899160"/>
                </a:moveTo>
                <a:lnTo>
                  <a:pt x="5696712" y="899160"/>
                </a:lnTo>
                <a:lnTo>
                  <a:pt x="5696712" y="861060"/>
                </a:lnTo>
                <a:lnTo>
                  <a:pt x="5705856" y="861060"/>
                </a:lnTo>
                <a:lnTo>
                  <a:pt x="5705856" y="899160"/>
                </a:lnTo>
                <a:close/>
              </a:path>
              <a:path w="5706109" h="1991995">
                <a:moveTo>
                  <a:pt x="5705856" y="966216"/>
                </a:moveTo>
                <a:lnTo>
                  <a:pt x="5696712" y="966216"/>
                </a:lnTo>
                <a:lnTo>
                  <a:pt x="5696712" y="928116"/>
                </a:lnTo>
                <a:lnTo>
                  <a:pt x="5705856" y="928116"/>
                </a:lnTo>
                <a:lnTo>
                  <a:pt x="5705856" y="966216"/>
                </a:lnTo>
                <a:close/>
              </a:path>
              <a:path w="5706109" h="1991995">
                <a:moveTo>
                  <a:pt x="5705856" y="1031748"/>
                </a:moveTo>
                <a:lnTo>
                  <a:pt x="5696712" y="1031748"/>
                </a:lnTo>
                <a:lnTo>
                  <a:pt x="5696712" y="993648"/>
                </a:lnTo>
                <a:lnTo>
                  <a:pt x="5705856" y="993648"/>
                </a:lnTo>
                <a:lnTo>
                  <a:pt x="5705856" y="1031748"/>
                </a:lnTo>
                <a:close/>
              </a:path>
              <a:path w="5706109" h="1991995">
                <a:moveTo>
                  <a:pt x="5705856" y="1098804"/>
                </a:moveTo>
                <a:lnTo>
                  <a:pt x="5696712" y="1098804"/>
                </a:lnTo>
                <a:lnTo>
                  <a:pt x="5696712" y="1060704"/>
                </a:lnTo>
                <a:lnTo>
                  <a:pt x="5705856" y="1060704"/>
                </a:lnTo>
                <a:lnTo>
                  <a:pt x="5705856" y="1098804"/>
                </a:lnTo>
                <a:close/>
              </a:path>
              <a:path w="5706109" h="1991995">
                <a:moveTo>
                  <a:pt x="5705856" y="1165860"/>
                </a:moveTo>
                <a:lnTo>
                  <a:pt x="5696712" y="1165860"/>
                </a:lnTo>
                <a:lnTo>
                  <a:pt x="5696712" y="1127760"/>
                </a:lnTo>
                <a:lnTo>
                  <a:pt x="5705856" y="1127760"/>
                </a:lnTo>
                <a:lnTo>
                  <a:pt x="5705856" y="1165860"/>
                </a:lnTo>
                <a:close/>
              </a:path>
              <a:path w="5706109" h="1991995">
                <a:moveTo>
                  <a:pt x="5705856" y="1232916"/>
                </a:moveTo>
                <a:lnTo>
                  <a:pt x="5696712" y="1232916"/>
                </a:lnTo>
                <a:lnTo>
                  <a:pt x="5696712" y="1194816"/>
                </a:lnTo>
                <a:lnTo>
                  <a:pt x="5705856" y="1194816"/>
                </a:lnTo>
                <a:lnTo>
                  <a:pt x="5705856" y="1232916"/>
                </a:lnTo>
                <a:close/>
              </a:path>
              <a:path w="5706109" h="1991995">
                <a:moveTo>
                  <a:pt x="5705856" y="1298448"/>
                </a:moveTo>
                <a:lnTo>
                  <a:pt x="5696712" y="1298448"/>
                </a:lnTo>
                <a:lnTo>
                  <a:pt x="5696712" y="1260348"/>
                </a:lnTo>
                <a:lnTo>
                  <a:pt x="5705856" y="1260348"/>
                </a:lnTo>
                <a:lnTo>
                  <a:pt x="5705856" y="1298448"/>
                </a:lnTo>
                <a:close/>
              </a:path>
              <a:path w="5706109" h="1991995">
                <a:moveTo>
                  <a:pt x="5705856" y="1365504"/>
                </a:moveTo>
                <a:lnTo>
                  <a:pt x="5696712" y="1365504"/>
                </a:lnTo>
                <a:lnTo>
                  <a:pt x="5696712" y="1327404"/>
                </a:lnTo>
                <a:lnTo>
                  <a:pt x="5705856" y="1327404"/>
                </a:lnTo>
                <a:lnTo>
                  <a:pt x="5705856" y="1365504"/>
                </a:lnTo>
                <a:close/>
              </a:path>
              <a:path w="5706109" h="1991995">
                <a:moveTo>
                  <a:pt x="5705856" y="1432560"/>
                </a:moveTo>
                <a:lnTo>
                  <a:pt x="5696712" y="1432560"/>
                </a:lnTo>
                <a:lnTo>
                  <a:pt x="5696712" y="1394460"/>
                </a:lnTo>
                <a:lnTo>
                  <a:pt x="5705856" y="1394460"/>
                </a:lnTo>
                <a:lnTo>
                  <a:pt x="5705856" y="1432560"/>
                </a:lnTo>
                <a:close/>
              </a:path>
              <a:path w="5706109" h="1991995">
                <a:moveTo>
                  <a:pt x="5705856" y="1499616"/>
                </a:moveTo>
                <a:lnTo>
                  <a:pt x="5696712" y="1499616"/>
                </a:lnTo>
                <a:lnTo>
                  <a:pt x="5696712" y="1461516"/>
                </a:lnTo>
                <a:lnTo>
                  <a:pt x="5705856" y="1461516"/>
                </a:lnTo>
                <a:lnTo>
                  <a:pt x="5705856" y="1499616"/>
                </a:lnTo>
                <a:close/>
              </a:path>
              <a:path w="5706109" h="1991995">
                <a:moveTo>
                  <a:pt x="5705856" y="1565148"/>
                </a:moveTo>
                <a:lnTo>
                  <a:pt x="5696712" y="1565148"/>
                </a:lnTo>
                <a:lnTo>
                  <a:pt x="5696712" y="1527048"/>
                </a:lnTo>
                <a:lnTo>
                  <a:pt x="5705856" y="1527048"/>
                </a:lnTo>
                <a:lnTo>
                  <a:pt x="5705856" y="1565148"/>
                </a:lnTo>
                <a:close/>
              </a:path>
              <a:path w="5706109" h="1991995">
                <a:moveTo>
                  <a:pt x="5705856" y="1632204"/>
                </a:moveTo>
                <a:lnTo>
                  <a:pt x="5696712" y="1632204"/>
                </a:lnTo>
                <a:lnTo>
                  <a:pt x="5696712" y="1594104"/>
                </a:lnTo>
                <a:lnTo>
                  <a:pt x="5705856" y="1594104"/>
                </a:lnTo>
                <a:lnTo>
                  <a:pt x="5705856" y="1632204"/>
                </a:lnTo>
                <a:close/>
              </a:path>
              <a:path w="5706109" h="1991995">
                <a:moveTo>
                  <a:pt x="5705856" y="1699260"/>
                </a:moveTo>
                <a:lnTo>
                  <a:pt x="5696712" y="1699260"/>
                </a:lnTo>
                <a:lnTo>
                  <a:pt x="5696712" y="1661160"/>
                </a:lnTo>
                <a:lnTo>
                  <a:pt x="5705856" y="1661160"/>
                </a:lnTo>
                <a:lnTo>
                  <a:pt x="5705856" y="1699260"/>
                </a:lnTo>
                <a:close/>
              </a:path>
              <a:path w="5706109" h="1991995">
                <a:moveTo>
                  <a:pt x="5705856" y="1766316"/>
                </a:moveTo>
                <a:lnTo>
                  <a:pt x="5696712" y="1766316"/>
                </a:lnTo>
                <a:lnTo>
                  <a:pt x="5696712" y="1728216"/>
                </a:lnTo>
                <a:lnTo>
                  <a:pt x="5705856" y="1728216"/>
                </a:lnTo>
                <a:lnTo>
                  <a:pt x="5705856" y="1766316"/>
                </a:lnTo>
                <a:close/>
              </a:path>
              <a:path w="5706109" h="1991995">
                <a:moveTo>
                  <a:pt x="5705856" y="1831848"/>
                </a:moveTo>
                <a:lnTo>
                  <a:pt x="5696712" y="1831848"/>
                </a:lnTo>
                <a:lnTo>
                  <a:pt x="5696712" y="1793748"/>
                </a:lnTo>
                <a:lnTo>
                  <a:pt x="5705856" y="1793748"/>
                </a:lnTo>
                <a:lnTo>
                  <a:pt x="5705856" y="1831848"/>
                </a:lnTo>
                <a:close/>
              </a:path>
              <a:path w="5706109" h="1991995">
                <a:moveTo>
                  <a:pt x="5705856" y="1898904"/>
                </a:moveTo>
                <a:lnTo>
                  <a:pt x="5696712" y="1898904"/>
                </a:lnTo>
                <a:lnTo>
                  <a:pt x="5696712" y="1860804"/>
                </a:lnTo>
                <a:lnTo>
                  <a:pt x="5705856" y="1860804"/>
                </a:lnTo>
                <a:lnTo>
                  <a:pt x="5705856" y="1898904"/>
                </a:lnTo>
                <a:close/>
              </a:path>
              <a:path w="5706109" h="1991995">
                <a:moveTo>
                  <a:pt x="5705856" y="1965960"/>
                </a:moveTo>
                <a:lnTo>
                  <a:pt x="5696712" y="1965960"/>
                </a:lnTo>
                <a:lnTo>
                  <a:pt x="5696712" y="1927860"/>
                </a:lnTo>
                <a:lnTo>
                  <a:pt x="5705856" y="1927860"/>
                </a:lnTo>
                <a:lnTo>
                  <a:pt x="5705856" y="1965960"/>
                </a:lnTo>
                <a:close/>
              </a:path>
              <a:path w="5706109" h="1991995">
                <a:moveTo>
                  <a:pt x="5693664" y="1991868"/>
                </a:moveTo>
                <a:lnTo>
                  <a:pt x="5655564" y="1991868"/>
                </a:lnTo>
                <a:lnTo>
                  <a:pt x="5655564" y="1981200"/>
                </a:lnTo>
                <a:lnTo>
                  <a:pt x="5693664" y="1981200"/>
                </a:lnTo>
                <a:lnTo>
                  <a:pt x="5693664" y="1991868"/>
                </a:lnTo>
                <a:close/>
              </a:path>
              <a:path w="5706109" h="1991995">
                <a:moveTo>
                  <a:pt x="5626608" y="1991868"/>
                </a:moveTo>
                <a:lnTo>
                  <a:pt x="5588508" y="1991868"/>
                </a:lnTo>
                <a:lnTo>
                  <a:pt x="5588508" y="1981200"/>
                </a:lnTo>
                <a:lnTo>
                  <a:pt x="5626608" y="1981200"/>
                </a:lnTo>
                <a:lnTo>
                  <a:pt x="5626608" y="1991868"/>
                </a:lnTo>
                <a:close/>
              </a:path>
              <a:path w="5706109" h="1991995">
                <a:moveTo>
                  <a:pt x="5561076" y="1991868"/>
                </a:moveTo>
                <a:lnTo>
                  <a:pt x="5522976" y="1991868"/>
                </a:lnTo>
                <a:lnTo>
                  <a:pt x="5522976" y="1981200"/>
                </a:lnTo>
                <a:lnTo>
                  <a:pt x="5561076" y="1981200"/>
                </a:lnTo>
                <a:lnTo>
                  <a:pt x="5561076" y="1991868"/>
                </a:lnTo>
                <a:close/>
              </a:path>
              <a:path w="5706109" h="1991995">
                <a:moveTo>
                  <a:pt x="5494020" y="1991868"/>
                </a:moveTo>
                <a:lnTo>
                  <a:pt x="5455920" y="1991868"/>
                </a:lnTo>
                <a:lnTo>
                  <a:pt x="5455920" y="1981200"/>
                </a:lnTo>
                <a:lnTo>
                  <a:pt x="5494020" y="1981200"/>
                </a:lnTo>
                <a:lnTo>
                  <a:pt x="5494020" y="1991868"/>
                </a:lnTo>
                <a:close/>
              </a:path>
              <a:path w="5706109" h="1991995">
                <a:moveTo>
                  <a:pt x="5426964" y="1991868"/>
                </a:moveTo>
                <a:lnTo>
                  <a:pt x="5388864" y="1991868"/>
                </a:lnTo>
                <a:lnTo>
                  <a:pt x="5388864" y="1981200"/>
                </a:lnTo>
                <a:lnTo>
                  <a:pt x="5426964" y="1981200"/>
                </a:lnTo>
                <a:lnTo>
                  <a:pt x="5426964" y="1991868"/>
                </a:lnTo>
                <a:close/>
              </a:path>
              <a:path w="5706109" h="1991995">
                <a:moveTo>
                  <a:pt x="5359908" y="1991868"/>
                </a:moveTo>
                <a:lnTo>
                  <a:pt x="5321808" y="1991868"/>
                </a:lnTo>
                <a:lnTo>
                  <a:pt x="5321808" y="1981200"/>
                </a:lnTo>
                <a:lnTo>
                  <a:pt x="5359908" y="1981200"/>
                </a:lnTo>
                <a:lnTo>
                  <a:pt x="5359908" y="1991868"/>
                </a:lnTo>
                <a:close/>
              </a:path>
              <a:path w="5706109" h="1991995">
                <a:moveTo>
                  <a:pt x="5294376" y="1991868"/>
                </a:moveTo>
                <a:lnTo>
                  <a:pt x="5256276" y="1991868"/>
                </a:lnTo>
                <a:lnTo>
                  <a:pt x="5256276" y="1981200"/>
                </a:lnTo>
                <a:lnTo>
                  <a:pt x="5294376" y="1981200"/>
                </a:lnTo>
                <a:lnTo>
                  <a:pt x="5294376" y="1991868"/>
                </a:lnTo>
                <a:close/>
              </a:path>
              <a:path w="5706109" h="1991995">
                <a:moveTo>
                  <a:pt x="5227320" y="1991868"/>
                </a:moveTo>
                <a:lnTo>
                  <a:pt x="5189220" y="1991868"/>
                </a:lnTo>
                <a:lnTo>
                  <a:pt x="5189220" y="1981200"/>
                </a:lnTo>
                <a:lnTo>
                  <a:pt x="5227320" y="1981200"/>
                </a:lnTo>
                <a:lnTo>
                  <a:pt x="5227320" y="1991868"/>
                </a:lnTo>
                <a:close/>
              </a:path>
              <a:path w="5706109" h="1991995">
                <a:moveTo>
                  <a:pt x="5160264" y="1991868"/>
                </a:moveTo>
                <a:lnTo>
                  <a:pt x="5122164" y="1991868"/>
                </a:lnTo>
                <a:lnTo>
                  <a:pt x="5122164" y="1981200"/>
                </a:lnTo>
                <a:lnTo>
                  <a:pt x="5160264" y="1981200"/>
                </a:lnTo>
                <a:lnTo>
                  <a:pt x="5160264" y="1991868"/>
                </a:lnTo>
                <a:close/>
              </a:path>
              <a:path w="5706109" h="1991995">
                <a:moveTo>
                  <a:pt x="5093208" y="1991868"/>
                </a:moveTo>
                <a:lnTo>
                  <a:pt x="5055108" y="1991868"/>
                </a:lnTo>
                <a:lnTo>
                  <a:pt x="5055108" y="1981200"/>
                </a:lnTo>
                <a:lnTo>
                  <a:pt x="5093208" y="1981200"/>
                </a:lnTo>
                <a:lnTo>
                  <a:pt x="5093208" y="1991868"/>
                </a:lnTo>
                <a:close/>
              </a:path>
              <a:path w="5706109" h="1991995">
                <a:moveTo>
                  <a:pt x="5027676" y="1991868"/>
                </a:moveTo>
                <a:lnTo>
                  <a:pt x="4989576" y="1991868"/>
                </a:lnTo>
                <a:lnTo>
                  <a:pt x="4989576" y="1981200"/>
                </a:lnTo>
                <a:lnTo>
                  <a:pt x="5027676" y="1981200"/>
                </a:lnTo>
                <a:lnTo>
                  <a:pt x="5027676" y="1991868"/>
                </a:lnTo>
                <a:close/>
              </a:path>
              <a:path w="5706109" h="1991995">
                <a:moveTo>
                  <a:pt x="4960620" y="1991868"/>
                </a:moveTo>
                <a:lnTo>
                  <a:pt x="4922520" y="1991868"/>
                </a:lnTo>
                <a:lnTo>
                  <a:pt x="4922520" y="1981200"/>
                </a:lnTo>
                <a:lnTo>
                  <a:pt x="4960620" y="1981200"/>
                </a:lnTo>
                <a:lnTo>
                  <a:pt x="4960620" y="1991868"/>
                </a:lnTo>
                <a:close/>
              </a:path>
              <a:path w="5706109" h="1991995">
                <a:moveTo>
                  <a:pt x="4893564" y="1991868"/>
                </a:moveTo>
                <a:lnTo>
                  <a:pt x="4855464" y="1991868"/>
                </a:lnTo>
                <a:lnTo>
                  <a:pt x="4855464" y="1981200"/>
                </a:lnTo>
                <a:lnTo>
                  <a:pt x="4893564" y="1981200"/>
                </a:lnTo>
                <a:lnTo>
                  <a:pt x="4893564" y="1991868"/>
                </a:lnTo>
                <a:close/>
              </a:path>
              <a:path w="5706109" h="1991995">
                <a:moveTo>
                  <a:pt x="4826508" y="1991868"/>
                </a:moveTo>
                <a:lnTo>
                  <a:pt x="4788408" y="1991868"/>
                </a:lnTo>
                <a:lnTo>
                  <a:pt x="4788408" y="1981200"/>
                </a:lnTo>
                <a:lnTo>
                  <a:pt x="4826508" y="1981200"/>
                </a:lnTo>
                <a:lnTo>
                  <a:pt x="4826508" y="1991868"/>
                </a:lnTo>
                <a:close/>
              </a:path>
              <a:path w="5706109" h="1991995">
                <a:moveTo>
                  <a:pt x="4760976" y="1991868"/>
                </a:moveTo>
                <a:lnTo>
                  <a:pt x="4722876" y="1991868"/>
                </a:lnTo>
                <a:lnTo>
                  <a:pt x="4722876" y="1981200"/>
                </a:lnTo>
                <a:lnTo>
                  <a:pt x="4760976" y="1981200"/>
                </a:lnTo>
                <a:lnTo>
                  <a:pt x="4760976" y="1991868"/>
                </a:lnTo>
                <a:close/>
              </a:path>
              <a:path w="5706109" h="1991995">
                <a:moveTo>
                  <a:pt x="4693920" y="1991868"/>
                </a:moveTo>
                <a:lnTo>
                  <a:pt x="4655820" y="1991868"/>
                </a:lnTo>
                <a:lnTo>
                  <a:pt x="4655820" y="1981200"/>
                </a:lnTo>
                <a:lnTo>
                  <a:pt x="4693920" y="1981200"/>
                </a:lnTo>
                <a:lnTo>
                  <a:pt x="4693920" y="1991868"/>
                </a:lnTo>
                <a:close/>
              </a:path>
              <a:path w="5706109" h="1991995">
                <a:moveTo>
                  <a:pt x="4626864" y="1991868"/>
                </a:moveTo>
                <a:lnTo>
                  <a:pt x="4588764" y="1991868"/>
                </a:lnTo>
                <a:lnTo>
                  <a:pt x="4588764" y="1981200"/>
                </a:lnTo>
                <a:lnTo>
                  <a:pt x="4626864" y="1981200"/>
                </a:lnTo>
                <a:lnTo>
                  <a:pt x="4626864" y="1991868"/>
                </a:lnTo>
                <a:close/>
              </a:path>
              <a:path w="5706109" h="1991995">
                <a:moveTo>
                  <a:pt x="4559808" y="1991868"/>
                </a:moveTo>
                <a:lnTo>
                  <a:pt x="4521708" y="1991868"/>
                </a:lnTo>
                <a:lnTo>
                  <a:pt x="4521708" y="1981200"/>
                </a:lnTo>
                <a:lnTo>
                  <a:pt x="4559808" y="1981200"/>
                </a:lnTo>
                <a:lnTo>
                  <a:pt x="4559808" y="1991868"/>
                </a:lnTo>
                <a:close/>
              </a:path>
              <a:path w="5706109" h="1991995">
                <a:moveTo>
                  <a:pt x="4494276" y="1991868"/>
                </a:moveTo>
                <a:lnTo>
                  <a:pt x="4456176" y="1991868"/>
                </a:lnTo>
                <a:lnTo>
                  <a:pt x="4456176" y="1981200"/>
                </a:lnTo>
                <a:lnTo>
                  <a:pt x="4494276" y="1981200"/>
                </a:lnTo>
                <a:lnTo>
                  <a:pt x="4494276" y="1991868"/>
                </a:lnTo>
                <a:close/>
              </a:path>
              <a:path w="5706109" h="1991995">
                <a:moveTo>
                  <a:pt x="4427220" y="1991868"/>
                </a:moveTo>
                <a:lnTo>
                  <a:pt x="4389120" y="1991868"/>
                </a:lnTo>
                <a:lnTo>
                  <a:pt x="4389120" y="1981200"/>
                </a:lnTo>
                <a:lnTo>
                  <a:pt x="4427220" y="1981200"/>
                </a:lnTo>
                <a:lnTo>
                  <a:pt x="4427220" y="1991868"/>
                </a:lnTo>
                <a:close/>
              </a:path>
              <a:path w="5706109" h="1991995">
                <a:moveTo>
                  <a:pt x="4360164" y="1991868"/>
                </a:moveTo>
                <a:lnTo>
                  <a:pt x="4322064" y="1991868"/>
                </a:lnTo>
                <a:lnTo>
                  <a:pt x="4322064" y="1981200"/>
                </a:lnTo>
                <a:lnTo>
                  <a:pt x="4360164" y="1981200"/>
                </a:lnTo>
                <a:lnTo>
                  <a:pt x="4360164" y="1991868"/>
                </a:lnTo>
                <a:close/>
              </a:path>
              <a:path w="5706109" h="1991995">
                <a:moveTo>
                  <a:pt x="4293108" y="1991868"/>
                </a:moveTo>
                <a:lnTo>
                  <a:pt x="4255008" y="1991868"/>
                </a:lnTo>
                <a:lnTo>
                  <a:pt x="4255008" y="1981200"/>
                </a:lnTo>
                <a:lnTo>
                  <a:pt x="4293108" y="1981200"/>
                </a:lnTo>
                <a:lnTo>
                  <a:pt x="4293108" y="1991868"/>
                </a:lnTo>
                <a:close/>
              </a:path>
              <a:path w="5706109" h="1991995">
                <a:moveTo>
                  <a:pt x="4227576" y="1991868"/>
                </a:moveTo>
                <a:lnTo>
                  <a:pt x="4189476" y="1991868"/>
                </a:lnTo>
                <a:lnTo>
                  <a:pt x="4189476" y="1981200"/>
                </a:lnTo>
                <a:lnTo>
                  <a:pt x="4227576" y="1981200"/>
                </a:lnTo>
                <a:lnTo>
                  <a:pt x="4227576" y="1991868"/>
                </a:lnTo>
                <a:close/>
              </a:path>
              <a:path w="5706109" h="1991995">
                <a:moveTo>
                  <a:pt x="4160520" y="1991868"/>
                </a:moveTo>
                <a:lnTo>
                  <a:pt x="4122420" y="1991868"/>
                </a:lnTo>
                <a:lnTo>
                  <a:pt x="4122420" y="1981200"/>
                </a:lnTo>
                <a:lnTo>
                  <a:pt x="4160520" y="1981200"/>
                </a:lnTo>
                <a:lnTo>
                  <a:pt x="4160520" y="1991868"/>
                </a:lnTo>
                <a:close/>
              </a:path>
              <a:path w="5706109" h="1991995">
                <a:moveTo>
                  <a:pt x="4093464" y="1991868"/>
                </a:moveTo>
                <a:lnTo>
                  <a:pt x="4055364" y="1991868"/>
                </a:lnTo>
                <a:lnTo>
                  <a:pt x="4055364" y="1981200"/>
                </a:lnTo>
                <a:lnTo>
                  <a:pt x="4093464" y="1981200"/>
                </a:lnTo>
                <a:lnTo>
                  <a:pt x="4093464" y="1991868"/>
                </a:lnTo>
                <a:close/>
              </a:path>
              <a:path w="5706109" h="1991995">
                <a:moveTo>
                  <a:pt x="4026408" y="1991868"/>
                </a:moveTo>
                <a:lnTo>
                  <a:pt x="3988308" y="1991868"/>
                </a:lnTo>
                <a:lnTo>
                  <a:pt x="3988308" y="1981200"/>
                </a:lnTo>
                <a:lnTo>
                  <a:pt x="4026408" y="1981200"/>
                </a:lnTo>
                <a:lnTo>
                  <a:pt x="4026408" y="1991868"/>
                </a:lnTo>
                <a:close/>
              </a:path>
              <a:path w="5706109" h="1991995">
                <a:moveTo>
                  <a:pt x="3960876" y="1991868"/>
                </a:moveTo>
                <a:lnTo>
                  <a:pt x="3922776" y="1991868"/>
                </a:lnTo>
                <a:lnTo>
                  <a:pt x="3922776" y="1981200"/>
                </a:lnTo>
                <a:lnTo>
                  <a:pt x="3960876" y="1981200"/>
                </a:lnTo>
                <a:lnTo>
                  <a:pt x="3960876" y="1991868"/>
                </a:lnTo>
                <a:close/>
              </a:path>
              <a:path w="5706109" h="1991995">
                <a:moveTo>
                  <a:pt x="3893820" y="1991868"/>
                </a:moveTo>
                <a:lnTo>
                  <a:pt x="3855720" y="1991868"/>
                </a:lnTo>
                <a:lnTo>
                  <a:pt x="3855720" y="1981200"/>
                </a:lnTo>
                <a:lnTo>
                  <a:pt x="3893820" y="1981200"/>
                </a:lnTo>
                <a:lnTo>
                  <a:pt x="3893820" y="1991868"/>
                </a:lnTo>
                <a:close/>
              </a:path>
              <a:path w="5706109" h="1991995">
                <a:moveTo>
                  <a:pt x="3826764" y="1991868"/>
                </a:moveTo>
                <a:lnTo>
                  <a:pt x="3788664" y="1991868"/>
                </a:lnTo>
                <a:lnTo>
                  <a:pt x="3788664" y="1981200"/>
                </a:lnTo>
                <a:lnTo>
                  <a:pt x="3826764" y="1981200"/>
                </a:lnTo>
                <a:lnTo>
                  <a:pt x="3826764" y="1991868"/>
                </a:lnTo>
                <a:close/>
              </a:path>
              <a:path w="5706109" h="1991995">
                <a:moveTo>
                  <a:pt x="3759708" y="1991868"/>
                </a:moveTo>
                <a:lnTo>
                  <a:pt x="3721608" y="1991868"/>
                </a:lnTo>
                <a:lnTo>
                  <a:pt x="3721608" y="1981200"/>
                </a:lnTo>
                <a:lnTo>
                  <a:pt x="3759708" y="1981200"/>
                </a:lnTo>
                <a:lnTo>
                  <a:pt x="3759708" y="1991868"/>
                </a:lnTo>
                <a:close/>
              </a:path>
              <a:path w="5706109" h="1991995">
                <a:moveTo>
                  <a:pt x="3694176" y="1991868"/>
                </a:moveTo>
                <a:lnTo>
                  <a:pt x="3656076" y="1991868"/>
                </a:lnTo>
                <a:lnTo>
                  <a:pt x="3656076" y="1981200"/>
                </a:lnTo>
                <a:lnTo>
                  <a:pt x="3694176" y="1981200"/>
                </a:lnTo>
                <a:lnTo>
                  <a:pt x="3694176" y="1991868"/>
                </a:lnTo>
                <a:close/>
              </a:path>
              <a:path w="5706109" h="1991995">
                <a:moveTo>
                  <a:pt x="3627120" y="1991868"/>
                </a:moveTo>
                <a:lnTo>
                  <a:pt x="3589020" y="1991868"/>
                </a:lnTo>
                <a:lnTo>
                  <a:pt x="3589020" y="1981200"/>
                </a:lnTo>
                <a:lnTo>
                  <a:pt x="3627120" y="1981200"/>
                </a:lnTo>
                <a:lnTo>
                  <a:pt x="3627120" y="1991868"/>
                </a:lnTo>
                <a:close/>
              </a:path>
              <a:path w="5706109" h="1991995">
                <a:moveTo>
                  <a:pt x="3560064" y="1991868"/>
                </a:moveTo>
                <a:lnTo>
                  <a:pt x="3521964" y="1991868"/>
                </a:lnTo>
                <a:lnTo>
                  <a:pt x="3521964" y="1981200"/>
                </a:lnTo>
                <a:lnTo>
                  <a:pt x="3560064" y="1981200"/>
                </a:lnTo>
                <a:lnTo>
                  <a:pt x="3560064" y="1991868"/>
                </a:lnTo>
                <a:close/>
              </a:path>
              <a:path w="5706109" h="1991995">
                <a:moveTo>
                  <a:pt x="3493008" y="1991868"/>
                </a:moveTo>
                <a:lnTo>
                  <a:pt x="3454908" y="1991868"/>
                </a:lnTo>
                <a:lnTo>
                  <a:pt x="3454908" y="1981200"/>
                </a:lnTo>
                <a:lnTo>
                  <a:pt x="3493008" y="1981200"/>
                </a:lnTo>
                <a:lnTo>
                  <a:pt x="3493008" y="1991868"/>
                </a:lnTo>
                <a:close/>
              </a:path>
              <a:path w="5706109" h="1991995">
                <a:moveTo>
                  <a:pt x="3427476" y="1991868"/>
                </a:moveTo>
                <a:lnTo>
                  <a:pt x="3389376" y="1991868"/>
                </a:lnTo>
                <a:lnTo>
                  <a:pt x="3389376" y="1981200"/>
                </a:lnTo>
                <a:lnTo>
                  <a:pt x="3427476" y="1981200"/>
                </a:lnTo>
                <a:lnTo>
                  <a:pt x="3427476" y="1991868"/>
                </a:lnTo>
                <a:close/>
              </a:path>
              <a:path w="5706109" h="1991995">
                <a:moveTo>
                  <a:pt x="3360420" y="1991868"/>
                </a:moveTo>
                <a:lnTo>
                  <a:pt x="3322320" y="1991868"/>
                </a:lnTo>
                <a:lnTo>
                  <a:pt x="3322320" y="1981200"/>
                </a:lnTo>
                <a:lnTo>
                  <a:pt x="3360420" y="1981200"/>
                </a:lnTo>
                <a:lnTo>
                  <a:pt x="3360420" y="1991868"/>
                </a:lnTo>
                <a:close/>
              </a:path>
              <a:path w="5706109" h="1991995">
                <a:moveTo>
                  <a:pt x="3293364" y="1991868"/>
                </a:moveTo>
                <a:lnTo>
                  <a:pt x="3255264" y="1991868"/>
                </a:lnTo>
                <a:lnTo>
                  <a:pt x="3255264" y="1981200"/>
                </a:lnTo>
                <a:lnTo>
                  <a:pt x="3293364" y="1981200"/>
                </a:lnTo>
                <a:lnTo>
                  <a:pt x="3293364" y="1991868"/>
                </a:lnTo>
                <a:close/>
              </a:path>
              <a:path w="5706109" h="1991995">
                <a:moveTo>
                  <a:pt x="3226308" y="1991868"/>
                </a:moveTo>
                <a:lnTo>
                  <a:pt x="3188208" y="1991868"/>
                </a:lnTo>
                <a:lnTo>
                  <a:pt x="3188208" y="1981200"/>
                </a:lnTo>
                <a:lnTo>
                  <a:pt x="3226308" y="1981200"/>
                </a:lnTo>
                <a:lnTo>
                  <a:pt x="3226308" y="1991868"/>
                </a:lnTo>
                <a:close/>
              </a:path>
              <a:path w="5706109" h="1991995">
                <a:moveTo>
                  <a:pt x="3160776" y="1991868"/>
                </a:moveTo>
                <a:lnTo>
                  <a:pt x="3122676" y="1991868"/>
                </a:lnTo>
                <a:lnTo>
                  <a:pt x="3122676" y="1981200"/>
                </a:lnTo>
                <a:lnTo>
                  <a:pt x="3160776" y="1981200"/>
                </a:lnTo>
                <a:lnTo>
                  <a:pt x="3160776" y="1991868"/>
                </a:lnTo>
                <a:close/>
              </a:path>
              <a:path w="5706109" h="1991995">
                <a:moveTo>
                  <a:pt x="3093720" y="1991868"/>
                </a:moveTo>
                <a:lnTo>
                  <a:pt x="3055620" y="1991868"/>
                </a:lnTo>
                <a:lnTo>
                  <a:pt x="3055620" y="1981200"/>
                </a:lnTo>
                <a:lnTo>
                  <a:pt x="3093720" y="1981200"/>
                </a:lnTo>
                <a:lnTo>
                  <a:pt x="3093720" y="1991868"/>
                </a:lnTo>
                <a:close/>
              </a:path>
              <a:path w="5706109" h="1991995">
                <a:moveTo>
                  <a:pt x="3026664" y="1991868"/>
                </a:moveTo>
                <a:lnTo>
                  <a:pt x="2988564" y="1991868"/>
                </a:lnTo>
                <a:lnTo>
                  <a:pt x="2988564" y="1981200"/>
                </a:lnTo>
                <a:lnTo>
                  <a:pt x="3026664" y="1981200"/>
                </a:lnTo>
                <a:lnTo>
                  <a:pt x="3026664" y="1991868"/>
                </a:lnTo>
                <a:close/>
              </a:path>
              <a:path w="5706109" h="1991995">
                <a:moveTo>
                  <a:pt x="2959608" y="1991868"/>
                </a:moveTo>
                <a:lnTo>
                  <a:pt x="2921508" y="1991868"/>
                </a:lnTo>
                <a:lnTo>
                  <a:pt x="2921508" y="1981200"/>
                </a:lnTo>
                <a:lnTo>
                  <a:pt x="2959608" y="1981200"/>
                </a:lnTo>
                <a:lnTo>
                  <a:pt x="2959608" y="1991868"/>
                </a:lnTo>
                <a:close/>
              </a:path>
              <a:path w="5706109" h="1991995">
                <a:moveTo>
                  <a:pt x="2894076" y="1991868"/>
                </a:moveTo>
                <a:lnTo>
                  <a:pt x="2855976" y="1991868"/>
                </a:lnTo>
                <a:lnTo>
                  <a:pt x="2855976" y="1981200"/>
                </a:lnTo>
                <a:lnTo>
                  <a:pt x="2894076" y="1981200"/>
                </a:lnTo>
                <a:lnTo>
                  <a:pt x="2894076" y="1991868"/>
                </a:lnTo>
                <a:close/>
              </a:path>
              <a:path w="5706109" h="1991995">
                <a:moveTo>
                  <a:pt x="2827020" y="1991868"/>
                </a:moveTo>
                <a:lnTo>
                  <a:pt x="2788920" y="1991868"/>
                </a:lnTo>
                <a:lnTo>
                  <a:pt x="2788920" y="1981200"/>
                </a:lnTo>
                <a:lnTo>
                  <a:pt x="2827020" y="1981200"/>
                </a:lnTo>
                <a:lnTo>
                  <a:pt x="2827020" y="1991868"/>
                </a:lnTo>
                <a:close/>
              </a:path>
              <a:path w="5706109" h="1991995">
                <a:moveTo>
                  <a:pt x="2759964" y="1991868"/>
                </a:moveTo>
                <a:lnTo>
                  <a:pt x="2721864" y="1991868"/>
                </a:lnTo>
                <a:lnTo>
                  <a:pt x="2721864" y="1981200"/>
                </a:lnTo>
                <a:lnTo>
                  <a:pt x="2759964" y="1981200"/>
                </a:lnTo>
                <a:lnTo>
                  <a:pt x="2759964" y="1991868"/>
                </a:lnTo>
                <a:close/>
              </a:path>
              <a:path w="5706109" h="1991995">
                <a:moveTo>
                  <a:pt x="2692908" y="1991868"/>
                </a:moveTo>
                <a:lnTo>
                  <a:pt x="2654808" y="1991868"/>
                </a:lnTo>
                <a:lnTo>
                  <a:pt x="2654808" y="1981200"/>
                </a:lnTo>
                <a:lnTo>
                  <a:pt x="2692908" y="1981200"/>
                </a:lnTo>
                <a:lnTo>
                  <a:pt x="2692908" y="1991868"/>
                </a:lnTo>
                <a:close/>
              </a:path>
              <a:path w="5706109" h="1991995">
                <a:moveTo>
                  <a:pt x="2627376" y="1991868"/>
                </a:moveTo>
                <a:lnTo>
                  <a:pt x="2589276" y="1991868"/>
                </a:lnTo>
                <a:lnTo>
                  <a:pt x="2589276" y="1981200"/>
                </a:lnTo>
                <a:lnTo>
                  <a:pt x="2627376" y="1981200"/>
                </a:lnTo>
                <a:lnTo>
                  <a:pt x="2627376" y="1991868"/>
                </a:lnTo>
                <a:close/>
              </a:path>
              <a:path w="5706109" h="1991995">
                <a:moveTo>
                  <a:pt x="2560320" y="1991868"/>
                </a:moveTo>
                <a:lnTo>
                  <a:pt x="2522220" y="1991868"/>
                </a:lnTo>
                <a:lnTo>
                  <a:pt x="2522220" y="1981200"/>
                </a:lnTo>
                <a:lnTo>
                  <a:pt x="2560320" y="1981200"/>
                </a:lnTo>
                <a:lnTo>
                  <a:pt x="2560320" y="1991868"/>
                </a:lnTo>
                <a:close/>
              </a:path>
              <a:path w="5706109" h="1991995">
                <a:moveTo>
                  <a:pt x="2493264" y="1991868"/>
                </a:moveTo>
                <a:lnTo>
                  <a:pt x="2455164" y="1991868"/>
                </a:lnTo>
                <a:lnTo>
                  <a:pt x="2455164" y="1981200"/>
                </a:lnTo>
                <a:lnTo>
                  <a:pt x="2493264" y="1981200"/>
                </a:lnTo>
                <a:lnTo>
                  <a:pt x="2493264" y="1991868"/>
                </a:lnTo>
                <a:close/>
              </a:path>
              <a:path w="5706109" h="1991995">
                <a:moveTo>
                  <a:pt x="2426208" y="1991868"/>
                </a:moveTo>
                <a:lnTo>
                  <a:pt x="2388108" y="1991868"/>
                </a:lnTo>
                <a:lnTo>
                  <a:pt x="2388108" y="1981200"/>
                </a:lnTo>
                <a:lnTo>
                  <a:pt x="2426208" y="1981200"/>
                </a:lnTo>
                <a:lnTo>
                  <a:pt x="2426208" y="1991868"/>
                </a:lnTo>
                <a:close/>
              </a:path>
              <a:path w="5706109" h="1991995">
                <a:moveTo>
                  <a:pt x="2360676" y="1991868"/>
                </a:moveTo>
                <a:lnTo>
                  <a:pt x="2322576" y="1991868"/>
                </a:lnTo>
                <a:lnTo>
                  <a:pt x="2322576" y="1981200"/>
                </a:lnTo>
                <a:lnTo>
                  <a:pt x="2360676" y="1981200"/>
                </a:lnTo>
                <a:lnTo>
                  <a:pt x="2360676" y="1991868"/>
                </a:lnTo>
                <a:close/>
              </a:path>
              <a:path w="5706109" h="1991995">
                <a:moveTo>
                  <a:pt x="2293620" y="1991868"/>
                </a:moveTo>
                <a:lnTo>
                  <a:pt x="2255520" y="1991868"/>
                </a:lnTo>
                <a:lnTo>
                  <a:pt x="2255520" y="1981200"/>
                </a:lnTo>
                <a:lnTo>
                  <a:pt x="2293620" y="1981200"/>
                </a:lnTo>
                <a:lnTo>
                  <a:pt x="2293620" y="1991868"/>
                </a:lnTo>
                <a:close/>
              </a:path>
              <a:path w="5706109" h="1991995">
                <a:moveTo>
                  <a:pt x="2226564" y="1991868"/>
                </a:moveTo>
                <a:lnTo>
                  <a:pt x="2188464" y="1991868"/>
                </a:lnTo>
                <a:lnTo>
                  <a:pt x="2188464" y="1981200"/>
                </a:lnTo>
                <a:lnTo>
                  <a:pt x="2226564" y="1981200"/>
                </a:lnTo>
                <a:lnTo>
                  <a:pt x="2226564" y="1991868"/>
                </a:lnTo>
                <a:close/>
              </a:path>
              <a:path w="5706109" h="1991995">
                <a:moveTo>
                  <a:pt x="2159508" y="1991868"/>
                </a:moveTo>
                <a:lnTo>
                  <a:pt x="2121408" y="1991868"/>
                </a:lnTo>
                <a:lnTo>
                  <a:pt x="2121408" y="1981200"/>
                </a:lnTo>
                <a:lnTo>
                  <a:pt x="2159508" y="1981200"/>
                </a:lnTo>
                <a:lnTo>
                  <a:pt x="2159508" y="1991868"/>
                </a:lnTo>
                <a:close/>
              </a:path>
              <a:path w="5706109" h="1991995">
                <a:moveTo>
                  <a:pt x="2093976" y="1991868"/>
                </a:moveTo>
                <a:lnTo>
                  <a:pt x="2055876" y="1991868"/>
                </a:lnTo>
                <a:lnTo>
                  <a:pt x="2055876" y="1981200"/>
                </a:lnTo>
                <a:lnTo>
                  <a:pt x="2093976" y="1981200"/>
                </a:lnTo>
                <a:lnTo>
                  <a:pt x="2093976" y="1991868"/>
                </a:lnTo>
                <a:close/>
              </a:path>
              <a:path w="5706109" h="1991995">
                <a:moveTo>
                  <a:pt x="2026920" y="1991868"/>
                </a:moveTo>
                <a:lnTo>
                  <a:pt x="1988820" y="1991868"/>
                </a:lnTo>
                <a:lnTo>
                  <a:pt x="1988820" y="1981200"/>
                </a:lnTo>
                <a:lnTo>
                  <a:pt x="2026920" y="1981200"/>
                </a:lnTo>
                <a:lnTo>
                  <a:pt x="2026920" y="1991868"/>
                </a:lnTo>
                <a:close/>
              </a:path>
              <a:path w="5706109" h="1991995">
                <a:moveTo>
                  <a:pt x="1959864" y="1991868"/>
                </a:moveTo>
                <a:lnTo>
                  <a:pt x="1921764" y="1991868"/>
                </a:lnTo>
                <a:lnTo>
                  <a:pt x="1921764" y="1981200"/>
                </a:lnTo>
                <a:lnTo>
                  <a:pt x="1959864" y="1981200"/>
                </a:lnTo>
                <a:lnTo>
                  <a:pt x="1959864" y="1991868"/>
                </a:lnTo>
                <a:close/>
              </a:path>
              <a:path w="5706109" h="1991995">
                <a:moveTo>
                  <a:pt x="1892808" y="1991868"/>
                </a:moveTo>
                <a:lnTo>
                  <a:pt x="1854708" y="1991868"/>
                </a:lnTo>
                <a:lnTo>
                  <a:pt x="1854708" y="1981200"/>
                </a:lnTo>
                <a:lnTo>
                  <a:pt x="1892808" y="1981200"/>
                </a:lnTo>
                <a:lnTo>
                  <a:pt x="1892808" y="1991868"/>
                </a:lnTo>
                <a:close/>
              </a:path>
              <a:path w="5706109" h="1991995">
                <a:moveTo>
                  <a:pt x="1827276" y="1991868"/>
                </a:moveTo>
                <a:lnTo>
                  <a:pt x="1789176" y="1991868"/>
                </a:lnTo>
                <a:lnTo>
                  <a:pt x="1789176" y="1981200"/>
                </a:lnTo>
                <a:lnTo>
                  <a:pt x="1827276" y="1981200"/>
                </a:lnTo>
                <a:lnTo>
                  <a:pt x="1827276" y="1991868"/>
                </a:lnTo>
                <a:close/>
              </a:path>
              <a:path w="5706109" h="1991995">
                <a:moveTo>
                  <a:pt x="1760220" y="1991868"/>
                </a:moveTo>
                <a:lnTo>
                  <a:pt x="1722120" y="1991868"/>
                </a:lnTo>
                <a:lnTo>
                  <a:pt x="1722120" y="1981200"/>
                </a:lnTo>
                <a:lnTo>
                  <a:pt x="1760220" y="1981200"/>
                </a:lnTo>
                <a:lnTo>
                  <a:pt x="1760220" y="1991868"/>
                </a:lnTo>
                <a:close/>
              </a:path>
              <a:path w="5706109" h="1991995">
                <a:moveTo>
                  <a:pt x="1693164" y="1991868"/>
                </a:moveTo>
                <a:lnTo>
                  <a:pt x="1655064" y="1991868"/>
                </a:lnTo>
                <a:lnTo>
                  <a:pt x="1655064" y="1981200"/>
                </a:lnTo>
                <a:lnTo>
                  <a:pt x="1693164" y="1981200"/>
                </a:lnTo>
                <a:lnTo>
                  <a:pt x="1693164" y="1991868"/>
                </a:lnTo>
                <a:close/>
              </a:path>
              <a:path w="5706109" h="1991995">
                <a:moveTo>
                  <a:pt x="1626108" y="1991868"/>
                </a:moveTo>
                <a:lnTo>
                  <a:pt x="1588008" y="1991868"/>
                </a:lnTo>
                <a:lnTo>
                  <a:pt x="1588008" y="1981200"/>
                </a:lnTo>
                <a:lnTo>
                  <a:pt x="1626108" y="1981200"/>
                </a:lnTo>
                <a:lnTo>
                  <a:pt x="1626108" y="1991868"/>
                </a:lnTo>
                <a:close/>
              </a:path>
              <a:path w="5706109" h="1991995">
                <a:moveTo>
                  <a:pt x="1560576" y="1991868"/>
                </a:moveTo>
                <a:lnTo>
                  <a:pt x="1522476" y="1991868"/>
                </a:lnTo>
                <a:lnTo>
                  <a:pt x="1522476" y="1981200"/>
                </a:lnTo>
                <a:lnTo>
                  <a:pt x="1560576" y="1981200"/>
                </a:lnTo>
                <a:lnTo>
                  <a:pt x="1560576" y="1991868"/>
                </a:lnTo>
                <a:close/>
              </a:path>
              <a:path w="5706109" h="1991995">
                <a:moveTo>
                  <a:pt x="1493520" y="1991868"/>
                </a:moveTo>
                <a:lnTo>
                  <a:pt x="1455420" y="1991868"/>
                </a:lnTo>
                <a:lnTo>
                  <a:pt x="1455420" y="1981200"/>
                </a:lnTo>
                <a:lnTo>
                  <a:pt x="1493520" y="1981200"/>
                </a:lnTo>
                <a:lnTo>
                  <a:pt x="1493520" y="1991868"/>
                </a:lnTo>
                <a:close/>
              </a:path>
              <a:path w="5706109" h="1991995">
                <a:moveTo>
                  <a:pt x="1426464" y="1991868"/>
                </a:moveTo>
                <a:lnTo>
                  <a:pt x="1388364" y="1991868"/>
                </a:lnTo>
                <a:lnTo>
                  <a:pt x="1388364" y="1981200"/>
                </a:lnTo>
                <a:lnTo>
                  <a:pt x="1426464" y="1981200"/>
                </a:lnTo>
                <a:lnTo>
                  <a:pt x="1426464" y="1991868"/>
                </a:lnTo>
                <a:close/>
              </a:path>
              <a:path w="5706109" h="1991995">
                <a:moveTo>
                  <a:pt x="1359408" y="1991868"/>
                </a:moveTo>
                <a:lnTo>
                  <a:pt x="1321308" y="1991868"/>
                </a:lnTo>
                <a:lnTo>
                  <a:pt x="1321308" y="1981200"/>
                </a:lnTo>
                <a:lnTo>
                  <a:pt x="1359408" y="1981200"/>
                </a:lnTo>
                <a:lnTo>
                  <a:pt x="1359408" y="1991868"/>
                </a:lnTo>
                <a:close/>
              </a:path>
              <a:path w="5706109" h="1991995">
                <a:moveTo>
                  <a:pt x="1293876" y="1991868"/>
                </a:moveTo>
                <a:lnTo>
                  <a:pt x="1255776" y="1991868"/>
                </a:lnTo>
                <a:lnTo>
                  <a:pt x="1255776" y="1981200"/>
                </a:lnTo>
                <a:lnTo>
                  <a:pt x="1293876" y="1981200"/>
                </a:lnTo>
                <a:lnTo>
                  <a:pt x="1293876" y="1991868"/>
                </a:lnTo>
                <a:close/>
              </a:path>
              <a:path w="5706109" h="1991995">
                <a:moveTo>
                  <a:pt x="1226820" y="1991868"/>
                </a:moveTo>
                <a:lnTo>
                  <a:pt x="1188720" y="1991868"/>
                </a:lnTo>
                <a:lnTo>
                  <a:pt x="1188720" y="1981200"/>
                </a:lnTo>
                <a:lnTo>
                  <a:pt x="1226820" y="1981200"/>
                </a:lnTo>
                <a:lnTo>
                  <a:pt x="1226820" y="1991868"/>
                </a:lnTo>
                <a:close/>
              </a:path>
              <a:path w="5706109" h="1991995">
                <a:moveTo>
                  <a:pt x="1159764" y="1991868"/>
                </a:moveTo>
                <a:lnTo>
                  <a:pt x="1121664" y="1991868"/>
                </a:lnTo>
                <a:lnTo>
                  <a:pt x="1121664" y="1981200"/>
                </a:lnTo>
                <a:lnTo>
                  <a:pt x="1159764" y="1981200"/>
                </a:lnTo>
                <a:lnTo>
                  <a:pt x="1159764" y="1991868"/>
                </a:lnTo>
                <a:close/>
              </a:path>
              <a:path w="5706109" h="1991995">
                <a:moveTo>
                  <a:pt x="1092708" y="1991868"/>
                </a:moveTo>
                <a:lnTo>
                  <a:pt x="1054608" y="1991868"/>
                </a:lnTo>
                <a:lnTo>
                  <a:pt x="1054608" y="1981200"/>
                </a:lnTo>
                <a:lnTo>
                  <a:pt x="1092708" y="1981200"/>
                </a:lnTo>
                <a:lnTo>
                  <a:pt x="1092708" y="1991868"/>
                </a:lnTo>
                <a:close/>
              </a:path>
              <a:path w="5706109" h="1991995">
                <a:moveTo>
                  <a:pt x="1027176" y="1991868"/>
                </a:moveTo>
                <a:lnTo>
                  <a:pt x="989076" y="1991868"/>
                </a:lnTo>
                <a:lnTo>
                  <a:pt x="989076" y="1981200"/>
                </a:lnTo>
                <a:lnTo>
                  <a:pt x="1027176" y="1981200"/>
                </a:lnTo>
                <a:lnTo>
                  <a:pt x="1027176" y="1991868"/>
                </a:lnTo>
                <a:close/>
              </a:path>
              <a:path w="5706109" h="1991995">
                <a:moveTo>
                  <a:pt x="960120" y="1991868"/>
                </a:moveTo>
                <a:lnTo>
                  <a:pt x="922020" y="1991868"/>
                </a:lnTo>
                <a:lnTo>
                  <a:pt x="922020" y="1981200"/>
                </a:lnTo>
                <a:lnTo>
                  <a:pt x="960120" y="1981200"/>
                </a:lnTo>
                <a:lnTo>
                  <a:pt x="960120" y="1991868"/>
                </a:lnTo>
                <a:close/>
              </a:path>
              <a:path w="5706109" h="1991995">
                <a:moveTo>
                  <a:pt x="893064" y="1991868"/>
                </a:moveTo>
                <a:lnTo>
                  <a:pt x="854964" y="1991868"/>
                </a:lnTo>
                <a:lnTo>
                  <a:pt x="854964" y="1981200"/>
                </a:lnTo>
                <a:lnTo>
                  <a:pt x="893064" y="1981200"/>
                </a:lnTo>
                <a:lnTo>
                  <a:pt x="893064" y="1991868"/>
                </a:lnTo>
                <a:close/>
              </a:path>
              <a:path w="5706109" h="1991995">
                <a:moveTo>
                  <a:pt x="826008" y="1991868"/>
                </a:moveTo>
                <a:lnTo>
                  <a:pt x="787908" y="1991868"/>
                </a:lnTo>
                <a:lnTo>
                  <a:pt x="787908" y="1981200"/>
                </a:lnTo>
                <a:lnTo>
                  <a:pt x="826008" y="1981200"/>
                </a:lnTo>
                <a:lnTo>
                  <a:pt x="826008" y="1991868"/>
                </a:lnTo>
                <a:close/>
              </a:path>
              <a:path w="5706109" h="1991995">
                <a:moveTo>
                  <a:pt x="760476" y="1991868"/>
                </a:moveTo>
                <a:lnTo>
                  <a:pt x="722376" y="1991868"/>
                </a:lnTo>
                <a:lnTo>
                  <a:pt x="722376" y="1981200"/>
                </a:lnTo>
                <a:lnTo>
                  <a:pt x="760476" y="1981200"/>
                </a:lnTo>
                <a:lnTo>
                  <a:pt x="760476" y="1991868"/>
                </a:lnTo>
                <a:close/>
              </a:path>
              <a:path w="5706109" h="1991995">
                <a:moveTo>
                  <a:pt x="693420" y="1991868"/>
                </a:moveTo>
                <a:lnTo>
                  <a:pt x="655320" y="1991868"/>
                </a:lnTo>
                <a:lnTo>
                  <a:pt x="655320" y="1981200"/>
                </a:lnTo>
                <a:lnTo>
                  <a:pt x="693420" y="1981200"/>
                </a:lnTo>
                <a:lnTo>
                  <a:pt x="693420" y="1991868"/>
                </a:lnTo>
                <a:close/>
              </a:path>
              <a:path w="5706109" h="1991995">
                <a:moveTo>
                  <a:pt x="626364" y="1991868"/>
                </a:moveTo>
                <a:lnTo>
                  <a:pt x="588264" y="1991868"/>
                </a:lnTo>
                <a:lnTo>
                  <a:pt x="588264" y="1981200"/>
                </a:lnTo>
                <a:lnTo>
                  <a:pt x="626364" y="1981200"/>
                </a:lnTo>
                <a:lnTo>
                  <a:pt x="626364" y="1991868"/>
                </a:lnTo>
                <a:close/>
              </a:path>
              <a:path w="5706109" h="1991995">
                <a:moveTo>
                  <a:pt x="559308" y="1991868"/>
                </a:moveTo>
                <a:lnTo>
                  <a:pt x="521208" y="1991868"/>
                </a:lnTo>
                <a:lnTo>
                  <a:pt x="521208" y="1981200"/>
                </a:lnTo>
                <a:lnTo>
                  <a:pt x="559308" y="1981200"/>
                </a:lnTo>
                <a:lnTo>
                  <a:pt x="559308" y="1991868"/>
                </a:lnTo>
                <a:close/>
              </a:path>
              <a:path w="5706109" h="1991995">
                <a:moveTo>
                  <a:pt x="493776" y="1991868"/>
                </a:moveTo>
                <a:lnTo>
                  <a:pt x="455676" y="1991868"/>
                </a:lnTo>
                <a:lnTo>
                  <a:pt x="455676" y="1981200"/>
                </a:lnTo>
                <a:lnTo>
                  <a:pt x="493776" y="1981200"/>
                </a:lnTo>
                <a:lnTo>
                  <a:pt x="493776" y="1991868"/>
                </a:lnTo>
                <a:close/>
              </a:path>
              <a:path w="5706109" h="1991995">
                <a:moveTo>
                  <a:pt x="426720" y="1991868"/>
                </a:moveTo>
                <a:lnTo>
                  <a:pt x="388620" y="1991868"/>
                </a:lnTo>
                <a:lnTo>
                  <a:pt x="388620" y="1981200"/>
                </a:lnTo>
                <a:lnTo>
                  <a:pt x="426720" y="1981200"/>
                </a:lnTo>
                <a:lnTo>
                  <a:pt x="426720" y="1991868"/>
                </a:lnTo>
                <a:close/>
              </a:path>
              <a:path w="5706109" h="1991995">
                <a:moveTo>
                  <a:pt x="359664" y="1991868"/>
                </a:moveTo>
                <a:lnTo>
                  <a:pt x="321564" y="1991868"/>
                </a:lnTo>
                <a:lnTo>
                  <a:pt x="321564" y="1981200"/>
                </a:lnTo>
                <a:lnTo>
                  <a:pt x="359664" y="1981200"/>
                </a:lnTo>
                <a:lnTo>
                  <a:pt x="359664" y="1991868"/>
                </a:lnTo>
                <a:close/>
              </a:path>
              <a:path w="5706109" h="1991995">
                <a:moveTo>
                  <a:pt x="292608" y="1991868"/>
                </a:moveTo>
                <a:lnTo>
                  <a:pt x="254508" y="1991868"/>
                </a:lnTo>
                <a:lnTo>
                  <a:pt x="254508" y="1981200"/>
                </a:lnTo>
                <a:lnTo>
                  <a:pt x="292608" y="1981200"/>
                </a:lnTo>
                <a:lnTo>
                  <a:pt x="292608" y="1991868"/>
                </a:lnTo>
                <a:close/>
              </a:path>
              <a:path w="5706109" h="1991995">
                <a:moveTo>
                  <a:pt x="227076" y="1991868"/>
                </a:moveTo>
                <a:lnTo>
                  <a:pt x="188976" y="1991868"/>
                </a:lnTo>
                <a:lnTo>
                  <a:pt x="188976" y="1981200"/>
                </a:lnTo>
                <a:lnTo>
                  <a:pt x="227076" y="1981200"/>
                </a:lnTo>
                <a:lnTo>
                  <a:pt x="227076" y="1991868"/>
                </a:lnTo>
                <a:close/>
              </a:path>
              <a:path w="5706109" h="1991995">
                <a:moveTo>
                  <a:pt x="160020" y="1991868"/>
                </a:moveTo>
                <a:lnTo>
                  <a:pt x="121920" y="1991868"/>
                </a:lnTo>
                <a:lnTo>
                  <a:pt x="121920" y="1981200"/>
                </a:lnTo>
                <a:lnTo>
                  <a:pt x="160020" y="1981200"/>
                </a:lnTo>
                <a:lnTo>
                  <a:pt x="160020" y="1991868"/>
                </a:lnTo>
                <a:close/>
              </a:path>
              <a:path w="5706109" h="1991995">
                <a:moveTo>
                  <a:pt x="92964" y="1991868"/>
                </a:moveTo>
                <a:lnTo>
                  <a:pt x="54864" y="1991868"/>
                </a:lnTo>
                <a:lnTo>
                  <a:pt x="54864" y="1981200"/>
                </a:lnTo>
                <a:lnTo>
                  <a:pt x="92964" y="1981200"/>
                </a:lnTo>
                <a:lnTo>
                  <a:pt x="92964" y="19918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349207" y="5812008"/>
            <a:ext cx="20396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695" marR="5080" indent="-34163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A52F0F"/>
                </a:solidFill>
                <a:latin typeface="Comic Sans MS"/>
                <a:cs typeface="Comic Sans MS"/>
              </a:rPr>
              <a:t>Read </a:t>
            </a:r>
            <a:r>
              <a:rPr sz="1800" b="1" dirty="0">
                <a:solidFill>
                  <a:srgbClr val="A52F0F"/>
                </a:solidFill>
                <a:latin typeface="Comic Sans MS"/>
                <a:cs typeface="Comic Sans MS"/>
              </a:rPr>
              <a:t>All </a:t>
            </a:r>
            <a:r>
              <a:rPr sz="1800" b="1" spc="-5" dirty="0">
                <a:solidFill>
                  <a:srgbClr val="A52F0F"/>
                </a:solidFill>
                <a:latin typeface="Comic Sans MS"/>
                <a:cs typeface="Comic Sans MS"/>
              </a:rPr>
              <a:t>the</a:t>
            </a:r>
            <a:r>
              <a:rPr sz="1800" b="1" spc="-95" dirty="0">
                <a:solidFill>
                  <a:srgbClr val="A52F0F"/>
                </a:solidFill>
                <a:latin typeface="Comic Sans MS"/>
                <a:cs typeface="Comic Sans MS"/>
              </a:rPr>
              <a:t> </a:t>
            </a:r>
            <a:r>
              <a:rPr sz="1800" b="1" spc="-5" dirty="0">
                <a:solidFill>
                  <a:srgbClr val="A52F0F"/>
                </a:solidFill>
                <a:latin typeface="Comic Sans MS"/>
                <a:cs typeface="Comic Sans MS"/>
              </a:rPr>
              <a:t>Code  in One</a:t>
            </a:r>
            <a:r>
              <a:rPr sz="1800" b="1" spc="-50" dirty="0">
                <a:solidFill>
                  <a:srgbClr val="A52F0F"/>
                </a:solidFill>
                <a:latin typeface="Comic Sans MS"/>
                <a:cs typeface="Comic Sans MS"/>
              </a:rPr>
              <a:t> </a:t>
            </a:r>
            <a:r>
              <a:rPr sz="1800" b="1" spc="-5" dirty="0">
                <a:solidFill>
                  <a:srgbClr val="A52F0F"/>
                </a:solidFill>
                <a:latin typeface="Comic Sans MS"/>
                <a:cs typeface="Comic Sans MS"/>
              </a:rPr>
              <a:t>Hour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335995" y="5812008"/>
            <a:ext cx="12814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064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1D057E"/>
                </a:solidFill>
                <a:latin typeface="Comic Sans MS"/>
                <a:cs typeface="Comic Sans MS"/>
              </a:rPr>
              <a:t>Do </a:t>
            </a:r>
            <a:r>
              <a:rPr sz="1800" b="1" dirty="0">
                <a:solidFill>
                  <a:srgbClr val="1D057E"/>
                </a:solidFill>
                <a:latin typeface="Comic Sans MS"/>
                <a:cs typeface="Comic Sans MS"/>
              </a:rPr>
              <a:t>a </a:t>
            </a:r>
            <a:r>
              <a:rPr sz="1800" b="1" spc="-5" dirty="0">
                <a:solidFill>
                  <a:srgbClr val="1D057E"/>
                </a:solidFill>
                <a:latin typeface="Comic Sans MS"/>
                <a:cs typeface="Comic Sans MS"/>
              </a:rPr>
              <a:t>Mock  </a:t>
            </a:r>
            <a:r>
              <a:rPr sz="1800" b="1" spc="5" dirty="0">
                <a:solidFill>
                  <a:srgbClr val="1D057E"/>
                </a:solidFill>
                <a:latin typeface="Comic Sans MS"/>
                <a:cs typeface="Comic Sans MS"/>
              </a:rPr>
              <a:t>I</a:t>
            </a:r>
            <a:r>
              <a:rPr sz="1800" b="1" spc="-10" dirty="0">
                <a:solidFill>
                  <a:srgbClr val="1D057E"/>
                </a:solidFill>
                <a:latin typeface="Comic Sans MS"/>
                <a:cs typeface="Comic Sans MS"/>
              </a:rPr>
              <a:t>n</a:t>
            </a:r>
            <a:r>
              <a:rPr sz="1800" b="1" spc="5" dirty="0">
                <a:solidFill>
                  <a:srgbClr val="1D057E"/>
                </a:solidFill>
                <a:latin typeface="Comic Sans MS"/>
                <a:cs typeface="Comic Sans MS"/>
              </a:rPr>
              <a:t>s</a:t>
            </a:r>
            <a:r>
              <a:rPr sz="1800" b="1" spc="-5" dirty="0">
                <a:solidFill>
                  <a:srgbClr val="1D057E"/>
                </a:solidFill>
                <a:latin typeface="Comic Sans MS"/>
                <a:cs typeface="Comic Sans MS"/>
              </a:rPr>
              <a:t>t</a:t>
            </a:r>
            <a:r>
              <a:rPr sz="1800" b="1" spc="5" dirty="0">
                <a:solidFill>
                  <a:srgbClr val="1D057E"/>
                </a:solidFill>
                <a:latin typeface="Comic Sans MS"/>
                <a:cs typeface="Comic Sans MS"/>
              </a:rPr>
              <a:t>a</a:t>
            </a:r>
            <a:r>
              <a:rPr sz="1800" b="1" spc="-10" dirty="0">
                <a:solidFill>
                  <a:srgbClr val="1D057E"/>
                </a:solidFill>
                <a:latin typeface="Comic Sans MS"/>
                <a:cs typeface="Comic Sans MS"/>
              </a:rPr>
              <a:t>ll</a:t>
            </a:r>
            <a:r>
              <a:rPr sz="1800" b="1" spc="5" dirty="0">
                <a:solidFill>
                  <a:srgbClr val="1D057E"/>
                </a:solidFill>
                <a:latin typeface="Comic Sans MS"/>
                <a:cs typeface="Comic Sans MS"/>
              </a:rPr>
              <a:t>a</a:t>
            </a:r>
            <a:r>
              <a:rPr sz="1800" b="1" spc="-5" dirty="0">
                <a:solidFill>
                  <a:srgbClr val="1D057E"/>
                </a:solidFill>
                <a:latin typeface="Comic Sans MS"/>
                <a:cs typeface="Comic Sans MS"/>
              </a:rPr>
              <a:t>ti</a:t>
            </a:r>
            <a:r>
              <a:rPr sz="1800" b="1" spc="5" dirty="0">
                <a:solidFill>
                  <a:srgbClr val="1D057E"/>
                </a:solidFill>
                <a:latin typeface="Comic Sans MS"/>
                <a:cs typeface="Comic Sans MS"/>
              </a:rPr>
              <a:t>o</a:t>
            </a:r>
            <a:r>
              <a:rPr sz="1800" b="1" dirty="0">
                <a:solidFill>
                  <a:srgbClr val="1D057E"/>
                </a:solidFill>
                <a:latin typeface="Comic Sans MS"/>
                <a:cs typeface="Comic Sans MS"/>
              </a:rPr>
              <a:t>n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36307" y="5225329"/>
            <a:ext cx="784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5" dirty="0">
                <a:solidFill>
                  <a:srgbClr val="7E010C"/>
                </a:solidFill>
                <a:latin typeface="Arial"/>
                <a:cs typeface="Arial"/>
              </a:rPr>
              <a:t>Read</a:t>
            </a:r>
            <a:r>
              <a:rPr sz="1800" i="1" spc="-45" dirty="0">
                <a:solidFill>
                  <a:srgbClr val="7E010C"/>
                </a:solidFill>
                <a:latin typeface="Arial"/>
                <a:cs typeface="Arial"/>
              </a:rPr>
              <a:t> </a:t>
            </a:r>
            <a:r>
              <a:rPr sz="1800" i="1" spc="220" dirty="0">
                <a:solidFill>
                  <a:srgbClr val="7E010C"/>
                </a:solidFill>
                <a:latin typeface="Arial"/>
                <a:cs typeface="Arial"/>
              </a:rPr>
              <a:t>it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697936" y="5225329"/>
            <a:ext cx="10750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35" dirty="0">
                <a:solidFill>
                  <a:srgbClr val="7E010C"/>
                </a:solidFill>
                <a:latin typeface="Arial"/>
                <a:cs typeface="Arial"/>
              </a:rPr>
              <a:t>Compile</a:t>
            </a:r>
            <a:r>
              <a:rPr sz="1800" i="1" spc="-40" dirty="0">
                <a:solidFill>
                  <a:srgbClr val="7E010C"/>
                </a:solidFill>
                <a:latin typeface="Arial"/>
                <a:cs typeface="Arial"/>
              </a:rPr>
              <a:t> </a:t>
            </a:r>
            <a:r>
              <a:rPr sz="1800" i="1" spc="220" dirty="0">
                <a:solidFill>
                  <a:srgbClr val="7E010C"/>
                </a:solidFill>
                <a:latin typeface="Arial"/>
                <a:cs typeface="Arial"/>
              </a:rPr>
              <a:t>it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545346" y="5812008"/>
            <a:ext cx="16198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01625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1D057E"/>
                </a:solidFill>
                <a:latin typeface="Comic Sans MS"/>
                <a:cs typeface="Comic Sans MS"/>
              </a:rPr>
              <a:t>Skim the  D</a:t>
            </a:r>
            <a:r>
              <a:rPr sz="1800" b="1" spc="5" dirty="0">
                <a:solidFill>
                  <a:srgbClr val="1D057E"/>
                </a:solidFill>
                <a:latin typeface="Comic Sans MS"/>
                <a:cs typeface="Comic Sans MS"/>
              </a:rPr>
              <a:t>o</a:t>
            </a:r>
            <a:r>
              <a:rPr sz="1800" b="1" spc="-10" dirty="0">
                <a:solidFill>
                  <a:srgbClr val="1D057E"/>
                </a:solidFill>
                <a:latin typeface="Comic Sans MS"/>
                <a:cs typeface="Comic Sans MS"/>
              </a:rPr>
              <a:t>c</a:t>
            </a:r>
            <a:r>
              <a:rPr sz="1800" b="1" dirty="0">
                <a:solidFill>
                  <a:srgbClr val="1D057E"/>
                </a:solidFill>
                <a:latin typeface="Comic Sans MS"/>
                <a:cs typeface="Comic Sans MS"/>
              </a:rPr>
              <a:t>u</a:t>
            </a:r>
            <a:r>
              <a:rPr sz="1800" b="1" spc="5" dirty="0">
                <a:solidFill>
                  <a:srgbClr val="1D057E"/>
                </a:solidFill>
                <a:latin typeface="Comic Sans MS"/>
                <a:cs typeface="Comic Sans MS"/>
              </a:rPr>
              <a:t>m</a:t>
            </a:r>
            <a:r>
              <a:rPr sz="1800" b="1" dirty="0">
                <a:solidFill>
                  <a:srgbClr val="1D057E"/>
                </a:solidFill>
                <a:latin typeface="Comic Sans MS"/>
                <a:cs typeface="Comic Sans MS"/>
              </a:rPr>
              <a:t>e</a:t>
            </a:r>
            <a:r>
              <a:rPr sz="1800" b="1" spc="10" dirty="0">
                <a:solidFill>
                  <a:srgbClr val="1D057E"/>
                </a:solidFill>
                <a:latin typeface="Comic Sans MS"/>
                <a:cs typeface="Comic Sans MS"/>
              </a:rPr>
              <a:t>n</a:t>
            </a:r>
            <a:r>
              <a:rPr sz="1800" b="1" spc="-5" dirty="0">
                <a:solidFill>
                  <a:srgbClr val="1D057E"/>
                </a:solidFill>
                <a:latin typeface="Comic Sans MS"/>
                <a:cs typeface="Comic Sans MS"/>
              </a:rPr>
              <a:t>t</a:t>
            </a:r>
            <a:r>
              <a:rPr sz="1800" b="1" spc="-15" dirty="0">
                <a:solidFill>
                  <a:srgbClr val="1D057E"/>
                </a:solidFill>
                <a:latin typeface="Comic Sans MS"/>
                <a:cs typeface="Comic Sans MS"/>
              </a:rPr>
              <a:t>a</a:t>
            </a:r>
            <a:r>
              <a:rPr sz="1800" b="1" spc="15" dirty="0">
                <a:solidFill>
                  <a:srgbClr val="1D057E"/>
                </a:solidFill>
                <a:latin typeface="Comic Sans MS"/>
                <a:cs typeface="Comic Sans MS"/>
              </a:rPr>
              <a:t>t</a:t>
            </a:r>
            <a:r>
              <a:rPr sz="1800" b="1" spc="-5" dirty="0">
                <a:solidFill>
                  <a:srgbClr val="1D057E"/>
                </a:solidFill>
                <a:latin typeface="Comic Sans MS"/>
                <a:cs typeface="Comic Sans MS"/>
              </a:rPr>
              <a:t>i</a:t>
            </a:r>
            <a:r>
              <a:rPr sz="1800" b="1" spc="-15" dirty="0">
                <a:solidFill>
                  <a:srgbClr val="1D057E"/>
                </a:solidFill>
                <a:latin typeface="Comic Sans MS"/>
                <a:cs typeface="Comic Sans MS"/>
              </a:rPr>
              <a:t>o</a:t>
            </a:r>
            <a:r>
              <a:rPr sz="1800" b="1" dirty="0">
                <a:solidFill>
                  <a:srgbClr val="1D057E"/>
                </a:solidFill>
                <a:latin typeface="Comic Sans MS"/>
                <a:cs typeface="Comic Sans MS"/>
              </a:rPr>
              <a:t>n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463783" y="4945379"/>
            <a:ext cx="3197860" cy="770255"/>
          </a:xfrm>
          <a:custGeom>
            <a:avLst/>
            <a:gdLst/>
            <a:ahLst/>
            <a:cxnLst/>
            <a:rect l="l" t="t" r="r" b="b"/>
            <a:pathLst>
              <a:path w="3197859" h="770254">
                <a:moveTo>
                  <a:pt x="929652" y="16776"/>
                </a:moveTo>
                <a:lnTo>
                  <a:pt x="923544" y="0"/>
                </a:lnTo>
                <a:lnTo>
                  <a:pt x="826008" y="32016"/>
                </a:lnTo>
                <a:lnTo>
                  <a:pt x="777240" y="50304"/>
                </a:lnTo>
                <a:lnTo>
                  <a:pt x="682752" y="83832"/>
                </a:lnTo>
                <a:lnTo>
                  <a:pt x="635508" y="102120"/>
                </a:lnTo>
                <a:lnTo>
                  <a:pt x="589788" y="118884"/>
                </a:lnTo>
                <a:lnTo>
                  <a:pt x="545592" y="137172"/>
                </a:lnTo>
                <a:lnTo>
                  <a:pt x="502920" y="156984"/>
                </a:lnTo>
                <a:lnTo>
                  <a:pt x="461772" y="175272"/>
                </a:lnTo>
                <a:lnTo>
                  <a:pt x="420624" y="195084"/>
                </a:lnTo>
                <a:lnTo>
                  <a:pt x="382524" y="216420"/>
                </a:lnTo>
                <a:lnTo>
                  <a:pt x="345948" y="237756"/>
                </a:lnTo>
                <a:lnTo>
                  <a:pt x="312420" y="259092"/>
                </a:lnTo>
                <a:lnTo>
                  <a:pt x="295656" y="271284"/>
                </a:lnTo>
                <a:lnTo>
                  <a:pt x="280416" y="281952"/>
                </a:lnTo>
                <a:lnTo>
                  <a:pt x="249936" y="306336"/>
                </a:lnTo>
                <a:lnTo>
                  <a:pt x="210312" y="342912"/>
                </a:lnTo>
                <a:lnTo>
                  <a:pt x="155448" y="409968"/>
                </a:lnTo>
                <a:lnTo>
                  <a:pt x="121920" y="464832"/>
                </a:lnTo>
                <a:lnTo>
                  <a:pt x="94488" y="524268"/>
                </a:lnTo>
                <a:lnTo>
                  <a:pt x="82296" y="553224"/>
                </a:lnTo>
                <a:lnTo>
                  <a:pt x="71628" y="583704"/>
                </a:lnTo>
                <a:lnTo>
                  <a:pt x="53340" y="644664"/>
                </a:lnTo>
                <a:lnTo>
                  <a:pt x="51346" y="652653"/>
                </a:lnTo>
                <a:lnTo>
                  <a:pt x="51346" y="695972"/>
                </a:lnTo>
                <a:lnTo>
                  <a:pt x="50292" y="696480"/>
                </a:lnTo>
                <a:lnTo>
                  <a:pt x="49555" y="695528"/>
                </a:lnTo>
                <a:lnTo>
                  <a:pt x="51346" y="695972"/>
                </a:lnTo>
                <a:lnTo>
                  <a:pt x="51346" y="652653"/>
                </a:lnTo>
                <a:lnTo>
                  <a:pt x="42786" y="686904"/>
                </a:lnTo>
                <a:lnTo>
                  <a:pt x="0" y="632472"/>
                </a:lnTo>
                <a:lnTo>
                  <a:pt x="32004" y="769632"/>
                </a:lnTo>
                <a:lnTo>
                  <a:pt x="92544" y="698004"/>
                </a:lnTo>
                <a:lnTo>
                  <a:pt x="123444" y="661428"/>
                </a:lnTo>
                <a:lnTo>
                  <a:pt x="61125" y="691286"/>
                </a:lnTo>
                <a:lnTo>
                  <a:pt x="71628" y="649236"/>
                </a:lnTo>
                <a:lnTo>
                  <a:pt x="80772" y="620280"/>
                </a:lnTo>
                <a:lnTo>
                  <a:pt x="89916" y="589800"/>
                </a:lnTo>
                <a:lnTo>
                  <a:pt x="99060" y="560844"/>
                </a:lnTo>
                <a:lnTo>
                  <a:pt x="123444" y="502932"/>
                </a:lnTo>
                <a:lnTo>
                  <a:pt x="153924" y="448068"/>
                </a:lnTo>
                <a:lnTo>
                  <a:pt x="190500" y="394728"/>
                </a:lnTo>
                <a:lnTo>
                  <a:pt x="248412" y="332244"/>
                </a:lnTo>
                <a:lnTo>
                  <a:pt x="275844" y="309384"/>
                </a:lnTo>
                <a:lnTo>
                  <a:pt x="291084" y="297192"/>
                </a:lnTo>
                <a:lnTo>
                  <a:pt x="321564" y="275856"/>
                </a:lnTo>
                <a:lnTo>
                  <a:pt x="338328" y="263664"/>
                </a:lnTo>
                <a:lnTo>
                  <a:pt x="355092" y="252996"/>
                </a:lnTo>
                <a:lnTo>
                  <a:pt x="391668" y="233184"/>
                </a:lnTo>
                <a:lnTo>
                  <a:pt x="429768" y="213372"/>
                </a:lnTo>
                <a:lnTo>
                  <a:pt x="469392" y="193560"/>
                </a:lnTo>
                <a:lnTo>
                  <a:pt x="510540" y="173748"/>
                </a:lnTo>
                <a:lnTo>
                  <a:pt x="553212" y="155460"/>
                </a:lnTo>
                <a:lnTo>
                  <a:pt x="597408" y="137172"/>
                </a:lnTo>
                <a:lnTo>
                  <a:pt x="643128" y="118884"/>
                </a:lnTo>
                <a:lnTo>
                  <a:pt x="688848" y="102120"/>
                </a:lnTo>
                <a:lnTo>
                  <a:pt x="736092" y="85356"/>
                </a:lnTo>
                <a:lnTo>
                  <a:pt x="783336" y="67068"/>
                </a:lnTo>
                <a:lnTo>
                  <a:pt x="929652" y="16776"/>
                </a:lnTo>
                <a:close/>
              </a:path>
              <a:path w="3197859" h="770254">
                <a:moveTo>
                  <a:pt x="1764804" y="643140"/>
                </a:moveTo>
                <a:lnTo>
                  <a:pt x="1711464" y="685050"/>
                </a:lnTo>
                <a:lnTo>
                  <a:pt x="1711464" y="83820"/>
                </a:lnTo>
                <a:lnTo>
                  <a:pt x="1691640" y="83820"/>
                </a:lnTo>
                <a:lnTo>
                  <a:pt x="1691640" y="686066"/>
                </a:lnTo>
                <a:lnTo>
                  <a:pt x="1638300" y="643140"/>
                </a:lnTo>
                <a:lnTo>
                  <a:pt x="1700784" y="769632"/>
                </a:lnTo>
                <a:lnTo>
                  <a:pt x="1739353" y="693432"/>
                </a:lnTo>
                <a:lnTo>
                  <a:pt x="1764804" y="643140"/>
                </a:lnTo>
                <a:close/>
              </a:path>
              <a:path w="3197859" h="770254">
                <a:moveTo>
                  <a:pt x="3197364" y="633996"/>
                </a:moveTo>
                <a:lnTo>
                  <a:pt x="3151784" y="686079"/>
                </a:lnTo>
                <a:lnTo>
                  <a:pt x="3144024" y="644664"/>
                </a:lnTo>
                <a:lnTo>
                  <a:pt x="3136404" y="614184"/>
                </a:lnTo>
                <a:lnTo>
                  <a:pt x="3130308" y="583704"/>
                </a:lnTo>
                <a:lnTo>
                  <a:pt x="3121164" y="554748"/>
                </a:lnTo>
                <a:lnTo>
                  <a:pt x="3112020" y="524268"/>
                </a:lnTo>
                <a:lnTo>
                  <a:pt x="3092208" y="466356"/>
                </a:lnTo>
                <a:lnTo>
                  <a:pt x="3064776" y="409968"/>
                </a:lnTo>
                <a:lnTo>
                  <a:pt x="3032772" y="356628"/>
                </a:lnTo>
                <a:lnTo>
                  <a:pt x="2993148" y="306336"/>
                </a:lnTo>
                <a:lnTo>
                  <a:pt x="2945904" y="260616"/>
                </a:lnTo>
                <a:lnTo>
                  <a:pt x="2891040" y="216420"/>
                </a:lnTo>
                <a:lnTo>
                  <a:pt x="2831604" y="176796"/>
                </a:lnTo>
                <a:lnTo>
                  <a:pt x="2732544" y="120408"/>
                </a:lnTo>
                <a:lnTo>
                  <a:pt x="2662440" y="83832"/>
                </a:lnTo>
                <a:lnTo>
                  <a:pt x="2478036" y="0"/>
                </a:lnTo>
                <a:lnTo>
                  <a:pt x="2470416" y="16776"/>
                </a:lnTo>
                <a:lnTo>
                  <a:pt x="2618244" y="83832"/>
                </a:lnTo>
                <a:lnTo>
                  <a:pt x="2654820" y="102120"/>
                </a:lnTo>
                <a:lnTo>
                  <a:pt x="2689872" y="118884"/>
                </a:lnTo>
                <a:lnTo>
                  <a:pt x="2723400" y="137172"/>
                </a:lnTo>
                <a:lnTo>
                  <a:pt x="2758452" y="155460"/>
                </a:lnTo>
                <a:lnTo>
                  <a:pt x="2822460" y="192036"/>
                </a:lnTo>
                <a:lnTo>
                  <a:pt x="2880372" y="231660"/>
                </a:lnTo>
                <a:lnTo>
                  <a:pt x="2933712" y="274332"/>
                </a:lnTo>
                <a:lnTo>
                  <a:pt x="2979432" y="320052"/>
                </a:lnTo>
                <a:lnTo>
                  <a:pt x="3017532" y="368820"/>
                </a:lnTo>
                <a:lnTo>
                  <a:pt x="3048012" y="419112"/>
                </a:lnTo>
                <a:lnTo>
                  <a:pt x="3073920" y="473976"/>
                </a:lnTo>
                <a:lnTo>
                  <a:pt x="3095256" y="530364"/>
                </a:lnTo>
                <a:lnTo>
                  <a:pt x="3110496" y="589800"/>
                </a:lnTo>
                <a:lnTo>
                  <a:pt x="3118116" y="618756"/>
                </a:lnTo>
                <a:lnTo>
                  <a:pt x="3124212" y="649236"/>
                </a:lnTo>
                <a:lnTo>
                  <a:pt x="3133229" y="689216"/>
                </a:lnTo>
                <a:lnTo>
                  <a:pt x="3072396" y="656856"/>
                </a:lnTo>
                <a:lnTo>
                  <a:pt x="3156216" y="769632"/>
                </a:lnTo>
                <a:lnTo>
                  <a:pt x="3178403" y="696480"/>
                </a:lnTo>
                <a:lnTo>
                  <a:pt x="3197364" y="633996"/>
                </a:lnTo>
                <a:close/>
              </a:path>
            </a:pathLst>
          </a:custGeom>
          <a:solidFill>
            <a:srgbClr val="1D05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176551" y="4493833"/>
            <a:ext cx="1950720" cy="116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4010" marR="5080" indent="-277495">
              <a:lnSpc>
                <a:spcPct val="158300"/>
              </a:lnSpc>
              <a:spcBef>
                <a:spcPts val="100"/>
              </a:spcBef>
            </a:pPr>
            <a:r>
              <a:rPr sz="1800" i="1" spc="105" dirty="0">
                <a:solidFill>
                  <a:srgbClr val="1D057E"/>
                </a:solidFill>
                <a:latin typeface="Arial"/>
                <a:cs typeface="Arial"/>
              </a:rPr>
              <a:t>Software</a:t>
            </a:r>
            <a:r>
              <a:rPr sz="1800" i="1" spc="-40" dirty="0">
                <a:solidFill>
                  <a:srgbClr val="1D057E"/>
                </a:solidFill>
                <a:latin typeface="Arial"/>
                <a:cs typeface="Arial"/>
              </a:rPr>
              <a:t> </a:t>
            </a:r>
            <a:r>
              <a:rPr sz="1800" i="1" spc="45" dirty="0">
                <a:solidFill>
                  <a:srgbClr val="1D057E"/>
                </a:solidFill>
                <a:latin typeface="Arial"/>
                <a:cs typeface="Arial"/>
              </a:rPr>
              <a:t>System  </a:t>
            </a:r>
            <a:r>
              <a:rPr sz="1800" i="1" spc="-55" dirty="0">
                <a:solidFill>
                  <a:srgbClr val="7E010C"/>
                </a:solidFill>
                <a:latin typeface="Arial"/>
                <a:cs typeface="Arial"/>
              </a:rPr>
              <a:t>Read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i="1" spc="40" dirty="0">
                <a:solidFill>
                  <a:srgbClr val="7E010C"/>
                </a:solidFill>
                <a:latin typeface="Arial"/>
                <a:cs typeface="Arial"/>
              </a:rPr>
              <a:t>about</a:t>
            </a:r>
            <a:r>
              <a:rPr sz="1800" i="1" spc="-35" dirty="0">
                <a:solidFill>
                  <a:srgbClr val="7E010C"/>
                </a:solidFill>
                <a:latin typeface="Arial"/>
                <a:cs typeface="Arial"/>
              </a:rPr>
              <a:t> </a:t>
            </a:r>
            <a:r>
              <a:rPr sz="1800" i="1" spc="220" dirty="0">
                <a:solidFill>
                  <a:srgbClr val="7E010C"/>
                </a:solidFill>
                <a:latin typeface="Arial"/>
                <a:cs typeface="Arial"/>
              </a:rPr>
              <a:t>it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462" y="1102838"/>
            <a:ext cx="57169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Chat </a:t>
            </a:r>
            <a:r>
              <a:rPr spc="-130" dirty="0"/>
              <a:t>with </a:t>
            </a:r>
            <a:r>
              <a:rPr spc="-30" dirty="0"/>
              <a:t>the</a:t>
            </a:r>
            <a:r>
              <a:rPr spc="-810" dirty="0"/>
              <a:t> </a:t>
            </a:r>
            <a:r>
              <a:rPr spc="-75" dirty="0"/>
              <a:t>Maintainers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79068" y="2617755"/>
            <a:ext cx="6425565" cy="3404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marR="503555" indent="-342900">
              <a:lnSpc>
                <a:spcPct val="100000"/>
              </a:lnSpc>
              <a:spcBef>
                <a:spcPts val="105"/>
              </a:spcBef>
            </a:pPr>
            <a:r>
              <a:rPr sz="2000" spc="-65" dirty="0">
                <a:solidFill>
                  <a:srgbClr val="3F3F3F"/>
                </a:solidFill>
                <a:latin typeface="Verdana"/>
                <a:cs typeface="Verdana"/>
              </a:rPr>
              <a:t>Problem: </a:t>
            </a:r>
            <a:r>
              <a:rPr sz="2000" i="1" dirty="0">
                <a:solidFill>
                  <a:srgbClr val="FF0000"/>
                </a:solidFill>
                <a:latin typeface="TeX Gyre Adventor"/>
                <a:cs typeface="TeX Gyre Adventor"/>
              </a:rPr>
              <a:t>What </a:t>
            </a:r>
            <a:r>
              <a:rPr sz="2000" i="1" spc="-5" dirty="0">
                <a:solidFill>
                  <a:srgbClr val="FF0000"/>
                </a:solidFill>
                <a:latin typeface="TeX Gyre Adventor"/>
                <a:cs typeface="TeX Gyre Adventor"/>
              </a:rPr>
              <a:t>are </a:t>
            </a:r>
            <a:r>
              <a:rPr sz="2000" i="1" spc="5" dirty="0">
                <a:solidFill>
                  <a:srgbClr val="FF0000"/>
                </a:solidFill>
                <a:latin typeface="TeX Gyre Adventor"/>
                <a:cs typeface="TeX Gyre Adventor"/>
              </a:rPr>
              <a:t>the </a:t>
            </a:r>
            <a:r>
              <a:rPr sz="2000" i="1" dirty="0">
                <a:solidFill>
                  <a:srgbClr val="FF0000"/>
                </a:solidFill>
                <a:latin typeface="TeX Gyre Adventor"/>
                <a:cs typeface="TeX Gyre Adventor"/>
              </a:rPr>
              <a:t>history </a:t>
            </a:r>
            <a:r>
              <a:rPr sz="2000" i="1" spc="-5" dirty="0">
                <a:solidFill>
                  <a:srgbClr val="FF0000"/>
                </a:solidFill>
                <a:latin typeface="TeX Gyre Adventor"/>
                <a:cs typeface="TeX Gyre Adventor"/>
              </a:rPr>
              <a:t>and </a:t>
            </a:r>
            <a:r>
              <a:rPr sz="2000" i="1" dirty="0">
                <a:solidFill>
                  <a:srgbClr val="FF0000"/>
                </a:solidFill>
                <a:latin typeface="TeX Gyre Adventor"/>
                <a:cs typeface="TeX Gyre Adventor"/>
              </a:rPr>
              <a:t>politics </a:t>
            </a:r>
            <a:r>
              <a:rPr sz="2000" i="1" spc="5" dirty="0">
                <a:solidFill>
                  <a:srgbClr val="FF0000"/>
                </a:solidFill>
                <a:latin typeface="TeX Gyre Adventor"/>
                <a:cs typeface="TeX Gyre Adventor"/>
              </a:rPr>
              <a:t>of</a:t>
            </a:r>
            <a:r>
              <a:rPr sz="2000" i="1" spc="-295" dirty="0">
                <a:solidFill>
                  <a:srgbClr val="FF0000"/>
                </a:solidFill>
                <a:latin typeface="TeX Gyre Adventor"/>
                <a:cs typeface="TeX Gyre Adventor"/>
              </a:rPr>
              <a:t> </a:t>
            </a:r>
            <a:r>
              <a:rPr sz="2000" i="1" spc="15" dirty="0">
                <a:solidFill>
                  <a:srgbClr val="FF0000"/>
                </a:solidFill>
                <a:latin typeface="TeX Gyre Adventor"/>
                <a:cs typeface="TeX Gyre Adventor"/>
              </a:rPr>
              <a:t>the  </a:t>
            </a:r>
            <a:r>
              <a:rPr sz="2000" i="1" dirty="0">
                <a:solidFill>
                  <a:srgbClr val="FF0000"/>
                </a:solidFill>
                <a:latin typeface="TeX Gyre Adventor"/>
                <a:cs typeface="TeX Gyre Adventor"/>
              </a:rPr>
              <a:t>legacy</a:t>
            </a:r>
            <a:r>
              <a:rPr sz="2000" i="1" spc="-35" dirty="0">
                <a:solidFill>
                  <a:srgbClr val="FF0000"/>
                </a:solidFill>
                <a:latin typeface="TeX Gyre Adventor"/>
                <a:cs typeface="TeX Gyre Adventor"/>
              </a:rPr>
              <a:t> </a:t>
            </a:r>
            <a:r>
              <a:rPr sz="2000" i="1" dirty="0">
                <a:solidFill>
                  <a:srgbClr val="FF0000"/>
                </a:solidFill>
                <a:latin typeface="TeX Gyre Adventor"/>
                <a:cs typeface="TeX Gyre Adventor"/>
              </a:rPr>
              <a:t>system?</a:t>
            </a:r>
            <a:endParaRPr sz="2000">
              <a:latin typeface="TeX Gyre Adventor"/>
              <a:cs typeface="TeX Gyre Adventor"/>
            </a:endParaRPr>
          </a:p>
          <a:p>
            <a:pPr marL="354965" marR="821055" indent="-342900">
              <a:lnSpc>
                <a:spcPct val="100000"/>
              </a:lnSpc>
              <a:spcBef>
                <a:spcPts val="995"/>
              </a:spcBef>
            </a:pPr>
            <a:r>
              <a:rPr sz="2000" spc="-114" dirty="0">
                <a:solidFill>
                  <a:srgbClr val="3F3F3F"/>
                </a:solidFill>
                <a:latin typeface="Verdana"/>
                <a:cs typeface="Verdana"/>
              </a:rPr>
              <a:t>Solution: </a:t>
            </a:r>
            <a:r>
              <a:rPr sz="2000" i="1" dirty="0">
                <a:solidFill>
                  <a:srgbClr val="009900"/>
                </a:solidFill>
                <a:latin typeface="TeX Gyre Adventor"/>
                <a:cs typeface="TeX Gyre Adventor"/>
              </a:rPr>
              <a:t>Discuss </a:t>
            </a:r>
            <a:r>
              <a:rPr sz="2000" i="1" spc="5" dirty="0">
                <a:solidFill>
                  <a:srgbClr val="009900"/>
                </a:solidFill>
                <a:latin typeface="TeX Gyre Adventor"/>
                <a:cs typeface="TeX Gyre Adventor"/>
              </a:rPr>
              <a:t>the </a:t>
            </a:r>
            <a:r>
              <a:rPr sz="2000" i="1" dirty="0">
                <a:solidFill>
                  <a:srgbClr val="009900"/>
                </a:solidFill>
                <a:latin typeface="TeX Gyre Adventor"/>
                <a:cs typeface="TeX Gyre Adventor"/>
              </a:rPr>
              <a:t>problems with </a:t>
            </a:r>
            <a:r>
              <a:rPr sz="2000" i="1" spc="5" dirty="0">
                <a:solidFill>
                  <a:srgbClr val="009900"/>
                </a:solidFill>
                <a:latin typeface="TeX Gyre Adventor"/>
                <a:cs typeface="TeX Gyre Adventor"/>
              </a:rPr>
              <a:t>the</a:t>
            </a:r>
            <a:r>
              <a:rPr sz="2000" i="1" spc="-260" dirty="0">
                <a:solidFill>
                  <a:srgbClr val="009900"/>
                </a:solidFill>
                <a:latin typeface="TeX Gyre Adventor"/>
                <a:cs typeface="TeX Gyre Adventor"/>
              </a:rPr>
              <a:t> </a:t>
            </a:r>
            <a:r>
              <a:rPr sz="2000" i="1" dirty="0">
                <a:solidFill>
                  <a:srgbClr val="009900"/>
                </a:solidFill>
                <a:latin typeface="TeX Gyre Adventor"/>
                <a:cs typeface="TeX Gyre Adventor"/>
              </a:rPr>
              <a:t>system  </a:t>
            </a:r>
            <a:r>
              <a:rPr sz="2000" i="1" spc="-5" dirty="0">
                <a:solidFill>
                  <a:srgbClr val="009900"/>
                </a:solidFill>
                <a:latin typeface="TeX Gyre Adventor"/>
                <a:cs typeface="TeX Gyre Adventor"/>
              </a:rPr>
              <a:t>maintainers.</a:t>
            </a:r>
            <a:endParaRPr sz="2000">
              <a:latin typeface="TeX Gyre Adventor"/>
              <a:cs typeface="TeX Gyre Adventor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550">
              <a:latin typeface="TeX Gyre Adventor"/>
              <a:cs typeface="TeX Gyre Adventor"/>
            </a:endParaRPr>
          </a:p>
          <a:p>
            <a:pPr marL="354965" indent="-342900">
              <a:lnSpc>
                <a:spcPct val="100000"/>
              </a:lnSpc>
              <a:buClr>
                <a:srgbClr val="A52F0F"/>
              </a:buClr>
              <a:buFont typeface="Georgia"/>
              <a:buChar char=""/>
              <a:tabLst>
                <a:tab pos="355600" algn="l"/>
              </a:tabLst>
            </a:pPr>
            <a:r>
              <a:rPr sz="2000" spc="5" dirty="0">
                <a:solidFill>
                  <a:srgbClr val="3F3F3F"/>
                </a:solidFill>
                <a:latin typeface="Verdana"/>
                <a:cs typeface="Verdana"/>
              </a:rPr>
              <a:t>Documentation</a:t>
            </a:r>
            <a:r>
              <a:rPr sz="2000" spc="-18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110" dirty="0">
                <a:solidFill>
                  <a:srgbClr val="3F3F3F"/>
                </a:solidFill>
                <a:latin typeface="Verdana"/>
                <a:cs typeface="Verdana"/>
              </a:rPr>
              <a:t>will</a:t>
            </a:r>
            <a:r>
              <a:rPr sz="2000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35" dirty="0">
                <a:solidFill>
                  <a:srgbClr val="3F3F3F"/>
                </a:solidFill>
                <a:latin typeface="Verdana"/>
                <a:cs typeface="Verdana"/>
              </a:rPr>
              <a:t>mislead</a:t>
            </a:r>
            <a:r>
              <a:rPr sz="2000" spc="-19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3F3F3F"/>
                </a:solidFill>
                <a:latin typeface="Verdana"/>
                <a:cs typeface="Verdana"/>
              </a:rPr>
              <a:t>you</a:t>
            </a:r>
            <a:r>
              <a:rPr sz="2000" spc="-15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95" dirty="0">
                <a:solidFill>
                  <a:srgbClr val="3F3F3F"/>
                </a:solidFill>
                <a:latin typeface="Verdana"/>
                <a:cs typeface="Verdana"/>
              </a:rPr>
              <a:t>(various</a:t>
            </a:r>
            <a:r>
              <a:rPr sz="20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3F3F3F"/>
                </a:solidFill>
                <a:latin typeface="Verdana"/>
                <a:cs typeface="Verdana"/>
              </a:rPr>
              <a:t>reasons)</a:t>
            </a:r>
            <a:endParaRPr sz="2000">
              <a:latin typeface="Verdana"/>
              <a:cs typeface="Verdana"/>
            </a:endParaRPr>
          </a:p>
          <a:p>
            <a:pPr marL="354965" indent="-34290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"/>
              <a:tabLst>
                <a:tab pos="355600" algn="l"/>
              </a:tabLst>
            </a:pPr>
            <a:r>
              <a:rPr sz="2000" spc="-65" dirty="0">
                <a:solidFill>
                  <a:srgbClr val="3F3F3F"/>
                </a:solidFill>
                <a:latin typeface="Verdana"/>
                <a:cs typeface="Verdana"/>
              </a:rPr>
              <a:t>Stakeholders </a:t>
            </a:r>
            <a:r>
              <a:rPr sz="2000" spc="-110" dirty="0">
                <a:solidFill>
                  <a:srgbClr val="3F3F3F"/>
                </a:solidFill>
                <a:latin typeface="Verdana"/>
                <a:cs typeface="Verdana"/>
              </a:rPr>
              <a:t>will </a:t>
            </a:r>
            <a:r>
              <a:rPr sz="2000" spc="-35" dirty="0">
                <a:solidFill>
                  <a:srgbClr val="3F3F3F"/>
                </a:solidFill>
                <a:latin typeface="Verdana"/>
                <a:cs typeface="Verdana"/>
              </a:rPr>
              <a:t>mislead </a:t>
            </a:r>
            <a:r>
              <a:rPr sz="2000" spc="-30" dirty="0">
                <a:solidFill>
                  <a:srgbClr val="3F3F3F"/>
                </a:solidFill>
                <a:latin typeface="Verdana"/>
                <a:cs typeface="Verdana"/>
              </a:rPr>
              <a:t>you</a:t>
            </a:r>
            <a:r>
              <a:rPr sz="2000" spc="-5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95" dirty="0">
                <a:solidFill>
                  <a:srgbClr val="3F3F3F"/>
                </a:solidFill>
                <a:latin typeface="Verdana"/>
                <a:cs typeface="Verdana"/>
              </a:rPr>
              <a:t>(various </a:t>
            </a:r>
            <a:r>
              <a:rPr sz="2000" spc="-80" dirty="0">
                <a:solidFill>
                  <a:srgbClr val="3F3F3F"/>
                </a:solidFill>
                <a:latin typeface="Verdana"/>
                <a:cs typeface="Verdana"/>
              </a:rPr>
              <a:t>reasons)</a:t>
            </a:r>
            <a:endParaRPr sz="2000">
              <a:latin typeface="Verdana"/>
              <a:cs typeface="Verdana"/>
            </a:endParaRPr>
          </a:p>
          <a:p>
            <a:pPr marL="354965" marR="474345" indent="-342900">
              <a:lnSpc>
                <a:spcPct val="100000"/>
              </a:lnSpc>
              <a:spcBef>
                <a:spcPts val="1005"/>
              </a:spcBef>
              <a:buClr>
                <a:srgbClr val="A52F0F"/>
              </a:buClr>
              <a:buFont typeface="Georgia"/>
              <a:buChar char=""/>
              <a:tabLst>
                <a:tab pos="355600" algn="l"/>
              </a:tabLst>
            </a:pPr>
            <a:r>
              <a:rPr sz="2000" spc="-105" dirty="0">
                <a:solidFill>
                  <a:srgbClr val="3F3F3F"/>
                </a:solidFill>
                <a:latin typeface="Verdana"/>
                <a:cs typeface="Verdana"/>
              </a:rPr>
              <a:t>The</a:t>
            </a:r>
            <a:r>
              <a:rPr sz="2000" spc="-16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60" dirty="0">
                <a:solidFill>
                  <a:srgbClr val="3F3F3F"/>
                </a:solidFill>
                <a:latin typeface="Verdana"/>
                <a:cs typeface="Verdana"/>
              </a:rPr>
              <a:t>maintainers</a:t>
            </a:r>
            <a:r>
              <a:rPr sz="2000" spc="-2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3F3F3F"/>
                </a:solidFill>
                <a:latin typeface="Verdana"/>
                <a:cs typeface="Verdana"/>
              </a:rPr>
              <a:t>know</a:t>
            </a:r>
            <a:r>
              <a:rPr sz="2000" spc="-16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15" dirty="0">
                <a:solidFill>
                  <a:srgbClr val="3F3F3F"/>
                </a:solidFill>
                <a:latin typeface="Verdana"/>
                <a:cs typeface="Verdana"/>
              </a:rPr>
              <a:t>both</a:t>
            </a:r>
            <a:r>
              <a:rPr sz="2000" spc="-16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Verdana"/>
                <a:cs typeface="Verdana"/>
              </a:rPr>
              <a:t>the</a:t>
            </a:r>
            <a:r>
              <a:rPr sz="2000" spc="-1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30" dirty="0">
                <a:solidFill>
                  <a:srgbClr val="3F3F3F"/>
                </a:solidFill>
                <a:latin typeface="Verdana"/>
                <a:cs typeface="Verdana"/>
              </a:rPr>
              <a:t>technical</a:t>
            </a:r>
            <a:r>
              <a:rPr sz="2000" spc="-1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80" dirty="0">
                <a:solidFill>
                  <a:srgbClr val="3F3F3F"/>
                </a:solidFill>
                <a:latin typeface="Verdana"/>
                <a:cs typeface="Verdana"/>
              </a:rPr>
              <a:t>and  </a:t>
            </a:r>
            <a:r>
              <a:rPr sz="2000" spc="-10" dirty="0">
                <a:solidFill>
                  <a:srgbClr val="3F3F3F"/>
                </a:solidFill>
                <a:latin typeface="Verdana"/>
                <a:cs typeface="Verdana"/>
              </a:rPr>
              <a:t>political</a:t>
            </a:r>
            <a:r>
              <a:rPr sz="2000" spc="-19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120" dirty="0">
                <a:solidFill>
                  <a:srgbClr val="3F3F3F"/>
                </a:solidFill>
                <a:latin typeface="Verdana"/>
                <a:cs typeface="Verdana"/>
              </a:rPr>
              <a:t>history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462" y="1102838"/>
            <a:ext cx="57169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Chat </a:t>
            </a:r>
            <a:r>
              <a:rPr spc="-130" dirty="0"/>
              <a:t>with </a:t>
            </a:r>
            <a:r>
              <a:rPr spc="-30" dirty="0"/>
              <a:t>the</a:t>
            </a:r>
            <a:r>
              <a:rPr spc="-810" dirty="0"/>
              <a:t> </a:t>
            </a:r>
            <a:r>
              <a:rPr spc="-75" dirty="0"/>
              <a:t>Maintainers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600" y="1828800"/>
            <a:ext cx="7671434" cy="2761615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800" i="1" dirty="0">
                <a:solidFill>
                  <a:srgbClr val="7E010C"/>
                </a:solidFill>
                <a:latin typeface="TeX Gyre Adventor"/>
                <a:cs typeface="TeX Gyre Adventor"/>
              </a:rPr>
              <a:t>Questions </a:t>
            </a:r>
            <a:r>
              <a:rPr sz="1800" i="1" spc="5" dirty="0">
                <a:solidFill>
                  <a:srgbClr val="7E010C"/>
                </a:solidFill>
                <a:latin typeface="TeX Gyre Adventor"/>
                <a:cs typeface="TeX Gyre Adventor"/>
              </a:rPr>
              <a:t>to</a:t>
            </a:r>
            <a:r>
              <a:rPr sz="1800" i="1" spc="-20" dirty="0">
                <a:solidFill>
                  <a:srgbClr val="7E010C"/>
                </a:solidFill>
                <a:latin typeface="TeX Gyre Adventor"/>
                <a:cs typeface="TeX Gyre Adventor"/>
              </a:rPr>
              <a:t> </a:t>
            </a:r>
            <a:r>
              <a:rPr sz="1800" i="1" spc="-10" dirty="0">
                <a:solidFill>
                  <a:srgbClr val="7E010C"/>
                </a:solidFill>
                <a:latin typeface="TeX Gyre Adventor"/>
                <a:cs typeface="TeX Gyre Adventor"/>
              </a:rPr>
              <a:t>ask:</a:t>
            </a:r>
            <a:endParaRPr sz="1800">
              <a:latin typeface="TeX Gyre Adventor"/>
              <a:cs typeface="TeX Gyre Adventor"/>
            </a:endParaRPr>
          </a:p>
          <a:p>
            <a:pPr marL="355600" indent="-342900">
              <a:lnSpc>
                <a:spcPct val="100000"/>
              </a:lnSpc>
              <a:spcBef>
                <a:spcPts val="780"/>
              </a:spcBef>
              <a:buClr>
                <a:srgbClr val="A52F0F"/>
              </a:buClr>
              <a:buFont typeface="Georgia"/>
              <a:buChar char=""/>
              <a:tabLst>
                <a:tab pos="354965" algn="l"/>
                <a:tab pos="355600" algn="l"/>
              </a:tabLst>
            </a:pP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Easiest/hardest</a:t>
            </a:r>
            <a:r>
              <a:rPr sz="18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45" dirty="0">
                <a:solidFill>
                  <a:srgbClr val="3F3F3F"/>
                </a:solidFill>
                <a:latin typeface="Verdana"/>
                <a:cs typeface="Verdana"/>
              </a:rPr>
              <a:t>bug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to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fix</a:t>
            </a:r>
            <a:r>
              <a:rPr sz="1800" spc="-1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3F3F3F"/>
                </a:solidFill>
                <a:latin typeface="Verdana"/>
                <a:cs typeface="Verdana"/>
              </a:rPr>
              <a:t>in</a:t>
            </a:r>
            <a:r>
              <a:rPr sz="1800" spc="-15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3F3F3F"/>
                </a:solidFill>
                <a:latin typeface="Verdana"/>
                <a:cs typeface="Verdana"/>
              </a:rPr>
              <a:t>recent</a:t>
            </a:r>
            <a:r>
              <a:rPr sz="1800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3F3F3F"/>
                </a:solidFill>
                <a:latin typeface="Verdana"/>
                <a:cs typeface="Verdana"/>
              </a:rPr>
              <a:t>months?</a:t>
            </a:r>
            <a:endParaRPr sz="18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780"/>
              </a:spcBef>
              <a:buClr>
                <a:srgbClr val="A52F0F"/>
              </a:buClr>
              <a:buFont typeface="Georgia"/>
              <a:buChar char=""/>
              <a:tabLst>
                <a:tab pos="354965" algn="l"/>
                <a:tab pos="355600" algn="l"/>
              </a:tabLst>
            </a:pPr>
            <a:r>
              <a:rPr sz="1800" spc="-15" dirty="0">
                <a:solidFill>
                  <a:srgbClr val="3F3F3F"/>
                </a:solidFill>
                <a:latin typeface="Verdana"/>
                <a:cs typeface="Verdana"/>
              </a:rPr>
              <a:t>How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F3F3F"/>
                </a:solidFill>
                <a:latin typeface="Verdana"/>
                <a:cs typeface="Verdana"/>
              </a:rPr>
              <a:t>are</a:t>
            </a:r>
            <a:r>
              <a:rPr sz="1800" spc="-1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75" dirty="0">
                <a:solidFill>
                  <a:srgbClr val="3F3F3F"/>
                </a:solidFill>
                <a:latin typeface="Verdana"/>
                <a:cs typeface="Verdana"/>
              </a:rPr>
              <a:t>change</a:t>
            </a:r>
            <a:r>
              <a:rPr sz="18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3F3F3F"/>
                </a:solidFill>
                <a:latin typeface="Verdana"/>
                <a:cs typeface="Verdana"/>
              </a:rPr>
              <a:t>requests</a:t>
            </a:r>
            <a:r>
              <a:rPr sz="1800" spc="-9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70" dirty="0">
                <a:solidFill>
                  <a:srgbClr val="3F3F3F"/>
                </a:solidFill>
                <a:latin typeface="Verdana"/>
                <a:cs typeface="Verdana"/>
              </a:rPr>
              <a:t>made</a:t>
            </a:r>
            <a:r>
              <a:rPr sz="1800" spc="-1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65" dirty="0">
                <a:solidFill>
                  <a:srgbClr val="3F3F3F"/>
                </a:solidFill>
                <a:latin typeface="Verdana"/>
                <a:cs typeface="Verdana"/>
              </a:rPr>
              <a:t>and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3F3F3F"/>
                </a:solidFill>
                <a:latin typeface="Verdana"/>
                <a:cs typeface="Verdana"/>
              </a:rPr>
              <a:t>evaluated?</a:t>
            </a:r>
            <a:endParaRPr sz="1800">
              <a:latin typeface="Verdana"/>
              <a:cs typeface="Verdana"/>
            </a:endParaRPr>
          </a:p>
          <a:p>
            <a:pPr marL="354965" marR="97155" indent="-342900">
              <a:lnSpc>
                <a:spcPts val="1939"/>
              </a:lnSpc>
              <a:spcBef>
                <a:spcPts val="1040"/>
              </a:spcBef>
              <a:buClr>
                <a:srgbClr val="A52F0F"/>
              </a:buClr>
              <a:buFont typeface="Georgia"/>
              <a:buChar char=""/>
              <a:tabLst>
                <a:tab pos="354965" algn="l"/>
                <a:tab pos="355600" algn="l"/>
              </a:tabLst>
            </a:pPr>
            <a:r>
              <a:rPr sz="1800" spc="-15" dirty="0">
                <a:solidFill>
                  <a:srgbClr val="3F3F3F"/>
                </a:solidFill>
                <a:latin typeface="Verdana"/>
                <a:cs typeface="Verdana"/>
              </a:rPr>
              <a:t>How</a:t>
            </a:r>
            <a:r>
              <a:rPr sz="1800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3F3F3F"/>
                </a:solidFill>
                <a:latin typeface="Verdana"/>
                <a:cs typeface="Verdana"/>
              </a:rPr>
              <a:t>did</a:t>
            </a:r>
            <a:r>
              <a:rPr sz="1800" spc="-15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3F3F3F"/>
                </a:solidFill>
                <a:latin typeface="Verdana"/>
                <a:cs typeface="Verdana"/>
              </a:rPr>
              <a:t>the</a:t>
            </a:r>
            <a:r>
              <a:rPr sz="1800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5" dirty="0">
                <a:solidFill>
                  <a:srgbClr val="3F3F3F"/>
                </a:solidFill>
                <a:latin typeface="Verdana"/>
                <a:cs typeface="Verdana"/>
              </a:rPr>
              <a:t>development/maintenance</a:t>
            </a:r>
            <a:r>
              <a:rPr sz="1800" spc="-7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3F3F3F"/>
                </a:solidFill>
                <a:latin typeface="Verdana"/>
                <a:cs typeface="Verdana"/>
              </a:rPr>
              <a:t>team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3F3F3F"/>
                </a:solidFill>
                <a:latin typeface="Verdana"/>
                <a:cs typeface="Verdana"/>
              </a:rPr>
              <a:t>evolve</a:t>
            </a:r>
            <a:r>
              <a:rPr sz="18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during</a:t>
            </a:r>
            <a:r>
              <a:rPr sz="18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3F3F3F"/>
                </a:solidFill>
                <a:latin typeface="Verdana"/>
                <a:cs typeface="Verdana"/>
              </a:rPr>
              <a:t>the  </a:t>
            </a:r>
            <a:r>
              <a:rPr sz="1800" spc="-5" dirty="0">
                <a:solidFill>
                  <a:srgbClr val="3F3F3F"/>
                </a:solidFill>
                <a:latin typeface="Verdana"/>
                <a:cs typeface="Verdana"/>
              </a:rPr>
              <a:t>project?</a:t>
            </a:r>
            <a:endParaRPr sz="18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755"/>
              </a:spcBef>
              <a:buClr>
                <a:srgbClr val="A52F0F"/>
              </a:buClr>
              <a:buFont typeface="Georgia"/>
              <a:buChar char=""/>
              <a:tabLst>
                <a:tab pos="354965" algn="l"/>
                <a:tab pos="355600" algn="l"/>
              </a:tabLst>
            </a:pPr>
            <a:r>
              <a:rPr sz="1800" spc="-15" dirty="0">
                <a:solidFill>
                  <a:srgbClr val="3F3F3F"/>
                </a:solidFill>
                <a:latin typeface="Verdana"/>
                <a:cs typeface="Verdana"/>
              </a:rPr>
              <a:t>How</a:t>
            </a:r>
            <a:r>
              <a:rPr sz="18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85" dirty="0">
                <a:solidFill>
                  <a:srgbClr val="3F3F3F"/>
                </a:solidFill>
                <a:latin typeface="Verdana"/>
                <a:cs typeface="Verdana"/>
              </a:rPr>
              <a:t>good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80" dirty="0">
                <a:solidFill>
                  <a:srgbClr val="3F3F3F"/>
                </a:solidFill>
                <a:latin typeface="Verdana"/>
                <a:cs typeface="Verdana"/>
              </a:rPr>
              <a:t>is</a:t>
            </a:r>
            <a:r>
              <a:rPr sz="18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3F3F3F"/>
                </a:solidFill>
                <a:latin typeface="Verdana"/>
                <a:cs typeface="Verdana"/>
              </a:rPr>
              <a:t>the</a:t>
            </a:r>
            <a:r>
              <a:rPr sz="18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14" dirty="0">
                <a:solidFill>
                  <a:srgbClr val="3F3F3F"/>
                </a:solidFill>
                <a:latin typeface="Verdana"/>
                <a:cs typeface="Verdana"/>
              </a:rPr>
              <a:t>code?</a:t>
            </a:r>
            <a:r>
              <a:rPr sz="18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3F3F3F"/>
                </a:solidFill>
                <a:latin typeface="Verdana"/>
                <a:cs typeface="Verdana"/>
              </a:rPr>
              <a:t>The</a:t>
            </a:r>
            <a:r>
              <a:rPr sz="18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5" dirty="0">
                <a:solidFill>
                  <a:srgbClr val="3F3F3F"/>
                </a:solidFill>
                <a:latin typeface="Verdana"/>
                <a:cs typeface="Verdana"/>
              </a:rPr>
              <a:t>documentation?</a:t>
            </a:r>
            <a:endParaRPr sz="1800">
              <a:latin typeface="Verdana"/>
              <a:cs typeface="Verdana"/>
            </a:endParaRPr>
          </a:p>
          <a:p>
            <a:pPr marL="354965" marR="5080" indent="-342900">
              <a:lnSpc>
                <a:spcPts val="1939"/>
              </a:lnSpc>
              <a:spcBef>
                <a:spcPts val="1030"/>
              </a:spcBef>
              <a:buClr>
                <a:srgbClr val="A52F0F"/>
              </a:buClr>
              <a:buFont typeface="Georgia"/>
              <a:buChar char=""/>
              <a:tabLst>
                <a:tab pos="354965" algn="l"/>
                <a:tab pos="355600" algn="l"/>
              </a:tabLst>
            </a:pPr>
            <a:r>
              <a:rPr sz="1800" spc="-85" dirty="0">
                <a:solidFill>
                  <a:srgbClr val="3F3F3F"/>
                </a:solidFill>
                <a:latin typeface="Verdana"/>
                <a:cs typeface="Verdana"/>
              </a:rPr>
              <a:t>Why</a:t>
            </a:r>
            <a:r>
              <a:rPr sz="1800" spc="-9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3F3F3F"/>
                </a:solidFill>
                <a:latin typeface="Verdana"/>
                <a:cs typeface="Verdana"/>
              </a:rPr>
              <a:t>was</a:t>
            </a:r>
            <a:r>
              <a:rPr sz="1800" spc="-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3F3F3F"/>
                </a:solidFill>
                <a:latin typeface="Verdana"/>
                <a:cs typeface="Verdana"/>
              </a:rPr>
              <a:t>the</a:t>
            </a:r>
            <a:r>
              <a:rPr sz="1800" spc="-9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3F3F3F"/>
                </a:solidFill>
                <a:latin typeface="Verdana"/>
                <a:cs typeface="Verdana"/>
              </a:rPr>
              <a:t>reengineering</a:t>
            </a:r>
            <a:r>
              <a:rPr sz="18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3F3F3F"/>
                </a:solidFill>
                <a:latin typeface="Verdana"/>
                <a:cs typeface="Verdana"/>
              </a:rPr>
              <a:t>project</a:t>
            </a:r>
            <a:r>
              <a:rPr sz="18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3F3F3F"/>
                </a:solidFill>
                <a:latin typeface="Verdana"/>
                <a:cs typeface="Verdana"/>
              </a:rPr>
              <a:t>started?</a:t>
            </a:r>
            <a:r>
              <a:rPr sz="1800" spc="-9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3F3F3F"/>
                </a:solidFill>
                <a:latin typeface="Verdana"/>
                <a:cs typeface="Verdana"/>
              </a:rPr>
              <a:t>What</a:t>
            </a:r>
            <a:r>
              <a:rPr sz="1800" spc="-9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90" dirty="0">
                <a:solidFill>
                  <a:srgbClr val="3F3F3F"/>
                </a:solidFill>
                <a:latin typeface="Verdana"/>
                <a:cs typeface="Verdana"/>
              </a:rPr>
              <a:t>do</a:t>
            </a:r>
            <a:r>
              <a:rPr sz="18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3F3F3F"/>
                </a:solidFill>
                <a:latin typeface="Verdana"/>
                <a:cs typeface="Verdana"/>
              </a:rPr>
              <a:t>you</a:t>
            </a:r>
            <a:r>
              <a:rPr sz="1800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3F3F3F"/>
                </a:solidFill>
                <a:latin typeface="Verdana"/>
                <a:cs typeface="Verdana"/>
              </a:rPr>
              <a:t>hope</a:t>
            </a:r>
            <a:r>
              <a:rPr sz="18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to  </a:t>
            </a:r>
            <a:r>
              <a:rPr sz="1800" spc="25" dirty="0">
                <a:solidFill>
                  <a:srgbClr val="3F3F3F"/>
                </a:solidFill>
                <a:latin typeface="Verdana"/>
                <a:cs typeface="Verdana"/>
              </a:rPr>
              <a:t>gain?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32205" y="5135879"/>
            <a:ext cx="7859395" cy="1047115"/>
            <a:chOff x="1138427" y="5131308"/>
            <a:chExt cx="7859395" cy="1047115"/>
          </a:xfrm>
        </p:grpSpPr>
        <p:sp>
          <p:nvSpPr>
            <p:cNvPr id="5" name="object 5"/>
            <p:cNvSpPr/>
            <p:nvPr/>
          </p:nvSpPr>
          <p:spPr>
            <a:xfrm>
              <a:off x="1142999" y="5135880"/>
              <a:ext cx="7848600" cy="1036319"/>
            </a:xfrm>
            <a:custGeom>
              <a:avLst/>
              <a:gdLst/>
              <a:ahLst/>
              <a:cxnLst/>
              <a:rect l="l" t="t" r="r" b="b"/>
              <a:pathLst>
                <a:path w="7848600" h="1036320">
                  <a:moveTo>
                    <a:pt x="7848600" y="1036319"/>
                  </a:moveTo>
                  <a:lnTo>
                    <a:pt x="0" y="1036319"/>
                  </a:lnTo>
                  <a:lnTo>
                    <a:pt x="0" y="0"/>
                  </a:lnTo>
                  <a:lnTo>
                    <a:pt x="7848600" y="0"/>
                  </a:lnTo>
                  <a:lnTo>
                    <a:pt x="7848600" y="1036319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38427" y="5131308"/>
              <a:ext cx="7859395" cy="1047115"/>
            </a:xfrm>
            <a:custGeom>
              <a:avLst/>
              <a:gdLst/>
              <a:ahLst/>
              <a:cxnLst/>
              <a:rect l="l" t="t" r="r" b="b"/>
              <a:pathLst>
                <a:path w="7859395" h="1047114">
                  <a:moveTo>
                    <a:pt x="7859268" y="1046988"/>
                  </a:moveTo>
                  <a:lnTo>
                    <a:pt x="0" y="1046988"/>
                  </a:lnTo>
                  <a:lnTo>
                    <a:pt x="0" y="0"/>
                  </a:lnTo>
                  <a:lnTo>
                    <a:pt x="7859268" y="0"/>
                  </a:lnTo>
                  <a:lnTo>
                    <a:pt x="7859268" y="4572"/>
                  </a:lnTo>
                  <a:lnTo>
                    <a:pt x="10668" y="4572"/>
                  </a:lnTo>
                  <a:lnTo>
                    <a:pt x="4572" y="9144"/>
                  </a:lnTo>
                  <a:lnTo>
                    <a:pt x="10668" y="9144"/>
                  </a:lnTo>
                  <a:lnTo>
                    <a:pt x="10668" y="1036320"/>
                  </a:lnTo>
                  <a:lnTo>
                    <a:pt x="4572" y="1036320"/>
                  </a:lnTo>
                  <a:lnTo>
                    <a:pt x="10668" y="1040892"/>
                  </a:lnTo>
                  <a:lnTo>
                    <a:pt x="7859268" y="1040892"/>
                  </a:lnTo>
                  <a:lnTo>
                    <a:pt x="7859268" y="1046988"/>
                  </a:lnTo>
                  <a:close/>
                </a:path>
                <a:path w="7859395" h="1047114">
                  <a:moveTo>
                    <a:pt x="10668" y="9144"/>
                  </a:moveTo>
                  <a:lnTo>
                    <a:pt x="4572" y="9144"/>
                  </a:lnTo>
                  <a:lnTo>
                    <a:pt x="10668" y="4572"/>
                  </a:lnTo>
                  <a:lnTo>
                    <a:pt x="10668" y="9144"/>
                  </a:lnTo>
                  <a:close/>
                </a:path>
                <a:path w="7859395" h="1047114">
                  <a:moveTo>
                    <a:pt x="7848600" y="9144"/>
                  </a:moveTo>
                  <a:lnTo>
                    <a:pt x="10668" y="9144"/>
                  </a:lnTo>
                  <a:lnTo>
                    <a:pt x="10668" y="4572"/>
                  </a:lnTo>
                  <a:lnTo>
                    <a:pt x="7848600" y="4572"/>
                  </a:lnTo>
                  <a:lnTo>
                    <a:pt x="7848600" y="9144"/>
                  </a:lnTo>
                  <a:close/>
                </a:path>
                <a:path w="7859395" h="1047114">
                  <a:moveTo>
                    <a:pt x="7848600" y="1040892"/>
                  </a:moveTo>
                  <a:lnTo>
                    <a:pt x="7848600" y="4572"/>
                  </a:lnTo>
                  <a:lnTo>
                    <a:pt x="7853172" y="9144"/>
                  </a:lnTo>
                  <a:lnTo>
                    <a:pt x="7859268" y="9144"/>
                  </a:lnTo>
                  <a:lnTo>
                    <a:pt x="7859268" y="1036320"/>
                  </a:lnTo>
                  <a:lnTo>
                    <a:pt x="7853172" y="1036320"/>
                  </a:lnTo>
                  <a:lnTo>
                    <a:pt x="7848600" y="1040892"/>
                  </a:lnTo>
                  <a:close/>
                </a:path>
                <a:path w="7859395" h="1047114">
                  <a:moveTo>
                    <a:pt x="7859268" y="9144"/>
                  </a:moveTo>
                  <a:lnTo>
                    <a:pt x="7853172" y="9144"/>
                  </a:lnTo>
                  <a:lnTo>
                    <a:pt x="7848600" y="4572"/>
                  </a:lnTo>
                  <a:lnTo>
                    <a:pt x="7859268" y="4572"/>
                  </a:lnTo>
                  <a:lnTo>
                    <a:pt x="7859268" y="9144"/>
                  </a:lnTo>
                  <a:close/>
                </a:path>
                <a:path w="7859395" h="1047114">
                  <a:moveTo>
                    <a:pt x="10668" y="1040892"/>
                  </a:moveTo>
                  <a:lnTo>
                    <a:pt x="4572" y="1036320"/>
                  </a:lnTo>
                  <a:lnTo>
                    <a:pt x="10668" y="1036320"/>
                  </a:lnTo>
                  <a:lnTo>
                    <a:pt x="10668" y="1040892"/>
                  </a:lnTo>
                  <a:close/>
                </a:path>
                <a:path w="7859395" h="1047114">
                  <a:moveTo>
                    <a:pt x="7848600" y="1040892"/>
                  </a:moveTo>
                  <a:lnTo>
                    <a:pt x="10668" y="1040892"/>
                  </a:lnTo>
                  <a:lnTo>
                    <a:pt x="10668" y="1036320"/>
                  </a:lnTo>
                  <a:lnTo>
                    <a:pt x="7848600" y="1036320"/>
                  </a:lnTo>
                  <a:lnTo>
                    <a:pt x="7848600" y="1040892"/>
                  </a:lnTo>
                  <a:close/>
                </a:path>
                <a:path w="7859395" h="1047114">
                  <a:moveTo>
                    <a:pt x="7859268" y="1040892"/>
                  </a:moveTo>
                  <a:lnTo>
                    <a:pt x="7848600" y="1040892"/>
                  </a:lnTo>
                  <a:lnTo>
                    <a:pt x="7853172" y="1036320"/>
                  </a:lnTo>
                  <a:lnTo>
                    <a:pt x="7859268" y="1036320"/>
                  </a:lnTo>
                  <a:lnTo>
                    <a:pt x="7859268" y="1040892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43000" y="5135879"/>
            <a:ext cx="7848600" cy="1036319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3230880" marR="130810" indent="-3027045">
              <a:lnSpc>
                <a:spcPts val="2160"/>
              </a:lnSpc>
              <a:spcBef>
                <a:spcPts val="380"/>
              </a:spcBef>
            </a:pPr>
            <a:r>
              <a:rPr sz="2100" i="1" spc="-844" dirty="0">
                <a:solidFill>
                  <a:srgbClr val="009900"/>
                </a:solidFill>
                <a:latin typeface="Verdana"/>
                <a:cs typeface="Verdana"/>
              </a:rPr>
              <a:t>Themajorproblemsofourworkarenotsomuchtechnologicalas </a:t>
            </a:r>
            <a:r>
              <a:rPr sz="2100" i="1" spc="-730" dirty="0">
                <a:solidFill>
                  <a:srgbClr val="009900"/>
                </a:solidFill>
                <a:latin typeface="Verdana"/>
                <a:cs typeface="Verdana"/>
              </a:rPr>
              <a:t> </a:t>
            </a:r>
            <a:r>
              <a:rPr sz="2100" i="1" spc="-815" dirty="0">
                <a:solidFill>
                  <a:srgbClr val="009900"/>
                </a:solidFill>
                <a:latin typeface="Verdana"/>
                <a:cs typeface="Verdana"/>
              </a:rPr>
              <a:t>sociological.</a:t>
            </a:r>
            <a:endParaRPr sz="2100" dirty="0">
              <a:latin typeface="Verdana"/>
              <a:cs typeface="Verdana"/>
            </a:endParaRPr>
          </a:p>
          <a:p>
            <a:pPr marL="4177029">
              <a:lnSpc>
                <a:spcPct val="100000"/>
              </a:lnSpc>
              <a:spcBef>
                <a:spcPts val="1030"/>
              </a:spcBef>
            </a:pPr>
            <a:r>
              <a:rPr sz="1600" b="1" spc="-5" dirty="0">
                <a:solidFill>
                  <a:srgbClr val="7E010C"/>
                </a:solidFill>
                <a:latin typeface="Tahoma"/>
                <a:cs typeface="Tahoma"/>
              </a:rPr>
              <a:t>DeMarco and </a:t>
            </a:r>
            <a:r>
              <a:rPr sz="1600" b="1" spc="-10" dirty="0">
                <a:solidFill>
                  <a:srgbClr val="7E010C"/>
                </a:solidFill>
                <a:latin typeface="Tahoma"/>
                <a:cs typeface="Tahoma"/>
              </a:rPr>
              <a:t>Lister,</a:t>
            </a:r>
            <a:r>
              <a:rPr sz="1600" b="1" spc="95" dirty="0">
                <a:solidFill>
                  <a:srgbClr val="7E010C"/>
                </a:solidFill>
                <a:latin typeface="Tahoma"/>
                <a:cs typeface="Tahoma"/>
              </a:rPr>
              <a:t> </a:t>
            </a:r>
            <a:r>
              <a:rPr sz="1600" b="1" spc="-10" dirty="0">
                <a:solidFill>
                  <a:srgbClr val="7E010C"/>
                </a:solidFill>
                <a:latin typeface="Tahoma"/>
                <a:cs typeface="Tahoma"/>
              </a:rPr>
              <a:t>Peopleware</a:t>
            </a:r>
            <a:endParaRPr sz="16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462" y="1102838"/>
            <a:ext cx="57175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Read</a:t>
            </a:r>
            <a:r>
              <a:rPr spc="-295" dirty="0"/>
              <a:t> </a:t>
            </a:r>
            <a:r>
              <a:rPr spc="-75" dirty="0"/>
              <a:t>all</a:t>
            </a:r>
            <a:r>
              <a:rPr spc="-275" dirty="0"/>
              <a:t> </a:t>
            </a:r>
            <a:r>
              <a:rPr spc="-30" dirty="0"/>
              <a:t>the</a:t>
            </a:r>
            <a:r>
              <a:rPr spc="-275" dirty="0"/>
              <a:t> </a:t>
            </a:r>
            <a:r>
              <a:rPr spc="245" dirty="0"/>
              <a:t>Code</a:t>
            </a:r>
            <a:r>
              <a:rPr spc="-270" dirty="0"/>
              <a:t> </a:t>
            </a:r>
            <a:r>
              <a:rPr spc="-180" dirty="0"/>
              <a:t>in</a:t>
            </a:r>
            <a:r>
              <a:rPr spc="-275" dirty="0"/>
              <a:t> </a:t>
            </a:r>
            <a:r>
              <a:rPr spc="135" dirty="0"/>
              <a:t>One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10895" y="1603953"/>
            <a:ext cx="7874000" cy="4208203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354965">
              <a:spcBef>
                <a:spcPts val="855"/>
              </a:spcBef>
            </a:pPr>
            <a:r>
              <a:rPr lang="en-US" sz="2000" spc="-65" dirty="0">
                <a:solidFill>
                  <a:srgbClr val="3F3F3F"/>
                </a:solidFill>
                <a:latin typeface="Verdana"/>
                <a:cs typeface="Verdana"/>
              </a:rPr>
              <a:t>Problem: How can you get </a:t>
            </a:r>
            <a:r>
              <a:rPr lang="en-US" sz="2000" i="1" dirty="0">
                <a:solidFill>
                  <a:srgbClr val="FF0000"/>
                </a:solidFill>
                <a:latin typeface="TeX Gyre Adventor"/>
                <a:cs typeface="TeX Gyre Adventor"/>
              </a:rPr>
              <a:t>first </a:t>
            </a:r>
            <a:r>
              <a:rPr lang="en-US" sz="2000" i="1" spc="-5" dirty="0">
                <a:solidFill>
                  <a:srgbClr val="FF0000"/>
                </a:solidFill>
                <a:latin typeface="TeX Gyre Adventor"/>
                <a:cs typeface="TeX Gyre Adventor"/>
              </a:rPr>
              <a:t>impression of </a:t>
            </a:r>
            <a:r>
              <a:rPr lang="en-US" sz="2000" i="1" spc="5" dirty="0">
                <a:solidFill>
                  <a:srgbClr val="FF0000"/>
                </a:solidFill>
                <a:latin typeface="TeX Gyre Adventor"/>
                <a:cs typeface="TeX Gyre Adventor"/>
              </a:rPr>
              <a:t>the </a:t>
            </a:r>
            <a:r>
              <a:rPr lang="en-US" sz="2000" i="1" dirty="0">
                <a:solidFill>
                  <a:srgbClr val="FF0000"/>
                </a:solidFill>
                <a:latin typeface="TeX Gyre Adventor"/>
                <a:cs typeface="TeX Gyre Adventor"/>
              </a:rPr>
              <a:t>quality </a:t>
            </a:r>
            <a:r>
              <a:rPr lang="en-US" sz="2000" i="1" spc="5" dirty="0">
                <a:solidFill>
                  <a:srgbClr val="FF0000"/>
                </a:solidFill>
                <a:latin typeface="TeX Gyre Adventor"/>
                <a:cs typeface="TeX Gyre Adventor"/>
              </a:rPr>
              <a:t>of</a:t>
            </a:r>
            <a:r>
              <a:rPr lang="en-US" sz="2000" i="1" spc="-290" dirty="0">
                <a:solidFill>
                  <a:srgbClr val="FF0000"/>
                </a:solidFill>
                <a:latin typeface="TeX Gyre Adventor"/>
                <a:cs typeface="TeX Gyre Adventor"/>
              </a:rPr>
              <a:t> </a:t>
            </a:r>
            <a:r>
              <a:rPr lang="en-US" sz="2000" i="1" spc="5" dirty="0">
                <a:solidFill>
                  <a:srgbClr val="FF0000"/>
                </a:solidFill>
                <a:latin typeface="TeX Gyre Adventor"/>
                <a:cs typeface="TeX Gyre Adventor"/>
              </a:rPr>
              <a:t>the</a:t>
            </a:r>
            <a:endParaRPr lang="en-US" sz="2000" i="1" dirty="0">
              <a:solidFill>
                <a:srgbClr val="FF0000"/>
              </a:solidFill>
              <a:latin typeface="TeX Gyre Adventor"/>
              <a:cs typeface="TeX Gyre Adventor"/>
            </a:endParaRPr>
          </a:p>
          <a:p>
            <a:pPr marL="354965">
              <a:lnSpc>
                <a:spcPct val="100000"/>
              </a:lnSpc>
              <a:spcBef>
                <a:spcPts val="855"/>
              </a:spcBef>
            </a:pPr>
            <a:r>
              <a:rPr sz="2000" i="1" dirty="0">
                <a:solidFill>
                  <a:srgbClr val="FF0000"/>
                </a:solidFill>
                <a:latin typeface="TeX Gyre Adventor"/>
                <a:cs typeface="TeX Gyre Adventor"/>
              </a:rPr>
              <a:t>source</a:t>
            </a:r>
            <a:r>
              <a:rPr sz="2000" i="1" spc="-20" dirty="0">
                <a:solidFill>
                  <a:srgbClr val="FF0000"/>
                </a:solidFill>
                <a:latin typeface="TeX Gyre Adventor"/>
                <a:cs typeface="TeX Gyre Adventor"/>
              </a:rPr>
              <a:t> </a:t>
            </a:r>
            <a:r>
              <a:rPr sz="2000" i="1" spc="-5" dirty="0">
                <a:solidFill>
                  <a:srgbClr val="FF0000"/>
                </a:solidFill>
                <a:latin typeface="TeX Gyre Adventor"/>
                <a:cs typeface="TeX Gyre Adventor"/>
              </a:rPr>
              <a:t>code?</a:t>
            </a:r>
            <a:endParaRPr sz="2000" dirty="0">
              <a:latin typeface="TeX Gyre Adventor"/>
              <a:cs typeface="TeX Gyre Adventor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000" spc="-114" dirty="0">
                <a:solidFill>
                  <a:srgbClr val="3F3F3F"/>
                </a:solidFill>
                <a:latin typeface="Verdana"/>
                <a:cs typeface="Verdana"/>
              </a:rPr>
              <a:t>Solution: </a:t>
            </a:r>
            <a:r>
              <a:rPr sz="2000" i="1" dirty="0">
                <a:solidFill>
                  <a:srgbClr val="009900"/>
                </a:solidFill>
                <a:latin typeface="TeX Gyre Adventor"/>
                <a:cs typeface="TeX Gyre Adventor"/>
              </a:rPr>
              <a:t>Scan all </a:t>
            </a:r>
            <a:r>
              <a:rPr sz="2000" i="1" spc="5" dirty="0">
                <a:solidFill>
                  <a:srgbClr val="009900"/>
                </a:solidFill>
                <a:latin typeface="TeX Gyre Adventor"/>
                <a:cs typeface="TeX Gyre Adventor"/>
              </a:rPr>
              <a:t>the </a:t>
            </a:r>
            <a:r>
              <a:rPr sz="2000" i="1" dirty="0">
                <a:solidFill>
                  <a:srgbClr val="009900"/>
                </a:solidFill>
                <a:latin typeface="TeX Gyre Adventor"/>
                <a:cs typeface="TeX Gyre Adventor"/>
              </a:rPr>
              <a:t>code </a:t>
            </a:r>
            <a:r>
              <a:rPr sz="2000" i="1" spc="-5" dirty="0">
                <a:solidFill>
                  <a:srgbClr val="009900"/>
                </a:solidFill>
                <a:latin typeface="TeX Gyre Adventor"/>
                <a:cs typeface="TeX Gyre Adventor"/>
              </a:rPr>
              <a:t>in </a:t>
            </a:r>
            <a:r>
              <a:rPr sz="2000" i="1" dirty="0">
                <a:solidFill>
                  <a:srgbClr val="009900"/>
                </a:solidFill>
                <a:latin typeface="TeX Gyre Adventor"/>
                <a:cs typeface="TeX Gyre Adventor"/>
              </a:rPr>
              <a:t>single, short</a:t>
            </a:r>
            <a:r>
              <a:rPr sz="2000" i="1" spc="-215" dirty="0">
                <a:solidFill>
                  <a:srgbClr val="009900"/>
                </a:solidFill>
                <a:latin typeface="TeX Gyre Adventor"/>
                <a:cs typeface="TeX Gyre Adventor"/>
              </a:rPr>
              <a:t> </a:t>
            </a:r>
            <a:r>
              <a:rPr sz="2000" i="1" spc="-5" dirty="0">
                <a:solidFill>
                  <a:srgbClr val="009900"/>
                </a:solidFill>
                <a:latin typeface="TeX Gyre Adventor"/>
                <a:cs typeface="TeX Gyre Adventor"/>
              </a:rPr>
              <a:t>session.</a:t>
            </a:r>
            <a:endParaRPr sz="2000" dirty="0">
              <a:latin typeface="TeX Gyre Adventor"/>
              <a:cs typeface="TeX Gyre Adventor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2250" dirty="0">
              <a:latin typeface="TeX Gyre Adventor"/>
              <a:cs typeface="TeX Gyre Adventor"/>
            </a:endParaRPr>
          </a:p>
          <a:p>
            <a:pPr marL="354965" indent="-342900">
              <a:lnSpc>
                <a:spcPct val="100000"/>
              </a:lnSpc>
              <a:buClr>
                <a:srgbClr val="A52F0F"/>
              </a:buClr>
              <a:buFont typeface="Georgia"/>
              <a:buChar char=""/>
              <a:tabLst>
                <a:tab pos="355600" algn="l"/>
              </a:tabLst>
            </a:pPr>
            <a:r>
              <a:rPr sz="2000" spc="-105" dirty="0">
                <a:solidFill>
                  <a:srgbClr val="3F3F3F"/>
                </a:solidFill>
                <a:latin typeface="Verdana"/>
                <a:cs typeface="Verdana"/>
              </a:rPr>
              <a:t>Use </a:t>
            </a:r>
            <a:r>
              <a:rPr sz="2000" spc="165" dirty="0">
                <a:solidFill>
                  <a:srgbClr val="3F3F3F"/>
                </a:solidFill>
                <a:latin typeface="Verdana"/>
                <a:cs typeface="Verdana"/>
              </a:rPr>
              <a:t>a</a:t>
            </a:r>
            <a:r>
              <a:rPr sz="2000" spc="-21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35" dirty="0">
                <a:solidFill>
                  <a:srgbClr val="3F3F3F"/>
                </a:solidFill>
                <a:latin typeface="Verdana"/>
                <a:cs typeface="Verdana"/>
              </a:rPr>
              <a:t>checklist</a:t>
            </a:r>
            <a:endParaRPr sz="2000" dirty="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785"/>
              </a:spcBef>
            </a:pPr>
            <a:r>
              <a:rPr sz="1800" spc="-200" dirty="0">
                <a:solidFill>
                  <a:srgbClr val="A52F0F"/>
                </a:solidFill>
                <a:latin typeface="Georgia"/>
                <a:cs typeface="Georgia"/>
              </a:rPr>
              <a:t> </a:t>
            </a:r>
            <a:r>
              <a:rPr sz="1800" spc="130" dirty="0">
                <a:solidFill>
                  <a:srgbClr val="3F3F3F"/>
                </a:solidFill>
                <a:latin typeface="Verdana"/>
                <a:cs typeface="Verdana"/>
              </a:rPr>
              <a:t>code </a:t>
            </a:r>
            <a:r>
              <a:rPr sz="1800" spc="-30" dirty="0">
                <a:solidFill>
                  <a:srgbClr val="3F3F3F"/>
                </a:solidFill>
                <a:latin typeface="Verdana"/>
                <a:cs typeface="Verdana"/>
              </a:rPr>
              <a:t>review 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guidelines, </a:t>
            </a:r>
            <a:r>
              <a:rPr sz="1800" spc="55" dirty="0">
                <a:solidFill>
                  <a:srgbClr val="3F3F3F"/>
                </a:solidFill>
                <a:latin typeface="Verdana"/>
                <a:cs typeface="Verdana"/>
              </a:rPr>
              <a:t>coding</a:t>
            </a:r>
            <a:r>
              <a:rPr sz="1800" spc="-4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25" dirty="0">
                <a:solidFill>
                  <a:srgbClr val="3F3F3F"/>
                </a:solidFill>
                <a:latin typeface="Verdana"/>
                <a:cs typeface="Verdana"/>
              </a:rPr>
              <a:t>styles </a:t>
            </a:r>
            <a:r>
              <a:rPr sz="1800" spc="10" dirty="0">
                <a:solidFill>
                  <a:srgbClr val="3F3F3F"/>
                </a:solidFill>
                <a:latin typeface="Verdana"/>
                <a:cs typeface="Verdana"/>
              </a:rPr>
              <a:t>etc.</a:t>
            </a:r>
            <a:endParaRPr sz="1800" dirty="0">
              <a:latin typeface="Verdana"/>
              <a:cs typeface="Verdana"/>
            </a:endParaRPr>
          </a:p>
          <a:p>
            <a:pPr marL="354965" indent="-342900">
              <a:lnSpc>
                <a:spcPct val="100000"/>
              </a:lnSpc>
              <a:spcBef>
                <a:spcPts val="765"/>
              </a:spcBef>
              <a:buClr>
                <a:srgbClr val="A52F0F"/>
              </a:buClr>
              <a:buFont typeface="Georgia"/>
              <a:buChar char=""/>
              <a:tabLst>
                <a:tab pos="355600" algn="l"/>
              </a:tabLst>
            </a:pPr>
            <a:r>
              <a:rPr sz="2000" spc="-45" dirty="0">
                <a:solidFill>
                  <a:srgbClr val="3F3F3F"/>
                </a:solidFill>
                <a:latin typeface="Verdana"/>
                <a:cs typeface="Verdana"/>
              </a:rPr>
              <a:t>Look</a:t>
            </a:r>
            <a:r>
              <a:rPr sz="2000" spc="-17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3F3F3F"/>
                </a:solidFill>
                <a:latin typeface="Verdana"/>
                <a:cs typeface="Verdana"/>
              </a:rPr>
              <a:t>for</a:t>
            </a:r>
            <a:r>
              <a:rPr sz="2000" spc="-16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15" dirty="0">
                <a:solidFill>
                  <a:srgbClr val="3F3F3F"/>
                </a:solidFill>
                <a:latin typeface="Verdana"/>
                <a:cs typeface="Verdana"/>
              </a:rPr>
              <a:t>functional</a:t>
            </a:r>
            <a:r>
              <a:rPr sz="2000" spc="-16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125" dirty="0">
                <a:solidFill>
                  <a:srgbClr val="3F3F3F"/>
                </a:solidFill>
                <a:latin typeface="Verdana"/>
                <a:cs typeface="Verdana"/>
              </a:rPr>
              <a:t>tests</a:t>
            </a:r>
            <a:r>
              <a:rPr sz="2000" spc="-2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80" dirty="0">
                <a:solidFill>
                  <a:srgbClr val="3F3F3F"/>
                </a:solidFill>
                <a:latin typeface="Verdana"/>
                <a:cs typeface="Verdana"/>
              </a:rPr>
              <a:t>and</a:t>
            </a:r>
            <a:r>
              <a:rPr sz="2000" spc="-15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90" dirty="0">
                <a:solidFill>
                  <a:srgbClr val="3F3F3F"/>
                </a:solidFill>
                <a:latin typeface="Verdana"/>
                <a:cs typeface="Verdana"/>
              </a:rPr>
              <a:t>unit</a:t>
            </a:r>
            <a:r>
              <a:rPr sz="2000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130" dirty="0">
                <a:solidFill>
                  <a:srgbClr val="3F3F3F"/>
                </a:solidFill>
                <a:latin typeface="Verdana"/>
                <a:cs typeface="Verdana"/>
              </a:rPr>
              <a:t>tests</a:t>
            </a:r>
            <a:endParaRPr sz="2000" dirty="0">
              <a:latin typeface="Verdana"/>
              <a:cs typeface="Verdana"/>
            </a:endParaRPr>
          </a:p>
          <a:p>
            <a:pPr marL="354965" marR="5080" indent="-342900">
              <a:lnSpc>
                <a:spcPts val="2160"/>
              </a:lnSpc>
              <a:spcBef>
                <a:spcPts val="1025"/>
              </a:spcBef>
              <a:buClr>
                <a:srgbClr val="A52F0F"/>
              </a:buClr>
              <a:buFont typeface="Georgia"/>
              <a:buChar char=""/>
              <a:tabLst>
                <a:tab pos="355600" algn="l"/>
              </a:tabLst>
            </a:pPr>
            <a:r>
              <a:rPr sz="2000" spc="-45" dirty="0">
                <a:solidFill>
                  <a:srgbClr val="3F3F3F"/>
                </a:solidFill>
                <a:latin typeface="Verdana"/>
                <a:cs typeface="Verdana"/>
              </a:rPr>
              <a:t>Look</a:t>
            </a:r>
            <a:r>
              <a:rPr sz="2000" spc="-17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3F3F3F"/>
                </a:solidFill>
                <a:latin typeface="Verdana"/>
                <a:cs typeface="Verdana"/>
              </a:rPr>
              <a:t>for</a:t>
            </a:r>
            <a:r>
              <a:rPr sz="2000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Verdana"/>
                <a:cs typeface="Verdana"/>
              </a:rPr>
              <a:t>abstract</a:t>
            </a:r>
            <a:r>
              <a:rPr sz="2000" spc="-18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60" dirty="0">
                <a:solidFill>
                  <a:srgbClr val="3F3F3F"/>
                </a:solidFill>
                <a:latin typeface="Verdana"/>
                <a:cs typeface="Verdana"/>
              </a:rPr>
              <a:t>classes</a:t>
            </a:r>
            <a:r>
              <a:rPr sz="2000" spc="-17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80" dirty="0">
                <a:solidFill>
                  <a:srgbClr val="3F3F3F"/>
                </a:solidFill>
                <a:latin typeface="Verdana"/>
                <a:cs typeface="Verdana"/>
              </a:rPr>
              <a:t>and</a:t>
            </a:r>
            <a:r>
              <a:rPr sz="2000" spc="-1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3F3F3F"/>
                </a:solidFill>
                <a:latin typeface="Verdana"/>
                <a:cs typeface="Verdana"/>
              </a:rPr>
              <a:t>root</a:t>
            </a:r>
            <a:r>
              <a:rPr sz="20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60" dirty="0">
                <a:solidFill>
                  <a:srgbClr val="3F3F3F"/>
                </a:solidFill>
                <a:latin typeface="Verdana"/>
                <a:cs typeface="Verdana"/>
              </a:rPr>
              <a:t>classes</a:t>
            </a:r>
            <a:r>
              <a:rPr sz="2000" spc="-1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3F3F3F"/>
                </a:solidFill>
                <a:latin typeface="Verdana"/>
                <a:cs typeface="Verdana"/>
              </a:rPr>
              <a:t>that</a:t>
            </a:r>
            <a:r>
              <a:rPr sz="2000" spc="-17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3F3F3F"/>
                </a:solidFill>
                <a:latin typeface="Verdana"/>
                <a:cs typeface="Verdana"/>
              </a:rPr>
              <a:t>define</a:t>
            </a:r>
            <a:r>
              <a:rPr sz="2000" spc="-16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15" dirty="0">
                <a:solidFill>
                  <a:srgbClr val="3F3F3F"/>
                </a:solidFill>
                <a:latin typeface="Verdana"/>
                <a:cs typeface="Verdana"/>
              </a:rPr>
              <a:t>domain  </a:t>
            </a:r>
            <a:r>
              <a:rPr sz="2000" spc="-35" dirty="0">
                <a:solidFill>
                  <a:srgbClr val="3F3F3F"/>
                </a:solidFill>
                <a:latin typeface="Verdana"/>
                <a:cs typeface="Verdana"/>
              </a:rPr>
              <a:t>abstractions</a:t>
            </a:r>
            <a:endParaRPr sz="2000" dirty="0">
              <a:latin typeface="Verdana"/>
              <a:cs typeface="Verdana"/>
            </a:endParaRPr>
          </a:p>
          <a:p>
            <a:pPr marL="354965" indent="-342900">
              <a:lnSpc>
                <a:spcPct val="100000"/>
              </a:lnSpc>
              <a:spcBef>
                <a:spcPts val="725"/>
              </a:spcBef>
              <a:buClr>
                <a:srgbClr val="A52F0F"/>
              </a:buClr>
              <a:buFont typeface="Georgia"/>
              <a:buChar char=""/>
              <a:tabLst>
                <a:tab pos="355600" algn="l"/>
              </a:tabLst>
            </a:pPr>
            <a:r>
              <a:rPr sz="2000" spc="-15" dirty="0">
                <a:solidFill>
                  <a:srgbClr val="3F3F3F"/>
                </a:solidFill>
                <a:latin typeface="Verdana"/>
                <a:cs typeface="Verdana"/>
              </a:rPr>
              <a:t>Beware </a:t>
            </a:r>
            <a:r>
              <a:rPr sz="2000" spc="5" dirty="0">
                <a:solidFill>
                  <a:srgbClr val="3F3F3F"/>
                </a:solidFill>
                <a:latin typeface="Verdana"/>
                <a:cs typeface="Verdana"/>
              </a:rPr>
              <a:t>of</a:t>
            </a:r>
            <a:r>
              <a:rPr sz="2000" spc="-3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Verdana"/>
                <a:cs typeface="Verdana"/>
              </a:rPr>
              <a:t>comments</a:t>
            </a:r>
            <a:endParaRPr sz="2000" dirty="0">
              <a:latin typeface="Verdana"/>
              <a:cs typeface="Verdana"/>
            </a:endParaRPr>
          </a:p>
          <a:p>
            <a:pPr marL="354965" indent="-342900">
              <a:lnSpc>
                <a:spcPct val="100000"/>
              </a:lnSpc>
              <a:spcBef>
                <a:spcPts val="765"/>
              </a:spcBef>
              <a:buClr>
                <a:srgbClr val="A52F0F"/>
              </a:buClr>
              <a:buFont typeface="Georgia"/>
              <a:buChar char=""/>
              <a:tabLst>
                <a:tab pos="355600" algn="l"/>
              </a:tabLst>
            </a:pPr>
            <a:r>
              <a:rPr sz="2000" spc="-5" dirty="0">
                <a:solidFill>
                  <a:srgbClr val="3F3F3F"/>
                </a:solidFill>
                <a:latin typeface="Verdana"/>
                <a:cs typeface="Verdana"/>
              </a:rPr>
              <a:t>Log </a:t>
            </a:r>
            <a:r>
              <a:rPr sz="2000" spc="-50" dirty="0">
                <a:solidFill>
                  <a:srgbClr val="3F3F3F"/>
                </a:solidFill>
                <a:latin typeface="Verdana"/>
                <a:cs typeface="Verdana"/>
              </a:rPr>
              <a:t>all </a:t>
            </a:r>
            <a:r>
              <a:rPr sz="2000" spc="-80" dirty="0">
                <a:solidFill>
                  <a:srgbClr val="3F3F3F"/>
                </a:solidFill>
                <a:latin typeface="Verdana"/>
                <a:cs typeface="Verdana"/>
              </a:rPr>
              <a:t>your</a:t>
            </a:r>
            <a:r>
              <a:rPr sz="2000" spc="-409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3F3F3F"/>
                </a:solidFill>
                <a:latin typeface="Verdana"/>
                <a:cs typeface="Verdana"/>
              </a:rPr>
              <a:t>questions!</a:t>
            </a:r>
            <a:endParaRPr sz="2000" dirty="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213802" y="6201567"/>
            <a:ext cx="7630795" cy="935990"/>
            <a:chOff x="1214627" y="5558028"/>
            <a:chExt cx="7630795" cy="935990"/>
          </a:xfrm>
        </p:grpSpPr>
        <p:sp>
          <p:nvSpPr>
            <p:cNvPr id="6" name="object 6"/>
            <p:cNvSpPr/>
            <p:nvPr/>
          </p:nvSpPr>
          <p:spPr>
            <a:xfrm>
              <a:off x="1219199" y="5562600"/>
              <a:ext cx="7620000" cy="927100"/>
            </a:xfrm>
            <a:custGeom>
              <a:avLst/>
              <a:gdLst/>
              <a:ahLst/>
              <a:cxnLst/>
              <a:rect l="l" t="t" r="r" b="b"/>
              <a:pathLst>
                <a:path w="7620000" h="927100">
                  <a:moveTo>
                    <a:pt x="7620000" y="926591"/>
                  </a:moveTo>
                  <a:lnTo>
                    <a:pt x="0" y="926591"/>
                  </a:lnTo>
                  <a:lnTo>
                    <a:pt x="0" y="0"/>
                  </a:lnTo>
                  <a:lnTo>
                    <a:pt x="7620000" y="0"/>
                  </a:lnTo>
                  <a:lnTo>
                    <a:pt x="7620000" y="926591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214627" y="5558028"/>
              <a:ext cx="7630795" cy="935990"/>
            </a:xfrm>
            <a:custGeom>
              <a:avLst/>
              <a:gdLst/>
              <a:ahLst/>
              <a:cxnLst/>
              <a:rect l="l" t="t" r="r" b="b"/>
              <a:pathLst>
                <a:path w="7630795" h="935989">
                  <a:moveTo>
                    <a:pt x="7630668" y="935736"/>
                  </a:moveTo>
                  <a:lnTo>
                    <a:pt x="0" y="935736"/>
                  </a:lnTo>
                  <a:lnTo>
                    <a:pt x="0" y="0"/>
                  </a:lnTo>
                  <a:lnTo>
                    <a:pt x="7630668" y="0"/>
                  </a:lnTo>
                  <a:lnTo>
                    <a:pt x="7630668" y="4572"/>
                  </a:lnTo>
                  <a:lnTo>
                    <a:pt x="10668" y="4572"/>
                  </a:lnTo>
                  <a:lnTo>
                    <a:pt x="4572" y="10668"/>
                  </a:lnTo>
                  <a:lnTo>
                    <a:pt x="10668" y="10668"/>
                  </a:lnTo>
                  <a:lnTo>
                    <a:pt x="10668" y="926592"/>
                  </a:lnTo>
                  <a:lnTo>
                    <a:pt x="4572" y="926592"/>
                  </a:lnTo>
                  <a:lnTo>
                    <a:pt x="10668" y="931164"/>
                  </a:lnTo>
                  <a:lnTo>
                    <a:pt x="7630668" y="931164"/>
                  </a:lnTo>
                  <a:lnTo>
                    <a:pt x="7630668" y="935736"/>
                  </a:lnTo>
                  <a:close/>
                </a:path>
                <a:path w="7630795" h="935989">
                  <a:moveTo>
                    <a:pt x="10668" y="10668"/>
                  </a:moveTo>
                  <a:lnTo>
                    <a:pt x="4572" y="10668"/>
                  </a:lnTo>
                  <a:lnTo>
                    <a:pt x="10668" y="4572"/>
                  </a:lnTo>
                  <a:lnTo>
                    <a:pt x="10668" y="10668"/>
                  </a:lnTo>
                  <a:close/>
                </a:path>
                <a:path w="7630795" h="935989">
                  <a:moveTo>
                    <a:pt x="7620000" y="10668"/>
                  </a:moveTo>
                  <a:lnTo>
                    <a:pt x="10668" y="10668"/>
                  </a:lnTo>
                  <a:lnTo>
                    <a:pt x="10668" y="4572"/>
                  </a:lnTo>
                  <a:lnTo>
                    <a:pt x="7620000" y="4572"/>
                  </a:lnTo>
                  <a:lnTo>
                    <a:pt x="7620000" y="10668"/>
                  </a:lnTo>
                  <a:close/>
                </a:path>
                <a:path w="7630795" h="935989">
                  <a:moveTo>
                    <a:pt x="7620000" y="931164"/>
                  </a:moveTo>
                  <a:lnTo>
                    <a:pt x="7620000" y="4572"/>
                  </a:lnTo>
                  <a:lnTo>
                    <a:pt x="7624572" y="10668"/>
                  </a:lnTo>
                  <a:lnTo>
                    <a:pt x="7630668" y="10668"/>
                  </a:lnTo>
                  <a:lnTo>
                    <a:pt x="7630668" y="926592"/>
                  </a:lnTo>
                  <a:lnTo>
                    <a:pt x="7624572" y="926592"/>
                  </a:lnTo>
                  <a:lnTo>
                    <a:pt x="7620000" y="931164"/>
                  </a:lnTo>
                  <a:close/>
                </a:path>
                <a:path w="7630795" h="935989">
                  <a:moveTo>
                    <a:pt x="7630668" y="10668"/>
                  </a:moveTo>
                  <a:lnTo>
                    <a:pt x="7624572" y="10668"/>
                  </a:lnTo>
                  <a:lnTo>
                    <a:pt x="7620000" y="4572"/>
                  </a:lnTo>
                  <a:lnTo>
                    <a:pt x="7630668" y="4572"/>
                  </a:lnTo>
                  <a:lnTo>
                    <a:pt x="7630668" y="10668"/>
                  </a:lnTo>
                  <a:close/>
                </a:path>
                <a:path w="7630795" h="935989">
                  <a:moveTo>
                    <a:pt x="10668" y="931164"/>
                  </a:moveTo>
                  <a:lnTo>
                    <a:pt x="4572" y="926592"/>
                  </a:lnTo>
                  <a:lnTo>
                    <a:pt x="10668" y="926592"/>
                  </a:lnTo>
                  <a:lnTo>
                    <a:pt x="10668" y="931164"/>
                  </a:lnTo>
                  <a:close/>
                </a:path>
                <a:path w="7630795" h="935989">
                  <a:moveTo>
                    <a:pt x="7620000" y="931164"/>
                  </a:moveTo>
                  <a:lnTo>
                    <a:pt x="10668" y="931164"/>
                  </a:lnTo>
                  <a:lnTo>
                    <a:pt x="10668" y="926592"/>
                  </a:lnTo>
                  <a:lnTo>
                    <a:pt x="7620000" y="926592"/>
                  </a:lnTo>
                  <a:lnTo>
                    <a:pt x="7620000" y="931164"/>
                  </a:lnTo>
                  <a:close/>
                </a:path>
                <a:path w="7630795" h="935989">
                  <a:moveTo>
                    <a:pt x="7630668" y="931164"/>
                  </a:moveTo>
                  <a:lnTo>
                    <a:pt x="7620000" y="931164"/>
                  </a:lnTo>
                  <a:lnTo>
                    <a:pt x="7624572" y="926592"/>
                  </a:lnTo>
                  <a:lnTo>
                    <a:pt x="7630668" y="926592"/>
                  </a:lnTo>
                  <a:lnTo>
                    <a:pt x="7630668" y="931164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229169" y="6201567"/>
            <a:ext cx="7620000" cy="876522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772285" marR="193675" indent="-1572895">
              <a:lnSpc>
                <a:spcPts val="2160"/>
              </a:lnSpc>
              <a:spcBef>
                <a:spcPts val="335"/>
              </a:spcBef>
              <a:tabLst>
                <a:tab pos="3795395" algn="l"/>
              </a:tabLst>
            </a:pPr>
            <a:r>
              <a:rPr sz="2000" i="1" spc="535" dirty="0">
                <a:solidFill>
                  <a:srgbClr val="009900"/>
                </a:solidFill>
                <a:latin typeface="Arial"/>
                <a:cs typeface="Arial"/>
              </a:rPr>
              <a:t>I </a:t>
            </a:r>
            <a:r>
              <a:rPr sz="2000" i="1" spc="85" dirty="0">
                <a:solidFill>
                  <a:srgbClr val="009900"/>
                </a:solidFill>
                <a:latin typeface="Arial"/>
                <a:cs typeface="Arial"/>
              </a:rPr>
              <a:t>took </a:t>
            </a:r>
            <a:r>
              <a:rPr sz="2000" i="1" spc="-90" dirty="0">
                <a:solidFill>
                  <a:srgbClr val="009900"/>
                </a:solidFill>
                <a:latin typeface="Arial"/>
                <a:cs typeface="Arial"/>
              </a:rPr>
              <a:t>a </a:t>
            </a:r>
            <a:r>
              <a:rPr sz="2000" i="1" spc="20" dirty="0">
                <a:solidFill>
                  <a:srgbClr val="009900"/>
                </a:solidFill>
                <a:latin typeface="Arial"/>
                <a:cs typeface="Arial"/>
              </a:rPr>
              <a:t>course in </a:t>
            </a:r>
            <a:r>
              <a:rPr sz="2000" i="1" spc="-15" dirty="0">
                <a:solidFill>
                  <a:srgbClr val="009900"/>
                </a:solidFill>
                <a:latin typeface="Arial"/>
                <a:cs typeface="Arial"/>
              </a:rPr>
              <a:t>speed </a:t>
            </a:r>
            <a:r>
              <a:rPr sz="2000" i="1" spc="30" dirty="0">
                <a:solidFill>
                  <a:srgbClr val="009900"/>
                </a:solidFill>
                <a:latin typeface="Arial"/>
                <a:cs typeface="Arial"/>
              </a:rPr>
              <a:t>reading </a:t>
            </a:r>
            <a:r>
              <a:rPr sz="2000" i="1" spc="-35" dirty="0">
                <a:solidFill>
                  <a:srgbClr val="009900"/>
                </a:solidFill>
                <a:latin typeface="Arial"/>
                <a:cs typeface="Arial"/>
              </a:rPr>
              <a:t>and </a:t>
            </a:r>
            <a:r>
              <a:rPr sz="2000" i="1" spc="55" dirty="0">
                <a:solidFill>
                  <a:srgbClr val="009900"/>
                </a:solidFill>
                <a:latin typeface="Arial"/>
                <a:cs typeface="Arial"/>
              </a:rPr>
              <a:t>read </a:t>
            </a:r>
            <a:r>
              <a:rPr sz="2000" i="1" spc="130" dirty="0">
                <a:solidFill>
                  <a:srgbClr val="009900"/>
                </a:solidFill>
                <a:latin typeface="Arial"/>
                <a:cs typeface="Arial"/>
              </a:rPr>
              <a:t>“War </a:t>
            </a:r>
            <a:r>
              <a:rPr sz="2000" i="1" spc="-35" dirty="0">
                <a:solidFill>
                  <a:srgbClr val="009900"/>
                </a:solidFill>
                <a:latin typeface="Arial"/>
                <a:cs typeface="Arial"/>
              </a:rPr>
              <a:t>and </a:t>
            </a:r>
            <a:r>
              <a:rPr sz="2000" i="1" spc="-50" dirty="0">
                <a:solidFill>
                  <a:srgbClr val="009900"/>
                </a:solidFill>
                <a:latin typeface="Arial"/>
                <a:cs typeface="Arial"/>
              </a:rPr>
              <a:t>Peace” </a:t>
            </a:r>
            <a:r>
              <a:rPr sz="2000" i="1" spc="20" dirty="0">
                <a:solidFill>
                  <a:srgbClr val="009900"/>
                </a:solidFill>
                <a:latin typeface="Arial"/>
                <a:cs typeface="Arial"/>
              </a:rPr>
              <a:t>in  </a:t>
            </a:r>
            <a:r>
              <a:rPr sz="2000" i="1" spc="105" dirty="0">
                <a:solidFill>
                  <a:srgbClr val="009900"/>
                </a:solidFill>
                <a:latin typeface="Arial"/>
                <a:cs typeface="Arial"/>
              </a:rPr>
              <a:t>twenty</a:t>
            </a:r>
            <a:r>
              <a:rPr sz="2000" i="1" spc="35" dirty="0">
                <a:solidFill>
                  <a:srgbClr val="009900"/>
                </a:solidFill>
                <a:latin typeface="Arial"/>
                <a:cs typeface="Arial"/>
              </a:rPr>
              <a:t> </a:t>
            </a:r>
            <a:r>
              <a:rPr sz="2000" i="1" spc="15" dirty="0">
                <a:solidFill>
                  <a:srgbClr val="009900"/>
                </a:solidFill>
                <a:latin typeface="Arial"/>
                <a:cs typeface="Arial"/>
              </a:rPr>
              <a:t>minutes.	</a:t>
            </a:r>
            <a:r>
              <a:rPr sz="2000" i="1" spc="200" dirty="0">
                <a:solidFill>
                  <a:srgbClr val="009900"/>
                </a:solidFill>
                <a:latin typeface="Arial"/>
                <a:cs typeface="Arial"/>
              </a:rPr>
              <a:t>It’s </a:t>
            </a:r>
            <a:r>
              <a:rPr sz="2000" i="1" spc="45" dirty="0">
                <a:solidFill>
                  <a:srgbClr val="009900"/>
                </a:solidFill>
                <a:latin typeface="Arial"/>
                <a:cs typeface="Arial"/>
              </a:rPr>
              <a:t>about</a:t>
            </a:r>
            <a:r>
              <a:rPr sz="2000" i="1" spc="-160" dirty="0">
                <a:solidFill>
                  <a:srgbClr val="009900"/>
                </a:solidFill>
                <a:latin typeface="Arial"/>
                <a:cs typeface="Arial"/>
              </a:rPr>
              <a:t> </a:t>
            </a:r>
            <a:r>
              <a:rPr sz="2000" i="1" spc="-50" dirty="0">
                <a:solidFill>
                  <a:srgbClr val="009900"/>
                </a:solidFill>
                <a:latin typeface="Arial"/>
                <a:cs typeface="Arial"/>
              </a:rPr>
              <a:t>Russia.</a:t>
            </a:r>
            <a:endParaRPr sz="2000" dirty="0">
              <a:latin typeface="Arial"/>
              <a:cs typeface="Arial"/>
            </a:endParaRPr>
          </a:p>
          <a:p>
            <a:pPr marR="85090" algn="r">
              <a:lnSpc>
                <a:spcPts val="2140"/>
              </a:lnSpc>
            </a:pPr>
            <a:r>
              <a:rPr sz="2000" dirty="0">
                <a:solidFill>
                  <a:srgbClr val="7E010C"/>
                </a:solidFill>
                <a:latin typeface="Comic Sans MS"/>
                <a:cs typeface="Comic Sans MS"/>
              </a:rPr>
              <a:t>Woody</a:t>
            </a:r>
            <a:r>
              <a:rPr sz="2000" spc="-105" dirty="0">
                <a:solidFill>
                  <a:srgbClr val="7E010C"/>
                </a:solidFill>
                <a:latin typeface="Comic Sans MS"/>
                <a:cs typeface="Comic Sans MS"/>
              </a:rPr>
              <a:t> </a:t>
            </a:r>
            <a:r>
              <a:rPr sz="2000" spc="-5" dirty="0">
                <a:solidFill>
                  <a:srgbClr val="7E010C"/>
                </a:solidFill>
                <a:latin typeface="Comic Sans MS"/>
                <a:cs typeface="Comic Sans MS"/>
              </a:rPr>
              <a:t>Allen</a:t>
            </a:r>
            <a:endParaRPr sz="2000" dirty="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462" y="1102838"/>
            <a:ext cx="57175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Read</a:t>
            </a:r>
            <a:r>
              <a:rPr spc="-295" dirty="0"/>
              <a:t> </a:t>
            </a:r>
            <a:r>
              <a:rPr spc="-75" dirty="0"/>
              <a:t>all</a:t>
            </a:r>
            <a:r>
              <a:rPr spc="-275" dirty="0"/>
              <a:t> </a:t>
            </a:r>
            <a:r>
              <a:rPr spc="-30" dirty="0"/>
              <a:t>the</a:t>
            </a:r>
            <a:r>
              <a:rPr spc="-275" dirty="0"/>
              <a:t> </a:t>
            </a:r>
            <a:r>
              <a:rPr spc="245" dirty="0"/>
              <a:t>Code</a:t>
            </a:r>
            <a:r>
              <a:rPr spc="-270" dirty="0"/>
              <a:t> </a:t>
            </a:r>
            <a:r>
              <a:rPr spc="-180" dirty="0"/>
              <a:t>in</a:t>
            </a:r>
            <a:r>
              <a:rPr spc="-275" dirty="0"/>
              <a:t> </a:t>
            </a:r>
            <a:r>
              <a:rPr spc="135" dirty="0"/>
              <a:t>One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idx="1"/>
          </p:nvPr>
        </p:nvSpPr>
        <p:spPr>
          <a:xfrm>
            <a:off x="916975" y="2365113"/>
            <a:ext cx="8675370" cy="3765646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457200" algn="ctr">
              <a:lnSpc>
                <a:spcPct val="100000"/>
              </a:lnSpc>
              <a:spcBef>
                <a:spcPts val="780"/>
              </a:spcBef>
            </a:pPr>
            <a:r>
              <a:rPr spc="-200" dirty="0">
                <a:solidFill>
                  <a:srgbClr val="A52F0F"/>
                </a:solidFill>
                <a:latin typeface="Georgia"/>
                <a:cs typeface="Georgia"/>
              </a:rPr>
              <a:t> </a:t>
            </a:r>
            <a:r>
              <a:rPr spc="130" dirty="0"/>
              <a:t>code </a:t>
            </a:r>
            <a:r>
              <a:rPr spc="-30" dirty="0"/>
              <a:t>review </a:t>
            </a:r>
            <a:r>
              <a:rPr spc="-45" dirty="0"/>
              <a:t>guidelines, </a:t>
            </a:r>
            <a:r>
              <a:rPr spc="55" dirty="0"/>
              <a:t>coding</a:t>
            </a:r>
            <a:r>
              <a:rPr spc="-480" dirty="0"/>
              <a:t> </a:t>
            </a:r>
            <a:r>
              <a:rPr spc="-125" dirty="0"/>
              <a:t>styles </a:t>
            </a:r>
            <a:r>
              <a:rPr spc="10" dirty="0"/>
              <a:t>etc.</a:t>
            </a:r>
          </a:p>
          <a:p>
            <a:pPr marL="354965" marR="3102610" indent="-355600">
              <a:lnSpc>
                <a:spcPct val="100000"/>
              </a:lnSpc>
              <a:spcBef>
                <a:spcPts val="760"/>
              </a:spcBef>
              <a:buClr>
                <a:srgbClr val="A52F0F"/>
              </a:buClr>
              <a:buFont typeface="Georgia"/>
              <a:buChar char=""/>
              <a:tabLst>
                <a:tab pos="355600" algn="l"/>
              </a:tabLst>
            </a:pPr>
            <a:r>
              <a:rPr sz="2000" spc="60" dirty="0"/>
              <a:t>Judge</a:t>
            </a:r>
            <a:r>
              <a:rPr sz="2000" spc="-175" dirty="0"/>
              <a:t> </a:t>
            </a:r>
            <a:r>
              <a:rPr sz="2000" spc="-60" dirty="0"/>
              <a:t>sincerely</a:t>
            </a:r>
            <a:endParaRPr sz="2000" dirty="0"/>
          </a:p>
          <a:p>
            <a:pPr marR="836930" algn="ctr">
              <a:lnSpc>
                <a:spcPct val="100000"/>
              </a:lnSpc>
              <a:spcBef>
                <a:spcPts val="785"/>
              </a:spcBef>
            </a:pPr>
            <a:r>
              <a:rPr spc="-200" dirty="0">
                <a:solidFill>
                  <a:srgbClr val="A52F0F"/>
                </a:solidFill>
                <a:latin typeface="Georgia"/>
                <a:cs typeface="Georgia"/>
              </a:rPr>
              <a:t> </a:t>
            </a:r>
            <a:r>
              <a:rPr spc="-5" dirty="0"/>
              <a:t>unbiased </a:t>
            </a:r>
            <a:r>
              <a:rPr spc="-20" dirty="0"/>
              <a:t>view </a:t>
            </a:r>
            <a:r>
              <a:rPr spc="10" dirty="0"/>
              <a:t>of </a:t>
            </a:r>
            <a:r>
              <a:rPr spc="-25" dirty="0"/>
              <a:t>the</a:t>
            </a:r>
            <a:r>
              <a:rPr spc="-335" dirty="0"/>
              <a:t> </a:t>
            </a:r>
            <a:r>
              <a:rPr spc="-45" dirty="0"/>
              <a:t>software</a:t>
            </a:r>
          </a:p>
          <a:p>
            <a:pPr marL="354965" marR="880744" indent="-355600">
              <a:lnSpc>
                <a:spcPct val="100000"/>
              </a:lnSpc>
              <a:spcBef>
                <a:spcPts val="760"/>
              </a:spcBef>
              <a:buClr>
                <a:srgbClr val="A52F0F"/>
              </a:buClr>
              <a:buFont typeface="Georgia"/>
              <a:buChar char=""/>
              <a:tabLst>
                <a:tab pos="355600" algn="l"/>
              </a:tabLst>
            </a:pPr>
            <a:r>
              <a:rPr sz="2000" spc="-45" dirty="0"/>
              <a:t>Learn </a:t>
            </a:r>
            <a:r>
              <a:rPr sz="2000" spc="-15" dirty="0"/>
              <a:t>the </a:t>
            </a:r>
            <a:r>
              <a:rPr sz="2000" spc="-20" dirty="0"/>
              <a:t>developer’s</a:t>
            </a:r>
            <a:r>
              <a:rPr sz="2000" spc="-490" dirty="0"/>
              <a:t> </a:t>
            </a:r>
            <a:r>
              <a:rPr lang="en-US" sz="2000" spc="-490" dirty="0"/>
              <a:t>       	</a:t>
            </a:r>
            <a:r>
              <a:rPr sz="2000" spc="15" dirty="0"/>
              <a:t>vocabulary</a:t>
            </a:r>
            <a:endParaRPr sz="2000" dirty="0"/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A52F0F"/>
              </a:buClr>
              <a:buFont typeface="Georgia"/>
              <a:buChar char=""/>
            </a:pPr>
            <a:endParaRPr sz="3200" dirty="0"/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5" dirty="0">
                <a:solidFill>
                  <a:srgbClr val="FF0000"/>
                </a:solidFill>
              </a:rPr>
              <a:t>Cons</a:t>
            </a:r>
            <a:endParaRPr sz="2000" dirty="0"/>
          </a:p>
          <a:p>
            <a:pPr marL="354965" indent="-342900">
              <a:lnSpc>
                <a:spcPct val="100000"/>
              </a:lnSpc>
              <a:spcBef>
                <a:spcPts val="765"/>
              </a:spcBef>
              <a:buClr>
                <a:srgbClr val="A52F0F"/>
              </a:buClr>
              <a:buFont typeface="Georgia"/>
              <a:buChar char=""/>
              <a:tabLst>
                <a:tab pos="355600" algn="l"/>
              </a:tabLst>
            </a:pPr>
            <a:r>
              <a:rPr sz="2000" spc="25" dirty="0"/>
              <a:t>Obtain </a:t>
            </a:r>
            <a:r>
              <a:rPr sz="2000" spc="-15" dirty="0"/>
              <a:t>low</a:t>
            </a:r>
            <a:r>
              <a:rPr sz="2000" spc="-380" dirty="0"/>
              <a:t> </a:t>
            </a:r>
            <a:r>
              <a:rPr sz="2000" spc="-15" dirty="0"/>
              <a:t>abstraction</a:t>
            </a:r>
            <a:endParaRPr sz="2000" dirty="0"/>
          </a:p>
          <a:p>
            <a:pPr marL="354965" indent="-342900">
              <a:lnSpc>
                <a:spcPct val="100000"/>
              </a:lnSpc>
              <a:spcBef>
                <a:spcPts val="755"/>
              </a:spcBef>
              <a:buClr>
                <a:srgbClr val="A52F0F"/>
              </a:buClr>
              <a:buFont typeface="Georgia"/>
              <a:buChar char=""/>
              <a:tabLst>
                <a:tab pos="355600" algn="l"/>
              </a:tabLst>
            </a:pPr>
            <a:r>
              <a:rPr sz="2000" spc="-45" dirty="0"/>
              <a:t>Doest </a:t>
            </a:r>
            <a:r>
              <a:rPr sz="2000" spc="25" dirty="0"/>
              <a:t>no</a:t>
            </a:r>
            <a:r>
              <a:rPr sz="2000" spc="-275" dirty="0"/>
              <a:t> </a:t>
            </a:r>
            <a:r>
              <a:rPr sz="2000" spc="20" dirty="0"/>
              <a:t>scale</a:t>
            </a:r>
            <a:endParaRPr sz="2000" dirty="0"/>
          </a:p>
          <a:p>
            <a:pPr marL="354965" indent="-342900">
              <a:lnSpc>
                <a:spcPct val="100000"/>
              </a:lnSpc>
              <a:spcBef>
                <a:spcPts val="770"/>
              </a:spcBef>
              <a:buClr>
                <a:srgbClr val="A52F0F"/>
              </a:buClr>
              <a:buFont typeface="Georgia"/>
              <a:buChar char=""/>
              <a:tabLst>
                <a:tab pos="355600" algn="l"/>
              </a:tabLst>
            </a:pPr>
            <a:r>
              <a:rPr sz="2000" spc="-15" dirty="0"/>
              <a:t>Comments </a:t>
            </a:r>
            <a:r>
              <a:rPr sz="2000" dirty="0"/>
              <a:t>may</a:t>
            </a:r>
            <a:r>
              <a:rPr sz="2000" spc="-530" dirty="0"/>
              <a:t> </a:t>
            </a:r>
            <a:r>
              <a:rPr sz="2000" spc="-35" dirty="0"/>
              <a:t>mislead </a:t>
            </a:r>
            <a:r>
              <a:rPr sz="2000" spc="-25" dirty="0"/>
              <a:t>you</a:t>
            </a:r>
            <a:endParaRPr sz="2000" dirty="0"/>
          </a:p>
        </p:txBody>
      </p:sp>
      <p:sp>
        <p:nvSpPr>
          <p:cNvPr id="4" name="object 4"/>
          <p:cNvSpPr txBox="1"/>
          <p:nvPr/>
        </p:nvSpPr>
        <p:spPr>
          <a:xfrm>
            <a:off x="916975" y="1596616"/>
            <a:ext cx="5162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30" dirty="0">
                <a:solidFill>
                  <a:srgbClr val="009900"/>
                </a:solidFill>
                <a:latin typeface="Verdana"/>
                <a:cs typeface="Verdana"/>
              </a:rPr>
              <a:t>P</a:t>
            </a:r>
            <a:r>
              <a:rPr sz="2000" spc="-260" dirty="0">
                <a:solidFill>
                  <a:srgbClr val="009900"/>
                </a:solidFill>
                <a:latin typeface="Verdana"/>
                <a:cs typeface="Verdana"/>
              </a:rPr>
              <a:t>r</a:t>
            </a:r>
            <a:r>
              <a:rPr sz="2000" spc="85" dirty="0">
                <a:solidFill>
                  <a:srgbClr val="009900"/>
                </a:solidFill>
                <a:latin typeface="Verdana"/>
                <a:cs typeface="Verdana"/>
              </a:rPr>
              <a:t>o</a:t>
            </a:r>
            <a:r>
              <a:rPr sz="2000" spc="-265" dirty="0">
                <a:solidFill>
                  <a:srgbClr val="009900"/>
                </a:solidFill>
                <a:latin typeface="Verdana"/>
                <a:cs typeface="Verdana"/>
              </a:rPr>
              <a:t>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75" y="1997516"/>
            <a:ext cx="21748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15" dirty="0">
                <a:solidFill>
                  <a:srgbClr val="A52F0F"/>
                </a:solidFill>
                <a:latin typeface="Georgia"/>
                <a:cs typeface="Georgia"/>
              </a:rPr>
              <a:t> </a:t>
            </a:r>
            <a:r>
              <a:rPr sz="2000" spc="-135" dirty="0">
                <a:solidFill>
                  <a:srgbClr val="3F3F3F"/>
                </a:solidFill>
                <a:latin typeface="Verdana"/>
                <a:cs typeface="Verdana"/>
              </a:rPr>
              <a:t>Start</a:t>
            </a:r>
            <a:r>
              <a:rPr sz="2000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40" dirty="0">
                <a:solidFill>
                  <a:srgbClr val="3F3F3F"/>
                </a:solidFill>
                <a:latin typeface="Verdana"/>
                <a:cs typeface="Verdana"/>
              </a:rPr>
              <a:t>efficiently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462" y="1105963"/>
            <a:ext cx="45339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Gothic Uralic"/>
                <a:cs typeface="Gothic Uralic"/>
              </a:rPr>
              <a:t>Initial</a:t>
            </a:r>
            <a:r>
              <a:rPr b="1" spc="-45" dirty="0">
                <a:latin typeface="Gothic Uralic"/>
                <a:cs typeface="Gothic Uralic"/>
              </a:rPr>
              <a:t> </a:t>
            </a:r>
            <a:r>
              <a:rPr b="1" spc="-5" dirty="0">
                <a:latin typeface="Gothic Uralic"/>
                <a:cs typeface="Gothic Uralic"/>
              </a:rPr>
              <a:t>Understanding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79011" y="2474847"/>
            <a:ext cx="4186554" cy="3131820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35"/>
              </a:spcBef>
              <a:buClr>
                <a:srgbClr val="A52F0F"/>
              </a:buClr>
              <a:buFont typeface="Georgia"/>
              <a:buChar char=""/>
              <a:tabLst>
                <a:tab pos="354965" algn="l"/>
                <a:tab pos="355600" algn="l"/>
              </a:tabLst>
            </a:pPr>
            <a:r>
              <a:rPr sz="1800" spc="30" dirty="0">
                <a:solidFill>
                  <a:srgbClr val="3F3F3F"/>
                </a:solidFill>
                <a:latin typeface="Verdana"/>
                <a:cs typeface="Verdana"/>
              </a:rPr>
              <a:t>Data </a:t>
            </a:r>
            <a:r>
              <a:rPr sz="1800" spc="-180" dirty="0">
                <a:solidFill>
                  <a:srgbClr val="3F3F3F"/>
                </a:solidFill>
                <a:latin typeface="Verdana"/>
                <a:cs typeface="Verdana"/>
              </a:rPr>
              <a:t>is</a:t>
            </a:r>
            <a:r>
              <a:rPr lang="en-US" sz="1800" spc="-18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31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45" dirty="0">
                <a:solidFill>
                  <a:srgbClr val="3F3F3F"/>
                </a:solidFill>
                <a:latin typeface="Verdana"/>
                <a:cs typeface="Verdana"/>
              </a:rPr>
              <a:t>unreliable</a:t>
            </a:r>
            <a:endParaRPr sz="1800" dirty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1005"/>
              </a:spcBef>
              <a:buClr>
                <a:srgbClr val="A52F0F"/>
              </a:buClr>
              <a:buFont typeface="Georgia"/>
              <a:buChar char=""/>
              <a:tabLst>
                <a:tab pos="756920" algn="l"/>
              </a:tabLst>
            </a:pPr>
            <a:r>
              <a:rPr sz="1600" i="1" spc="-10" dirty="0">
                <a:solidFill>
                  <a:srgbClr val="7E010C"/>
                </a:solidFill>
                <a:latin typeface="TeX Gyre Adventor"/>
                <a:cs typeface="TeX Gyre Adventor"/>
              </a:rPr>
              <a:t>Always double-check </a:t>
            </a:r>
            <a:r>
              <a:rPr sz="1600" i="1" spc="-5" dirty="0">
                <a:solidFill>
                  <a:srgbClr val="7E010C"/>
                </a:solidFill>
                <a:latin typeface="TeX Gyre Adventor"/>
                <a:cs typeface="TeX Gyre Adventor"/>
              </a:rPr>
              <a:t>your</a:t>
            </a:r>
            <a:r>
              <a:rPr sz="1600" i="1" spc="90" dirty="0">
                <a:solidFill>
                  <a:srgbClr val="7E010C"/>
                </a:solidFill>
                <a:latin typeface="TeX Gyre Adventor"/>
                <a:cs typeface="TeX Gyre Adventor"/>
              </a:rPr>
              <a:t> </a:t>
            </a:r>
            <a:r>
              <a:rPr sz="1600" i="1" spc="-5" dirty="0">
                <a:solidFill>
                  <a:srgbClr val="7E010C"/>
                </a:solidFill>
                <a:latin typeface="TeX Gyre Adventor"/>
                <a:cs typeface="TeX Gyre Adventor"/>
              </a:rPr>
              <a:t>sources</a:t>
            </a:r>
            <a:endParaRPr sz="1600" dirty="0">
              <a:latin typeface="TeX Gyre Adventor"/>
              <a:cs typeface="TeX Gyre Adventor"/>
            </a:endParaRPr>
          </a:p>
          <a:p>
            <a:pPr marL="355600" indent="-342900">
              <a:lnSpc>
                <a:spcPct val="100000"/>
              </a:lnSpc>
              <a:spcBef>
                <a:spcPts val="990"/>
              </a:spcBef>
              <a:buClr>
                <a:srgbClr val="A52F0F"/>
              </a:buClr>
              <a:buFont typeface="Georgia"/>
              <a:buChar char=""/>
              <a:tabLst>
                <a:tab pos="354965" algn="l"/>
                <a:tab pos="355600" algn="l"/>
              </a:tabLst>
            </a:pPr>
            <a:r>
              <a:rPr sz="1800" spc="-40" dirty="0">
                <a:solidFill>
                  <a:srgbClr val="3F3F3F"/>
                </a:solidFill>
                <a:latin typeface="Verdana"/>
                <a:cs typeface="Verdana"/>
              </a:rPr>
              <a:t>Understanding </a:t>
            </a:r>
            <a:r>
              <a:rPr sz="1800" spc="-60" dirty="0">
                <a:solidFill>
                  <a:srgbClr val="3F3F3F"/>
                </a:solidFill>
                <a:latin typeface="Verdana"/>
                <a:cs typeface="Verdana"/>
              </a:rPr>
              <a:t>needs</a:t>
            </a:r>
            <a:r>
              <a:rPr lang="en-US" sz="1800" spc="-60" dirty="0">
                <a:solidFill>
                  <a:srgbClr val="3F3F3F"/>
                </a:solidFill>
                <a:latin typeface="Verdana"/>
                <a:cs typeface="Verdana"/>
              </a:rPr>
              <a:t> of</a:t>
            </a:r>
            <a:r>
              <a:rPr sz="1800" spc="-19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3F3F3F"/>
                </a:solidFill>
                <a:latin typeface="Verdana"/>
                <a:cs typeface="Verdana"/>
              </a:rPr>
              <a:t>iteration</a:t>
            </a:r>
            <a:endParaRPr sz="1800" dirty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1000"/>
              </a:spcBef>
              <a:buClr>
                <a:srgbClr val="A52F0F"/>
              </a:buClr>
              <a:buFont typeface="Georgia"/>
              <a:buChar char=""/>
              <a:tabLst>
                <a:tab pos="756920" algn="l"/>
              </a:tabLst>
            </a:pPr>
            <a:r>
              <a:rPr sz="1600" i="1" spc="-5" dirty="0">
                <a:solidFill>
                  <a:srgbClr val="7E010C"/>
                </a:solidFill>
                <a:latin typeface="TeX Gyre Adventor"/>
                <a:cs typeface="TeX Gyre Adventor"/>
              </a:rPr>
              <a:t>Plan iteration </a:t>
            </a:r>
            <a:r>
              <a:rPr sz="1600" i="1" dirty="0">
                <a:solidFill>
                  <a:srgbClr val="7E010C"/>
                </a:solidFill>
                <a:latin typeface="TeX Gyre Adventor"/>
                <a:cs typeface="TeX Gyre Adventor"/>
              </a:rPr>
              <a:t>and </a:t>
            </a:r>
            <a:r>
              <a:rPr sz="1600" i="1" spc="-5" dirty="0">
                <a:solidFill>
                  <a:srgbClr val="7E010C"/>
                </a:solidFill>
                <a:latin typeface="TeX Gyre Adventor"/>
                <a:cs typeface="TeX Gyre Adventor"/>
              </a:rPr>
              <a:t>feedback</a:t>
            </a:r>
            <a:r>
              <a:rPr sz="1600" i="1" spc="-55" dirty="0">
                <a:solidFill>
                  <a:srgbClr val="7E010C"/>
                </a:solidFill>
                <a:latin typeface="TeX Gyre Adventor"/>
                <a:cs typeface="TeX Gyre Adventor"/>
              </a:rPr>
              <a:t> </a:t>
            </a:r>
            <a:r>
              <a:rPr sz="1600" i="1" spc="-5" dirty="0">
                <a:solidFill>
                  <a:srgbClr val="7E010C"/>
                </a:solidFill>
                <a:latin typeface="TeX Gyre Adventor"/>
                <a:cs typeface="TeX Gyre Adventor"/>
              </a:rPr>
              <a:t>loops</a:t>
            </a:r>
            <a:endParaRPr sz="1600" dirty="0">
              <a:latin typeface="TeX Gyre Adventor"/>
              <a:cs typeface="TeX Gyre Adventor"/>
            </a:endParaRPr>
          </a:p>
          <a:p>
            <a:pPr marL="355600" indent="-342900">
              <a:lnSpc>
                <a:spcPct val="100000"/>
              </a:lnSpc>
              <a:spcBef>
                <a:spcPts val="1000"/>
              </a:spcBef>
              <a:buClr>
                <a:srgbClr val="A52F0F"/>
              </a:buClr>
              <a:buFont typeface="Georgia"/>
              <a:buChar char=""/>
              <a:tabLst>
                <a:tab pos="354965" algn="l"/>
                <a:tab pos="355600" algn="l"/>
              </a:tabLst>
            </a:pPr>
            <a:r>
              <a:rPr sz="1800" spc="10" dirty="0">
                <a:solidFill>
                  <a:srgbClr val="3F3F3F"/>
                </a:solidFill>
                <a:latin typeface="Verdana"/>
                <a:cs typeface="Verdana"/>
              </a:rPr>
              <a:t>Knowledge </a:t>
            </a:r>
            <a:r>
              <a:rPr sz="1800" spc="-114" dirty="0">
                <a:solidFill>
                  <a:srgbClr val="3F3F3F"/>
                </a:solidFill>
                <a:latin typeface="Verdana"/>
                <a:cs typeface="Verdana"/>
              </a:rPr>
              <a:t>must </a:t>
            </a:r>
            <a:r>
              <a:rPr sz="1800" spc="95" dirty="0">
                <a:solidFill>
                  <a:srgbClr val="3F3F3F"/>
                </a:solidFill>
                <a:latin typeface="Verdana"/>
                <a:cs typeface="Verdana"/>
              </a:rPr>
              <a:t>be</a:t>
            </a:r>
            <a:r>
              <a:rPr sz="1800" spc="-2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3F3F3F"/>
                </a:solidFill>
                <a:latin typeface="Verdana"/>
                <a:cs typeface="Verdana"/>
              </a:rPr>
              <a:t>shared</a:t>
            </a:r>
            <a:endParaRPr sz="1800" dirty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1005"/>
              </a:spcBef>
              <a:buClr>
                <a:srgbClr val="A52F0F"/>
              </a:buClr>
              <a:buFont typeface="Georgia"/>
              <a:buChar char=""/>
              <a:tabLst>
                <a:tab pos="756920" algn="l"/>
              </a:tabLst>
            </a:pPr>
            <a:r>
              <a:rPr sz="1600" i="1" spc="-5" dirty="0">
                <a:solidFill>
                  <a:srgbClr val="7E010C"/>
                </a:solidFill>
                <a:latin typeface="TeX Gyre Adventor"/>
                <a:cs typeface="TeX Gyre Adventor"/>
              </a:rPr>
              <a:t>“Put the map </a:t>
            </a:r>
            <a:r>
              <a:rPr sz="1600" i="1" spc="-10" dirty="0">
                <a:solidFill>
                  <a:srgbClr val="7E010C"/>
                </a:solidFill>
                <a:latin typeface="TeX Gyre Adventor"/>
                <a:cs typeface="TeX Gyre Adventor"/>
              </a:rPr>
              <a:t>on </a:t>
            </a:r>
            <a:r>
              <a:rPr sz="1600" i="1" spc="-5" dirty="0">
                <a:solidFill>
                  <a:srgbClr val="7E010C"/>
                </a:solidFill>
                <a:latin typeface="TeX Gyre Adventor"/>
                <a:cs typeface="TeX Gyre Adventor"/>
              </a:rPr>
              <a:t>the</a:t>
            </a:r>
            <a:r>
              <a:rPr sz="1600" i="1" spc="-35" dirty="0">
                <a:solidFill>
                  <a:srgbClr val="7E010C"/>
                </a:solidFill>
                <a:latin typeface="TeX Gyre Adventor"/>
                <a:cs typeface="TeX Gyre Adventor"/>
              </a:rPr>
              <a:t> </a:t>
            </a:r>
            <a:r>
              <a:rPr sz="1600" i="1" spc="-10" dirty="0">
                <a:solidFill>
                  <a:srgbClr val="7E010C"/>
                </a:solidFill>
                <a:latin typeface="TeX Gyre Adventor"/>
                <a:cs typeface="TeX Gyre Adventor"/>
              </a:rPr>
              <a:t>wall”</a:t>
            </a:r>
            <a:endParaRPr sz="1600" dirty="0">
              <a:latin typeface="TeX Gyre Adventor"/>
              <a:cs typeface="TeX Gyre Adventor"/>
            </a:endParaRPr>
          </a:p>
          <a:p>
            <a:pPr marL="355600" indent="-342900">
              <a:lnSpc>
                <a:spcPct val="100000"/>
              </a:lnSpc>
              <a:spcBef>
                <a:spcPts val="1000"/>
              </a:spcBef>
              <a:buClr>
                <a:srgbClr val="A52F0F"/>
              </a:buClr>
              <a:buFont typeface="Georgia"/>
              <a:buChar char=""/>
              <a:tabLst>
                <a:tab pos="354965" algn="l"/>
                <a:tab pos="355600" algn="l"/>
              </a:tabLst>
            </a:pPr>
            <a:r>
              <a:rPr sz="1800" spc="-85" dirty="0">
                <a:solidFill>
                  <a:srgbClr val="3F3F3F"/>
                </a:solidFill>
                <a:latin typeface="Verdana"/>
                <a:cs typeface="Verdana"/>
              </a:rPr>
              <a:t>Teams </a:t>
            </a:r>
            <a:r>
              <a:rPr sz="1800" spc="60" dirty="0">
                <a:solidFill>
                  <a:srgbClr val="3F3F3F"/>
                </a:solidFill>
                <a:latin typeface="Verdana"/>
                <a:cs typeface="Verdana"/>
              </a:rPr>
              <a:t>need </a:t>
            </a: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to</a:t>
            </a:r>
            <a:r>
              <a:rPr sz="1800" spc="-3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25" dirty="0">
                <a:solidFill>
                  <a:srgbClr val="3F3F3F"/>
                </a:solidFill>
                <a:latin typeface="Verdana"/>
                <a:cs typeface="Verdana"/>
              </a:rPr>
              <a:t>communicate</a:t>
            </a:r>
            <a:endParaRPr sz="1800" dirty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1005"/>
              </a:spcBef>
              <a:buClr>
                <a:srgbClr val="A52F0F"/>
              </a:buClr>
              <a:buFont typeface="Georgia"/>
              <a:buChar char=""/>
              <a:tabLst>
                <a:tab pos="756920" algn="l"/>
              </a:tabLst>
            </a:pPr>
            <a:r>
              <a:rPr sz="1600" i="1" spc="-5" dirty="0">
                <a:solidFill>
                  <a:srgbClr val="7E010C"/>
                </a:solidFill>
                <a:latin typeface="TeX Gyre Adventor"/>
                <a:cs typeface="TeX Gyre Adventor"/>
              </a:rPr>
              <a:t>“Use </a:t>
            </a:r>
            <a:r>
              <a:rPr sz="1600" i="1" dirty="0">
                <a:solidFill>
                  <a:srgbClr val="7E010C"/>
                </a:solidFill>
                <a:latin typeface="TeX Gyre Adventor"/>
                <a:cs typeface="TeX Gyre Adventor"/>
              </a:rPr>
              <a:t>their</a:t>
            </a:r>
            <a:r>
              <a:rPr sz="1600" i="1" spc="-15" dirty="0">
                <a:solidFill>
                  <a:srgbClr val="7E010C"/>
                </a:solidFill>
                <a:latin typeface="TeX Gyre Adventor"/>
                <a:cs typeface="TeX Gyre Adventor"/>
              </a:rPr>
              <a:t> </a:t>
            </a:r>
            <a:r>
              <a:rPr sz="1600" i="1" spc="-10" dirty="0">
                <a:solidFill>
                  <a:srgbClr val="7E010C"/>
                </a:solidFill>
                <a:latin typeface="TeX Gyre Adventor"/>
                <a:cs typeface="TeX Gyre Adventor"/>
              </a:rPr>
              <a:t>language”</a:t>
            </a:r>
            <a:endParaRPr sz="1600" dirty="0">
              <a:latin typeface="TeX Gyre Adventor"/>
              <a:cs typeface="TeX Gyre Adventor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462" y="1102838"/>
            <a:ext cx="4521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Initial</a:t>
            </a:r>
            <a:r>
              <a:rPr spc="-320" dirty="0"/>
              <a:t> </a:t>
            </a:r>
            <a:r>
              <a:rPr spc="-65" dirty="0"/>
              <a:t>Understanding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08303" y="3922776"/>
            <a:ext cx="2376170" cy="668020"/>
            <a:chOff x="908303" y="3922776"/>
            <a:chExt cx="2376170" cy="668020"/>
          </a:xfrm>
        </p:grpSpPr>
        <p:sp>
          <p:nvSpPr>
            <p:cNvPr id="4" name="object 4"/>
            <p:cNvSpPr/>
            <p:nvPr/>
          </p:nvSpPr>
          <p:spPr>
            <a:xfrm>
              <a:off x="914399" y="3930396"/>
              <a:ext cx="2362200" cy="654050"/>
            </a:xfrm>
            <a:custGeom>
              <a:avLst/>
              <a:gdLst/>
              <a:ahLst/>
              <a:cxnLst/>
              <a:rect l="l" t="t" r="r" b="b"/>
              <a:pathLst>
                <a:path w="2362200" h="654050">
                  <a:moveTo>
                    <a:pt x="2362200" y="653795"/>
                  </a:moveTo>
                  <a:lnTo>
                    <a:pt x="0" y="653795"/>
                  </a:lnTo>
                  <a:lnTo>
                    <a:pt x="0" y="0"/>
                  </a:lnTo>
                  <a:lnTo>
                    <a:pt x="2362200" y="0"/>
                  </a:lnTo>
                  <a:lnTo>
                    <a:pt x="2362200" y="653795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08303" y="3922776"/>
              <a:ext cx="2376170" cy="668020"/>
            </a:xfrm>
            <a:custGeom>
              <a:avLst/>
              <a:gdLst/>
              <a:ahLst/>
              <a:cxnLst/>
              <a:rect l="l" t="t" r="r" b="b"/>
              <a:pathLst>
                <a:path w="2376170" h="668020">
                  <a:moveTo>
                    <a:pt x="2375916" y="667512"/>
                  </a:moveTo>
                  <a:lnTo>
                    <a:pt x="0" y="667512"/>
                  </a:lnTo>
                  <a:lnTo>
                    <a:pt x="0" y="0"/>
                  </a:lnTo>
                  <a:lnTo>
                    <a:pt x="2375916" y="0"/>
                  </a:lnTo>
                  <a:lnTo>
                    <a:pt x="2375916" y="7620"/>
                  </a:lnTo>
                  <a:lnTo>
                    <a:pt x="13716" y="7620"/>
                  </a:lnTo>
                  <a:lnTo>
                    <a:pt x="6096" y="13716"/>
                  </a:lnTo>
                  <a:lnTo>
                    <a:pt x="13716" y="13716"/>
                  </a:lnTo>
                  <a:lnTo>
                    <a:pt x="13716" y="655320"/>
                  </a:lnTo>
                  <a:lnTo>
                    <a:pt x="6096" y="655320"/>
                  </a:lnTo>
                  <a:lnTo>
                    <a:pt x="13716" y="661416"/>
                  </a:lnTo>
                  <a:lnTo>
                    <a:pt x="2375916" y="661416"/>
                  </a:lnTo>
                  <a:lnTo>
                    <a:pt x="2375916" y="667512"/>
                  </a:lnTo>
                  <a:close/>
                </a:path>
                <a:path w="2376170" h="668020">
                  <a:moveTo>
                    <a:pt x="13716" y="13716"/>
                  </a:moveTo>
                  <a:lnTo>
                    <a:pt x="6096" y="13716"/>
                  </a:lnTo>
                  <a:lnTo>
                    <a:pt x="13716" y="7620"/>
                  </a:lnTo>
                  <a:lnTo>
                    <a:pt x="13716" y="13716"/>
                  </a:lnTo>
                  <a:close/>
                </a:path>
                <a:path w="2376170" h="668020">
                  <a:moveTo>
                    <a:pt x="2362200" y="13716"/>
                  </a:moveTo>
                  <a:lnTo>
                    <a:pt x="13716" y="13716"/>
                  </a:lnTo>
                  <a:lnTo>
                    <a:pt x="13716" y="7620"/>
                  </a:lnTo>
                  <a:lnTo>
                    <a:pt x="2362200" y="7620"/>
                  </a:lnTo>
                  <a:lnTo>
                    <a:pt x="2362200" y="13716"/>
                  </a:lnTo>
                  <a:close/>
                </a:path>
                <a:path w="2376170" h="668020">
                  <a:moveTo>
                    <a:pt x="2362200" y="661416"/>
                  </a:moveTo>
                  <a:lnTo>
                    <a:pt x="2362200" y="7620"/>
                  </a:lnTo>
                  <a:lnTo>
                    <a:pt x="2368296" y="13716"/>
                  </a:lnTo>
                  <a:lnTo>
                    <a:pt x="2375916" y="13716"/>
                  </a:lnTo>
                  <a:lnTo>
                    <a:pt x="2375916" y="655320"/>
                  </a:lnTo>
                  <a:lnTo>
                    <a:pt x="2368296" y="655320"/>
                  </a:lnTo>
                  <a:lnTo>
                    <a:pt x="2362200" y="661416"/>
                  </a:lnTo>
                  <a:close/>
                </a:path>
                <a:path w="2376170" h="668020">
                  <a:moveTo>
                    <a:pt x="2375916" y="13716"/>
                  </a:moveTo>
                  <a:lnTo>
                    <a:pt x="2368296" y="13716"/>
                  </a:lnTo>
                  <a:lnTo>
                    <a:pt x="2362200" y="7620"/>
                  </a:lnTo>
                  <a:lnTo>
                    <a:pt x="2375916" y="7620"/>
                  </a:lnTo>
                  <a:lnTo>
                    <a:pt x="2375916" y="13716"/>
                  </a:lnTo>
                  <a:close/>
                </a:path>
                <a:path w="2376170" h="668020">
                  <a:moveTo>
                    <a:pt x="13716" y="661416"/>
                  </a:moveTo>
                  <a:lnTo>
                    <a:pt x="6096" y="655320"/>
                  </a:lnTo>
                  <a:lnTo>
                    <a:pt x="13716" y="655320"/>
                  </a:lnTo>
                  <a:lnTo>
                    <a:pt x="13716" y="661416"/>
                  </a:lnTo>
                  <a:close/>
                </a:path>
                <a:path w="2376170" h="668020">
                  <a:moveTo>
                    <a:pt x="2362200" y="661416"/>
                  </a:moveTo>
                  <a:lnTo>
                    <a:pt x="13716" y="661416"/>
                  </a:lnTo>
                  <a:lnTo>
                    <a:pt x="13716" y="655320"/>
                  </a:lnTo>
                  <a:lnTo>
                    <a:pt x="2362200" y="655320"/>
                  </a:lnTo>
                  <a:lnTo>
                    <a:pt x="2362200" y="661416"/>
                  </a:lnTo>
                  <a:close/>
                </a:path>
                <a:path w="2376170" h="668020">
                  <a:moveTo>
                    <a:pt x="2375916" y="661416"/>
                  </a:moveTo>
                  <a:lnTo>
                    <a:pt x="2362200" y="661416"/>
                  </a:lnTo>
                  <a:lnTo>
                    <a:pt x="2368296" y="655320"/>
                  </a:lnTo>
                  <a:lnTo>
                    <a:pt x="2375916" y="655320"/>
                  </a:lnTo>
                  <a:lnTo>
                    <a:pt x="2375916" y="661416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14400" y="3930396"/>
            <a:ext cx="2362200" cy="65405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algn="ctr">
              <a:lnSpc>
                <a:spcPts val="2155"/>
              </a:lnSpc>
              <a:spcBef>
                <a:spcPts val="325"/>
              </a:spcBef>
            </a:pPr>
            <a:r>
              <a:rPr sz="1800" spc="-5" dirty="0">
                <a:solidFill>
                  <a:srgbClr val="1D057E"/>
                </a:solidFill>
                <a:latin typeface="Comic Sans MS"/>
                <a:cs typeface="Comic Sans MS"/>
              </a:rPr>
              <a:t>understand</a:t>
            </a:r>
            <a:r>
              <a:rPr sz="1800" spc="-25" dirty="0">
                <a:solidFill>
                  <a:srgbClr val="1D057E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1D057E"/>
                </a:solidFill>
                <a:latin typeface="Symbol"/>
                <a:cs typeface="Symbol"/>
              </a:rPr>
              <a:t></a:t>
            </a:r>
            <a:endParaRPr sz="1800">
              <a:latin typeface="Symbol"/>
              <a:cs typeface="Symbol"/>
            </a:endParaRPr>
          </a:p>
          <a:p>
            <a:pPr algn="ctr">
              <a:lnSpc>
                <a:spcPts val="2155"/>
              </a:lnSpc>
            </a:pPr>
            <a:r>
              <a:rPr sz="1800" spc="-5" dirty="0">
                <a:solidFill>
                  <a:srgbClr val="1D057E"/>
                </a:solidFill>
                <a:latin typeface="Comic Sans MS"/>
                <a:cs typeface="Comic Sans MS"/>
              </a:rPr>
              <a:t>higher-level</a:t>
            </a:r>
            <a:r>
              <a:rPr sz="1800" spc="-40" dirty="0">
                <a:solidFill>
                  <a:srgbClr val="1D057E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1D057E"/>
                </a:solidFill>
                <a:latin typeface="Comic Sans MS"/>
                <a:cs typeface="Comic Sans MS"/>
              </a:rPr>
              <a:t>model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69744" y="2124012"/>
            <a:ext cx="2992755" cy="141986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800" i="1" spc="10" dirty="0">
                <a:solidFill>
                  <a:srgbClr val="1D057E"/>
                </a:solidFill>
                <a:latin typeface="Arial"/>
                <a:cs typeface="Arial"/>
              </a:rPr>
              <a:t>Top</a:t>
            </a:r>
            <a:r>
              <a:rPr sz="1800" i="1" spc="25" dirty="0">
                <a:solidFill>
                  <a:srgbClr val="1D057E"/>
                </a:solidFill>
                <a:latin typeface="Arial"/>
                <a:cs typeface="Arial"/>
              </a:rPr>
              <a:t> </a:t>
            </a:r>
            <a:r>
              <a:rPr sz="1800" i="1" spc="-35" dirty="0">
                <a:solidFill>
                  <a:srgbClr val="1D057E"/>
                </a:solidFill>
                <a:latin typeface="Arial"/>
                <a:cs typeface="Arial"/>
              </a:rPr>
              <a:t>down</a:t>
            </a:r>
            <a:endParaRPr sz="1800">
              <a:latin typeface="Arial"/>
              <a:cs typeface="Arial"/>
            </a:endParaRPr>
          </a:p>
          <a:p>
            <a:pPr marL="1973580" marR="244475" indent="-86995">
              <a:lnSpc>
                <a:spcPct val="100000"/>
              </a:lnSpc>
              <a:spcBef>
                <a:spcPts val="420"/>
              </a:spcBef>
            </a:pPr>
            <a:r>
              <a:rPr sz="1800" i="1" spc="-170" dirty="0">
                <a:solidFill>
                  <a:srgbClr val="7E010C"/>
                </a:solidFill>
                <a:latin typeface="Arial"/>
                <a:cs typeface="Arial"/>
              </a:rPr>
              <a:t>R</a:t>
            </a:r>
            <a:r>
              <a:rPr sz="1800" i="1" spc="-30" dirty="0">
                <a:solidFill>
                  <a:srgbClr val="7E010C"/>
                </a:solidFill>
                <a:latin typeface="Arial"/>
                <a:cs typeface="Arial"/>
              </a:rPr>
              <a:t>e</a:t>
            </a:r>
            <a:r>
              <a:rPr sz="1800" i="1" spc="30" dirty="0">
                <a:solidFill>
                  <a:srgbClr val="7E010C"/>
                </a:solidFill>
                <a:latin typeface="Arial"/>
                <a:cs typeface="Arial"/>
              </a:rPr>
              <a:t>c</a:t>
            </a:r>
            <a:r>
              <a:rPr sz="1800" i="1" spc="-70" dirty="0">
                <a:solidFill>
                  <a:srgbClr val="7E010C"/>
                </a:solidFill>
                <a:latin typeface="Arial"/>
                <a:cs typeface="Arial"/>
              </a:rPr>
              <a:t>o</a:t>
            </a:r>
            <a:r>
              <a:rPr sz="1800" i="1" spc="-20" dirty="0">
                <a:solidFill>
                  <a:srgbClr val="7E010C"/>
                </a:solidFill>
                <a:latin typeface="Arial"/>
                <a:cs typeface="Arial"/>
              </a:rPr>
              <a:t>v</a:t>
            </a:r>
            <a:r>
              <a:rPr sz="1800" i="1" spc="-15" dirty="0">
                <a:solidFill>
                  <a:srgbClr val="7E010C"/>
                </a:solidFill>
                <a:latin typeface="Arial"/>
                <a:cs typeface="Arial"/>
              </a:rPr>
              <a:t>e</a:t>
            </a:r>
            <a:r>
              <a:rPr sz="1800" i="1" spc="240" dirty="0">
                <a:solidFill>
                  <a:srgbClr val="7E010C"/>
                </a:solidFill>
                <a:latin typeface="Arial"/>
                <a:cs typeface="Arial"/>
              </a:rPr>
              <a:t>r </a:t>
            </a:r>
            <a:r>
              <a:rPr sz="1800" i="1" spc="220" dirty="0">
                <a:solidFill>
                  <a:srgbClr val="7E010C"/>
                </a:solidFill>
                <a:latin typeface="Arial"/>
                <a:cs typeface="Arial"/>
              </a:rPr>
              <a:t> </a:t>
            </a:r>
            <a:r>
              <a:rPr sz="1800" i="1" spc="-5" dirty="0">
                <a:solidFill>
                  <a:srgbClr val="7E010C"/>
                </a:solidFill>
                <a:latin typeface="Arial"/>
                <a:cs typeface="Arial"/>
              </a:rPr>
              <a:t>design</a:t>
            </a:r>
            <a:endParaRPr sz="1800">
              <a:latin typeface="Arial"/>
              <a:cs typeface="Arial"/>
            </a:endParaRPr>
          </a:p>
          <a:p>
            <a:pPr marL="380365" algn="ctr">
              <a:lnSpc>
                <a:spcPct val="100000"/>
              </a:lnSpc>
              <a:spcBef>
                <a:spcPts val="1500"/>
              </a:spcBef>
            </a:pPr>
            <a:r>
              <a:rPr sz="1800" b="1" spc="-5" dirty="0">
                <a:solidFill>
                  <a:srgbClr val="A52F0F"/>
                </a:solidFill>
                <a:latin typeface="Comic Sans MS"/>
                <a:cs typeface="Comic Sans MS"/>
              </a:rPr>
              <a:t>Speculate about</a:t>
            </a:r>
            <a:r>
              <a:rPr sz="1800" b="1" spc="-50" dirty="0">
                <a:solidFill>
                  <a:srgbClr val="A52F0F"/>
                </a:solidFill>
                <a:latin typeface="Comic Sans MS"/>
                <a:cs typeface="Comic Sans MS"/>
              </a:rPr>
              <a:t> </a:t>
            </a:r>
            <a:r>
              <a:rPr sz="1800" b="1" spc="-5" dirty="0">
                <a:solidFill>
                  <a:srgbClr val="A52F0F"/>
                </a:solidFill>
                <a:latin typeface="Comic Sans MS"/>
                <a:cs typeface="Comic Sans MS"/>
              </a:rPr>
              <a:t>Design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428488" y="2354579"/>
            <a:ext cx="612775" cy="769620"/>
          </a:xfrm>
          <a:custGeom>
            <a:avLst/>
            <a:gdLst/>
            <a:ahLst/>
            <a:cxnLst/>
            <a:rect l="l" t="t" r="r" b="b"/>
            <a:pathLst>
              <a:path w="612775" h="769619">
                <a:moveTo>
                  <a:pt x="557623" y="694851"/>
                </a:moveTo>
                <a:lnTo>
                  <a:pt x="545755" y="688034"/>
                </a:lnTo>
                <a:lnTo>
                  <a:pt x="539496" y="649224"/>
                </a:lnTo>
                <a:lnTo>
                  <a:pt x="534924" y="618744"/>
                </a:lnTo>
                <a:lnTo>
                  <a:pt x="528828" y="588264"/>
                </a:lnTo>
                <a:lnTo>
                  <a:pt x="507492" y="501396"/>
                </a:lnTo>
                <a:lnTo>
                  <a:pt x="477012" y="419100"/>
                </a:lnTo>
                <a:lnTo>
                  <a:pt x="451104" y="367284"/>
                </a:lnTo>
                <a:lnTo>
                  <a:pt x="419100" y="318516"/>
                </a:lnTo>
                <a:lnTo>
                  <a:pt x="382524" y="274320"/>
                </a:lnTo>
                <a:lnTo>
                  <a:pt x="338328" y="231648"/>
                </a:lnTo>
                <a:lnTo>
                  <a:pt x="289560" y="192024"/>
                </a:lnTo>
                <a:lnTo>
                  <a:pt x="263652" y="173736"/>
                </a:lnTo>
                <a:lnTo>
                  <a:pt x="237744" y="153924"/>
                </a:lnTo>
                <a:lnTo>
                  <a:pt x="208788" y="135636"/>
                </a:lnTo>
                <a:lnTo>
                  <a:pt x="181356" y="118872"/>
                </a:lnTo>
                <a:lnTo>
                  <a:pt x="152400" y="100584"/>
                </a:lnTo>
                <a:lnTo>
                  <a:pt x="0" y="16764"/>
                </a:lnTo>
                <a:lnTo>
                  <a:pt x="9144" y="0"/>
                </a:lnTo>
                <a:lnTo>
                  <a:pt x="131064" y="67056"/>
                </a:lnTo>
                <a:lnTo>
                  <a:pt x="161544" y="85344"/>
                </a:lnTo>
                <a:lnTo>
                  <a:pt x="190500" y="102108"/>
                </a:lnTo>
                <a:lnTo>
                  <a:pt x="274320" y="156972"/>
                </a:lnTo>
                <a:lnTo>
                  <a:pt x="326136" y="196596"/>
                </a:lnTo>
                <a:lnTo>
                  <a:pt x="396240" y="260604"/>
                </a:lnTo>
                <a:lnTo>
                  <a:pt x="434340" y="307848"/>
                </a:lnTo>
                <a:lnTo>
                  <a:pt x="467868" y="358140"/>
                </a:lnTo>
                <a:lnTo>
                  <a:pt x="505968" y="438912"/>
                </a:lnTo>
                <a:lnTo>
                  <a:pt x="515112" y="466344"/>
                </a:lnTo>
                <a:lnTo>
                  <a:pt x="525780" y="495300"/>
                </a:lnTo>
                <a:lnTo>
                  <a:pt x="533400" y="524256"/>
                </a:lnTo>
                <a:lnTo>
                  <a:pt x="541020" y="554736"/>
                </a:lnTo>
                <a:lnTo>
                  <a:pt x="547116" y="585216"/>
                </a:lnTo>
                <a:lnTo>
                  <a:pt x="553212" y="614172"/>
                </a:lnTo>
                <a:lnTo>
                  <a:pt x="559308" y="644652"/>
                </a:lnTo>
                <a:lnTo>
                  <a:pt x="565807" y="686251"/>
                </a:lnTo>
                <a:lnTo>
                  <a:pt x="557910" y="694807"/>
                </a:lnTo>
                <a:lnTo>
                  <a:pt x="557623" y="694851"/>
                </a:lnTo>
                <a:close/>
              </a:path>
              <a:path w="612775" h="769619">
                <a:moveTo>
                  <a:pt x="593061" y="694944"/>
                </a:moveTo>
                <a:lnTo>
                  <a:pt x="557784" y="694944"/>
                </a:lnTo>
                <a:lnTo>
                  <a:pt x="557910" y="694807"/>
                </a:lnTo>
                <a:lnTo>
                  <a:pt x="566928" y="693420"/>
                </a:lnTo>
                <a:lnTo>
                  <a:pt x="565807" y="686251"/>
                </a:lnTo>
                <a:lnTo>
                  <a:pt x="612648" y="635508"/>
                </a:lnTo>
                <a:lnTo>
                  <a:pt x="593061" y="694944"/>
                </a:lnTo>
                <a:close/>
              </a:path>
              <a:path w="612775" h="769619">
                <a:moveTo>
                  <a:pt x="568452" y="769620"/>
                </a:moveTo>
                <a:lnTo>
                  <a:pt x="486156" y="653796"/>
                </a:lnTo>
                <a:lnTo>
                  <a:pt x="545755" y="688034"/>
                </a:lnTo>
                <a:lnTo>
                  <a:pt x="547116" y="696468"/>
                </a:lnTo>
                <a:lnTo>
                  <a:pt x="592558" y="696468"/>
                </a:lnTo>
                <a:lnTo>
                  <a:pt x="568452" y="769620"/>
                </a:lnTo>
                <a:close/>
              </a:path>
              <a:path w="612775" h="769619">
                <a:moveTo>
                  <a:pt x="557910" y="694807"/>
                </a:moveTo>
                <a:lnTo>
                  <a:pt x="565807" y="686251"/>
                </a:lnTo>
                <a:lnTo>
                  <a:pt x="566928" y="693420"/>
                </a:lnTo>
                <a:lnTo>
                  <a:pt x="557910" y="694807"/>
                </a:lnTo>
                <a:close/>
              </a:path>
              <a:path w="612775" h="769619">
                <a:moveTo>
                  <a:pt x="547116" y="696468"/>
                </a:moveTo>
                <a:lnTo>
                  <a:pt x="545755" y="688034"/>
                </a:lnTo>
                <a:lnTo>
                  <a:pt x="557623" y="694851"/>
                </a:lnTo>
                <a:lnTo>
                  <a:pt x="547116" y="696468"/>
                </a:lnTo>
                <a:close/>
              </a:path>
              <a:path w="612775" h="769619">
                <a:moveTo>
                  <a:pt x="592558" y="696468"/>
                </a:moveTo>
                <a:lnTo>
                  <a:pt x="547116" y="696468"/>
                </a:lnTo>
                <a:lnTo>
                  <a:pt x="557623" y="694851"/>
                </a:lnTo>
                <a:lnTo>
                  <a:pt x="557784" y="694944"/>
                </a:lnTo>
                <a:lnTo>
                  <a:pt x="593061" y="694944"/>
                </a:lnTo>
                <a:lnTo>
                  <a:pt x="592558" y="696468"/>
                </a:lnTo>
                <a:close/>
              </a:path>
            </a:pathLst>
          </a:custGeom>
          <a:solidFill>
            <a:srgbClr val="1D05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048255" y="2226563"/>
            <a:ext cx="2143125" cy="1661160"/>
          </a:xfrm>
          <a:custGeom>
            <a:avLst/>
            <a:gdLst/>
            <a:ahLst/>
            <a:cxnLst/>
            <a:rect l="l" t="t" r="r" b="b"/>
            <a:pathLst>
              <a:path w="2143125" h="1661160">
                <a:moveTo>
                  <a:pt x="2059380" y="72110"/>
                </a:moveTo>
                <a:lnTo>
                  <a:pt x="2066544" y="62484"/>
                </a:lnTo>
                <a:lnTo>
                  <a:pt x="2014728" y="0"/>
                </a:lnTo>
                <a:lnTo>
                  <a:pt x="2129614" y="53340"/>
                </a:lnTo>
                <a:lnTo>
                  <a:pt x="2066544" y="53340"/>
                </a:lnTo>
                <a:lnTo>
                  <a:pt x="2068068" y="71628"/>
                </a:lnTo>
                <a:lnTo>
                  <a:pt x="2059380" y="72110"/>
                </a:lnTo>
                <a:close/>
              </a:path>
              <a:path w="2143125" h="1661160">
                <a:moveTo>
                  <a:pt x="19812" y="1661160"/>
                </a:moveTo>
                <a:lnTo>
                  <a:pt x="0" y="1659636"/>
                </a:lnTo>
                <a:lnTo>
                  <a:pt x="7620" y="1517904"/>
                </a:lnTo>
                <a:lnTo>
                  <a:pt x="16764" y="1377696"/>
                </a:lnTo>
                <a:lnTo>
                  <a:pt x="21336" y="1309116"/>
                </a:lnTo>
                <a:lnTo>
                  <a:pt x="27432" y="1240536"/>
                </a:lnTo>
                <a:lnTo>
                  <a:pt x="35052" y="1173480"/>
                </a:lnTo>
                <a:lnTo>
                  <a:pt x="42672" y="1107948"/>
                </a:lnTo>
                <a:lnTo>
                  <a:pt x="51816" y="1043940"/>
                </a:lnTo>
                <a:lnTo>
                  <a:pt x="60960" y="981456"/>
                </a:lnTo>
                <a:lnTo>
                  <a:pt x="73152" y="922020"/>
                </a:lnTo>
                <a:lnTo>
                  <a:pt x="79248" y="891540"/>
                </a:lnTo>
                <a:lnTo>
                  <a:pt x="86868" y="864108"/>
                </a:lnTo>
                <a:lnTo>
                  <a:pt x="94488" y="835152"/>
                </a:lnTo>
                <a:lnTo>
                  <a:pt x="109728" y="780288"/>
                </a:lnTo>
                <a:lnTo>
                  <a:pt x="128016" y="728472"/>
                </a:lnTo>
                <a:lnTo>
                  <a:pt x="138684" y="704088"/>
                </a:lnTo>
                <a:lnTo>
                  <a:pt x="147828" y="679704"/>
                </a:lnTo>
                <a:lnTo>
                  <a:pt x="160020" y="656844"/>
                </a:lnTo>
                <a:lnTo>
                  <a:pt x="181356" y="611124"/>
                </a:lnTo>
                <a:lnTo>
                  <a:pt x="192024" y="589788"/>
                </a:lnTo>
                <a:lnTo>
                  <a:pt x="202692" y="569976"/>
                </a:lnTo>
                <a:lnTo>
                  <a:pt x="214884" y="550164"/>
                </a:lnTo>
                <a:lnTo>
                  <a:pt x="225552" y="530352"/>
                </a:lnTo>
                <a:lnTo>
                  <a:pt x="237744" y="510540"/>
                </a:lnTo>
                <a:lnTo>
                  <a:pt x="249936" y="493776"/>
                </a:lnTo>
                <a:lnTo>
                  <a:pt x="274320" y="458724"/>
                </a:lnTo>
                <a:lnTo>
                  <a:pt x="300228" y="425196"/>
                </a:lnTo>
                <a:lnTo>
                  <a:pt x="327660" y="394716"/>
                </a:lnTo>
                <a:lnTo>
                  <a:pt x="358140" y="365760"/>
                </a:lnTo>
                <a:lnTo>
                  <a:pt x="391668" y="338328"/>
                </a:lnTo>
                <a:lnTo>
                  <a:pt x="408432" y="326136"/>
                </a:lnTo>
                <a:lnTo>
                  <a:pt x="426720" y="312420"/>
                </a:lnTo>
                <a:lnTo>
                  <a:pt x="445008" y="300228"/>
                </a:lnTo>
                <a:lnTo>
                  <a:pt x="464820" y="288036"/>
                </a:lnTo>
                <a:lnTo>
                  <a:pt x="486156" y="277368"/>
                </a:lnTo>
                <a:lnTo>
                  <a:pt x="507492" y="265176"/>
                </a:lnTo>
                <a:lnTo>
                  <a:pt x="553212" y="243840"/>
                </a:lnTo>
                <a:lnTo>
                  <a:pt x="579120" y="233172"/>
                </a:lnTo>
                <a:lnTo>
                  <a:pt x="603504" y="224028"/>
                </a:lnTo>
                <a:lnTo>
                  <a:pt x="630936" y="213360"/>
                </a:lnTo>
                <a:lnTo>
                  <a:pt x="658368" y="204216"/>
                </a:lnTo>
                <a:lnTo>
                  <a:pt x="687324" y="193548"/>
                </a:lnTo>
                <a:lnTo>
                  <a:pt x="717804" y="184404"/>
                </a:lnTo>
                <a:lnTo>
                  <a:pt x="783336" y="166116"/>
                </a:lnTo>
                <a:lnTo>
                  <a:pt x="851916" y="150876"/>
                </a:lnTo>
                <a:lnTo>
                  <a:pt x="926592" y="135636"/>
                </a:lnTo>
                <a:lnTo>
                  <a:pt x="1043940" y="117348"/>
                </a:lnTo>
                <a:lnTo>
                  <a:pt x="1085088" y="112776"/>
                </a:lnTo>
                <a:lnTo>
                  <a:pt x="1127760" y="106680"/>
                </a:lnTo>
                <a:lnTo>
                  <a:pt x="1258824" y="92964"/>
                </a:lnTo>
                <a:lnTo>
                  <a:pt x="1304544" y="89916"/>
                </a:lnTo>
                <a:lnTo>
                  <a:pt x="1350264" y="85344"/>
                </a:lnTo>
                <a:lnTo>
                  <a:pt x="1539240" y="73152"/>
                </a:lnTo>
                <a:lnTo>
                  <a:pt x="1735836" y="64008"/>
                </a:lnTo>
                <a:lnTo>
                  <a:pt x="1836420" y="60960"/>
                </a:lnTo>
                <a:lnTo>
                  <a:pt x="1938528" y="56388"/>
                </a:lnTo>
                <a:lnTo>
                  <a:pt x="2040636" y="53340"/>
                </a:lnTo>
                <a:lnTo>
                  <a:pt x="2058961" y="53340"/>
                </a:lnTo>
                <a:lnTo>
                  <a:pt x="2066544" y="62484"/>
                </a:lnTo>
                <a:lnTo>
                  <a:pt x="2059380" y="72110"/>
                </a:lnTo>
                <a:lnTo>
                  <a:pt x="2040636" y="73152"/>
                </a:lnTo>
                <a:lnTo>
                  <a:pt x="1837944" y="79248"/>
                </a:lnTo>
                <a:lnTo>
                  <a:pt x="1540764" y="92964"/>
                </a:lnTo>
                <a:lnTo>
                  <a:pt x="1306068" y="108204"/>
                </a:lnTo>
                <a:lnTo>
                  <a:pt x="1088136" y="131064"/>
                </a:lnTo>
                <a:lnTo>
                  <a:pt x="1046988" y="137160"/>
                </a:lnTo>
                <a:lnTo>
                  <a:pt x="1007364" y="141732"/>
                </a:lnTo>
                <a:lnTo>
                  <a:pt x="967740" y="147828"/>
                </a:lnTo>
                <a:lnTo>
                  <a:pt x="929640" y="155448"/>
                </a:lnTo>
                <a:lnTo>
                  <a:pt x="893064" y="161544"/>
                </a:lnTo>
                <a:lnTo>
                  <a:pt x="821436" y="176784"/>
                </a:lnTo>
                <a:lnTo>
                  <a:pt x="723900" y="202692"/>
                </a:lnTo>
                <a:lnTo>
                  <a:pt x="664464" y="220980"/>
                </a:lnTo>
                <a:lnTo>
                  <a:pt x="637032" y="231648"/>
                </a:lnTo>
                <a:lnTo>
                  <a:pt x="611124" y="240792"/>
                </a:lnTo>
                <a:lnTo>
                  <a:pt x="585216" y="251460"/>
                </a:lnTo>
                <a:lnTo>
                  <a:pt x="562356" y="262128"/>
                </a:lnTo>
                <a:lnTo>
                  <a:pt x="537972" y="271272"/>
                </a:lnTo>
                <a:lnTo>
                  <a:pt x="516636" y="283464"/>
                </a:lnTo>
                <a:lnTo>
                  <a:pt x="495300" y="294132"/>
                </a:lnTo>
                <a:lnTo>
                  <a:pt x="475488" y="304800"/>
                </a:lnTo>
                <a:lnTo>
                  <a:pt x="437388" y="329184"/>
                </a:lnTo>
                <a:lnTo>
                  <a:pt x="387096" y="365760"/>
                </a:lnTo>
                <a:lnTo>
                  <a:pt x="356616" y="393192"/>
                </a:lnTo>
                <a:lnTo>
                  <a:pt x="315468" y="437388"/>
                </a:lnTo>
                <a:lnTo>
                  <a:pt x="289560" y="469392"/>
                </a:lnTo>
                <a:lnTo>
                  <a:pt x="265176" y="502920"/>
                </a:lnTo>
                <a:lnTo>
                  <a:pt x="254508" y="521208"/>
                </a:lnTo>
                <a:lnTo>
                  <a:pt x="242316" y="539496"/>
                </a:lnTo>
                <a:lnTo>
                  <a:pt x="231648" y="559308"/>
                </a:lnTo>
                <a:lnTo>
                  <a:pt x="219456" y="579120"/>
                </a:lnTo>
                <a:lnTo>
                  <a:pt x="208788" y="598932"/>
                </a:lnTo>
                <a:lnTo>
                  <a:pt x="187452" y="641604"/>
                </a:lnTo>
                <a:lnTo>
                  <a:pt x="155448" y="710184"/>
                </a:lnTo>
                <a:lnTo>
                  <a:pt x="128016" y="786384"/>
                </a:lnTo>
                <a:lnTo>
                  <a:pt x="112776" y="839724"/>
                </a:lnTo>
                <a:lnTo>
                  <a:pt x="99060" y="896112"/>
                </a:lnTo>
                <a:lnTo>
                  <a:pt x="91440" y="925068"/>
                </a:lnTo>
                <a:lnTo>
                  <a:pt x="80772" y="984504"/>
                </a:lnTo>
                <a:lnTo>
                  <a:pt x="70104" y="1046988"/>
                </a:lnTo>
                <a:lnTo>
                  <a:pt x="60960" y="1110996"/>
                </a:lnTo>
                <a:lnTo>
                  <a:pt x="53340" y="1175004"/>
                </a:lnTo>
                <a:lnTo>
                  <a:pt x="47244" y="1242060"/>
                </a:lnTo>
                <a:lnTo>
                  <a:pt x="35052" y="1379220"/>
                </a:lnTo>
                <a:lnTo>
                  <a:pt x="30480" y="1449324"/>
                </a:lnTo>
                <a:lnTo>
                  <a:pt x="27432" y="1519428"/>
                </a:lnTo>
                <a:lnTo>
                  <a:pt x="19812" y="1661160"/>
                </a:lnTo>
                <a:close/>
              </a:path>
              <a:path w="2143125" h="1661160">
                <a:moveTo>
                  <a:pt x="2017776" y="128016"/>
                </a:moveTo>
                <a:lnTo>
                  <a:pt x="2059380" y="72110"/>
                </a:lnTo>
                <a:lnTo>
                  <a:pt x="2068068" y="71628"/>
                </a:lnTo>
                <a:lnTo>
                  <a:pt x="2066544" y="53340"/>
                </a:lnTo>
                <a:lnTo>
                  <a:pt x="2129614" y="53340"/>
                </a:lnTo>
                <a:lnTo>
                  <a:pt x="2142744" y="59436"/>
                </a:lnTo>
                <a:lnTo>
                  <a:pt x="2017776" y="128016"/>
                </a:lnTo>
                <a:close/>
              </a:path>
            </a:pathLst>
          </a:custGeom>
          <a:solidFill>
            <a:srgbClr val="1D05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147854" y="4486176"/>
            <a:ext cx="17595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0701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A52F0F"/>
                </a:solidFill>
                <a:latin typeface="Comic Sans MS"/>
                <a:cs typeface="Comic Sans MS"/>
              </a:rPr>
              <a:t>Analyze the  </a:t>
            </a:r>
            <a:r>
              <a:rPr sz="1800" b="1" dirty="0">
                <a:solidFill>
                  <a:srgbClr val="A52F0F"/>
                </a:solidFill>
                <a:latin typeface="Comic Sans MS"/>
                <a:cs typeface="Comic Sans MS"/>
              </a:rPr>
              <a:t>Persistent</a:t>
            </a:r>
            <a:r>
              <a:rPr sz="1800" b="1" spc="-95" dirty="0">
                <a:solidFill>
                  <a:srgbClr val="A52F0F"/>
                </a:solidFill>
                <a:latin typeface="Comic Sans MS"/>
                <a:cs typeface="Comic Sans MS"/>
              </a:rPr>
              <a:t> </a:t>
            </a:r>
            <a:r>
              <a:rPr sz="1800" b="1" spc="-10" dirty="0">
                <a:solidFill>
                  <a:srgbClr val="A52F0F"/>
                </a:solidFill>
                <a:latin typeface="Comic Sans MS"/>
                <a:cs typeface="Comic Sans MS"/>
              </a:rPr>
              <a:t>Data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42579" y="4486176"/>
            <a:ext cx="22174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37845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1D057E"/>
                </a:solidFill>
                <a:latin typeface="Comic Sans MS"/>
                <a:cs typeface="Comic Sans MS"/>
              </a:rPr>
              <a:t>Study the  Exceptional</a:t>
            </a:r>
            <a:r>
              <a:rPr sz="1800" b="1" spc="-60" dirty="0">
                <a:solidFill>
                  <a:srgbClr val="1D057E"/>
                </a:solidFill>
                <a:latin typeface="Comic Sans MS"/>
                <a:cs typeface="Comic Sans MS"/>
              </a:rPr>
              <a:t> </a:t>
            </a:r>
            <a:r>
              <a:rPr sz="1800" b="1" spc="-5" dirty="0">
                <a:solidFill>
                  <a:srgbClr val="1D057E"/>
                </a:solidFill>
                <a:latin typeface="Comic Sans MS"/>
                <a:cs typeface="Comic Sans MS"/>
              </a:rPr>
              <a:t>Entities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17121" y="5476699"/>
            <a:ext cx="9925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7785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solidFill>
                  <a:srgbClr val="7E010C"/>
                </a:solidFill>
                <a:latin typeface="Arial"/>
                <a:cs typeface="Arial"/>
              </a:rPr>
              <a:t>Recover  </a:t>
            </a:r>
            <a:r>
              <a:rPr sz="1800" i="1" spc="55" dirty="0">
                <a:solidFill>
                  <a:srgbClr val="7E010C"/>
                </a:solidFill>
                <a:latin typeface="Arial"/>
                <a:cs typeface="Arial"/>
              </a:rPr>
              <a:t>d</a:t>
            </a:r>
            <a:r>
              <a:rPr sz="1800" i="1" spc="-85" dirty="0">
                <a:solidFill>
                  <a:srgbClr val="7E010C"/>
                </a:solidFill>
                <a:latin typeface="Arial"/>
                <a:cs typeface="Arial"/>
              </a:rPr>
              <a:t>a</a:t>
            </a:r>
            <a:r>
              <a:rPr sz="1800" i="1" spc="340" dirty="0">
                <a:solidFill>
                  <a:srgbClr val="7E010C"/>
                </a:solidFill>
                <a:latin typeface="Arial"/>
                <a:cs typeface="Arial"/>
              </a:rPr>
              <a:t>t</a:t>
            </a:r>
            <a:r>
              <a:rPr sz="1800" i="1" spc="-70" dirty="0">
                <a:solidFill>
                  <a:srgbClr val="7E010C"/>
                </a:solidFill>
                <a:latin typeface="Arial"/>
                <a:cs typeface="Arial"/>
              </a:rPr>
              <a:t>a</a:t>
            </a:r>
            <a:r>
              <a:rPr sz="1800" i="1" spc="55" dirty="0">
                <a:solidFill>
                  <a:srgbClr val="7E010C"/>
                </a:solidFill>
                <a:latin typeface="Arial"/>
                <a:cs typeface="Arial"/>
              </a:rPr>
              <a:t>b</a:t>
            </a:r>
            <a:r>
              <a:rPr sz="1800" i="1" spc="-85" dirty="0">
                <a:solidFill>
                  <a:srgbClr val="7E010C"/>
                </a:solidFill>
                <a:latin typeface="Arial"/>
                <a:cs typeface="Arial"/>
              </a:rPr>
              <a:t>a</a:t>
            </a:r>
            <a:r>
              <a:rPr sz="1800" i="1" spc="-20" dirty="0">
                <a:solidFill>
                  <a:srgbClr val="7E010C"/>
                </a:solidFill>
                <a:latin typeface="Arial"/>
                <a:cs typeface="Arial"/>
              </a:rPr>
              <a:t>s</a:t>
            </a:r>
            <a:r>
              <a:rPr sz="1800" i="1" spc="-15" dirty="0">
                <a:solidFill>
                  <a:srgbClr val="7E010C"/>
                </a:solidFill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988052" y="5334000"/>
            <a:ext cx="807720" cy="923925"/>
          </a:xfrm>
          <a:custGeom>
            <a:avLst/>
            <a:gdLst/>
            <a:ahLst/>
            <a:cxnLst/>
            <a:rect l="l" t="t" r="r" b="b"/>
            <a:pathLst>
              <a:path w="807720" h="923925">
                <a:moveTo>
                  <a:pt x="0" y="135636"/>
                </a:moveTo>
                <a:lnTo>
                  <a:pt x="41148" y="0"/>
                </a:lnTo>
                <a:lnTo>
                  <a:pt x="95189" y="74676"/>
                </a:lnTo>
                <a:lnTo>
                  <a:pt x="64008" y="74676"/>
                </a:lnTo>
                <a:lnTo>
                  <a:pt x="44196" y="77724"/>
                </a:lnTo>
                <a:lnTo>
                  <a:pt x="45759" y="86063"/>
                </a:lnTo>
                <a:lnTo>
                  <a:pt x="0" y="135636"/>
                </a:lnTo>
                <a:close/>
              </a:path>
              <a:path w="807720" h="923925">
                <a:moveTo>
                  <a:pt x="45759" y="86063"/>
                </a:moveTo>
                <a:lnTo>
                  <a:pt x="44196" y="77724"/>
                </a:lnTo>
                <a:lnTo>
                  <a:pt x="64008" y="74676"/>
                </a:lnTo>
                <a:lnTo>
                  <a:pt x="64267" y="76200"/>
                </a:lnTo>
                <a:lnTo>
                  <a:pt x="54864" y="76200"/>
                </a:lnTo>
                <a:lnTo>
                  <a:pt x="45759" y="86063"/>
                </a:lnTo>
                <a:close/>
              </a:path>
              <a:path w="807720" h="923925">
                <a:moveTo>
                  <a:pt x="124968" y="115824"/>
                </a:moveTo>
                <a:lnTo>
                  <a:pt x="65268" y="82080"/>
                </a:lnTo>
                <a:lnTo>
                  <a:pt x="64008" y="74676"/>
                </a:lnTo>
                <a:lnTo>
                  <a:pt x="95189" y="74676"/>
                </a:lnTo>
                <a:lnTo>
                  <a:pt x="124968" y="115824"/>
                </a:lnTo>
                <a:close/>
              </a:path>
              <a:path w="807720" h="923925">
                <a:moveTo>
                  <a:pt x="800100" y="923544"/>
                </a:moveTo>
                <a:lnTo>
                  <a:pt x="716280" y="883920"/>
                </a:lnTo>
                <a:lnTo>
                  <a:pt x="633984" y="842772"/>
                </a:lnTo>
                <a:lnTo>
                  <a:pt x="594360" y="821436"/>
                </a:lnTo>
                <a:lnTo>
                  <a:pt x="554736" y="801624"/>
                </a:lnTo>
                <a:lnTo>
                  <a:pt x="515112" y="780288"/>
                </a:lnTo>
                <a:lnTo>
                  <a:pt x="477012" y="757428"/>
                </a:lnTo>
                <a:lnTo>
                  <a:pt x="440436" y="734568"/>
                </a:lnTo>
                <a:lnTo>
                  <a:pt x="405384" y="711708"/>
                </a:lnTo>
                <a:lnTo>
                  <a:pt x="370332" y="687324"/>
                </a:lnTo>
                <a:lnTo>
                  <a:pt x="338328" y="662940"/>
                </a:lnTo>
                <a:lnTo>
                  <a:pt x="307848" y="638556"/>
                </a:lnTo>
                <a:lnTo>
                  <a:pt x="277368" y="611124"/>
                </a:lnTo>
                <a:lnTo>
                  <a:pt x="249936" y="583692"/>
                </a:lnTo>
                <a:lnTo>
                  <a:pt x="202692" y="525780"/>
                </a:lnTo>
                <a:lnTo>
                  <a:pt x="161544" y="464820"/>
                </a:lnTo>
                <a:lnTo>
                  <a:pt x="129540" y="397764"/>
                </a:lnTo>
                <a:lnTo>
                  <a:pt x="103632" y="330708"/>
                </a:lnTo>
                <a:lnTo>
                  <a:pt x="82296" y="259080"/>
                </a:lnTo>
                <a:lnTo>
                  <a:pt x="57912" y="150876"/>
                </a:lnTo>
                <a:lnTo>
                  <a:pt x="45759" y="86063"/>
                </a:lnTo>
                <a:lnTo>
                  <a:pt x="54864" y="76200"/>
                </a:lnTo>
                <a:lnTo>
                  <a:pt x="65268" y="82080"/>
                </a:lnTo>
                <a:lnTo>
                  <a:pt x="76200" y="146304"/>
                </a:lnTo>
                <a:lnTo>
                  <a:pt x="91440" y="219456"/>
                </a:lnTo>
                <a:lnTo>
                  <a:pt x="109728" y="289560"/>
                </a:lnTo>
                <a:lnTo>
                  <a:pt x="121920" y="323088"/>
                </a:lnTo>
                <a:lnTo>
                  <a:pt x="134112" y="358140"/>
                </a:lnTo>
                <a:lnTo>
                  <a:pt x="161544" y="422148"/>
                </a:lnTo>
                <a:lnTo>
                  <a:pt x="196596" y="484632"/>
                </a:lnTo>
                <a:lnTo>
                  <a:pt x="239268" y="542544"/>
                </a:lnTo>
                <a:lnTo>
                  <a:pt x="291084" y="597408"/>
                </a:lnTo>
                <a:lnTo>
                  <a:pt x="348996" y="647700"/>
                </a:lnTo>
                <a:lnTo>
                  <a:pt x="416052" y="696468"/>
                </a:lnTo>
                <a:lnTo>
                  <a:pt x="451104" y="719328"/>
                </a:lnTo>
                <a:lnTo>
                  <a:pt x="487680" y="740664"/>
                </a:lnTo>
                <a:lnTo>
                  <a:pt x="524256" y="763524"/>
                </a:lnTo>
                <a:lnTo>
                  <a:pt x="563880" y="784860"/>
                </a:lnTo>
                <a:lnTo>
                  <a:pt x="603504" y="804672"/>
                </a:lnTo>
                <a:lnTo>
                  <a:pt x="643128" y="826008"/>
                </a:lnTo>
                <a:lnTo>
                  <a:pt x="725424" y="867156"/>
                </a:lnTo>
                <a:lnTo>
                  <a:pt x="807720" y="906780"/>
                </a:lnTo>
                <a:lnTo>
                  <a:pt x="800100" y="923544"/>
                </a:lnTo>
                <a:close/>
              </a:path>
              <a:path w="807720" h="923925">
                <a:moveTo>
                  <a:pt x="65268" y="82080"/>
                </a:moveTo>
                <a:lnTo>
                  <a:pt x="54864" y="76200"/>
                </a:lnTo>
                <a:lnTo>
                  <a:pt x="64267" y="76200"/>
                </a:lnTo>
                <a:lnTo>
                  <a:pt x="65268" y="82080"/>
                </a:lnTo>
                <a:close/>
              </a:path>
            </a:pathLst>
          </a:custGeom>
          <a:solidFill>
            <a:srgbClr val="1D05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931152" y="5334000"/>
            <a:ext cx="812800" cy="847725"/>
          </a:xfrm>
          <a:custGeom>
            <a:avLst/>
            <a:gdLst/>
            <a:ahLst/>
            <a:cxnLst/>
            <a:rect l="l" t="t" r="r" b="b"/>
            <a:pathLst>
              <a:path w="812800" h="847725">
                <a:moveTo>
                  <a:pt x="687324" y="114300"/>
                </a:moveTo>
                <a:lnTo>
                  <a:pt x="772668" y="0"/>
                </a:lnTo>
                <a:lnTo>
                  <a:pt x="793800" y="73152"/>
                </a:lnTo>
                <a:lnTo>
                  <a:pt x="749808" y="73152"/>
                </a:lnTo>
                <a:lnTo>
                  <a:pt x="748037" y="82005"/>
                </a:lnTo>
                <a:lnTo>
                  <a:pt x="687324" y="114300"/>
                </a:lnTo>
                <a:close/>
              </a:path>
              <a:path w="812800" h="847725">
                <a:moveTo>
                  <a:pt x="748037" y="82005"/>
                </a:moveTo>
                <a:lnTo>
                  <a:pt x="749808" y="73152"/>
                </a:lnTo>
                <a:lnTo>
                  <a:pt x="762000" y="76200"/>
                </a:lnTo>
                <a:lnTo>
                  <a:pt x="758952" y="76200"/>
                </a:lnTo>
                <a:lnTo>
                  <a:pt x="748037" y="82005"/>
                </a:lnTo>
                <a:close/>
              </a:path>
              <a:path w="812800" h="847725">
                <a:moveTo>
                  <a:pt x="812292" y="137160"/>
                </a:moveTo>
                <a:lnTo>
                  <a:pt x="766642" y="84989"/>
                </a:lnTo>
                <a:lnTo>
                  <a:pt x="768096" y="77724"/>
                </a:lnTo>
                <a:lnTo>
                  <a:pt x="749808" y="73152"/>
                </a:lnTo>
                <a:lnTo>
                  <a:pt x="793800" y="73152"/>
                </a:lnTo>
                <a:lnTo>
                  <a:pt x="812292" y="137160"/>
                </a:lnTo>
                <a:close/>
              </a:path>
              <a:path w="812800" h="847725">
                <a:moveTo>
                  <a:pt x="7620" y="847344"/>
                </a:moveTo>
                <a:lnTo>
                  <a:pt x="0" y="830580"/>
                </a:lnTo>
                <a:lnTo>
                  <a:pt x="83820" y="794004"/>
                </a:lnTo>
                <a:lnTo>
                  <a:pt x="166116" y="755904"/>
                </a:lnTo>
                <a:lnTo>
                  <a:pt x="207264" y="737616"/>
                </a:lnTo>
                <a:lnTo>
                  <a:pt x="246888" y="717804"/>
                </a:lnTo>
                <a:lnTo>
                  <a:pt x="323088" y="678180"/>
                </a:lnTo>
                <a:lnTo>
                  <a:pt x="359664" y="658368"/>
                </a:lnTo>
                <a:lnTo>
                  <a:pt x="396240" y="637032"/>
                </a:lnTo>
                <a:lnTo>
                  <a:pt x="429768" y="615696"/>
                </a:lnTo>
                <a:lnTo>
                  <a:pt x="461772" y="592836"/>
                </a:lnTo>
                <a:lnTo>
                  <a:pt x="492252" y="569976"/>
                </a:lnTo>
                <a:lnTo>
                  <a:pt x="548640" y="522732"/>
                </a:lnTo>
                <a:lnTo>
                  <a:pt x="595884" y="470916"/>
                </a:lnTo>
                <a:lnTo>
                  <a:pt x="633984" y="416052"/>
                </a:lnTo>
                <a:lnTo>
                  <a:pt x="665988" y="356616"/>
                </a:lnTo>
                <a:lnTo>
                  <a:pt x="691896" y="295656"/>
                </a:lnTo>
                <a:lnTo>
                  <a:pt x="713232" y="233172"/>
                </a:lnTo>
                <a:lnTo>
                  <a:pt x="729996" y="167640"/>
                </a:lnTo>
                <a:lnTo>
                  <a:pt x="748037" y="82005"/>
                </a:lnTo>
                <a:lnTo>
                  <a:pt x="758952" y="76200"/>
                </a:lnTo>
                <a:lnTo>
                  <a:pt x="755904" y="138684"/>
                </a:lnTo>
                <a:lnTo>
                  <a:pt x="740664" y="205740"/>
                </a:lnTo>
                <a:lnTo>
                  <a:pt x="720852" y="271272"/>
                </a:lnTo>
                <a:lnTo>
                  <a:pt x="697992" y="335280"/>
                </a:lnTo>
                <a:lnTo>
                  <a:pt x="667512" y="396240"/>
                </a:lnTo>
                <a:lnTo>
                  <a:pt x="630936" y="455676"/>
                </a:lnTo>
                <a:lnTo>
                  <a:pt x="586740" y="510540"/>
                </a:lnTo>
                <a:lnTo>
                  <a:pt x="533400" y="560832"/>
                </a:lnTo>
                <a:lnTo>
                  <a:pt x="472440" y="609600"/>
                </a:lnTo>
                <a:lnTo>
                  <a:pt x="440436" y="630936"/>
                </a:lnTo>
                <a:lnTo>
                  <a:pt x="405384" y="653796"/>
                </a:lnTo>
                <a:lnTo>
                  <a:pt x="368808" y="675132"/>
                </a:lnTo>
                <a:lnTo>
                  <a:pt x="332232" y="694944"/>
                </a:lnTo>
                <a:lnTo>
                  <a:pt x="294132" y="714756"/>
                </a:lnTo>
                <a:lnTo>
                  <a:pt x="214884" y="754380"/>
                </a:lnTo>
                <a:lnTo>
                  <a:pt x="173736" y="774192"/>
                </a:lnTo>
                <a:lnTo>
                  <a:pt x="7620" y="847344"/>
                </a:lnTo>
                <a:close/>
              </a:path>
              <a:path w="812800" h="847725">
                <a:moveTo>
                  <a:pt x="766642" y="84989"/>
                </a:moveTo>
                <a:lnTo>
                  <a:pt x="758952" y="76200"/>
                </a:lnTo>
                <a:lnTo>
                  <a:pt x="762000" y="76200"/>
                </a:lnTo>
                <a:lnTo>
                  <a:pt x="768096" y="77724"/>
                </a:lnTo>
                <a:lnTo>
                  <a:pt x="766642" y="84989"/>
                </a:lnTo>
                <a:close/>
              </a:path>
            </a:pathLst>
          </a:custGeom>
          <a:solidFill>
            <a:srgbClr val="1D05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793702" y="6109143"/>
            <a:ext cx="11150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65" dirty="0">
                <a:solidFill>
                  <a:srgbClr val="1D057E"/>
                </a:solidFill>
                <a:latin typeface="Arial"/>
                <a:cs typeface="Arial"/>
              </a:rPr>
              <a:t>Bottom</a:t>
            </a:r>
            <a:r>
              <a:rPr sz="1800" i="1" spc="-15" dirty="0">
                <a:solidFill>
                  <a:srgbClr val="1D057E"/>
                </a:solidFill>
                <a:latin typeface="Arial"/>
                <a:cs typeface="Arial"/>
              </a:rPr>
              <a:t> </a:t>
            </a:r>
            <a:r>
              <a:rPr sz="1800" i="1" spc="-55" dirty="0">
                <a:solidFill>
                  <a:srgbClr val="1D057E"/>
                </a:solidFill>
                <a:latin typeface="Arial"/>
                <a:cs typeface="Arial"/>
              </a:rPr>
              <a:t>up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048255" y="4648200"/>
            <a:ext cx="3590925" cy="1737360"/>
          </a:xfrm>
          <a:custGeom>
            <a:avLst/>
            <a:gdLst/>
            <a:ahLst/>
            <a:cxnLst/>
            <a:rect l="l" t="t" r="r" b="b"/>
            <a:pathLst>
              <a:path w="3590925" h="1737360">
                <a:moveTo>
                  <a:pt x="3505662" y="1685345"/>
                </a:moveTo>
                <a:lnTo>
                  <a:pt x="3076956" y="1676400"/>
                </a:lnTo>
                <a:lnTo>
                  <a:pt x="2417064" y="1656588"/>
                </a:lnTo>
                <a:lnTo>
                  <a:pt x="2107692" y="1641348"/>
                </a:lnTo>
                <a:lnTo>
                  <a:pt x="1959864" y="1632204"/>
                </a:lnTo>
                <a:lnTo>
                  <a:pt x="1748028" y="1616964"/>
                </a:lnTo>
                <a:lnTo>
                  <a:pt x="1679448" y="1610868"/>
                </a:lnTo>
                <a:lnTo>
                  <a:pt x="1613916" y="1603248"/>
                </a:lnTo>
                <a:lnTo>
                  <a:pt x="1549908" y="1597152"/>
                </a:lnTo>
                <a:lnTo>
                  <a:pt x="1367028" y="1574292"/>
                </a:lnTo>
                <a:lnTo>
                  <a:pt x="1254252" y="1556004"/>
                </a:lnTo>
                <a:lnTo>
                  <a:pt x="1202436" y="1546860"/>
                </a:lnTo>
                <a:lnTo>
                  <a:pt x="1150620" y="1536192"/>
                </a:lnTo>
                <a:lnTo>
                  <a:pt x="1101852" y="1527048"/>
                </a:lnTo>
                <a:lnTo>
                  <a:pt x="1010412" y="1505712"/>
                </a:lnTo>
                <a:lnTo>
                  <a:pt x="967740" y="1495044"/>
                </a:lnTo>
                <a:lnTo>
                  <a:pt x="886968" y="1473708"/>
                </a:lnTo>
                <a:lnTo>
                  <a:pt x="813816" y="1449324"/>
                </a:lnTo>
                <a:lnTo>
                  <a:pt x="780288" y="1438656"/>
                </a:lnTo>
                <a:lnTo>
                  <a:pt x="746760" y="1424940"/>
                </a:lnTo>
                <a:lnTo>
                  <a:pt x="714756" y="1412748"/>
                </a:lnTo>
                <a:lnTo>
                  <a:pt x="684276" y="1399032"/>
                </a:lnTo>
                <a:lnTo>
                  <a:pt x="655320" y="1386840"/>
                </a:lnTo>
                <a:lnTo>
                  <a:pt x="627888" y="1371600"/>
                </a:lnTo>
                <a:lnTo>
                  <a:pt x="600456" y="1357884"/>
                </a:lnTo>
                <a:lnTo>
                  <a:pt x="550164" y="1327404"/>
                </a:lnTo>
                <a:lnTo>
                  <a:pt x="481584" y="1278636"/>
                </a:lnTo>
                <a:lnTo>
                  <a:pt x="438912" y="1243584"/>
                </a:lnTo>
                <a:lnTo>
                  <a:pt x="359664" y="1165860"/>
                </a:lnTo>
                <a:lnTo>
                  <a:pt x="323088" y="1123188"/>
                </a:lnTo>
                <a:lnTo>
                  <a:pt x="268224" y="1054608"/>
                </a:lnTo>
                <a:lnTo>
                  <a:pt x="231648" y="1004316"/>
                </a:lnTo>
                <a:lnTo>
                  <a:pt x="184404" y="923544"/>
                </a:lnTo>
                <a:lnTo>
                  <a:pt x="146304" y="836676"/>
                </a:lnTo>
                <a:lnTo>
                  <a:pt x="123444" y="775716"/>
                </a:lnTo>
                <a:lnTo>
                  <a:pt x="94488" y="679704"/>
                </a:lnTo>
                <a:lnTo>
                  <a:pt x="71628" y="579120"/>
                </a:lnTo>
                <a:lnTo>
                  <a:pt x="57912" y="510540"/>
                </a:lnTo>
                <a:lnTo>
                  <a:pt x="47244" y="440436"/>
                </a:lnTo>
                <a:lnTo>
                  <a:pt x="36576" y="368808"/>
                </a:lnTo>
                <a:lnTo>
                  <a:pt x="27432" y="297180"/>
                </a:lnTo>
                <a:lnTo>
                  <a:pt x="19812" y="224028"/>
                </a:lnTo>
                <a:lnTo>
                  <a:pt x="13716" y="150876"/>
                </a:lnTo>
                <a:lnTo>
                  <a:pt x="0" y="1524"/>
                </a:lnTo>
                <a:lnTo>
                  <a:pt x="19812" y="0"/>
                </a:lnTo>
                <a:lnTo>
                  <a:pt x="32004" y="147828"/>
                </a:lnTo>
                <a:lnTo>
                  <a:pt x="39624" y="222504"/>
                </a:lnTo>
                <a:lnTo>
                  <a:pt x="47244" y="295656"/>
                </a:lnTo>
                <a:lnTo>
                  <a:pt x="54864" y="367284"/>
                </a:lnTo>
                <a:lnTo>
                  <a:pt x="65532" y="438912"/>
                </a:lnTo>
                <a:lnTo>
                  <a:pt x="76200" y="507492"/>
                </a:lnTo>
                <a:lnTo>
                  <a:pt x="89916" y="576072"/>
                </a:lnTo>
                <a:lnTo>
                  <a:pt x="105156" y="643128"/>
                </a:lnTo>
                <a:lnTo>
                  <a:pt x="131064" y="739140"/>
                </a:lnTo>
                <a:lnTo>
                  <a:pt x="152400" y="800100"/>
                </a:lnTo>
                <a:lnTo>
                  <a:pt x="175260" y="859536"/>
                </a:lnTo>
                <a:lnTo>
                  <a:pt x="216408" y="941832"/>
                </a:lnTo>
                <a:lnTo>
                  <a:pt x="248412" y="993648"/>
                </a:lnTo>
                <a:lnTo>
                  <a:pt x="301752" y="1066800"/>
                </a:lnTo>
                <a:lnTo>
                  <a:pt x="374904" y="1153668"/>
                </a:lnTo>
                <a:lnTo>
                  <a:pt x="431292" y="1211580"/>
                </a:lnTo>
                <a:lnTo>
                  <a:pt x="472440" y="1246632"/>
                </a:lnTo>
                <a:lnTo>
                  <a:pt x="515112" y="1280160"/>
                </a:lnTo>
                <a:lnTo>
                  <a:pt x="560832" y="1312164"/>
                </a:lnTo>
                <a:lnTo>
                  <a:pt x="637032" y="1354836"/>
                </a:lnTo>
                <a:lnTo>
                  <a:pt x="722376" y="1395984"/>
                </a:lnTo>
                <a:lnTo>
                  <a:pt x="786384" y="1420368"/>
                </a:lnTo>
                <a:lnTo>
                  <a:pt x="856488" y="1443228"/>
                </a:lnTo>
                <a:lnTo>
                  <a:pt x="893064" y="1455420"/>
                </a:lnTo>
                <a:lnTo>
                  <a:pt x="972312" y="1476756"/>
                </a:lnTo>
                <a:lnTo>
                  <a:pt x="1014984" y="1487424"/>
                </a:lnTo>
                <a:lnTo>
                  <a:pt x="1106424" y="1508760"/>
                </a:lnTo>
                <a:lnTo>
                  <a:pt x="1155192" y="1517904"/>
                </a:lnTo>
                <a:lnTo>
                  <a:pt x="1205484" y="1528572"/>
                </a:lnTo>
                <a:lnTo>
                  <a:pt x="1313688" y="1546860"/>
                </a:lnTo>
                <a:lnTo>
                  <a:pt x="1370076" y="1554480"/>
                </a:lnTo>
                <a:lnTo>
                  <a:pt x="1427988" y="1563624"/>
                </a:lnTo>
                <a:lnTo>
                  <a:pt x="1551432" y="1578864"/>
                </a:lnTo>
                <a:lnTo>
                  <a:pt x="1818132" y="1603248"/>
                </a:lnTo>
                <a:lnTo>
                  <a:pt x="1961388" y="1613916"/>
                </a:lnTo>
                <a:lnTo>
                  <a:pt x="2109216" y="1623060"/>
                </a:lnTo>
                <a:lnTo>
                  <a:pt x="2261616" y="1630680"/>
                </a:lnTo>
                <a:lnTo>
                  <a:pt x="2743200" y="1648968"/>
                </a:lnTo>
                <a:lnTo>
                  <a:pt x="3507265" y="1665585"/>
                </a:lnTo>
                <a:lnTo>
                  <a:pt x="3514344" y="1674876"/>
                </a:lnTo>
                <a:lnTo>
                  <a:pt x="3505662" y="1685345"/>
                </a:lnTo>
                <a:close/>
              </a:path>
              <a:path w="3590925" h="1737360">
                <a:moveTo>
                  <a:pt x="3571341" y="1685544"/>
                </a:moveTo>
                <a:lnTo>
                  <a:pt x="3514344" y="1685544"/>
                </a:lnTo>
                <a:lnTo>
                  <a:pt x="3515868" y="1665732"/>
                </a:lnTo>
                <a:lnTo>
                  <a:pt x="3507265" y="1665585"/>
                </a:lnTo>
                <a:lnTo>
                  <a:pt x="3465576" y="1610868"/>
                </a:lnTo>
                <a:lnTo>
                  <a:pt x="3590544" y="1676400"/>
                </a:lnTo>
                <a:lnTo>
                  <a:pt x="3571341" y="1685544"/>
                </a:lnTo>
                <a:close/>
              </a:path>
              <a:path w="3590925" h="1737360">
                <a:moveTo>
                  <a:pt x="3514344" y="1685544"/>
                </a:moveTo>
                <a:lnTo>
                  <a:pt x="3505662" y="1685345"/>
                </a:lnTo>
                <a:lnTo>
                  <a:pt x="3514344" y="1674876"/>
                </a:lnTo>
                <a:lnTo>
                  <a:pt x="3507265" y="1665585"/>
                </a:lnTo>
                <a:lnTo>
                  <a:pt x="3515868" y="1665732"/>
                </a:lnTo>
                <a:lnTo>
                  <a:pt x="3514344" y="1685544"/>
                </a:lnTo>
                <a:close/>
              </a:path>
              <a:path w="3590925" h="1737360">
                <a:moveTo>
                  <a:pt x="3462528" y="1737360"/>
                </a:moveTo>
                <a:lnTo>
                  <a:pt x="3505662" y="1685345"/>
                </a:lnTo>
                <a:lnTo>
                  <a:pt x="3514344" y="1685544"/>
                </a:lnTo>
                <a:lnTo>
                  <a:pt x="3571341" y="1685544"/>
                </a:lnTo>
                <a:lnTo>
                  <a:pt x="3462528" y="1737360"/>
                </a:lnTo>
                <a:close/>
              </a:path>
            </a:pathLst>
          </a:custGeom>
          <a:solidFill>
            <a:srgbClr val="1D05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857264" y="5476699"/>
            <a:ext cx="9899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400">
              <a:lnSpc>
                <a:spcPct val="100000"/>
              </a:lnSpc>
              <a:spcBef>
                <a:spcPts val="100"/>
              </a:spcBef>
            </a:pPr>
            <a:r>
              <a:rPr sz="1800" i="1" spc="170" dirty="0">
                <a:solidFill>
                  <a:srgbClr val="7E010C"/>
                </a:solidFill>
                <a:latin typeface="Arial"/>
                <a:cs typeface="Arial"/>
              </a:rPr>
              <a:t>Identify  </a:t>
            </a:r>
            <a:r>
              <a:rPr sz="1800" i="1" spc="-50" dirty="0">
                <a:solidFill>
                  <a:srgbClr val="7E010C"/>
                </a:solidFill>
                <a:latin typeface="Arial"/>
                <a:cs typeface="Arial"/>
              </a:rPr>
              <a:t>p</a:t>
            </a:r>
            <a:r>
              <a:rPr sz="1800" i="1" spc="260" dirty="0">
                <a:solidFill>
                  <a:srgbClr val="7E010C"/>
                </a:solidFill>
                <a:latin typeface="Arial"/>
                <a:cs typeface="Arial"/>
              </a:rPr>
              <a:t>r</a:t>
            </a:r>
            <a:r>
              <a:rPr sz="1800" i="1" spc="-50" dirty="0">
                <a:solidFill>
                  <a:srgbClr val="7E010C"/>
                </a:solidFill>
                <a:latin typeface="Arial"/>
                <a:cs typeface="Arial"/>
              </a:rPr>
              <a:t>o</a:t>
            </a:r>
            <a:r>
              <a:rPr sz="1800" i="1" spc="55" dirty="0">
                <a:solidFill>
                  <a:srgbClr val="7E010C"/>
                </a:solidFill>
                <a:latin typeface="Arial"/>
                <a:cs typeface="Arial"/>
              </a:rPr>
              <a:t>b</a:t>
            </a:r>
            <a:r>
              <a:rPr sz="1800" i="1" spc="100" dirty="0">
                <a:solidFill>
                  <a:srgbClr val="7E010C"/>
                </a:solidFill>
                <a:latin typeface="Arial"/>
                <a:cs typeface="Arial"/>
              </a:rPr>
              <a:t>l</a:t>
            </a:r>
            <a:r>
              <a:rPr sz="1800" i="1" spc="-30" dirty="0">
                <a:solidFill>
                  <a:srgbClr val="7E010C"/>
                </a:solidFill>
                <a:latin typeface="Arial"/>
                <a:cs typeface="Arial"/>
              </a:rPr>
              <a:t>e</a:t>
            </a:r>
            <a:r>
              <a:rPr sz="1800" i="1" spc="-100" dirty="0">
                <a:solidFill>
                  <a:srgbClr val="7E010C"/>
                </a:solidFill>
                <a:latin typeface="Arial"/>
                <a:cs typeface="Arial"/>
              </a:rPr>
              <a:t>m</a:t>
            </a:r>
            <a:r>
              <a:rPr sz="1800" i="1" spc="-25" dirty="0">
                <a:solidFill>
                  <a:srgbClr val="7E010C"/>
                </a:solidFill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462" y="1102838"/>
            <a:ext cx="60579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Analyze </a:t>
            </a:r>
            <a:r>
              <a:rPr spc="-30" dirty="0"/>
              <a:t>the </a:t>
            </a:r>
            <a:r>
              <a:rPr spc="-185" dirty="0"/>
              <a:t>Persistent</a:t>
            </a:r>
            <a:r>
              <a:rPr spc="-730" dirty="0"/>
              <a:t> </a:t>
            </a:r>
            <a:r>
              <a:rPr spc="75" dirty="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79011" y="2492696"/>
            <a:ext cx="5551805" cy="4779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4130">
              <a:lnSpc>
                <a:spcPct val="146100"/>
              </a:lnSpc>
              <a:spcBef>
                <a:spcPts val="100"/>
              </a:spcBef>
            </a:pP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Problem: </a:t>
            </a:r>
            <a:r>
              <a:rPr sz="1800" spc="-20" dirty="0">
                <a:solidFill>
                  <a:srgbClr val="FF0000"/>
                </a:solidFill>
                <a:latin typeface="Verdana"/>
                <a:cs typeface="Verdana"/>
              </a:rPr>
              <a:t>Which objects </a:t>
            </a:r>
            <a:r>
              <a:rPr sz="1800" spc="-55" dirty="0">
                <a:solidFill>
                  <a:srgbClr val="FF0000"/>
                </a:solidFill>
                <a:latin typeface="Verdana"/>
                <a:cs typeface="Verdana"/>
              </a:rPr>
              <a:t>represent </a:t>
            </a:r>
            <a:r>
              <a:rPr sz="1800" spc="15" dirty="0">
                <a:solidFill>
                  <a:srgbClr val="FF0000"/>
                </a:solidFill>
                <a:latin typeface="Verdana"/>
                <a:cs typeface="Verdana"/>
              </a:rPr>
              <a:t>valuable</a:t>
            </a:r>
            <a:r>
              <a:rPr sz="1800" spc="-434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70" dirty="0">
                <a:solidFill>
                  <a:srgbClr val="FF0000"/>
                </a:solidFill>
                <a:latin typeface="Verdana"/>
                <a:cs typeface="Verdana"/>
              </a:rPr>
              <a:t>data?  </a:t>
            </a:r>
            <a:r>
              <a:rPr sz="1800" spc="-110" dirty="0">
                <a:solidFill>
                  <a:srgbClr val="3F3F3F"/>
                </a:solidFill>
                <a:latin typeface="Verdana"/>
                <a:cs typeface="Verdana"/>
              </a:rPr>
              <a:t>Solution: </a:t>
            </a:r>
            <a:r>
              <a:rPr sz="1800" spc="-15" dirty="0">
                <a:solidFill>
                  <a:srgbClr val="009900"/>
                </a:solidFill>
                <a:latin typeface="Verdana"/>
                <a:cs typeface="Verdana"/>
              </a:rPr>
              <a:t>Analyze </a:t>
            </a:r>
            <a:r>
              <a:rPr sz="1800" spc="-25" dirty="0">
                <a:solidFill>
                  <a:srgbClr val="009900"/>
                </a:solidFill>
                <a:latin typeface="Verdana"/>
                <a:cs typeface="Verdana"/>
              </a:rPr>
              <a:t>the </a:t>
            </a:r>
            <a:r>
              <a:rPr sz="1800" spc="45" dirty="0">
                <a:solidFill>
                  <a:srgbClr val="009900"/>
                </a:solidFill>
                <a:latin typeface="Verdana"/>
                <a:cs typeface="Verdana"/>
              </a:rPr>
              <a:t>database</a:t>
            </a:r>
            <a:r>
              <a:rPr sz="1800" spc="-365" dirty="0">
                <a:solidFill>
                  <a:srgbClr val="009900"/>
                </a:solidFill>
                <a:latin typeface="Verdana"/>
                <a:cs typeface="Verdana"/>
              </a:rPr>
              <a:t> </a:t>
            </a:r>
            <a:r>
              <a:rPr sz="1800" spc="15" dirty="0">
                <a:solidFill>
                  <a:srgbClr val="009900"/>
                </a:solidFill>
                <a:latin typeface="Verdana"/>
                <a:cs typeface="Verdana"/>
              </a:rPr>
              <a:t>schema</a:t>
            </a:r>
            <a:endParaRPr sz="18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"/>
              <a:tabLst>
                <a:tab pos="354965" algn="l"/>
                <a:tab pos="355600" algn="l"/>
              </a:tabLst>
            </a:pPr>
            <a:r>
              <a:rPr sz="1800" i="1" spc="-5" dirty="0">
                <a:solidFill>
                  <a:srgbClr val="7E010C"/>
                </a:solidFill>
                <a:latin typeface="TeX Gyre Adventor"/>
                <a:cs typeface="TeX Gyre Adventor"/>
              </a:rPr>
              <a:t>Prepare</a:t>
            </a:r>
            <a:r>
              <a:rPr sz="1800" i="1" dirty="0">
                <a:solidFill>
                  <a:srgbClr val="7E010C"/>
                </a:solidFill>
                <a:latin typeface="TeX Gyre Adventor"/>
                <a:cs typeface="TeX Gyre Adventor"/>
              </a:rPr>
              <a:t> </a:t>
            </a:r>
            <a:r>
              <a:rPr sz="1800" i="1" spc="-5" dirty="0">
                <a:solidFill>
                  <a:srgbClr val="7E010C"/>
                </a:solidFill>
                <a:latin typeface="TeX Gyre Adventor"/>
                <a:cs typeface="TeX Gyre Adventor"/>
              </a:rPr>
              <a:t>Model</a:t>
            </a:r>
            <a:endParaRPr sz="1800">
              <a:latin typeface="TeX Gyre Adventor"/>
              <a:cs typeface="TeX Gyre Adventor"/>
            </a:endParaRPr>
          </a:p>
          <a:p>
            <a:pPr marL="756285" lvl="1" indent="-287655">
              <a:lnSpc>
                <a:spcPct val="100000"/>
              </a:lnSpc>
              <a:spcBef>
                <a:spcPts val="1010"/>
              </a:spcBef>
              <a:buClr>
                <a:srgbClr val="A52F0F"/>
              </a:buClr>
              <a:buFont typeface="Georgia"/>
              <a:buChar char=""/>
              <a:tabLst>
                <a:tab pos="756920" algn="l"/>
              </a:tabLst>
            </a:pPr>
            <a:r>
              <a:rPr sz="1800" spc="-25" dirty="0">
                <a:solidFill>
                  <a:srgbClr val="3F3F3F"/>
                </a:solidFill>
                <a:latin typeface="Verdana"/>
                <a:cs typeface="Verdana"/>
              </a:rPr>
              <a:t>tables </a:t>
            </a:r>
            <a:r>
              <a:rPr sz="1600" spc="-5" dirty="0">
                <a:solidFill>
                  <a:srgbClr val="3F3F3F"/>
                </a:solidFill>
                <a:latin typeface="Symbol"/>
                <a:cs typeface="Symbol"/>
              </a:rPr>
              <a:t></a:t>
            </a:r>
            <a:r>
              <a:rPr sz="1600" spc="-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95" dirty="0">
                <a:solidFill>
                  <a:srgbClr val="3F3F3F"/>
                </a:solidFill>
                <a:latin typeface="Verdana"/>
                <a:cs typeface="Verdana"/>
              </a:rPr>
              <a:t>classes; </a:t>
            </a:r>
            <a:r>
              <a:rPr sz="1800" spc="-35" dirty="0">
                <a:solidFill>
                  <a:srgbClr val="3F3F3F"/>
                </a:solidFill>
                <a:latin typeface="Verdana"/>
                <a:cs typeface="Verdana"/>
              </a:rPr>
              <a:t>columns </a:t>
            </a:r>
            <a:r>
              <a:rPr sz="1600" spc="-5" dirty="0">
                <a:solidFill>
                  <a:srgbClr val="3F3F3F"/>
                </a:solidFill>
                <a:latin typeface="Symbol"/>
                <a:cs typeface="Symbol"/>
              </a:rPr>
              <a:t></a:t>
            </a:r>
            <a:r>
              <a:rPr sz="1600" spc="-30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attributes</a:t>
            </a:r>
            <a:endParaRPr sz="1800">
              <a:latin typeface="Verdana"/>
              <a:cs typeface="Verdana"/>
            </a:endParaRPr>
          </a:p>
          <a:p>
            <a:pPr marL="756285" lvl="1" indent="-287655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"/>
              <a:tabLst>
                <a:tab pos="756920" algn="l"/>
              </a:tabLst>
            </a:pPr>
            <a:r>
              <a:rPr sz="1800" spc="-75" dirty="0">
                <a:solidFill>
                  <a:srgbClr val="3F3F3F"/>
                </a:solidFill>
                <a:latin typeface="Verdana"/>
                <a:cs typeface="Verdana"/>
              </a:rPr>
              <a:t>primary</a:t>
            </a:r>
            <a:r>
              <a:rPr sz="1800" spc="-16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3F3F3F"/>
                </a:solidFill>
                <a:latin typeface="Verdana"/>
                <a:cs typeface="Verdana"/>
              </a:rPr>
              <a:t>keys</a:t>
            </a:r>
            <a:endParaRPr sz="1800">
              <a:latin typeface="Verdana"/>
              <a:cs typeface="Verdana"/>
            </a:endParaRPr>
          </a:p>
          <a:p>
            <a:pPr marL="1155065" lvl="2" indent="-228600">
              <a:lnSpc>
                <a:spcPct val="100000"/>
              </a:lnSpc>
              <a:spcBef>
                <a:spcPts val="1005"/>
              </a:spcBef>
              <a:buClr>
                <a:srgbClr val="A52F0F"/>
              </a:buClr>
              <a:buFont typeface="Georgia"/>
              <a:buChar char=""/>
              <a:tabLst>
                <a:tab pos="1155700" algn="l"/>
              </a:tabLst>
            </a:pPr>
            <a:r>
              <a:rPr sz="1600" spc="-10" dirty="0">
                <a:solidFill>
                  <a:srgbClr val="3F3F3F"/>
                </a:solidFill>
                <a:latin typeface="Verdana"/>
                <a:cs typeface="Verdana"/>
              </a:rPr>
              <a:t>naming </a:t>
            </a:r>
            <a:r>
              <a:rPr sz="1600" spc="-20" dirty="0">
                <a:solidFill>
                  <a:srgbClr val="3F3F3F"/>
                </a:solidFill>
                <a:latin typeface="Verdana"/>
                <a:cs typeface="Verdana"/>
              </a:rPr>
              <a:t>conventions </a:t>
            </a:r>
            <a:r>
              <a:rPr sz="1600" spc="-345" dirty="0">
                <a:solidFill>
                  <a:srgbClr val="3F3F3F"/>
                </a:solidFill>
                <a:latin typeface="Verdana"/>
                <a:cs typeface="Verdana"/>
              </a:rPr>
              <a:t>+ </a:t>
            </a:r>
            <a:r>
              <a:rPr sz="1600" spc="-15" dirty="0">
                <a:solidFill>
                  <a:srgbClr val="3F3F3F"/>
                </a:solidFill>
                <a:latin typeface="Verdana"/>
                <a:cs typeface="Verdana"/>
              </a:rPr>
              <a:t>unique</a:t>
            </a:r>
            <a:r>
              <a:rPr sz="1600" spc="-3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rgbClr val="3F3F3F"/>
                </a:solidFill>
                <a:latin typeface="Verdana"/>
                <a:cs typeface="Verdana"/>
              </a:rPr>
              <a:t>indices</a:t>
            </a:r>
            <a:endParaRPr sz="1600">
              <a:latin typeface="Verdana"/>
              <a:cs typeface="Verdana"/>
            </a:endParaRPr>
          </a:p>
          <a:p>
            <a:pPr marL="756285" lvl="1" indent="-287655">
              <a:lnSpc>
                <a:spcPct val="100000"/>
              </a:lnSpc>
              <a:spcBef>
                <a:spcPts val="1000"/>
              </a:spcBef>
              <a:buClr>
                <a:srgbClr val="A52F0F"/>
              </a:buClr>
              <a:buFont typeface="Georgia"/>
              <a:buChar char=""/>
              <a:tabLst>
                <a:tab pos="756920" algn="l"/>
              </a:tabLst>
            </a:pPr>
            <a:r>
              <a:rPr sz="1800" spc="-30" dirty="0">
                <a:solidFill>
                  <a:srgbClr val="3F3F3F"/>
                </a:solidFill>
                <a:latin typeface="Verdana"/>
                <a:cs typeface="Verdana"/>
              </a:rPr>
              <a:t>foreign </a:t>
            </a:r>
            <a:r>
              <a:rPr sz="1800" spc="-110" dirty="0">
                <a:solidFill>
                  <a:srgbClr val="3F3F3F"/>
                </a:solidFill>
                <a:latin typeface="Verdana"/>
                <a:cs typeface="Verdana"/>
              </a:rPr>
              <a:t>keys </a:t>
            </a:r>
            <a:r>
              <a:rPr sz="1800" spc="-50" dirty="0">
                <a:solidFill>
                  <a:srgbClr val="3F3F3F"/>
                </a:solidFill>
                <a:latin typeface="Verdana"/>
                <a:cs typeface="Verdana"/>
              </a:rPr>
              <a:t>(associations </a:t>
            </a:r>
            <a:r>
              <a:rPr sz="1800" spc="35" dirty="0">
                <a:solidFill>
                  <a:srgbClr val="3F3F3F"/>
                </a:solidFill>
                <a:latin typeface="Verdana"/>
                <a:cs typeface="Verdana"/>
              </a:rPr>
              <a:t>between</a:t>
            </a:r>
            <a:r>
              <a:rPr sz="1800" spc="-35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70" dirty="0">
                <a:solidFill>
                  <a:srgbClr val="3F3F3F"/>
                </a:solidFill>
                <a:latin typeface="Verdana"/>
                <a:cs typeface="Verdana"/>
              </a:rPr>
              <a:t>classes)</a:t>
            </a:r>
            <a:endParaRPr sz="1800">
              <a:latin typeface="Verdana"/>
              <a:cs typeface="Verdana"/>
            </a:endParaRPr>
          </a:p>
          <a:p>
            <a:pPr marL="1155065" lvl="2" indent="-228600">
              <a:lnSpc>
                <a:spcPct val="100000"/>
              </a:lnSpc>
              <a:spcBef>
                <a:spcPts val="1000"/>
              </a:spcBef>
              <a:buClr>
                <a:srgbClr val="A52F0F"/>
              </a:buClr>
              <a:buFont typeface="Georgia"/>
              <a:buChar char=""/>
              <a:tabLst>
                <a:tab pos="1155700" algn="l"/>
              </a:tabLst>
            </a:pPr>
            <a:r>
              <a:rPr sz="1600" spc="85" dirty="0">
                <a:solidFill>
                  <a:srgbClr val="3F3F3F"/>
                </a:solidFill>
                <a:latin typeface="Verdana"/>
                <a:cs typeface="Verdana"/>
              </a:rPr>
              <a:t>be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spc="20" dirty="0">
                <a:solidFill>
                  <a:srgbClr val="3F3F3F"/>
                </a:solidFill>
                <a:latin typeface="Verdana"/>
                <a:cs typeface="Verdana"/>
              </a:rPr>
              <a:t>aware</a:t>
            </a:r>
            <a:r>
              <a:rPr sz="1600" spc="-10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3F3F3F"/>
                </a:solidFill>
                <a:latin typeface="Verdana"/>
                <a:cs typeface="Verdana"/>
              </a:rPr>
              <a:t>of</a:t>
            </a:r>
            <a:r>
              <a:rPr sz="16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i="1" spc="-5" dirty="0">
                <a:solidFill>
                  <a:srgbClr val="3F3F3F"/>
                </a:solidFill>
                <a:latin typeface="TeX Gyre Adventor"/>
                <a:cs typeface="TeX Gyre Adventor"/>
              </a:rPr>
              <a:t>synonyms</a:t>
            </a:r>
            <a:r>
              <a:rPr sz="1600" i="1" spc="35" dirty="0">
                <a:solidFill>
                  <a:srgbClr val="3F3F3F"/>
                </a:solidFill>
                <a:latin typeface="TeX Gyre Adventor"/>
                <a:cs typeface="TeX Gyre Adventor"/>
              </a:rPr>
              <a:t> </a:t>
            </a:r>
            <a:r>
              <a:rPr sz="1600" spc="60" dirty="0">
                <a:solidFill>
                  <a:srgbClr val="3F3F3F"/>
                </a:solidFill>
                <a:latin typeface="Verdana"/>
                <a:cs typeface="Verdana"/>
              </a:rPr>
              <a:t>and</a:t>
            </a:r>
            <a:r>
              <a:rPr sz="16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600" i="1" spc="-5" dirty="0">
                <a:solidFill>
                  <a:srgbClr val="3F3F3F"/>
                </a:solidFill>
                <a:latin typeface="TeX Gyre Adventor"/>
                <a:cs typeface="TeX Gyre Adventor"/>
              </a:rPr>
              <a:t>homonyms</a:t>
            </a:r>
            <a:endParaRPr sz="1600">
              <a:latin typeface="TeX Gyre Adventor"/>
              <a:cs typeface="TeX Gyre Adventor"/>
            </a:endParaRPr>
          </a:p>
          <a:p>
            <a:pPr marL="355600" indent="-342900">
              <a:lnSpc>
                <a:spcPct val="100000"/>
              </a:lnSpc>
              <a:spcBef>
                <a:spcPts val="990"/>
              </a:spcBef>
              <a:buClr>
                <a:srgbClr val="A52F0F"/>
              </a:buClr>
              <a:buFont typeface="Georgia"/>
              <a:buChar char=""/>
              <a:tabLst>
                <a:tab pos="354965" algn="l"/>
                <a:tab pos="355600" algn="l"/>
              </a:tabLst>
            </a:pPr>
            <a:r>
              <a:rPr sz="1800" i="1" spc="-5" dirty="0">
                <a:solidFill>
                  <a:srgbClr val="7E010C"/>
                </a:solidFill>
                <a:latin typeface="TeX Gyre Adventor"/>
                <a:cs typeface="TeX Gyre Adventor"/>
              </a:rPr>
              <a:t>Incorporate</a:t>
            </a:r>
            <a:r>
              <a:rPr sz="1800" i="1" spc="-40" dirty="0">
                <a:solidFill>
                  <a:srgbClr val="7E010C"/>
                </a:solidFill>
                <a:latin typeface="TeX Gyre Adventor"/>
                <a:cs typeface="TeX Gyre Adventor"/>
              </a:rPr>
              <a:t> </a:t>
            </a:r>
            <a:r>
              <a:rPr sz="1800" i="1" dirty="0">
                <a:solidFill>
                  <a:srgbClr val="7E010C"/>
                </a:solidFill>
                <a:latin typeface="TeX Gyre Adventor"/>
                <a:cs typeface="TeX Gyre Adventor"/>
              </a:rPr>
              <a:t>Inheritance</a:t>
            </a:r>
            <a:endParaRPr sz="1800">
              <a:latin typeface="TeX Gyre Adventor"/>
              <a:cs typeface="TeX Gyre Adventor"/>
            </a:endParaRPr>
          </a:p>
          <a:p>
            <a:pPr marL="756285" lvl="1" indent="-287655">
              <a:lnSpc>
                <a:spcPct val="100000"/>
              </a:lnSpc>
              <a:spcBef>
                <a:spcPts val="1010"/>
              </a:spcBef>
              <a:buClr>
                <a:srgbClr val="A52F0F"/>
              </a:buClr>
              <a:buFont typeface="Georgia"/>
              <a:buChar char=""/>
              <a:tabLst>
                <a:tab pos="756920" algn="l"/>
              </a:tabLst>
            </a:pPr>
            <a:r>
              <a:rPr sz="1800" spc="40" dirty="0">
                <a:solidFill>
                  <a:srgbClr val="3F3F3F"/>
                </a:solidFill>
                <a:latin typeface="Verdana"/>
                <a:cs typeface="Verdana"/>
              </a:rPr>
              <a:t>one</a:t>
            </a:r>
            <a:r>
              <a:rPr sz="18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3F3F3F"/>
                </a:solidFill>
                <a:latin typeface="Verdana"/>
                <a:cs typeface="Verdana"/>
              </a:rPr>
              <a:t>to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3F3F3F"/>
                </a:solidFill>
                <a:latin typeface="Verdana"/>
                <a:cs typeface="Verdana"/>
              </a:rPr>
              <a:t>one;</a:t>
            </a:r>
            <a:r>
              <a:rPr sz="1800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3F3F3F"/>
                </a:solidFill>
                <a:latin typeface="Verdana"/>
                <a:cs typeface="Verdana"/>
              </a:rPr>
              <a:t>rolled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3F3F3F"/>
                </a:solidFill>
                <a:latin typeface="Verdana"/>
                <a:cs typeface="Verdana"/>
              </a:rPr>
              <a:t>down;</a:t>
            </a:r>
            <a:r>
              <a:rPr sz="1800" spc="-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3F3F3F"/>
                </a:solidFill>
                <a:latin typeface="Verdana"/>
                <a:cs typeface="Verdana"/>
              </a:rPr>
              <a:t>rolled</a:t>
            </a:r>
            <a:r>
              <a:rPr sz="1800" spc="-1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3F3F3F"/>
                </a:solidFill>
                <a:latin typeface="Verdana"/>
                <a:cs typeface="Verdana"/>
              </a:rPr>
              <a:t>up</a:t>
            </a:r>
            <a:endParaRPr sz="18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"/>
              <a:tabLst>
                <a:tab pos="354965" algn="l"/>
                <a:tab pos="355600" algn="l"/>
              </a:tabLst>
            </a:pPr>
            <a:r>
              <a:rPr sz="1800" i="1" spc="-5" dirty="0">
                <a:solidFill>
                  <a:srgbClr val="7E010C"/>
                </a:solidFill>
                <a:latin typeface="TeX Gyre Adventor"/>
                <a:cs typeface="TeX Gyre Adventor"/>
              </a:rPr>
              <a:t>Incorporate</a:t>
            </a:r>
            <a:r>
              <a:rPr sz="1800" i="1" spc="-40" dirty="0">
                <a:solidFill>
                  <a:srgbClr val="7E010C"/>
                </a:solidFill>
                <a:latin typeface="TeX Gyre Adventor"/>
                <a:cs typeface="TeX Gyre Adventor"/>
              </a:rPr>
              <a:t> </a:t>
            </a:r>
            <a:r>
              <a:rPr sz="1800" i="1" spc="-5" dirty="0">
                <a:solidFill>
                  <a:srgbClr val="7E010C"/>
                </a:solidFill>
                <a:latin typeface="TeX Gyre Adventor"/>
                <a:cs typeface="TeX Gyre Adventor"/>
              </a:rPr>
              <a:t>Associations</a:t>
            </a:r>
            <a:endParaRPr sz="1800">
              <a:latin typeface="TeX Gyre Adventor"/>
              <a:cs typeface="TeX Gyre Adventor"/>
            </a:endParaRPr>
          </a:p>
          <a:p>
            <a:pPr marL="756285" lvl="1" indent="-287655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"/>
              <a:tabLst>
                <a:tab pos="756920" algn="l"/>
              </a:tabLst>
            </a:pP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association </a:t>
            </a:r>
            <a:r>
              <a:rPr sz="1800" spc="-60" dirty="0">
                <a:solidFill>
                  <a:srgbClr val="3F3F3F"/>
                </a:solidFill>
                <a:latin typeface="Verdana"/>
                <a:cs typeface="Verdana"/>
              </a:rPr>
              <a:t>classes </a:t>
            </a:r>
            <a:r>
              <a:rPr sz="1800" spc="-70" dirty="0">
                <a:solidFill>
                  <a:srgbClr val="3F3F3F"/>
                </a:solidFill>
                <a:latin typeface="Verdana"/>
                <a:cs typeface="Verdana"/>
              </a:rPr>
              <a:t>(e.g.</a:t>
            </a:r>
            <a:r>
              <a:rPr sz="1800" spc="-2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3F3F3F"/>
                </a:solidFill>
                <a:latin typeface="Verdana"/>
                <a:cs typeface="Verdana"/>
              </a:rPr>
              <a:t>many-to-many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462" y="1102838"/>
            <a:ext cx="48812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/>
              <a:t>Example: </a:t>
            </a:r>
            <a:r>
              <a:rPr spc="135" dirty="0"/>
              <a:t>One </a:t>
            </a:r>
            <a:r>
              <a:rPr spc="-250" dirty="0"/>
              <a:t>To</a:t>
            </a:r>
            <a:r>
              <a:rPr spc="-875" dirty="0"/>
              <a:t> </a:t>
            </a:r>
            <a:r>
              <a:rPr spc="135" dirty="0"/>
              <a:t>One</a:t>
            </a:r>
          </a:p>
        </p:txBody>
      </p:sp>
      <p:sp>
        <p:nvSpPr>
          <p:cNvPr id="3" name="object 3"/>
          <p:cNvSpPr/>
          <p:nvPr/>
        </p:nvSpPr>
        <p:spPr>
          <a:xfrm>
            <a:off x="1443228" y="3723131"/>
            <a:ext cx="2415540" cy="2836545"/>
          </a:xfrm>
          <a:custGeom>
            <a:avLst/>
            <a:gdLst/>
            <a:ahLst/>
            <a:cxnLst/>
            <a:rect l="l" t="t" r="r" b="b"/>
            <a:pathLst>
              <a:path w="2415540" h="2836545">
                <a:moveTo>
                  <a:pt x="858012" y="1839468"/>
                </a:moveTo>
                <a:lnTo>
                  <a:pt x="96012" y="1839468"/>
                </a:lnTo>
                <a:lnTo>
                  <a:pt x="96012" y="1859292"/>
                </a:lnTo>
                <a:lnTo>
                  <a:pt x="858012" y="1859292"/>
                </a:lnTo>
                <a:lnTo>
                  <a:pt x="858012" y="1839468"/>
                </a:lnTo>
                <a:close/>
              </a:path>
              <a:path w="2415540" h="2836545">
                <a:moveTo>
                  <a:pt x="1086612" y="370332"/>
                </a:moveTo>
                <a:lnTo>
                  <a:pt x="96012" y="370332"/>
                </a:lnTo>
                <a:lnTo>
                  <a:pt x="96012" y="390144"/>
                </a:lnTo>
                <a:lnTo>
                  <a:pt x="1086612" y="390144"/>
                </a:lnTo>
                <a:lnTo>
                  <a:pt x="1086612" y="370332"/>
                </a:lnTo>
                <a:close/>
              </a:path>
              <a:path w="2415540" h="2836545">
                <a:moveTo>
                  <a:pt x="2220468" y="0"/>
                </a:moveTo>
                <a:lnTo>
                  <a:pt x="2209800" y="0"/>
                </a:lnTo>
                <a:lnTo>
                  <a:pt x="2209800" y="9156"/>
                </a:lnTo>
                <a:lnTo>
                  <a:pt x="2209800" y="1059192"/>
                </a:lnTo>
                <a:lnTo>
                  <a:pt x="10668" y="1059192"/>
                </a:lnTo>
                <a:lnTo>
                  <a:pt x="10668" y="9156"/>
                </a:lnTo>
                <a:lnTo>
                  <a:pt x="2209800" y="9156"/>
                </a:lnTo>
                <a:lnTo>
                  <a:pt x="2209800" y="0"/>
                </a:lnTo>
                <a:lnTo>
                  <a:pt x="0" y="0"/>
                </a:lnTo>
                <a:lnTo>
                  <a:pt x="0" y="1068336"/>
                </a:lnTo>
                <a:lnTo>
                  <a:pt x="2220468" y="1068336"/>
                </a:lnTo>
                <a:lnTo>
                  <a:pt x="2220468" y="1063764"/>
                </a:lnTo>
                <a:lnTo>
                  <a:pt x="2220468" y="1059192"/>
                </a:lnTo>
                <a:lnTo>
                  <a:pt x="2220468" y="9156"/>
                </a:lnTo>
                <a:lnTo>
                  <a:pt x="2220468" y="4584"/>
                </a:lnTo>
                <a:lnTo>
                  <a:pt x="2220468" y="0"/>
                </a:lnTo>
                <a:close/>
              </a:path>
              <a:path w="2415540" h="2836545">
                <a:moveTo>
                  <a:pt x="2415540" y="1447800"/>
                </a:moveTo>
                <a:lnTo>
                  <a:pt x="2404872" y="1447800"/>
                </a:lnTo>
                <a:lnTo>
                  <a:pt x="2404872" y="1456956"/>
                </a:lnTo>
                <a:lnTo>
                  <a:pt x="2404872" y="2825508"/>
                </a:lnTo>
                <a:lnTo>
                  <a:pt x="10668" y="2825508"/>
                </a:lnTo>
                <a:lnTo>
                  <a:pt x="10668" y="1456956"/>
                </a:lnTo>
                <a:lnTo>
                  <a:pt x="2404872" y="1456956"/>
                </a:lnTo>
                <a:lnTo>
                  <a:pt x="2404872" y="1447800"/>
                </a:lnTo>
                <a:lnTo>
                  <a:pt x="0" y="1447800"/>
                </a:lnTo>
                <a:lnTo>
                  <a:pt x="0" y="2836176"/>
                </a:lnTo>
                <a:lnTo>
                  <a:pt x="2415540" y="2836176"/>
                </a:lnTo>
                <a:lnTo>
                  <a:pt x="2415540" y="2830080"/>
                </a:lnTo>
                <a:lnTo>
                  <a:pt x="2415540" y="2825508"/>
                </a:lnTo>
                <a:lnTo>
                  <a:pt x="2415540" y="1456956"/>
                </a:lnTo>
                <a:lnTo>
                  <a:pt x="2415540" y="1452384"/>
                </a:lnTo>
                <a:lnTo>
                  <a:pt x="2415540" y="1447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526550" y="3820135"/>
            <a:ext cx="2237740" cy="2593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972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omic Sans MS"/>
                <a:cs typeface="Comic Sans MS"/>
              </a:rPr>
              <a:t>Salesman  id:</a:t>
            </a:r>
            <a:r>
              <a:rPr sz="1800" spc="-7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char(5)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Comic Sans MS"/>
                <a:cs typeface="Comic Sans MS"/>
              </a:rPr>
              <a:t>company:</a:t>
            </a:r>
            <a:r>
              <a:rPr sz="1800" spc="-1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char(40)</a:t>
            </a:r>
            <a:endParaRPr sz="18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6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Comic Sans MS"/>
                <a:cs typeface="Comic Sans MS"/>
              </a:rPr>
              <a:t>Patient</a:t>
            </a:r>
            <a:endParaRPr sz="1800">
              <a:latin typeface="Comic Sans MS"/>
              <a:cs typeface="Comic Sans MS"/>
            </a:endParaRPr>
          </a:p>
          <a:p>
            <a:pPr marL="12700" marR="5080">
              <a:lnSpc>
                <a:spcPct val="100000"/>
              </a:lnSpc>
            </a:pPr>
            <a:r>
              <a:rPr sz="1800" spc="-5" dirty="0">
                <a:latin typeface="Comic Sans MS"/>
                <a:cs typeface="Comic Sans MS"/>
              </a:rPr>
              <a:t>id: char(5)  insuranceID:</a:t>
            </a:r>
            <a:r>
              <a:rPr sz="1800" spc="-6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char(7)  insurance:</a:t>
            </a:r>
            <a:r>
              <a:rPr sz="1800" spc="-25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char(5)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43228" y="1894331"/>
            <a:ext cx="2217420" cy="1388745"/>
          </a:xfrm>
          <a:custGeom>
            <a:avLst/>
            <a:gdLst/>
            <a:ahLst/>
            <a:cxnLst/>
            <a:rect l="l" t="t" r="r" b="b"/>
            <a:pathLst>
              <a:path w="2217420" h="1388745">
                <a:moveTo>
                  <a:pt x="801624" y="391668"/>
                </a:moveTo>
                <a:lnTo>
                  <a:pt x="96012" y="391668"/>
                </a:lnTo>
                <a:lnTo>
                  <a:pt x="96012" y="411480"/>
                </a:lnTo>
                <a:lnTo>
                  <a:pt x="801624" y="411480"/>
                </a:lnTo>
                <a:lnTo>
                  <a:pt x="801624" y="391668"/>
                </a:lnTo>
                <a:close/>
              </a:path>
              <a:path w="2217420" h="1388745">
                <a:moveTo>
                  <a:pt x="2217420" y="0"/>
                </a:moveTo>
                <a:lnTo>
                  <a:pt x="2206752" y="0"/>
                </a:lnTo>
                <a:lnTo>
                  <a:pt x="2206752" y="9156"/>
                </a:lnTo>
                <a:lnTo>
                  <a:pt x="2206752" y="1377708"/>
                </a:lnTo>
                <a:lnTo>
                  <a:pt x="10668" y="1377708"/>
                </a:lnTo>
                <a:lnTo>
                  <a:pt x="10668" y="9156"/>
                </a:lnTo>
                <a:lnTo>
                  <a:pt x="2206752" y="9156"/>
                </a:lnTo>
                <a:lnTo>
                  <a:pt x="2206752" y="0"/>
                </a:lnTo>
                <a:lnTo>
                  <a:pt x="0" y="0"/>
                </a:lnTo>
                <a:lnTo>
                  <a:pt x="0" y="1388376"/>
                </a:lnTo>
                <a:lnTo>
                  <a:pt x="2217420" y="1388376"/>
                </a:lnTo>
                <a:lnTo>
                  <a:pt x="2217420" y="1382280"/>
                </a:lnTo>
                <a:lnTo>
                  <a:pt x="2217420" y="1377708"/>
                </a:lnTo>
                <a:lnTo>
                  <a:pt x="2217420" y="9156"/>
                </a:lnTo>
                <a:lnTo>
                  <a:pt x="2217420" y="4584"/>
                </a:lnTo>
                <a:lnTo>
                  <a:pt x="22174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26550" y="2014222"/>
            <a:ext cx="204343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omic Sans MS"/>
                <a:cs typeface="Comic Sans MS"/>
              </a:rPr>
              <a:t>Person</a:t>
            </a:r>
            <a:endParaRPr sz="1800">
              <a:latin typeface="Comic Sans MS"/>
              <a:cs typeface="Comic Sans MS"/>
            </a:endParaRPr>
          </a:p>
          <a:p>
            <a:pPr marL="12700" marR="421005">
              <a:lnSpc>
                <a:spcPct val="100000"/>
              </a:lnSpc>
            </a:pPr>
            <a:r>
              <a:rPr sz="1800" spc="-5" dirty="0">
                <a:latin typeface="Comic Sans MS"/>
                <a:cs typeface="Comic Sans MS"/>
              </a:rPr>
              <a:t>id: char(5)  </a:t>
            </a:r>
            <a:r>
              <a:rPr sz="1800" dirty="0">
                <a:latin typeface="Comic Sans MS"/>
                <a:cs typeface="Comic Sans MS"/>
              </a:rPr>
              <a:t>name:</a:t>
            </a:r>
            <a:r>
              <a:rPr sz="1800" spc="-7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char(40)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Comic Sans MS"/>
                <a:cs typeface="Comic Sans MS"/>
              </a:rPr>
              <a:t>addresss:</a:t>
            </a:r>
            <a:r>
              <a:rPr sz="1800" spc="-25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char(60)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3615" y="2290571"/>
            <a:ext cx="3281679" cy="3500754"/>
          </a:xfrm>
          <a:custGeom>
            <a:avLst/>
            <a:gdLst/>
            <a:ahLst/>
            <a:cxnLst/>
            <a:rect l="l" t="t" r="r" b="b"/>
            <a:pathLst>
              <a:path w="3281679" h="3500754">
                <a:moveTo>
                  <a:pt x="614184" y="71628"/>
                </a:moveTo>
                <a:lnTo>
                  <a:pt x="604926" y="67056"/>
                </a:lnTo>
                <a:lnTo>
                  <a:pt x="487680" y="9144"/>
                </a:lnTo>
                <a:lnTo>
                  <a:pt x="534289" y="67056"/>
                </a:lnTo>
                <a:lnTo>
                  <a:pt x="3048" y="67056"/>
                </a:lnTo>
                <a:lnTo>
                  <a:pt x="0" y="70104"/>
                </a:lnTo>
                <a:lnTo>
                  <a:pt x="0" y="3427476"/>
                </a:lnTo>
                <a:lnTo>
                  <a:pt x="3048" y="3430536"/>
                </a:lnTo>
                <a:lnTo>
                  <a:pt x="614184" y="3430536"/>
                </a:lnTo>
                <a:lnTo>
                  <a:pt x="614184" y="3424428"/>
                </a:lnTo>
                <a:lnTo>
                  <a:pt x="614184" y="3419856"/>
                </a:lnTo>
                <a:lnTo>
                  <a:pt x="10668" y="3419856"/>
                </a:lnTo>
                <a:lnTo>
                  <a:pt x="10668" y="77724"/>
                </a:lnTo>
                <a:lnTo>
                  <a:pt x="533171" y="77724"/>
                </a:lnTo>
                <a:lnTo>
                  <a:pt x="516140" y="99402"/>
                </a:lnTo>
                <a:lnTo>
                  <a:pt x="487680" y="85344"/>
                </a:lnTo>
                <a:lnTo>
                  <a:pt x="507669" y="110185"/>
                </a:lnTo>
                <a:lnTo>
                  <a:pt x="487680" y="135636"/>
                </a:lnTo>
                <a:lnTo>
                  <a:pt x="516432" y="121081"/>
                </a:lnTo>
                <a:lnTo>
                  <a:pt x="534289" y="143256"/>
                </a:lnTo>
                <a:lnTo>
                  <a:pt x="307848" y="143256"/>
                </a:lnTo>
                <a:lnTo>
                  <a:pt x="304800" y="146304"/>
                </a:lnTo>
                <a:lnTo>
                  <a:pt x="304800" y="1979676"/>
                </a:lnTo>
                <a:lnTo>
                  <a:pt x="307848" y="1982724"/>
                </a:lnTo>
                <a:lnTo>
                  <a:pt x="614184" y="1982724"/>
                </a:lnTo>
                <a:lnTo>
                  <a:pt x="614184" y="1976628"/>
                </a:lnTo>
                <a:lnTo>
                  <a:pt x="614184" y="1972056"/>
                </a:lnTo>
                <a:lnTo>
                  <a:pt x="315468" y="1972056"/>
                </a:lnTo>
                <a:lnTo>
                  <a:pt x="315468" y="153924"/>
                </a:lnTo>
                <a:lnTo>
                  <a:pt x="533171" y="153924"/>
                </a:lnTo>
                <a:lnTo>
                  <a:pt x="487680" y="211836"/>
                </a:lnTo>
                <a:lnTo>
                  <a:pt x="602132" y="153924"/>
                </a:lnTo>
                <a:lnTo>
                  <a:pt x="614184" y="147828"/>
                </a:lnTo>
                <a:lnTo>
                  <a:pt x="604926" y="143256"/>
                </a:lnTo>
                <a:lnTo>
                  <a:pt x="537972" y="110197"/>
                </a:lnTo>
                <a:lnTo>
                  <a:pt x="602132" y="77724"/>
                </a:lnTo>
                <a:lnTo>
                  <a:pt x="614184" y="71628"/>
                </a:lnTo>
                <a:close/>
              </a:path>
              <a:path w="3281679" h="3500754">
                <a:moveTo>
                  <a:pt x="3281172" y="3360420"/>
                </a:moveTo>
                <a:lnTo>
                  <a:pt x="3119628" y="3360420"/>
                </a:lnTo>
                <a:lnTo>
                  <a:pt x="3107436" y="3354324"/>
                </a:lnTo>
                <a:lnTo>
                  <a:pt x="3107436" y="3349752"/>
                </a:lnTo>
                <a:lnTo>
                  <a:pt x="3104388" y="3346704"/>
                </a:lnTo>
                <a:lnTo>
                  <a:pt x="3104388" y="3343656"/>
                </a:lnTo>
                <a:lnTo>
                  <a:pt x="3098292" y="3340608"/>
                </a:lnTo>
                <a:lnTo>
                  <a:pt x="3080004" y="3340608"/>
                </a:lnTo>
                <a:lnTo>
                  <a:pt x="3073908" y="3346704"/>
                </a:lnTo>
                <a:lnTo>
                  <a:pt x="3070860" y="3354324"/>
                </a:lnTo>
                <a:lnTo>
                  <a:pt x="3063240" y="3357372"/>
                </a:lnTo>
                <a:lnTo>
                  <a:pt x="3054096" y="3360420"/>
                </a:lnTo>
                <a:lnTo>
                  <a:pt x="3029712" y="3360420"/>
                </a:lnTo>
                <a:lnTo>
                  <a:pt x="3023616" y="3354324"/>
                </a:lnTo>
                <a:lnTo>
                  <a:pt x="3017520" y="3349752"/>
                </a:lnTo>
                <a:lnTo>
                  <a:pt x="2590800" y="3349752"/>
                </a:lnTo>
                <a:lnTo>
                  <a:pt x="2587752" y="3337560"/>
                </a:lnTo>
                <a:lnTo>
                  <a:pt x="2581656" y="3328416"/>
                </a:lnTo>
                <a:lnTo>
                  <a:pt x="2572512" y="3322320"/>
                </a:lnTo>
                <a:lnTo>
                  <a:pt x="2554224" y="3322320"/>
                </a:lnTo>
                <a:lnTo>
                  <a:pt x="2548128" y="3302508"/>
                </a:lnTo>
                <a:lnTo>
                  <a:pt x="2538984" y="3287268"/>
                </a:lnTo>
                <a:lnTo>
                  <a:pt x="2529840" y="3270504"/>
                </a:lnTo>
                <a:lnTo>
                  <a:pt x="2516124" y="3258312"/>
                </a:lnTo>
                <a:lnTo>
                  <a:pt x="2503932" y="3249168"/>
                </a:lnTo>
                <a:lnTo>
                  <a:pt x="2503932" y="3311652"/>
                </a:lnTo>
                <a:lnTo>
                  <a:pt x="2503932" y="3337560"/>
                </a:lnTo>
                <a:lnTo>
                  <a:pt x="2500884" y="3343656"/>
                </a:lnTo>
                <a:lnTo>
                  <a:pt x="2494788" y="3354324"/>
                </a:lnTo>
                <a:lnTo>
                  <a:pt x="2488692" y="3357372"/>
                </a:lnTo>
                <a:lnTo>
                  <a:pt x="2482596" y="3363468"/>
                </a:lnTo>
                <a:lnTo>
                  <a:pt x="2464308" y="3369564"/>
                </a:lnTo>
                <a:lnTo>
                  <a:pt x="2473452" y="3369564"/>
                </a:lnTo>
                <a:lnTo>
                  <a:pt x="2482596" y="3372612"/>
                </a:lnTo>
                <a:lnTo>
                  <a:pt x="2488692" y="3378708"/>
                </a:lnTo>
                <a:lnTo>
                  <a:pt x="2494788" y="3381756"/>
                </a:lnTo>
                <a:lnTo>
                  <a:pt x="2500884" y="3387864"/>
                </a:lnTo>
                <a:lnTo>
                  <a:pt x="2503932" y="3398532"/>
                </a:lnTo>
                <a:lnTo>
                  <a:pt x="2503932" y="3422916"/>
                </a:lnTo>
                <a:lnTo>
                  <a:pt x="2500884" y="3433584"/>
                </a:lnTo>
                <a:lnTo>
                  <a:pt x="2497836" y="3439680"/>
                </a:lnTo>
                <a:lnTo>
                  <a:pt x="2491740" y="3445776"/>
                </a:lnTo>
                <a:lnTo>
                  <a:pt x="2482596" y="3451872"/>
                </a:lnTo>
                <a:lnTo>
                  <a:pt x="2476500" y="3457968"/>
                </a:lnTo>
                <a:lnTo>
                  <a:pt x="2467356" y="3457968"/>
                </a:lnTo>
                <a:lnTo>
                  <a:pt x="2455164" y="3461016"/>
                </a:lnTo>
                <a:lnTo>
                  <a:pt x="2446020" y="3457968"/>
                </a:lnTo>
                <a:lnTo>
                  <a:pt x="2436876" y="3457968"/>
                </a:lnTo>
                <a:lnTo>
                  <a:pt x="2427732" y="3451872"/>
                </a:lnTo>
                <a:lnTo>
                  <a:pt x="2415540" y="3439680"/>
                </a:lnTo>
                <a:lnTo>
                  <a:pt x="2407920" y="3433584"/>
                </a:lnTo>
                <a:lnTo>
                  <a:pt x="2407920" y="3422916"/>
                </a:lnTo>
                <a:lnTo>
                  <a:pt x="2404872" y="3413772"/>
                </a:lnTo>
                <a:lnTo>
                  <a:pt x="2404872" y="3404628"/>
                </a:lnTo>
                <a:lnTo>
                  <a:pt x="2407920" y="3398532"/>
                </a:lnTo>
                <a:lnTo>
                  <a:pt x="2412492" y="3387864"/>
                </a:lnTo>
                <a:lnTo>
                  <a:pt x="2418588" y="3381756"/>
                </a:lnTo>
                <a:lnTo>
                  <a:pt x="2424684" y="3378708"/>
                </a:lnTo>
                <a:lnTo>
                  <a:pt x="2430780" y="3372612"/>
                </a:lnTo>
                <a:lnTo>
                  <a:pt x="2436876" y="3369564"/>
                </a:lnTo>
                <a:lnTo>
                  <a:pt x="2446020" y="3369564"/>
                </a:lnTo>
                <a:lnTo>
                  <a:pt x="2436876" y="3366516"/>
                </a:lnTo>
                <a:lnTo>
                  <a:pt x="2430780" y="3363468"/>
                </a:lnTo>
                <a:lnTo>
                  <a:pt x="2424684" y="3357372"/>
                </a:lnTo>
                <a:lnTo>
                  <a:pt x="2418588" y="3354324"/>
                </a:lnTo>
                <a:lnTo>
                  <a:pt x="2412492" y="3343656"/>
                </a:lnTo>
                <a:lnTo>
                  <a:pt x="2407920" y="3337560"/>
                </a:lnTo>
                <a:lnTo>
                  <a:pt x="2404872" y="3331464"/>
                </a:lnTo>
                <a:lnTo>
                  <a:pt x="2404872" y="3322320"/>
                </a:lnTo>
                <a:lnTo>
                  <a:pt x="2407920" y="3311652"/>
                </a:lnTo>
                <a:lnTo>
                  <a:pt x="2407920" y="3302508"/>
                </a:lnTo>
                <a:lnTo>
                  <a:pt x="2415540" y="3293364"/>
                </a:lnTo>
                <a:lnTo>
                  <a:pt x="2427732" y="3281172"/>
                </a:lnTo>
                <a:lnTo>
                  <a:pt x="2446020" y="3275076"/>
                </a:lnTo>
                <a:lnTo>
                  <a:pt x="2455164" y="3275076"/>
                </a:lnTo>
                <a:lnTo>
                  <a:pt x="2467356" y="3275076"/>
                </a:lnTo>
                <a:lnTo>
                  <a:pt x="2503932" y="3311652"/>
                </a:lnTo>
                <a:lnTo>
                  <a:pt x="2503932" y="3249168"/>
                </a:lnTo>
                <a:lnTo>
                  <a:pt x="2473452" y="3236976"/>
                </a:lnTo>
                <a:lnTo>
                  <a:pt x="2455164" y="3236976"/>
                </a:lnTo>
                <a:lnTo>
                  <a:pt x="2415540" y="3246120"/>
                </a:lnTo>
                <a:lnTo>
                  <a:pt x="2380488" y="3275076"/>
                </a:lnTo>
                <a:lnTo>
                  <a:pt x="2356104" y="3319272"/>
                </a:lnTo>
                <a:lnTo>
                  <a:pt x="2346960" y="3372612"/>
                </a:lnTo>
                <a:lnTo>
                  <a:pt x="2350008" y="3401580"/>
                </a:lnTo>
                <a:lnTo>
                  <a:pt x="2365248" y="3448824"/>
                </a:lnTo>
                <a:lnTo>
                  <a:pt x="2395728" y="3486924"/>
                </a:lnTo>
                <a:lnTo>
                  <a:pt x="2418156" y="3500628"/>
                </a:lnTo>
                <a:lnTo>
                  <a:pt x="2497404" y="3500628"/>
                </a:lnTo>
                <a:lnTo>
                  <a:pt x="2529840" y="3474732"/>
                </a:lnTo>
                <a:lnTo>
                  <a:pt x="2538984" y="3457968"/>
                </a:lnTo>
                <a:lnTo>
                  <a:pt x="2548128" y="3442728"/>
                </a:lnTo>
                <a:lnTo>
                  <a:pt x="2554224" y="3422916"/>
                </a:lnTo>
                <a:lnTo>
                  <a:pt x="2560320" y="3422916"/>
                </a:lnTo>
                <a:lnTo>
                  <a:pt x="2563368" y="3425964"/>
                </a:lnTo>
                <a:lnTo>
                  <a:pt x="2572512" y="3422916"/>
                </a:lnTo>
                <a:lnTo>
                  <a:pt x="2581656" y="3416820"/>
                </a:lnTo>
                <a:lnTo>
                  <a:pt x="2587752" y="3407676"/>
                </a:lnTo>
                <a:lnTo>
                  <a:pt x="2593848" y="3395484"/>
                </a:lnTo>
                <a:lnTo>
                  <a:pt x="3017520" y="3395484"/>
                </a:lnTo>
                <a:lnTo>
                  <a:pt x="3023616" y="3387864"/>
                </a:lnTo>
                <a:lnTo>
                  <a:pt x="3029712" y="3384804"/>
                </a:lnTo>
                <a:lnTo>
                  <a:pt x="3038856" y="3381756"/>
                </a:lnTo>
                <a:lnTo>
                  <a:pt x="3044952" y="3381756"/>
                </a:lnTo>
                <a:lnTo>
                  <a:pt x="3054096" y="3384804"/>
                </a:lnTo>
                <a:lnTo>
                  <a:pt x="3060192" y="3387864"/>
                </a:lnTo>
                <a:lnTo>
                  <a:pt x="3066288" y="3392436"/>
                </a:lnTo>
                <a:lnTo>
                  <a:pt x="3070860" y="3398532"/>
                </a:lnTo>
                <a:lnTo>
                  <a:pt x="3073908" y="3401580"/>
                </a:lnTo>
                <a:lnTo>
                  <a:pt x="3080004" y="3401580"/>
                </a:lnTo>
                <a:lnTo>
                  <a:pt x="3089148" y="3404628"/>
                </a:lnTo>
                <a:lnTo>
                  <a:pt x="3098292" y="3401580"/>
                </a:lnTo>
                <a:lnTo>
                  <a:pt x="3104388" y="3401580"/>
                </a:lnTo>
                <a:lnTo>
                  <a:pt x="3104388" y="3398532"/>
                </a:lnTo>
                <a:lnTo>
                  <a:pt x="3107436" y="3387864"/>
                </a:lnTo>
                <a:lnTo>
                  <a:pt x="3110484" y="3384804"/>
                </a:lnTo>
                <a:lnTo>
                  <a:pt x="3125724" y="3384804"/>
                </a:lnTo>
                <a:lnTo>
                  <a:pt x="3125724" y="3486924"/>
                </a:lnTo>
                <a:lnTo>
                  <a:pt x="3128772" y="3489972"/>
                </a:lnTo>
                <a:lnTo>
                  <a:pt x="3140964" y="3489972"/>
                </a:lnTo>
                <a:lnTo>
                  <a:pt x="3140964" y="3448824"/>
                </a:lnTo>
                <a:lnTo>
                  <a:pt x="3144012" y="3445776"/>
                </a:lnTo>
                <a:lnTo>
                  <a:pt x="3153156" y="3445776"/>
                </a:lnTo>
                <a:lnTo>
                  <a:pt x="3153156" y="3464064"/>
                </a:lnTo>
                <a:lnTo>
                  <a:pt x="3156204" y="3464064"/>
                </a:lnTo>
                <a:lnTo>
                  <a:pt x="3159252" y="3468636"/>
                </a:lnTo>
                <a:lnTo>
                  <a:pt x="3165348" y="3468636"/>
                </a:lnTo>
                <a:lnTo>
                  <a:pt x="3165348" y="3486924"/>
                </a:lnTo>
                <a:lnTo>
                  <a:pt x="3168396" y="3489972"/>
                </a:lnTo>
                <a:lnTo>
                  <a:pt x="3177540" y="3489972"/>
                </a:lnTo>
                <a:lnTo>
                  <a:pt x="3182112" y="3486924"/>
                </a:lnTo>
                <a:lnTo>
                  <a:pt x="3185160" y="3477780"/>
                </a:lnTo>
                <a:lnTo>
                  <a:pt x="3185160" y="3445776"/>
                </a:lnTo>
                <a:lnTo>
                  <a:pt x="3185160" y="3439680"/>
                </a:lnTo>
                <a:lnTo>
                  <a:pt x="3188208" y="3439680"/>
                </a:lnTo>
                <a:lnTo>
                  <a:pt x="3191256" y="3436632"/>
                </a:lnTo>
                <a:lnTo>
                  <a:pt x="3197352" y="3439680"/>
                </a:lnTo>
                <a:lnTo>
                  <a:pt x="3197352" y="3442728"/>
                </a:lnTo>
                <a:lnTo>
                  <a:pt x="3200400" y="3454920"/>
                </a:lnTo>
                <a:lnTo>
                  <a:pt x="3197352" y="3474732"/>
                </a:lnTo>
                <a:lnTo>
                  <a:pt x="3200400" y="3474732"/>
                </a:lnTo>
                <a:lnTo>
                  <a:pt x="3200400" y="3477780"/>
                </a:lnTo>
                <a:lnTo>
                  <a:pt x="3212592" y="3477780"/>
                </a:lnTo>
                <a:lnTo>
                  <a:pt x="3215640" y="3474732"/>
                </a:lnTo>
                <a:lnTo>
                  <a:pt x="3215640" y="3439680"/>
                </a:lnTo>
                <a:lnTo>
                  <a:pt x="3218688" y="3439680"/>
                </a:lnTo>
                <a:lnTo>
                  <a:pt x="3224784" y="3436632"/>
                </a:lnTo>
                <a:lnTo>
                  <a:pt x="3227832" y="3439680"/>
                </a:lnTo>
                <a:lnTo>
                  <a:pt x="3230880" y="3439680"/>
                </a:lnTo>
                <a:lnTo>
                  <a:pt x="3230880" y="3461016"/>
                </a:lnTo>
                <a:lnTo>
                  <a:pt x="3246120" y="3461016"/>
                </a:lnTo>
                <a:lnTo>
                  <a:pt x="3246120" y="3483876"/>
                </a:lnTo>
                <a:lnTo>
                  <a:pt x="3261360" y="3483876"/>
                </a:lnTo>
                <a:lnTo>
                  <a:pt x="3264408" y="3480828"/>
                </a:lnTo>
                <a:lnTo>
                  <a:pt x="3264408" y="3436632"/>
                </a:lnTo>
                <a:lnTo>
                  <a:pt x="3264408" y="3425964"/>
                </a:lnTo>
                <a:lnTo>
                  <a:pt x="3276612" y="3425964"/>
                </a:lnTo>
                <a:lnTo>
                  <a:pt x="3276612" y="3384804"/>
                </a:lnTo>
                <a:lnTo>
                  <a:pt x="3281172" y="3382530"/>
                </a:lnTo>
                <a:lnTo>
                  <a:pt x="3281172" y="3381756"/>
                </a:lnTo>
                <a:lnTo>
                  <a:pt x="3281172" y="3360420"/>
                </a:lnTo>
                <a:close/>
              </a:path>
              <a:path w="3281679" h="3500754">
                <a:moveTo>
                  <a:pt x="3281172" y="1988820"/>
                </a:moveTo>
                <a:lnTo>
                  <a:pt x="3119628" y="1988820"/>
                </a:lnTo>
                <a:lnTo>
                  <a:pt x="3107436" y="1982724"/>
                </a:lnTo>
                <a:lnTo>
                  <a:pt x="3107436" y="1978152"/>
                </a:lnTo>
                <a:lnTo>
                  <a:pt x="3104388" y="1975104"/>
                </a:lnTo>
                <a:lnTo>
                  <a:pt x="3104388" y="1972056"/>
                </a:lnTo>
                <a:lnTo>
                  <a:pt x="3098292" y="1969008"/>
                </a:lnTo>
                <a:lnTo>
                  <a:pt x="3080004" y="1969008"/>
                </a:lnTo>
                <a:lnTo>
                  <a:pt x="3073908" y="1975104"/>
                </a:lnTo>
                <a:lnTo>
                  <a:pt x="3070860" y="1982724"/>
                </a:lnTo>
                <a:lnTo>
                  <a:pt x="3063240" y="1985772"/>
                </a:lnTo>
                <a:lnTo>
                  <a:pt x="3054096" y="1988820"/>
                </a:lnTo>
                <a:lnTo>
                  <a:pt x="3029712" y="1988820"/>
                </a:lnTo>
                <a:lnTo>
                  <a:pt x="3023616" y="1982724"/>
                </a:lnTo>
                <a:lnTo>
                  <a:pt x="3017520" y="1978152"/>
                </a:lnTo>
                <a:lnTo>
                  <a:pt x="2590800" y="1978152"/>
                </a:lnTo>
                <a:lnTo>
                  <a:pt x="2587752" y="1965960"/>
                </a:lnTo>
                <a:lnTo>
                  <a:pt x="2581656" y="1956816"/>
                </a:lnTo>
                <a:lnTo>
                  <a:pt x="2572512" y="1950720"/>
                </a:lnTo>
                <a:lnTo>
                  <a:pt x="2554224" y="1950720"/>
                </a:lnTo>
                <a:lnTo>
                  <a:pt x="2548128" y="1930908"/>
                </a:lnTo>
                <a:lnTo>
                  <a:pt x="2538984" y="1915668"/>
                </a:lnTo>
                <a:lnTo>
                  <a:pt x="2529840" y="1898904"/>
                </a:lnTo>
                <a:lnTo>
                  <a:pt x="2516124" y="1886712"/>
                </a:lnTo>
                <a:lnTo>
                  <a:pt x="2503932" y="1877568"/>
                </a:lnTo>
                <a:lnTo>
                  <a:pt x="2503932" y="1940052"/>
                </a:lnTo>
                <a:lnTo>
                  <a:pt x="2503932" y="1965960"/>
                </a:lnTo>
                <a:lnTo>
                  <a:pt x="2500884" y="1972056"/>
                </a:lnTo>
                <a:lnTo>
                  <a:pt x="2494788" y="1982724"/>
                </a:lnTo>
                <a:lnTo>
                  <a:pt x="2488692" y="1985772"/>
                </a:lnTo>
                <a:lnTo>
                  <a:pt x="2482596" y="1991868"/>
                </a:lnTo>
                <a:lnTo>
                  <a:pt x="2464308" y="1997964"/>
                </a:lnTo>
                <a:lnTo>
                  <a:pt x="2473452" y="1997964"/>
                </a:lnTo>
                <a:lnTo>
                  <a:pt x="2482596" y="2001012"/>
                </a:lnTo>
                <a:lnTo>
                  <a:pt x="2488692" y="2007108"/>
                </a:lnTo>
                <a:lnTo>
                  <a:pt x="2494788" y="2010156"/>
                </a:lnTo>
                <a:lnTo>
                  <a:pt x="2500884" y="2016264"/>
                </a:lnTo>
                <a:lnTo>
                  <a:pt x="2503932" y="2026932"/>
                </a:lnTo>
                <a:lnTo>
                  <a:pt x="2503932" y="2051316"/>
                </a:lnTo>
                <a:lnTo>
                  <a:pt x="2500884" y="2061984"/>
                </a:lnTo>
                <a:lnTo>
                  <a:pt x="2497836" y="2068080"/>
                </a:lnTo>
                <a:lnTo>
                  <a:pt x="2491740" y="2074176"/>
                </a:lnTo>
                <a:lnTo>
                  <a:pt x="2482596" y="2080272"/>
                </a:lnTo>
                <a:lnTo>
                  <a:pt x="2476500" y="2086368"/>
                </a:lnTo>
                <a:lnTo>
                  <a:pt x="2467356" y="2086368"/>
                </a:lnTo>
                <a:lnTo>
                  <a:pt x="2455164" y="2089416"/>
                </a:lnTo>
                <a:lnTo>
                  <a:pt x="2446020" y="2086368"/>
                </a:lnTo>
                <a:lnTo>
                  <a:pt x="2436876" y="2086368"/>
                </a:lnTo>
                <a:lnTo>
                  <a:pt x="2427732" y="2080272"/>
                </a:lnTo>
                <a:lnTo>
                  <a:pt x="2415540" y="2068080"/>
                </a:lnTo>
                <a:lnTo>
                  <a:pt x="2407920" y="2061984"/>
                </a:lnTo>
                <a:lnTo>
                  <a:pt x="2407920" y="2051316"/>
                </a:lnTo>
                <a:lnTo>
                  <a:pt x="2404872" y="2042172"/>
                </a:lnTo>
                <a:lnTo>
                  <a:pt x="2404872" y="2033028"/>
                </a:lnTo>
                <a:lnTo>
                  <a:pt x="2407920" y="2026932"/>
                </a:lnTo>
                <a:lnTo>
                  <a:pt x="2412492" y="2016264"/>
                </a:lnTo>
                <a:lnTo>
                  <a:pt x="2418588" y="2010156"/>
                </a:lnTo>
                <a:lnTo>
                  <a:pt x="2424684" y="2007108"/>
                </a:lnTo>
                <a:lnTo>
                  <a:pt x="2430780" y="2001012"/>
                </a:lnTo>
                <a:lnTo>
                  <a:pt x="2436876" y="1997964"/>
                </a:lnTo>
                <a:lnTo>
                  <a:pt x="2446020" y="1997964"/>
                </a:lnTo>
                <a:lnTo>
                  <a:pt x="2436876" y="1994916"/>
                </a:lnTo>
                <a:lnTo>
                  <a:pt x="2430780" y="1991868"/>
                </a:lnTo>
                <a:lnTo>
                  <a:pt x="2424684" y="1985772"/>
                </a:lnTo>
                <a:lnTo>
                  <a:pt x="2418588" y="1982724"/>
                </a:lnTo>
                <a:lnTo>
                  <a:pt x="2412492" y="1972056"/>
                </a:lnTo>
                <a:lnTo>
                  <a:pt x="2407920" y="1965960"/>
                </a:lnTo>
                <a:lnTo>
                  <a:pt x="2404872" y="1959864"/>
                </a:lnTo>
                <a:lnTo>
                  <a:pt x="2404872" y="1950720"/>
                </a:lnTo>
                <a:lnTo>
                  <a:pt x="2407920" y="1940052"/>
                </a:lnTo>
                <a:lnTo>
                  <a:pt x="2407920" y="1930908"/>
                </a:lnTo>
                <a:lnTo>
                  <a:pt x="2415540" y="1921764"/>
                </a:lnTo>
                <a:lnTo>
                  <a:pt x="2427732" y="1909572"/>
                </a:lnTo>
                <a:lnTo>
                  <a:pt x="2446020" y="1903476"/>
                </a:lnTo>
                <a:lnTo>
                  <a:pt x="2455164" y="1903476"/>
                </a:lnTo>
                <a:lnTo>
                  <a:pt x="2467356" y="1903476"/>
                </a:lnTo>
                <a:lnTo>
                  <a:pt x="2503932" y="1940052"/>
                </a:lnTo>
                <a:lnTo>
                  <a:pt x="2503932" y="1877568"/>
                </a:lnTo>
                <a:lnTo>
                  <a:pt x="2473452" y="1865376"/>
                </a:lnTo>
                <a:lnTo>
                  <a:pt x="2455164" y="1865376"/>
                </a:lnTo>
                <a:lnTo>
                  <a:pt x="2415540" y="1874520"/>
                </a:lnTo>
                <a:lnTo>
                  <a:pt x="2380488" y="1903476"/>
                </a:lnTo>
                <a:lnTo>
                  <a:pt x="2356104" y="1947672"/>
                </a:lnTo>
                <a:lnTo>
                  <a:pt x="2346960" y="2001012"/>
                </a:lnTo>
                <a:lnTo>
                  <a:pt x="2350008" y="2029980"/>
                </a:lnTo>
                <a:lnTo>
                  <a:pt x="2365248" y="2077224"/>
                </a:lnTo>
                <a:lnTo>
                  <a:pt x="2395728" y="2115324"/>
                </a:lnTo>
                <a:lnTo>
                  <a:pt x="2418156" y="2129028"/>
                </a:lnTo>
                <a:lnTo>
                  <a:pt x="2497404" y="2129028"/>
                </a:lnTo>
                <a:lnTo>
                  <a:pt x="2529840" y="2103132"/>
                </a:lnTo>
                <a:lnTo>
                  <a:pt x="2538984" y="2086368"/>
                </a:lnTo>
                <a:lnTo>
                  <a:pt x="2548128" y="2071128"/>
                </a:lnTo>
                <a:lnTo>
                  <a:pt x="2554224" y="2051316"/>
                </a:lnTo>
                <a:lnTo>
                  <a:pt x="2560320" y="2051316"/>
                </a:lnTo>
                <a:lnTo>
                  <a:pt x="2563368" y="2054364"/>
                </a:lnTo>
                <a:lnTo>
                  <a:pt x="2572512" y="2051316"/>
                </a:lnTo>
                <a:lnTo>
                  <a:pt x="2581656" y="2045220"/>
                </a:lnTo>
                <a:lnTo>
                  <a:pt x="2587752" y="2036076"/>
                </a:lnTo>
                <a:lnTo>
                  <a:pt x="2593848" y="2023884"/>
                </a:lnTo>
                <a:lnTo>
                  <a:pt x="3017520" y="2023884"/>
                </a:lnTo>
                <a:lnTo>
                  <a:pt x="3023616" y="2016264"/>
                </a:lnTo>
                <a:lnTo>
                  <a:pt x="3029712" y="2013204"/>
                </a:lnTo>
                <a:lnTo>
                  <a:pt x="3038856" y="2010156"/>
                </a:lnTo>
                <a:lnTo>
                  <a:pt x="3044952" y="2010156"/>
                </a:lnTo>
                <a:lnTo>
                  <a:pt x="3054096" y="2013204"/>
                </a:lnTo>
                <a:lnTo>
                  <a:pt x="3060192" y="2016264"/>
                </a:lnTo>
                <a:lnTo>
                  <a:pt x="3066288" y="2020836"/>
                </a:lnTo>
                <a:lnTo>
                  <a:pt x="3070860" y="2026932"/>
                </a:lnTo>
                <a:lnTo>
                  <a:pt x="3073908" y="2029980"/>
                </a:lnTo>
                <a:lnTo>
                  <a:pt x="3080004" y="2029980"/>
                </a:lnTo>
                <a:lnTo>
                  <a:pt x="3089148" y="2033028"/>
                </a:lnTo>
                <a:lnTo>
                  <a:pt x="3098292" y="2029980"/>
                </a:lnTo>
                <a:lnTo>
                  <a:pt x="3104388" y="2029980"/>
                </a:lnTo>
                <a:lnTo>
                  <a:pt x="3104388" y="2026932"/>
                </a:lnTo>
                <a:lnTo>
                  <a:pt x="3107436" y="2016264"/>
                </a:lnTo>
                <a:lnTo>
                  <a:pt x="3110484" y="2013204"/>
                </a:lnTo>
                <a:lnTo>
                  <a:pt x="3125724" y="2013204"/>
                </a:lnTo>
                <a:lnTo>
                  <a:pt x="3125724" y="2115324"/>
                </a:lnTo>
                <a:lnTo>
                  <a:pt x="3128772" y="2118372"/>
                </a:lnTo>
                <a:lnTo>
                  <a:pt x="3140964" y="2118372"/>
                </a:lnTo>
                <a:lnTo>
                  <a:pt x="3140964" y="2077224"/>
                </a:lnTo>
                <a:lnTo>
                  <a:pt x="3144012" y="2074176"/>
                </a:lnTo>
                <a:lnTo>
                  <a:pt x="3153156" y="2074176"/>
                </a:lnTo>
                <a:lnTo>
                  <a:pt x="3153156" y="2092464"/>
                </a:lnTo>
                <a:lnTo>
                  <a:pt x="3156204" y="2092464"/>
                </a:lnTo>
                <a:lnTo>
                  <a:pt x="3159252" y="2097036"/>
                </a:lnTo>
                <a:lnTo>
                  <a:pt x="3165348" y="2097036"/>
                </a:lnTo>
                <a:lnTo>
                  <a:pt x="3165348" y="2115324"/>
                </a:lnTo>
                <a:lnTo>
                  <a:pt x="3168396" y="2118372"/>
                </a:lnTo>
                <a:lnTo>
                  <a:pt x="3177540" y="2118372"/>
                </a:lnTo>
                <a:lnTo>
                  <a:pt x="3182112" y="2115324"/>
                </a:lnTo>
                <a:lnTo>
                  <a:pt x="3185160" y="2106180"/>
                </a:lnTo>
                <a:lnTo>
                  <a:pt x="3185160" y="2074176"/>
                </a:lnTo>
                <a:lnTo>
                  <a:pt x="3185160" y="2068080"/>
                </a:lnTo>
                <a:lnTo>
                  <a:pt x="3188208" y="2068080"/>
                </a:lnTo>
                <a:lnTo>
                  <a:pt x="3191256" y="2065032"/>
                </a:lnTo>
                <a:lnTo>
                  <a:pt x="3197352" y="2068080"/>
                </a:lnTo>
                <a:lnTo>
                  <a:pt x="3197352" y="2071128"/>
                </a:lnTo>
                <a:lnTo>
                  <a:pt x="3200400" y="2083320"/>
                </a:lnTo>
                <a:lnTo>
                  <a:pt x="3197352" y="2103132"/>
                </a:lnTo>
                <a:lnTo>
                  <a:pt x="3200400" y="2103132"/>
                </a:lnTo>
                <a:lnTo>
                  <a:pt x="3200400" y="2106180"/>
                </a:lnTo>
                <a:lnTo>
                  <a:pt x="3212592" y="2106180"/>
                </a:lnTo>
                <a:lnTo>
                  <a:pt x="3215640" y="2103132"/>
                </a:lnTo>
                <a:lnTo>
                  <a:pt x="3215640" y="2068080"/>
                </a:lnTo>
                <a:lnTo>
                  <a:pt x="3218688" y="2068080"/>
                </a:lnTo>
                <a:lnTo>
                  <a:pt x="3224784" y="2065032"/>
                </a:lnTo>
                <a:lnTo>
                  <a:pt x="3227832" y="2068080"/>
                </a:lnTo>
                <a:lnTo>
                  <a:pt x="3230880" y="2068080"/>
                </a:lnTo>
                <a:lnTo>
                  <a:pt x="3230880" y="2089416"/>
                </a:lnTo>
                <a:lnTo>
                  <a:pt x="3246120" y="2089416"/>
                </a:lnTo>
                <a:lnTo>
                  <a:pt x="3246120" y="2112276"/>
                </a:lnTo>
                <a:lnTo>
                  <a:pt x="3261360" y="2112276"/>
                </a:lnTo>
                <a:lnTo>
                  <a:pt x="3264408" y="2109228"/>
                </a:lnTo>
                <a:lnTo>
                  <a:pt x="3264408" y="2065032"/>
                </a:lnTo>
                <a:lnTo>
                  <a:pt x="3264408" y="2054364"/>
                </a:lnTo>
                <a:lnTo>
                  <a:pt x="3276612" y="2054364"/>
                </a:lnTo>
                <a:lnTo>
                  <a:pt x="3276612" y="2013204"/>
                </a:lnTo>
                <a:lnTo>
                  <a:pt x="3281172" y="2010930"/>
                </a:lnTo>
                <a:lnTo>
                  <a:pt x="3281172" y="2010156"/>
                </a:lnTo>
                <a:lnTo>
                  <a:pt x="3281172" y="1988820"/>
                </a:lnTo>
                <a:close/>
              </a:path>
              <a:path w="3281679" h="3500754">
                <a:moveTo>
                  <a:pt x="3281172" y="123444"/>
                </a:moveTo>
                <a:lnTo>
                  <a:pt x="3119628" y="123444"/>
                </a:lnTo>
                <a:lnTo>
                  <a:pt x="3107436" y="117348"/>
                </a:lnTo>
                <a:lnTo>
                  <a:pt x="3107436" y="114300"/>
                </a:lnTo>
                <a:lnTo>
                  <a:pt x="3104388" y="109728"/>
                </a:lnTo>
                <a:lnTo>
                  <a:pt x="3104388" y="106680"/>
                </a:lnTo>
                <a:lnTo>
                  <a:pt x="3098292" y="103632"/>
                </a:lnTo>
                <a:lnTo>
                  <a:pt x="3080004" y="103632"/>
                </a:lnTo>
                <a:lnTo>
                  <a:pt x="3073908" y="109728"/>
                </a:lnTo>
                <a:lnTo>
                  <a:pt x="3070860" y="117348"/>
                </a:lnTo>
                <a:lnTo>
                  <a:pt x="3063240" y="120396"/>
                </a:lnTo>
                <a:lnTo>
                  <a:pt x="3054096" y="123444"/>
                </a:lnTo>
                <a:lnTo>
                  <a:pt x="3029712" y="123444"/>
                </a:lnTo>
                <a:lnTo>
                  <a:pt x="3023616" y="117348"/>
                </a:lnTo>
                <a:lnTo>
                  <a:pt x="3017520" y="114300"/>
                </a:lnTo>
                <a:lnTo>
                  <a:pt x="2590800" y="114300"/>
                </a:lnTo>
                <a:lnTo>
                  <a:pt x="2587752" y="100584"/>
                </a:lnTo>
                <a:lnTo>
                  <a:pt x="2581656" y="91440"/>
                </a:lnTo>
                <a:lnTo>
                  <a:pt x="2572512" y="85344"/>
                </a:lnTo>
                <a:lnTo>
                  <a:pt x="2554224" y="85344"/>
                </a:lnTo>
                <a:lnTo>
                  <a:pt x="2548128" y="65532"/>
                </a:lnTo>
                <a:lnTo>
                  <a:pt x="2538984" y="50292"/>
                </a:lnTo>
                <a:lnTo>
                  <a:pt x="2529840" y="33528"/>
                </a:lnTo>
                <a:lnTo>
                  <a:pt x="2516124" y="21336"/>
                </a:lnTo>
                <a:lnTo>
                  <a:pt x="2503932" y="12192"/>
                </a:lnTo>
                <a:lnTo>
                  <a:pt x="2503932" y="76200"/>
                </a:lnTo>
                <a:lnTo>
                  <a:pt x="2503932" y="100584"/>
                </a:lnTo>
                <a:lnTo>
                  <a:pt x="2500884" y="106680"/>
                </a:lnTo>
                <a:lnTo>
                  <a:pt x="2494788" y="117348"/>
                </a:lnTo>
                <a:lnTo>
                  <a:pt x="2488692" y="120396"/>
                </a:lnTo>
                <a:lnTo>
                  <a:pt x="2482596" y="126492"/>
                </a:lnTo>
                <a:lnTo>
                  <a:pt x="2464308" y="132588"/>
                </a:lnTo>
                <a:lnTo>
                  <a:pt x="2473452" y="132588"/>
                </a:lnTo>
                <a:lnTo>
                  <a:pt x="2482596" y="135636"/>
                </a:lnTo>
                <a:lnTo>
                  <a:pt x="2488692" y="141732"/>
                </a:lnTo>
                <a:lnTo>
                  <a:pt x="2494788" y="144780"/>
                </a:lnTo>
                <a:lnTo>
                  <a:pt x="2500884" y="152412"/>
                </a:lnTo>
                <a:lnTo>
                  <a:pt x="2503932" y="161556"/>
                </a:lnTo>
                <a:lnTo>
                  <a:pt x="2503932" y="185940"/>
                </a:lnTo>
                <a:lnTo>
                  <a:pt x="2500884" y="196608"/>
                </a:lnTo>
                <a:lnTo>
                  <a:pt x="2497836" y="202704"/>
                </a:lnTo>
                <a:lnTo>
                  <a:pt x="2491740" y="208800"/>
                </a:lnTo>
                <a:lnTo>
                  <a:pt x="2482596" y="214896"/>
                </a:lnTo>
                <a:lnTo>
                  <a:pt x="2476500" y="220992"/>
                </a:lnTo>
                <a:lnTo>
                  <a:pt x="2467356" y="220992"/>
                </a:lnTo>
                <a:lnTo>
                  <a:pt x="2455164" y="224040"/>
                </a:lnTo>
                <a:lnTo>
                  <a:pt x="2446020" y="220992"/>
                </a:lnTo>
                <a:lnTo>
                  <a:pt x="2436876" y="220992"/>
                </a:lnTo>
                <a:lnTo>
                  <a:pt x="2427732" y="214896"/>
                </a:lnTo>
                <a:lnTo>
                  <a:pt x="2415540" y="202704"/>
                </a:lnTo>
                <a:lnTo>
                  <a:pt x="2407920" y="196608"/>
                </a:lnTo>
                <a:lnTo>
                  <a:pt x="2407920" y="185940"/>
                </a:lnTo>
                <a:lnTo>
                  <a:pt x="2404872" y="176796"/>
                </a:lnTo>
                <a:lnTo>
                  <a:pt x="2404872" y="167652"/>
                </a:lnTo>
                <a:lnTo>
                  <a:pt x="2412492" y="152412"/>
                </a:lnTo>
                <a:lnTo>
                  <a:pt x="2418588" y="144780"/>
                </a:lnTo>
                <a:lnTo>
                  <a:pt x="2424684" y="141732"/>
                </a:lnTo>
                <a:lnTo>
                  <a:pt x="2430780" y="135636"/>
                </a:lnTo>
                <a:lnTo>
                  <a:pt x="2436876" y="132588"/>
                </a:lnTo>
                <a:lnTo>
                  <a:pt x="2446020" y="132588"/>
                </a:lnTo>
                <a:lnTo>
                  <a:pt x="2436876" y="129540"/>
                </a:lnTo>
                <a:lnTo>
                  <a:pt x="2430780" y="126492"/>
                </a:lnTo>
                <a:lnTo>
                  <a:pt x="2424684" y="120396"/>
                </a:lnTo>
                <a:lnTo>
                  <a:pt x="2418588" y="117348"/>
                </a:lnTo>
                <a:lnTo>
                  <a:pt x="2412492" y="106680"/>
                </a:lnTo>
                <a:lnTo>
                  <a:pt x="2407920" y="100584"/>
                </a:lnTo>
                <a:lnTo>
                  <a:pt x="2404872" y="94488"/>
                </a:lnTo>
                <a:lnTo>
                  <a:pt x="2404872" y="85344"/>
                </a:lnTo>
                <a:lnTo>
                  <a:pt x="2407920" y="76200"/>
                </a:lnTo>
                <a:lnTo>
                  <a:pt x="2407920" y="65532"/>
                </a:lnTo>
                <a:lnTo>
                  <a:pt x="2415540" y="56388"/>
                </a:lnTo>
                <a:lnTo>
                  <a:pt x="2427732" y="44196"/>
                </a:lnTo>
                <a:lnTo>
                  <a:pt x="2446020" y="38100"/>
                </a:lnTo>
                <a:lnTo>
                  <a:pt x="2455164" y="38100"/>
                </a:lnTo>
                <a:lnTo>
                  <a:pt x="2467356" y="38100"/>
                </a:lnTo>
                <a:lnTo>
                  <a:pt x="2500884" y="65532"/>
                </a:lnTo>
                <a:lnTo>
                  <a:pt x="2503932" y="76200"/>
                </a:lnTo>
                <a:lnTo>
                  <a:pt x="2503932" y="12192"/>
                </a:lnTo>
                <a:lnTo>
                  <a:pt x="2473452" y="0"/>
                </a:lnTo>
                <a:lnTo>
                  <a:pt x="2455164" y="0"/>
                </a:lnTo>
                <a:lnTo>
                  <a:pt x="2415540" y="9144"/>
                </a:lnTo>
                <a:lnTo>
                  <a:pt x="2380488" y="38100"/>
                </a:lnTo>
                <a:lnTo>
                  <a:pt x="2356104" y="82296"/>
                </a:lnTo>
                <a:lnTo>
                  <a:pt x="2346960" y="135636"/>
                </a:lnTo>
                <a:lnTo>
                  <a:pt x="2350008" y="164604"/>
                </a:lnTo>
                <a:lnTo>
                  <a:pt x="2365248" y="211848"/>
                </a:lnTo>
                <a:lnTo>
                  <a:pt x="2395728" y="249948"/>
                </a:lnTo>
                <a:lnTo>
                  <a:pt x="2420772" y="265176"/>
                </a:lnTo>
                <a:lnTo>
                  <a:pt x="2495232" y="265176"/>
                </a:lnTo>
                <a:lnTo>
                  <a:pt x="2529840" y="237756"/>
                </a:lnTo>
                <a:lnTo>
                  <a:pt x="2538984" y="220992"/>
                </a:lnTo>
                <a:lnTo>
                  <a:pt x="2548128" y="205752"/>
                </a:lnTo>
                <a:lnTo>
                  <a:pt x="2554224" y="185940"/>
                </a:lnTo>
                <a:lnTo>
                  <a:pt x="2560320" y="185940"/>
                </a:lnTo>
                <a:lnTo>
                  <a:pt x="2563368" y="190512"/>
                </a:lnTo>
                <a:lnTo>
                  <a:pt x="2572512" y="185940"/>
                </a:lnTo>
                <a:lnTo>
                  <a:pt x="2581656" y="179844"/>
                </a:lnTo>
                <a:lnTo>
                  <a:pt x="2587752" y="170700"/>
                </a:lnTo>
                <a:lnTo>
                  <a:pt x="2593848" y="158508"/>
                </a:lnTo>
                <a:lnTo>
                  <a:pt x="3017520" y="158508"/>
                </a:lnTo>
                <a:lnTo>
                  <a:pt x="3023616" y="152412"/>
                </a:lnTo>
                <a:lnTo>
                  <a:pt x="3029712" y="147828"/>
                </a:lnTo>
                <a:lnTo>
                  <a:pt x="3038856" y="144780"/>
                </a:lnTo>
                <a:lnTo>
                  <a:pt x="3044952" y="144780"/>
                </a:lnTo>
                <a:lnTo>
                  <a:pt x="3054096" y="147828"/>
                </a:lnTo>
                <a:lnTo>
                  <a:pt x="3060192" y="152412"/>
                </a:lnTo>
                <a:lnTo>
                  <a:pt x="3066288" y="155460"/>
                </a:lnTo>
                <a:lnTo>
                  <a:pt x="3070860" y="161556"/>
                </a:lnTo>
                <a:lnTo>
                  <a:pt x="3073908" y="164604"/>
                </a:lnTo>
                <a:lnTo>
                  <a:pt x="3080004" y="164604"/>
                </a:lnTo>
                <a:lnTo>
                  <a:pt x="3089148" y="167652"/>
                </a:lnTo>
                <a:lnTo>
                  <a:pt x="3098292" y="164604"/>
                </a:lnTo>
                <a:lnTo>
                  <a:pt x="3104388" y="164604"/>
                </a:lnTo>
                <a:lnTo>
                  <a:pt x="3104388" y="161556"/>
                </a:lnTo>
                <a:lnTo>
                  <a:pt x="3107436" y="152412"/>
                </a:lnTo>
                <a:lnTo>
                  <a:pt x="3110484" y="147828"/>
                </a:lnTo>
                <a:lnTo>
                  <a:pt x="3125724" y="147828"/>
                </a:lnTo>
                <a:lnTo>
                  <a:pt x="3125724" y="249948"/>
                </a:lnTo>
                <a:lnTo>
                  <a:pt x="3128772" y="252996"/>
                </a:lnTo>
                <a:lnTo>
                  <a:pt x="3140964" y="252996"/>
                </a:lnTo>
                <a:lnTo>
                  <a:pt x="3140964" y="211848"/>
                </a:lnTo>
                <a:lnTo>
                  <a:pt x="3144012" y="208800"/>
                </a:lnTo>
                <a:lnTo>
                  <a:pt x="3153156" y="208800"/>
                </a:lnTo>
                <a:lnTo>
                  <a:pt x="3153156" y="228612"/>
                </a:lnTo>
                <a:lnTo>
                  <a:pt x="3156204" y="228612"/>
                </a:lnTo>
                <a:lnTo>
                  <a:pt x="3159252" y="231660"/>
                </a:lnTo>
                <a:lnTo>
                  <a:pt x="3165348" y="231660"/>
                </a:lnTo>
                <a:lnTo>
                  <a:pt x="3165348" y="249948"/>
                </a:lnTo>
                <a:lnTo>
                  <a:pt x="3168396" y="252996"/>
                </a:lnTo>
                <a:lnTo>
                  <a:pt x="3177540" y="252996"/>
                </a:lnTo>
                <a:lnTo>
                  <a:pt x="3182112" y="249948"/>
                </a:lnTo>
                <a:lnTo>
                  <a:pt x="3185160" y="240804"/>
                </a:lnTo>
                <a:lnTo>
                  <a:pt x="3185160" y="208800"/>
                </a:lnTo>
                <a:lnTo>
                  <a:pt x="3185160" y="202704"/>
                </a:lnTo>
                <a:lnTo>
                  <a:pt x="3188208" y="202704"/>
                </a:lnTo>
                <a:lnTo>
                  <a:pt x="3191256" y="199656"/>
                </a:lnTo>
                <a:lnTo>
                  <a:pt x="3197352" y="202704"/>
                </a:lnTo>
                <a:lnTo>
                  <a:pt x="3197352" y="205752"/>
                </a:lnTo>
                <a:lnTo>
                  <a:pt x="3200400" y="217944"/>
                </a:lnTo>
                <a:lnTo>
                  <a:pt x="3197352" y="237756"/>
                </a:lnTo>
                <a:lnTo>
                  <a:pt x="3200400" y="237756"/>
                </a:lnTo>
                <a:lnTo>
                  <a:pt x="3200400" y="240804"/>
                </a:lnTo>
                <a:lnTo>
                  <a:pt x="3212592" y="240804"/>
                </a:lnTo>
                <a:lnTo>
                  <a:pt x="3215640" y="237756"/>
                </a:lnTo>
                <a:lnTo>
                  <a:pt x="3215640" y="202704"/>
                </a:lnTo>
                <a:lnTo>
                  <a:pt x="3218688" y="202704"/>
                </a:lnTo>
                <a:lnTo>
                  <a:pt x="3224784" y="199656"/>
                </a:lnTo>
                <a:lnTo>
                  <a:pt x="3227832" y="202704"/>
                </a:lnTo>
                <a:lnTo>
                  <a:pt x="3230880" y="202704"/>
                </a:lnTo>
                <a:lnTo>
                  <a:pt x="3230880" y="224040"/>
                </a:lnTo>
                <a:lnTo>
                  <a:pt x="3246120" y="224040"/>
                </a:lnTo>
                <a:lnTo>
                  <a:pt x="3246120" y="246900"/>
                </a:lnTo>
                <a:lnTo>
                  <a:pt x="3261360" y="246900"/>
                </a:lnTo>
                <a:lnTo>
                  <a:pt x="3264408" y="243852"/>
                </a:lnTo>
                <a:lnTo>
                  <a:pt x="3264408" y="199656"/>
                </a:lnTo>
                <a:lnTo>
                  <a:pt x="3264408" y="190512"/>
                </a:lnTo>
                <a:lnTo>
                  <a:pt x="3276612" y="190512"/>
                </a:lnTo>
                <a:lnTo>
                  <a:pt x="3276612" y="147828"/>
                </a:lnTo>
                <a:lnTo>
                  <a:pt x="3281172" y="145554"/>
                </a:lnTo>
                <a:lnTo>
                  <a:pt x="3281172" y="144780"/>
                </a:lnTo>
                <a:lnTo>
                  <a:pt x="3281172" y="1234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5707379" y="3265932"/>
            <a:ext cx="3214370" cy="3293745"/>
            <a:chOff x="5707379" y="3265932"/>
            <a:chExt cx="3214370" cy="3293745"/>
          </a:xfrm>
        </p:grpSpPr>
        <p:sp>
          <p:nvSpPr>
            <p:cNvPr id="9" name="object 9"/>
            <p:cNvSpPr/>
            <p:nvPr/>
          </p:nvSpPr>
          <p:spPr>
            <a:xfrm>
              <a:off x="5862815" y="3352799"/>
              <a:ext cx="614680" cy="2368550"/>
            </a:xfrm>
            <a:custGeom>
              <a:avLst/>
              <a:gdLst/>
              <a:ahLst/>
              <a:cxnLst/>
              <a:rect l="l" t="t" r="r" b="b"/>
              <a:pathLst>
                <a:path w="614679" h="2368550">
                  <a:moveTo>
                    <a:pt x="614184" y="2357628"/>
                  </a:moveTo>
                  <a:lnTo>
                    <a:pt x="10668" y="2357628"/>
                  </a:lnTo>
                  <a:lnTo>
                    <a:pt x="10668" y="0"/>
                  </a:lnTo>
                  <a:lnTo>
                    <a:pt x="0" y="0"/>
                  </a:lnTo>
                  <a:lnTo>
                    <a:pt x="0" y="2365248"/>
                  </a:lnTo>
                  <a:lnTo>
                    <a:pt x="3048" y="2368308"/>
                  </a:lnTo>
                  <a:lnTo>
                    <a:pt x="614184" y="2368308"/>
                  </a:lnTo>
                  <a:lnTo>
                    <a:pt x="614184" y="2362200"/>
                  </a:lnTo>
                  <a:lnTo>
                    <a:pt x="614184" y="2357628"/>
                  </a:lnTo>
                  <a:close/>
                </a:path>
                <a:path w="614679" h="2368550">
                  <a:moveTo>
                    <a:pt x="614184" y="909828"/>
                  </a:moveTo>
                  <a:lnTo>
                    <a:pt x="315468" y="909828"/>
                  </a:lnTo>
                  <a:lnTo>
                    <a:pt x="315468" y="76200"/>
                  </a:lnTo>
                  <a:lnTo>
                    <a:pt x="304800" y="76200"/>
                  </a:lnTo>
                  <a:lnTo>
                    <a:pt x="304800" y="917448"/>
                  </a:lnTo>
                  <a:lnTo>
                    <a:pt x="307848" y="920496"/>
                  </a:lnTo>
                  <a:lnTo>
                    <a:pt x="614184" y="920496"/>
                  </a:lnTo>
                  <a:lnTo>
                    <a:pt x="614184" y="914400"/>
                  </a:lnTo>
                  <a:lnTo>
                    <a:pt x="614184" y="9098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14999" y="3276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1524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07379" y="3265932"/>
              <a:ext cx="321945" cy="321945"/>
            </a:xfrm>
            <a:custGeom>
              <a:avLst/>
              <a:gdLst/>
              <a:ahLst/>
              <a:cxnLst/>
              <a:rect l="l" t="t" r="r" b="b"/>
              <a:pathLst>
                <a:path w="321945" h="321945">
                  <a:moveTo>
                    <a:pt x="321564" y="321564"/>
                  </a:moveTo>
                  <a:lnTo>
                    <a:pt x="0" y="321564"/>
                  </a:lnTo>
                  <a:lnTo>
                    <a:pt x="160020" y="0"/>
                  </a:lnTo>
                  <a:lnTo>
                    <a:pt x="166910" y="13716"/>
                  </a:lnTo>
                  <a:lnTo>
                    <a:pt x="156972" y="13716"/>
                  </a:lnTo>
                  <a:lnTo>
                    <a:pt x="160782" y="21336"/>
                  </a:lnTo>
                  <a:lnTo>
                    <a:pt x="16002" y="310896"/>
                  </a:lnTo>
                  <a:lnTo>
                    <a:pt x="7620" y="310896"/>
                  </a:lnTo>
                  <a:lnTo>
                    <a:pt x="12192" y="318516"/>
                  </a:lnTo>
                  <a:lnTo>
                    <a:pt x="320032" y="318516"/>
                  </a:lnTo>
                  <a:lnTo>
                    <a:pt x="321564" y="321564"/>
                  </a:lnTo>
                  <a:close/>
                </a:path>
                <a:path w="321945" h="321945">
                  <a:moveTo>
                    <a:pt x="160782" y="21336"/>
                  </a:moveTo>
                  <a:lnTo>
                    <a:pt x="156972" y="13716"/>
                  </a:lnTo>
                  <a:lnTo>
                    <a:pt x="164592" y="13716"/>
                  </a:lnTo>
                  <a:lnTo>
                    <a:pt x="160782" y="21336"/>
                  </a:lnTo>
                  <a:close/>
                </a:path>
                <a:path w="321945" h="321945">
                  <a:moveTo>
                    <a:pt x="309372" y="318516"/>
                  </a:moveTo>
                  <a:lnTo>
                    <a:pt x="160782" y="21336"/>
                  </a:lnTo>
                  <a:lnTo>
                    <a:pt x="164592" y="13716"/>
                  </a:lnTo>
                  <a:lnTo>
                    <a:pt x="166910" y="13716"/>
                  </a:lnTo>
                  <a:lnTo>
                    <a:pt x="316204" y="310896"/>
                  </a:lnTo>
                  <a:lnTo>
                    <a:pt x="312420" y="310896"/>
                  </a:lnTo>
                  <a:lnTo>
                    <a:pt x="309372" y="318516"/>
                  </a:lnTo>
                  <a:close/>
                </a:path>
                <a:path w="321945" h="321945">
                  <a:moveTo>
                    <a:pt x="12192" y="318516"/>
                  </a:moveTo>
                  <a:lnTo>
                    <a:pt x="7620" y="310896"/>
                  </a:lnTo>
                  <a:lnTo>
                    <a:pt x="16002" y="310896"/>
                  </a:lnTo>
                  <a:lnTo>
                    <a:pt x="12192" y="318516"/>
                  </a:lnTo>
                  <a:close/>
                </a:path>
                <a:path w="321945" h="321945">
                  <a:moveTo>
                    <a:pt x="309372" y="318516"/>
                  </a:moveTo>
                  <a:lnTo>
                    <a:pt x="12192" y="318516"/>
                  </a:lnTo>
                  <a:lnTo>
                    <a:pt x="16002" y="310896"/>
                  </a:lnTo>
                  <a:lnTo>
                    <a:pt x="305562" y="310896"/>
                  </a:lnTo>
                  <a:lnTo>
                    <a:pt x="309372" y="318516"/>
                  </a:lnTo>
                  <a:close/>
                </a:path>
                <a:path w="321945" h="321945">
                  <a:moveTo>
                    <a:pt x="320032" y="318516"/>
                  </a:moveTo>
                  <a:lnTo>
                    <a:pt x="309372" y="318516"/>
                  </a:lnTo>
                  <a:lnTo>
                    <a:pt x="312420" y="310896"/>
                  </a:lnTo>
                  <a:lnTo>
                    <a:pt x="316204" y="310896"/>
                  </a:lnTo>
                  <a:lnTo>
                    <a:pt x="320032" y="3185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019799" y="3276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1524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012180" y="3265931"/>
              <a:ext cx="2909570" cy="3293745"/>
            </a:xfrm>
            <a:custGeom>
              <a:avLst/>
              <a:gdLst/>
              <a:ahLst/>
              <a:cxnLst/>
              <a:rect l="l" t="t" r="r" b="b"/>
              <a:pathLst>
                <a:path w="2909570" h="3293745">
                  <a:moveTo>
                    <a:pt x="321564" y="321564"/>
                  </a:moveTo>
                  <a:lnTo>
                    <a:pt x="320027" y="318516"/>
                  </a:lnTo>
                  <a:lnTo>
                    <a:pt x="316204" y="310896"/>
                  </a:lnTo>
                  <a:lnTo>
                    <a:pt x="305562" y="289712"/>
                  </a:lnTo>
                  <a:lnTo>
                    <a:pt x="305562" y="310896"/>
                  </a:lnTo>
                  <a:lnTo>
                    <a:pt x="16002" y="310896"/>
                  </a:lnTo>
                  <a:lnTo>
                    <a:pt x="160782" y="21336"/>
                  </a:lnTo>
                  <a:lnTo>
                    <a:pt x="305562" y="310896"/>
                  </a:lnTo>
                  <a:lnTo>
                    <a:pt x="305562" y="289712"/>
                  </a:lnTo>
                  <a:lnTo>
                    <a:pt x="166903" y="13716"/>
                  </a:lnTo>
                  <a:lnTo>
                    <a:pt x="160020" y="0"/>
                  </a:lnTo>
                  <a:lnTo>
                    <a:pt x="0" y="321564"/>
                  </a:lnTo>
                  <a:lnTo>
                    <a:pt x="321564" y="321564"/>
                  </a:lnTo>
                  <a:close/>
                </a:path>
                <a:path w="2909570" h="3293745">
                  <a:moveTo>
                    <a:pt x="2756916" y="457200"/>
                  </a:moveTo>
                  <a:lnTo>
                    <a:pt x="2746248" y="457200"/>
                  </a:lnTo>
                  <a:lnTo>
                    <a:pt x="2746248" y="466356"/>
                  </a:lnTo>
                  <a:lnTo>
                    <a:pt x="2746248" y="1516392"/>
                  </a:lnTo>
                  <a:lnTo>
                    <a:pt x="501396" y="1516392"/>
                  </a:lnTo>
                  <a:lnTo>
                    <a:pt x="501396" y="466356"/>
                  </a:lnTo>
                  <a:lnTo>
                    <a:pt x="2746248" y="466356"/>
                  </a:lnTo>
                  <a:lnTo>
                    <a:pt x="2746248" y="457200"/>
                  </a:lnTo>
                  <a:lnTo>
                    <a:pt x="492239" y="457200"/>
                  </a:lnTo>
                  <a:lnTo>
                    <a:pt x="492239" y="1525536"/>
                  </a:lnTo>
                  <a:lnTo>
                    <a:pt x="2756916" y="1525536"/>
                  </a:lnTo>
                  <a:lnTo>
                    <a:pt x="2756916" y="1520964"/>
                  </a:lnTo>
                  <a:lnTo>
                    <a:pt x="2756916" y="1516392"/>
                  </a:lnTo>
                  <a:lnTo>
                    <a:pt x="2756916" y="466356"/>
                  </a:lnTo>
                  <a:lnTo>
                    <a:pt x="2756916" y="461784"/>
                  </a:lnTo>
                  <a:lnTo>
                    <a:pt x="2756916" y="457200"/>
                  </a:lnTo>
                  <a:close/>
                </a:path>
                <a:path w="2909570" h="3293745">
                  <a:moveTo>
                    <a:pt x="2909316" y="1905000"/>
                  </a:moveTo>
                  <a:lnTo>
                    <a:pt x="2898648" y="1905000"/>
                  </a:lnTo>
                  <a:lnTo>
                    <a:pt x="2898648" y="1914156"/>
                  </a:lnTo>
                  <a:lnTo>
                    <a:pt x="2898648" y="3282708"/>
                  </a:lnTo>
                  <a:lnTo>
                    <a:pt x="501396" y="3282708"/>
                  </a:lnTo>
                  <a:lnTo>
                    <a:pt x="501396" y="1914156"/>
                  </a:lnTo>
                  <a:lnTo>
                    <a:pt x="2898648" y="1914156"/>
                  </a:lnTo>
                  <a:lnTo>
                    <a:pt x="2898648" y="1905000"/>
                  </a:lnTo>
                  <a:lnTo>
                    <a:pt x="492239" y="1905000"/>
                  </a:lnTo>
                  <a:lnTo>
                    <a:pt x="492239" y="3293376"/>
                  </a:lnTo>
                  <a:lnTo>
                    <a:pt x="2909316" y="3293376"/>
                  </a:lnTo>
                  <a:lnTo>
                    <a:pt x="2909316" y="3287280"/>
                  </a:lnTo>
                  <a:lnTo>
                    <a:pt x="2909316" y="3282708"/>
                  </a:lnTo>
                  <a:lnTo>
                    <a:pt x="2909316" y="1914156"/>
                  </a:lnTo>
                  <a:lnTo>
                    <a:pt x="2909316" y="1909584"/>
                  </a:lnTo>
                  <a:lnTo>
                    <a:pt x="2909316" y="1905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464300" y="3820135"/>
            <a:ext cx="2463800" cy="2593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98065" algn="l"/>
              </a:tabLst>
            </a:pP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spc="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b="1" u="sng" spc="-5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Salesman	</a:t>
            </a:r>
            <a:endParaRPr sz="1800">
              <a:latin typeface="Comic Sans MS"/>
              <a:cs typeface="Comic Sans MS"/>
            </a:endParaRPr>
          </a:p>
          <a:p>
            <a:pPr marL="135890" marR="363855">
              <a:lnSpc>
                <a:spcPct val="100000"/>
              </a:lnSpc>
            </a:pPr>
            <a:r>
              <a:rPr sz="1800" spc="-5" dirty="0">
                <a:latin typeface="Comic Sans MS"/>
                <a:cs typeface="Comic Sans MS"/>
              </a:rPr>
              <a:t>id: char(5)  company:</a:t>
            </a:r>
            <a:r>
              <a:rPr sz="1800" spc="-4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char(40)</a:t>
            </a:r>
            <a:endParaRPr sz="18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650">
              <a:latin typeface="Comic Sans MS"/>
              <a:cs typeface="Comic Sans MS"/>
            </a:endParaRPr>
          </a:p>
          <a:p>
            <a:pPr marL="135890" marR="5080" indent="-123825">
              <a:lnSpc>
                <a:spcPct val="100000"/>
              </a:lnSpc>
              <a:tabLst>
                <a:tab pos="2450465" algn="l"/>
              </a:tabLst>
            </a:pP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spc="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Patient 	</a:t>
            </a:r>
            <a:r>
              <a:rPr sz="1800" b="1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id: char(5)  insuranceID: char(7)  insurance:</a:t>
            </a:r>
            <a:r>
              <a:rPr sz="1800" spc="-25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char(5)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481828" y="1894332"/>
            <a:ext cx="2217420" cy="1388745"/>
          </a:xfrm>
          <a:custGeom>
            <a:avLst/>
            <a:gdLst/>
            <a:ahLst/>
            <a:cxnLst/>
            <a:rect l="l" t="t" r="r" b="b"/>
            <a:pathLst>
              <a:path w="2217420" h="1388745">
                <a:moveTo>
                  <a:pt x="2217420" y="1388364"/>
                </a:moveTo>
                <a:lnTo>
                  <a:pt x="0" y="1388364"/>
                </a:lnTo>
                <a:lnTo>
                  <a:pt x="0" y="0"/>
                </a:lnTo>
                <a:lnTo>
                  <a:pt x="2217420" y="0"/>
                </a:lnTo>
                <a:lnTo>
                  <a:pt x="2217420" y="4572"/>
                </a:lnTo>
                <a:lnTo>
                  <a:pt x="10668" y="4572"/>
                </a:lnTo>
                <a:lnTo>
                  <a:pt x="4572" y="9144"/>
                </a:lnTo>
                <a:lnTo>
                  <a:pt x="10668" y="9144"/>
                </a:lnTo>
                <a:lnTo>
                  <a:pt x="10668" y="1377696"/>
                </a:lnTo>
                <a:lnTo>
                  <a:pt x="4572" y="1377696"/>
                </a:lnTo>
                <a:lnTo>
                  <a:pt x="10668" y="1382268"/>
                </a:lnTo>
                <a:lnTo>
                  <a:pt x="2217420" y="1382268"/>
                </a:lnTo>
                <a:lnTo>
                  <a:pt x="2217420" y="1388364"/>
                </a:lnTo>
                <a:close/>
              </a:path>
              <a:path w="2217420" h="1388745">
                <a:moveTo>
                  <a:pt x="10668" y="9144"/>
                </a:moveTo>
                <a:lnTo>
                  <a:pt x="4572" y="9144"/>
                </a:lnTo>
                <a:lnTo>
                  <a:pt x="10668" y="4572"/>
                </a:lnTo>
                <a:lnTo>
                  <a:pt x="10668" y="9144"/>
                </a:lnTo>
                <a:close/>
              </a:path>
              <a:path w="2217420" h="1388745">
                <a:moveTo>
                  <a:pt x="2206752" y="9144"/>
                </a:moveTo>
                <a:lnTo>
                  <a:pt x="10668" y="9144"/>
                </a:lnTo>
                <a:lnTo>
                  <a:pt x="10668" y="4572"/>
                </a:lnTo>
                <a:lnTo>
                  <a:pt x="2206752" y="4572"/>
                </a:lnTo>
                <a:lnTo>
                  <a:pt x="2206752" y="9144"/>
                </a:lnTo>
                <a:close/>
              </a:path>
              <a:path w="2217420" h="1388745">
                <a:moveTo>
                  <a:pt x="2206752" y="1382268"/>
                </a:moveTo>
                <a:lnTo>
                  <a:pt x="2206752" y="4572"/>
                </a:lnTo>
                <a:lnTo>
                  <a:pt x="2211324" y="9144"/>
                </a:lnTo>
                <a:lnTo>
                  <a:pt x="2217420" y="9144"/>
                </a:lnTo>
                <a:lnTo>
                  <a:pt x="2217420" y="1377696"/>
                </a:lnTo>
                <a:lnTo>
                  <a:pt x="2211324" y="1377696"/>
                </a:lnTo>
                <a:lnTo>
                  <a:pt x="2206752" y="1382268"/>
                </a:lnTo>
                <a:close/>
              </a:path>
              <a:path w="2217420" h="1388745">
                <a:moveTo>
                  <a:pt x="2217420" y="9144"/>
                </a:moveTo>
                <a:lnTo>
                  <a:pt x="2211324" y="9144"/>
                </a:lnTo>
                <a:lnTo>
                  <a:pt x="2206752" y="4572"/>
                </a:lnTo>
                <a:lnTo>
                  <a:pt x="2217420" y="4572"/>
                </a:lnTo>
                <a:lnTo>
                  <a:pt x="2217420" y="9144"/>
                </a:lnTo>
                <a:close/>
              </a:path>
              <a:path w="2217420" h="1388745">
                <a:moveTo>
                  <a:pt x="10668" y="1382268"/>
                </a:moveTo>
                <a:lnTo>
                  <a:pt x="4572" y="1377696"/>
                </a:lnTo>
                <a:lnTo>
                  <a:pt x="10668" y="1377696"/>
                </a:lnTo>
                <a:lnTo>
                  <a:pt x="10668" y="1382268"/>
                </a:lnTo>
                <a:close/>
              </a:path>
              <a:path w="2217420" h="1388745">
                <a:moveTo>
                  <a:pt x="2206752" y="1382268"/>
                </a:moveTo>
                <a:lnTo>
                  <a:pt x="10668" y="1382268"/>
                </a:lnTo>
                <a:lnTo>
                  <a:pt x="10668" y="1377696"/>
                </a:lnTo>
                <a:lnTo>
                  <a:pt x="2206752" y="1377696"/>
                </a:lnTo>
                <a:lnTo>
                  <a:pt x="2206752" y="1382268"/>
                </a:lnTo>
                <a:close/>
              </a:path>
              <a:path w="2217420" h="1388745">
                <a:moveTo>
                  <a:pt x="2217420" y="1382268"/>
                </a:moveTo>
                <a:lnTo>
                  <a:pt x="2206752" y="1382268"/>
                </a:lnTo>
                <a:lnTo>
                  <a:pt x="2211324" y="1377696"/>
                </a:lnTo>
                <a:lnTo>
                  <a:pt x="2217420" y="1377696"/>
                </a:lnTo>
                <a:lnTo>
                  <a:pt x="2217420" y="13822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565103" y="2014222"/>
            <a:ext cx="737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omic Sans MS"/>
                <a:cs typeface="Comic Sans MS"/>
              </a:rPr>
              <a:t>P</a:t>
            </a:r>
            <a:r>
              <a:rPr sz="1800" b="1" dirty="0">
                <a:latin typeface="Comic Sans MS"/>
                <a:cs typeface="Comic Sans MS"/>
              </a:rPr>
              <a:t>e</a:t>
            </a:r>
            <a:r>
              <a:rPr sz="1800" b="1" spc="-5" dirty="0">
                <a:latin typeface="Comic Sans MS"/>
                <a:cs typeface="Comic Sans MS"/>
              </a:rPr>
              <a:t>r</a:t>
            </a:r>
            <a:r>
              <a:rPr sz="1800" b="1" spc="5" dirty="0">
                <a:latin typeface="Comic Sans MS"/>
                <a:cs typeface="Comic Sans MS"/>
              </a:rPr>
              <a:t>so</a:t>
            </a:r>
            <a:r>
              <a:rPr sz="1800" b="1" dirty="0">
                <a:latin typeface="Comic Sans MS"/>
                <a:cs typeface="Comic Sans MS"/>
              </a:rPr>
              <a:t>n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65103" y="2288586"/>
            <a:ext cx="204343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21005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omic Sans MS"/>
                <a:cs typeface="Comic Sans MS"/>
              </a:rPr>
              <a:t>id: char(5)  </a:t>
            </a:r>
            <a:r>
              <a:rPr sz="1800" dirty="0">
                <a:latin typeface="Comic Sans MS"/>
                <a:cs typeface="Comic Sans MS"/>
              </a:rPr>
              <a:t>name:</a:t>
            </a:r>
            <a:r>
              <a:rPr sz="1800" spc="-7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char(40)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Comic Sans MS"/>
                <a:cs typeface="Comic Sans MS"/>
              </a:rPr>
              <a:t>addresss:</a:t>
            </a:r>
            <a:r>
              <a:rPr sz="1800" spc="-25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char(60)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486400" y="2281427"/>
            <a:ext cx="2209800" cy="10795"/>
          </a:xfrm>
          <a:custGeom>
            <a:avLst/>
            <a:gdLst/>
            <a:ahLst/>
            <a:cxnLst/>
            <a:rect l="l" t="t" r="r" b="b"/>
            <a:pathLst>
              <a:path w="2209800" h="10794">
                <a:moveTo>
                  <a:pt x="2209800" y="10668"/>
                </a:moveTo>
                <a:lnTo>
                  <a:pt x="0" y="10668"/>
                </a:lnTo>
                <a:lnTo>
                  <a:pt x="0" y="0"/>
                </a:lnTo>
                <a:lnTo>
                  <a:pt x="2209800" y="0"/>
                </a:lnTo>
                <a:lnTo>
                  <a:pt x="2209800" y="106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462" y="1102838"/>
            <a:ext cx="49815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/>
              <a:t>Example: </a:t>
            </a:r>
            <a:r>
              <a:rPr spc="-50" dirty="0"/>
              <a:t>Rolled</a:t>
            </a:r>
            <a:r>
              <a:rPr spc="-420" dirty="0"/>
              <a:t> </a:t>
            </a:r>
            <a:r>
              <a:rPr spc="5" dirty="0"/>
              <a:t>Down</a:t>
            </a:r>
          </a:p>
        </p:txBody>
      </p:sp>
      <p:sp>
        <p:nvSpPr>
          <p:cNvPr id="3" name="object 3"/>
          <p:cNvSpPr/>
          <p:nvPr/>
        </p:nvSpPr>
        <p:spPr>
          <a:xfrm>
            <a:off x="6624828" y="1865376"/>
            <a:ext cx="2415540" cy="2026920"/>
          </a:xfrm>
          <a:custGeom>
            <a:avLst/>
            <a:gdLst/>
            <a:ahLst/>
            <a:cxnLst/>
            <a:rect l="l" t="t" r="r" b="b"/>
            <a:pathLst>
              <a:path w="2415540" h="2026920">
                <a:moveTo>
                  <a:pt x="2415540" y="2026920"/>
                </a:moveTo>
                <a:lnTo>
                  <a:pt x="0" y="2026920"/>
                </a:lnTo>
                <a:lnTo>
                  <a:pt x="0" y="0"/>
                </a:lnTo>
                <a:lnTo>
                  <a:pt x="2415540" y="0"/>
                </a:lnTo>
                <a:lnTo>
                  <a:pt x="2415540" y="6096"/>
                </a:lnTo>
                <a:lnTo>
                  <a:pt x="10668" y="6096"/>
                </a:lnTo>
                <a:lnTo>
                  <a:pt x="4572" y="10668"/>
                </a:lnTo>
                <a:lnTo>
                  <a:pt x="10668" y="10668"/>
                </a:lnTo>
                <a:lnTo>
                  <a:pt x="10668" y="2016252"/>
                </a:lnTo>
                <a:lnTo>
                  <a:pt x="4572" y="2016252"/>
                </a:lnTo>
                <a:lnTo>
                  <a:pt x="10668" y="2020824"/>
                </a:lnTo>
                <a:lnTo>
                  <a:pt x="2415540" y="2020824"/>
                </a:lnTo>
                <a:lnTo>
                  <a:pt x="2415540" y="2026920"/>
                </a:lnTo>
                <a:close/>
              </a:path>
              <a:path w="2415540" h="2026920">
                <a:moveTo>
                  <a:pt x="10668" y="10668"/>
                </a:moveTo>
                <a:lnTo>
                  <a:pt x="4572" y="10668"/>
                </a:lnTo>
                <a:lnTo>
                  <a:pt x="10668" y="6096"/>
                </a:lnTo>
                <a:lnTo>
                  <a:pt x="10668" y="10668"/>
                </a:lnTo>
                <a:close/>
              </a:path>
              <a:path w="2415540" h="2026920">
                <a:moveTo>
                  <a:pt x="2404872" y="10668"/>
                </a:moveTo>
                <a:lnTo>
                  <a:pt x="10668" y="10668"/>
                </a:lnTo>
                <a:lnTo>
                  <a:pt x="10668" y="6096"/>
                </a:lnTo>
                <a:lnTo>
                  <a:pt x="2404872" y="6096"/>
                </a:lnTo>
                <a:lnTo>
                  <a:pt x="2404872" y="10668"/>
                </a:lnTo>
                <a:close/>
              </a:path>
              <a:path w="2415540" h="2026920">
                <a:moveTo>
                  <a:pt x="2404872" y="2020824"/>
                </a:moveTo>
                <a:lnTo>
                  <a:pt x="2404872" y="6096"/>
                </a:lnTo>
                <a:lnTo>
                  <a:pt x="2410968" y="10668"/>
                </a:lnTo>
                <a:lnTo>
                  <a:pt x="2415540" y="10668"/>
                </a:lnTo>
                <a:lnTo>
                  <a:pt x="2415540" y="2016252"/>
                </a:lnTo>
                <a:lnTo>
                  <a:pt x="2410968" y="2016252"/>
                </a:lnTo>
                <a:lnTo>
                  <a:pt x="2404872" y="2020824"/>
                </a:lnTo>
                <a:close/>
              </a:path>
              <a:path w="2415540" h="2026920">
                <a:moveTo>
                  <a:pt x="2415540" y="10668"/>
                </a:moveTo>
                <a:lnTo>
                  <a:pt x="2410968" y="10668"/>
                </a:lnTo>
                <a:lnTo>
                  <a:pt x="2404872" y="6096"/>
                </a:lnTo>
                <a:lnTo>
                  <a:pt x="2415540" y="6096"/>
                </a:lnTo>
                <a:lnTo>
                  <a:pt x="2415540" y="10668"/>
                </a:lnTo>
                <a:close/>
              </a:path>
              <a:path w="2415540" h="2026920">
                <a:moveTo>
                  <a:pt x="10668" y="2020824"/>
                </a:moveTo>
                <a:lnTo>
                  <a:pt x="4572" y="2016252"/>
                </a:lnTo>
                <a:lnTo>
                  <a:pt x="10668" y="2016252"/>
                </a:lnTo>
                <a:lnTo>
                  <a:pt x="10668" y="2020824"/>
                </a:lnTo>
                <a:close/>
              </a:path>
              <a:path w="2415540" h="2026920">
                <a:moveTo>
                  <a:pt x="2404872" y="2020824"/>
                </a:moveTo>
                <a:lnTo>
                  <a:pt x="10668" y="2020824"/>
                </a:lnTo>
                <a:lnTo>
                  <a:pt x="10668" y="2016252"/>
                </a:lnTo>
                <a:lnTo>
                  <a:pt x="2404872" y="2016252"/>
                </a:lnTo>
                <a:lnTo>
                  <a:pt x="2404872" y="2020824"/>
                </a:lnTo>
                <a:close/>
              </a:path>
              <a:path w="2415540" h="2026920">
                <a:moveTo>
                  <a:pt x="2415540" y="2020824"/>
                </a:moveTo>
                <a:lnTo>
                  <a:pt x="2404872" y="2020824"/>
                </a:lnTo>
                <a:lnTo>
                  <a:pt x="2410968" y="2016252"/>
                </a:lnTo>
                <a:lnTo>
                  <a:pt x="2415540" y="2016252"/>
                </a:lnTo>
                <a:lnTo>
                  <a:pt x="2415540" y="20208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708100" y="2030965"/>
            <a:ext cx="787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omic Sans MS"/>
                <a:cs typeface="Comic Sans MS"/>
              </a:rPr>
              <a:t>Patient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720840" y="2302764"/>
            <a:ext cx="762000" cy="20320"/>
          </a:xfrm>
          <a:custGeom>
            <a:avLst/>
            <a:gdLst/>
            <a:ahLst/>
            <a:cxnLst/>
            <a:rect l="l" t="t" r="r" b="b"/>
            <a:pathLst>
              <a:path w="762000" h="20319">
                <a:moveTo>
                  <a:pt x="762000" y="19812"/>
                </a:moveTo>
                <a:lnTo>
                  <a:pt x="0" y="19812"/>
                </a:lnTo>
                <a:lnTo>
                  <a:pt x="0" y="0"/>
                </a:lnTo>
                <a:lnTo>
                  <a:pt x="762000" y="0"/>
                </a:lnTo>
                <a:lnTo>
                  <a:pt x="762000" y="198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708100" y="2305329"/>
            <a:ext cx="223774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15315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omic Sans MS"/>
                <a:cs typeface="Comic Sans MS"/>
              </a:rPr>
              <a:t>id: char(5)  </a:t>
            </a:r>
            <a:r>
              <a:rPr sz="1800" dirty="0">
                <a:latin typeface="Comic Sans MS"/>
                <a:cs typeface="Comic Sans MS"/>
              </a:rPr>
              <a:t>name:</a:t>
            </a:r>
            <a:r>
              <a:rPr sz="1800" spc="-7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char(40)</a:t>
            </a:r>
            <a:endParaRPr sz="1800">
              <a:latin typeface="Comic Sans MS"/>
              <a:cs typeface="Comic Sans MS"/>
            </a:endParaRPr>
          </a:p>
          <a:p>
            <a:pPr marL="12700" marR="5080">
              <a:lnSpc>
                <a:spcPct val="100000"/>
              </a:lnSpc>
            </a:pPr>
            <a:r>
              <a:rPr sz="1800" spc="-5" dirty="0">
                <a:latin typeface="Comic Sans MS"/>
                <a:cs typeface="Comic Sans MS"/>
              </a:rPr>
              <a:t>addresss: char(60)  insuranceID:</a:t>
            </a:r>
            <a:r>
              <a:rPr sz="1800" spc="-6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char(7)  insurance:</a:t>
            </a:r>
            <a:r>
              <a:rPr sz="1800" spc="-25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char(5)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367027" y="1900427"/>
            <a:ext cx="2220595" cy="1706880"/>
          </a:xfrm>
          <a:custGeom>
            <a:avLst/>
            <a:gdLst/>
            <a:ahLst/>
            <a:cxnLst/>
            <a:rect l="l" t="t" r="r" b="b"/>
            <a:pathLst>
              <a:path w="2220595" h="1706879">
                <a:moveTo>
                  <a:pt x="2220468" y="1706880"/>
                </a:moveTo>
                <a:lnTo>
                  <a:pt x="0" y="1706880"/>
                </a:lnTo>
                <a:lnTo>
                  <a:pt x="0" y="0"/>
                </a:lnTo>
                <a:lnTo>
                  <a:pt x="2220468" y="0"/>
                </a:lnTo>
                <a:lnTo>
                  <a:pt x="2220468" y="4572"/>
                </a:lnTo>
                <a:lnTo>
                  <a:pt x="10668" y="4572"/>
                </a:lnTo>
                <a:lnTo>
                  <a:pt x="4572" y="10668"/>
                </a:lnTo>
                <a:lnTo>
                  <a:pt x="10668" y="10668"/>
                </a:lnTo>
                <a:lnTo>
                  <a:pt x="10668" y="1697736"/>
                </a:lnTo>
                <a:lnTo>
                  <a:pt x="4572" y="1697736"/>
                </a:lnTo>
                <a:lnTo>
                  <a:pt x="10668" y="1702308"/>
                </a:lnTo>
                <a:lnTo>
                  <a:pt x="2220468" y="1702308"/>
                </a:lnTo>
                <a:lnTo>
                  <a:pt x="2220468" y="1706880"/>
                </a:lnTo>
                <a:close/>
              </a:path>
              <a:path w="2220595" h="1706879">
                <a:moveTo>
                  <a:pt x="10668" y="10668"/>
                </a:moveTo>
                <a:lnTo>
                  <a:pt x="4572" y="10668"/>
                </a:lnTo>
                <a:lnTo>
                  <a:pt x="10668" y="4572"/>
                </a:lnTo>
                <a:lnTo>
                  <a:pt x="10668" y="10668"/>
                </a:lnTo>
                <a:close/>
              </a:path>
              <a:path w="2220595" h="1706879">
                <a:moveTo>
                  <a:pt x="2209800" y="10668"/>
                </a:moveTo>
                <a:lnTo>
                  <a:pt x="10668" y="10668"/>
                </a:lnTo>
                <a:lnTo>
                  <a:pt x="10668" y="4572"/>
                </a:lnTo>
                <a:lnTo>
                  <a:pt x="2209800" y="4572"/>
                </a:lnTo>
                <a:lnTo>
                  <a:pt x="2209800" y="10668"/>
                </a:lnTo>
                <a:close/>
              </a:path>
              <a:path w="2220595" h="1706879">
                <a:moveTo>
                  <a:pt x="2209800" y="1702308"/>
                </a:moveTo>
                <a:lnTo>
                  <a:pt x="2209800" y="4572"/>
                </a:lnTo>
                <a:lnTo>
                  <a:pt x="2214372" y="10668"/>
                </a:lnTo>
                <a:lnTo>
                  <a:pt x="2220468" y="10668"/>
                </a:lnTo>
                <a:lnTo>
                  <a:pt x="2220468" y="1697736"/>
                </a:lnTo>
                <a:lnTo>
                  <a:pt x="2214372" y="1697736"/>
                </a:lnTo>
                <a:lnTo>
                  <a:pt x="2209800" y="1702308"/>
                </a:lnTo>
                <a:close/>
              </a:path>
              <a:path w="2220595" h="1706879">
                <a:moveTo>
                  <a:pt x="2220468" y="10668"/>
                </a:moveTo>
                <a:lnTo>
                  <a:pt x="2214372" y="10668"/>
                </a:lnTo>
                <a:lnTo>
                  <a:pt x="2209800" y="4572"/>
                </a:lnTo>
                <a:lnTo>
                  <a:pt x="2220468" y="4572"/>
                </a:lnTo>
                <a:lnTo>
                  <a:pt x="2220468" y="10668"/>
                </a:lnTo>
                <a:close/>
              </a:path>
              <a:path w="2220595" h="1706879">
                <a:moveTo>
                  <a:pt x="10668" y="1702308"/>
                </a:moveTo>
                <a:lnTo>
                  <a:pt x="4572" y="1697736"/>
                </a:lnTo>
                <a:lnTo>
                  <a:pt x="10668" y="1697736"/>
                </a:lnTo>
                <a:lnTo>
                  <a:pt x="10668" y="1702308"/>
                </a:lnTo>
                <a:close/>
              </a:path>
              <a:path w="2220595" h="1706879">
                <a:moveTo>
                  <a:pt x="2209800" y="1702308"/>
                </a:moveTo>
                <a:lnTo>
                  <a:pt x="10668" y="1702308"/>
                </a:lnTo>
                <a:lnTo>
                  <a:pt x="10668" y="1697736"/>
                </a:lnTo>
                <a:lnTo>
                  <a:pt x="2209800" y="1697736"/>
                </a:lnTo>
                <a:lnTo>
                  <a:pt x="2209800" y="1702308"/>
                </a:lnTo>
                <a:close/>
              </a:path>
              <a:path w="2220595" h="1706879">
                <a:moveTo>
                  <a:pt x="2220468" y="1702308"/>
                </a:moveTo>
                <a:lnTo>
                  <a:pt x="2209800" y="1702308"/>
                </a:lnTo>
                <a:lnTo>
                  <a:pt x="2214372" y="1697736"/>
                </a:lnTo>
                <a:lnTo>
                  <a:pt x="2220468" y="1697736"/>
                </a:lnTo>
                <a:lnTo>
                  <a:pt x="2220468" y="17023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450313" y="2043132"/>
            <a:ext cx="1016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omic Sans MS"/>
                <a:cs typeface="Comic Sans MS"/>
              </a:rPr>
              <a:t>Salesman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463039" y="2314955"/>
            <a:ext cx="990600" cy="20320"/>
          </a:xfrm>
          <a:custGeom>
            <a:avLst/>
            <a:gdLst/>
            <a:ahLst/>
            <a:cxnLst/>
            <a:rect l="l" t="t" r="r" b="b"/>
            <a:pathLst>
              <a:path w="990600" h="20319">
                <a:moveTo>
                  <a:pt x="990600" y="19812"/>
                </a:moveTo>
                <a:lnTo>
                  <a:pt x="0" y="19812"/>
                </a:lnTo>
                <a:lnTo>
                  <a:pt x="0" y="0"/>
                </a:lnTo>
                <a:lnTo>
                  <a:pt x="990600" y="0"/>
                </a:lnTo>
                <a:lnTo>
                  <a:pt x="990600" y="198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797300" y="2591859"/>
            <a:ext cx="2588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74925" algn="l"/>
              </a:tabLst>
            </a:pPr>
            <a:r>
              <a:rPr sz="1800" dirty="0">
                <a:latin typeface="Times New Roman"/>
                <a:cs typeface="Times New Roman"/>
              </a:rPr>
              <a:t> 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50313" y="2317495"/>
            <a:ext cx="204660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241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omic Sans MS"/>
                <a:cs typeface="Comic Sans MS"/>
              </a:rPr>
              <a:t>id: char(5)  </a:t>
            </a:r>
            <a:r>
              <a:rPr sz="1800" dirty="0">
                <a:latin typeface="Comic Sans MS"/>
                <a:cs typeface="Comic Sans MS"/>
              </a:rPr>
              <a:t>name:</a:t>
            </a:r>
            <a:r>
              <a:rPr sz="1800" spc="-7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char(40)</a:t>
            </a:r>
            <a:endParaRPr sz="1800">
              <a:latin typeface="Comic Sans MS"/>
              <a:cs typeface="Comic Sans MS"/>
            </a:endParaRPr>
          </a:p>
          <a:p>
            <a:pPr marL="12700" marR="5080" indent="2540">
              <a:lnSpc>
                <a:spcPct val="100000"/>
              </a:lnSpc>
            </a:pPr>
            <a:r>
              <a:rPr sz="1800" spc="-5" dirty="0">
                <a:latin typeface="Comic Sans MS"/>
                <a:cs typeface="Comic Sans MS"/>
              </a:rPr>
              <a:t>addresss: char(60)  company:</a:t>
            </a:r>
            <a:r>
              <a:rPr sz="1800" spc="-2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char(40)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326379" y="5170932"/>
            <a:ext cx="3639820" cy="1388745"/>
            <a:chOff x="5326379" y="5170932"/>
            <a:chExt cx="3639820" cy="1388745"/>
          </a:xfrm>
        </p:grpSpPr>
        <p:sp>
          <p:nvSpPr>
            <p:cNvPr id="13" name="object 13"/>
            <p:cNvSpPr/>
            <p:nvPr/>
          </p:nvSpPr>
          <p:spPr>
            <a:xfrm>
              <a:off x="5481827" y="5334000"/>
              <a:ext cx="1071880" cy="692150"/>
            </a:xfrm>
            <a:custGeom>
              <a:avLst/>
              <a:gdLst/>
              <a:ahLst/>
              <a:cxnLst/>
              <a:rect l="l" t="t" r="r" b="b"/>
              <a:pathLst>
                <a:path w="1071879" h="692150">
                  <a:moveTo>
                    <a:pt x="1071372" y="691896"/>
                  </a:moveTo>
                  <a:lnTo>
                    <a:pt x="3048" y="691896"/>
                  </a:lnTo>
                  <a:lnTo>
                    <a:pt x="0" y="688848"/>
                  </a:lnTo>
                  <a:lnTo>
                    <a:pt x="0" y="0"/>
                  </a:lnTo>
                  <a:lnTo>
                    <a:pt x="10668" y="0"/>
                  </a:lnTo>
                  <a:lnTo>
                    <a:pt x="10668" y="681228"/>
                  </a:lnTo>
                  <a:lnTo>
                    <a:pt x="4572" y="681228"/>
                  </a:lnTo>
                  <a:lnTo>
                    <a:pt x="10668" y="685800"/>
                  </a:lnTo>
                  <a:lnTo>
                    <a:pt x="1071372" y="685800"/>
                  </a:lnTo>
                  <a:lnTo>
                    <a:pt x="1071372" y="691896"/>
                  </a:lnTo>
                  <a:close/>
                </a:path>
                <a:path w="1071879" h="692150">
                  <a:moveTo>
                    <a:pt x="10668" y="685800"/>
                  </a:moveTo>
                  <a:lnTo>
                    <a:pt x="4572" y="681228"/>
                  </a:lnTo>
                  <a:lnTo>
                    <a:pt x="10668" y="681228"/>
                  </a:lnTo>
                  <a:lnTo>
                    <a:pt x="10668" y="685800"/>
                  </a:lnTo>
                  <a:close/>
                </a:path>
                <a:path w="1071879" h="692150">
                  <a:moveTo>
                    <a:pt x="1071372" y="685800"/>
                  </a:moveTo>
                  <a:lnTo>
                    <a:pt x="10668" y="685800"/>
                  </a:lnTo>
                  <a:lnTo>
                    <a:pt x="10668" y="681228"/>
                  </a:lnTo>
                  <a:lnTo>
                    <a:pt x="1071372" y="681228"/>
                  </a:lnTo>
                  <a:lnTo>
                    <a:pt x="1071372" y="685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333999" y="529285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1524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326380" y="5170931"/>
              <a:ext cx="3639820" cy="1388745"/>
            </a:xfrm>
            <a:custGeom>
              <a:avLst/>
              <a:gdLst/>
              <a:ahLst/>
              <a:cxnLst/>
              <a:rect l="l" t="t" r="r" b="b"/>
              <a:pathLst>
                <a:path w="3639820" h="1388745">
                  <a:moveTo>
                    <a:pt x="321564" y="432816"/>
                  </a:moveTo>
                  <a:lnTo>
                    <a:pt x="320027" y="429768"/>
                  </a:lnTo>
                  <a:lnTo>
                    <a:pt x="316204" y="422148"/>
                  </a:lnTo>
                  <a:lnTo>
                    <a:pt x="305562" y="400964"/>
                  </a:lnTo>
                  <a:lnTo>
                    <a:pt x="305562" y="422148"/>
                  </a:lnTo>
                  <a:lnTo>
                    <a:pt x="16002" y="422148"/>
                  </a:lnTo>
                  <a:lnTo>
                    <a:pt x="160782" y="132588"/>
                  </a:lnTo>
                  <a:lnTo>
                    <a:pt x="305562" y="422148"/>
                  </a:lnTo>
                  <a:lnTo>
                    <a:pt x="305562" y="400964"/>
                  </a:lnTo>
                  <a:lnTo>
                    <a:pt x="166903" y="124968"/>
                  </a:lnTo>
                  <a:lnTo>
                    <a:pt x="160020" y="111252"/>
                  </a:lnTo>
                  <a:lnTo>
                    <a:pt x="0" y="432816"/>
                  </a:lnTo>
                  <a:lnTo>
                    <a:pt x="321564" y="432816"/>
                  </a:lnTo>
                  <a:close/>
                </a:path>
                <a:path w="3639820" h="1388745">
                  <a:moveTo>
                    <a:pt x="3639312" y="0"/>
                  </a:moveTo>
                  <a:lnTo>
                    <a:pt x="3630168" y="0"/>
                  </a:lnTo>
                  <a:lnTo>
                    <a:pt x="3630168" y="9156"/>
                  </a:lnTo>
                  <a:lnTo>
                    <a:pt x="3630168" y="1377708"/>
                  </a:lnTo>
                  <a:lnTo>
                    <a:pt x="1232916" y="1377708"/>
                  </a:lnTo>
                  <a:lnTo>
                    <a:pt x="1232916" y="9156"/>
                  </a:lnTo>
                  <a:lnTo>
                    <a:pt x="3630168" y="9156"/>
                  </a:lnTo>
                  <a:lnTo>
                    <a:pt x="3630168" y="0"/>
                  </a:lnTo>
                  <a:lnTo>
                    <a:pt x="1222248" y="0"/>
                  </a:lnTo>
                  <a:lnTo>
                    <a:pt x="1222248" y="1388376"/>
                  </a:lnTo>
                  <a:lnTo>
                    <a:pt x="3639312" y="1388376"/>
                  </a:lnTo>
                  <a:lnTo>
                    <a:pt x="3639312" y="1382280"/>
                  </a:lnTo>
                  <a:lnTo>
                    <a:pt x="3639312" y="1377708"/>
                  </a:lnTo>
                  <a:lnTo>
                    <a:pt x="3639312" y="9156"/>
                  </a:lnTo>
                  <a:lnTo>
                    <a:pt x="3639312" y="4584"/>
                  </a:lnTo>
                  <a:lnTo>
                    <a:pt x="36393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540500" y="5290851"/>
            <a:ext cx="246380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139" marR="5080" indent="-92075">
              <a:lnSpc>
                <a:spcPct val="100000"/>
              </a:lnSpc>
              <a:spcBef>
                <a:spcPts val="100"/>
              </a:spcBef>
              <a:tabLst>
                <a:tab pos="2450465" algn="l"/>
              </a:tabLst>
            </a:pP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spc="-18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Patient 	</a:t>
            </a:r>
            <a:r>
              <a:rPr sz="1800" b="1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id: char(5)  insuranceID: char(7)  insurance:</a:t>
            </a:r>
            <a:r>
              <a:rPr sz="1800" spc="-25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char(5)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443227" y="5481828"/>
            <a:ext cx="2296795" cy="1068705"/>
          </a:xfrm>
          <a:custGeom>
            <a:avLst/>
            <a:gdLst/>
            <a:ahLst/>
            <a:cxnLst/>
            <a:rect l="l" t="t" r="r" b="b"/>
            <a:pathLst>
              <a:path w="2296795" h="1068704">
                <a:moveTo>
                  <a:pt x="2296668" y="1068324"/>
                </a:moveTo>
                <a:lnTo>
                  <a:pt x="0" y="1068324"/>
                </a:lnTo>
                <a:lnTo>
                  <a:pt x="0" y="0"/>
                </a:lnTo>
                <a:lnTo>
                  <a:pt x="2296668" y="0"/>
                </a:lnTo>
                <a:lnTo>
                  <a:pt x="2296668" y="4572"/>
                </a:lnTo>
                <a:lnTo>
                  <a:pt x="10668" y="4572"/>
                </a:lnTo>
                <a:lnTo>
                  <a:pt x="4572" y="10668"/>
                </a:lnTo>
                <a:lnTo>
                  <a:pt x="10668" y="10668"/>
                </a:lnTo>
                <a:lnTo>
                  <a:pt x="10668" y="1059180"/>
                </a:lnTo>
                <a:lnTo>
                  <a:pt x="4572" y="1059180"/>
                </a:lnTo>
                <a:lnTo>
                  <a:pt x="10668" y="1063752"/>
                </a:lnTo>
                <a:lnTo>
                  <a:pt x="2296668" y="1063752"/>
                </a:lnTo>
                <a:lnTo>
                  <a:pt x="2296668" y="1068324"/>
                </a:lnTo>
                <a:close/>
              </a:path>
              <a:path w="2296795" h="1068704">
                <a:moveTo>
                  <a:pt x="10668" y="10668"/>
                </a:moveTo>
                <a:lnTo>
                  <a:pt x="4572" y="10668"/>
                </a:lnTo>
                <a:lnTo>
                  <a:pt x="10668" y="4572"/>
                </a:lnTo>
                <a:lnTo>
                  <a:pt x="10668" y="10668"/>
                </a:lnTo>
                <a:close/>
              </a:path>
              <a:path w="2296795" h="1068704">
                <a:moveTo>
                  <a:pt x="2286000" y="10668"/>
                </a:moveTo>
                <a:lnTo>
                  <a:pt x="10668" y="10668"/>
                </a:lnTo>
                <a:lnTo>
                  <a:pt x="10668" y="4572"/>
                </a:lnTo>
                <a:lnTo>
                  <a:pt x="2286000" y="4572"/>
                </a:lnTo>
                <a:lnTo>
                  <a:pt x="2286000" y="10668"/>
                </a:lnTo>
                <a:close/>
              </a:path>
              <a:path w="2296795" h="1068704">
                <a:moveTo>
                  <a:pt x="2286000" y="1063752"/>
                </a:moveTo>
                <a:lnTo>
                  <a:pt x="2286000" y="4572"/>
                </a:lnTo>
                <a:lnTo>
                  <a:pt x="2290572" y="10668"/>
                </a:lnTo>
                <a:lnTo>
                  <a:pt x="2296668" y="10668"/>
                </a:lnTo>
                <a:lnTo>
                  <a:pt x="2296668" y="1059180"/>
                </a:lnTo>
                <a:lnTo>
                  <a:pt x="2290572" y="1059180"/>
                </a:lnTo>
                <a:lnTo>
                  <a:pt x="2286000" y="1063752"/>
                </a:lnTo>
                <a:close/>
              </a:path>
              <a:path w="2296795" h="1068704">
                <a:moveTo>
                  <a:pt x="2296668" y="10668"/>
                </a:moveTo>
                <a:lnTo>
                  <a:pt x="2290572" y="10668"/>
                </a:lnTo>
                <a:lnTo>
                  <a:pt x="2286000" y="4572"/>
                </a:lnTo>
                <a:lnTo>
                  <a:pt x="2296668" y="4572"/>
                </a:lnTo>
                <a:lnTo>
                  <a:pt x="2296668" y="10668"/>
                </a:lnTo>
                <a:close/>
              </a:path>
              <a:path w="2296795" h="1068704">
                <a:moveTo>
                  <a:pt x="10668" y="1063752"/>
                </a:moveTo>
                <a:lnTo>
                  <a:pt x="4572" y="1059180"/>
                </a:lnTo>
                <a:lnTo>
                  <a:pt x="10668" y="1059180"/>
                </a:lnTo>
                <a:lnTo>
                  <a:pt x="10668" y="1063752"/>
                </a:lnTo>
                <a:close/>
              </a:path>
              <a:path w="2296795" h="1068704">
                <a:moveTo>
                  <a:pt x="2286000" y="1063752"/>
                </a:moveTo>
                <a:lnTo>
                  <a:pt x="10668" y="1063752"/>
                </a:lnTo>
                <a:lnTo>
                  <a:pt x="10668" y="1059180"/>
                </a:lnTo>
                <a:lnTo>
                  <a:pt x="2286000" y="1059180"/>
                </a:lnTo>
                <a:lnTo>
                  <a:pt x="2286000" y="1063752"/>
                </a:lnTo>
                <a:close/>
              </a:path>
              <a:path w="2296795" h="1068704">
                <a:moveTo>
                  <a:pt x="2296668" y="1063752"/>
                </a:moveTo>
                <a:lnTo>
                  <a:pt x="2286000" y="1063752"/>
                </a:lnTo>
                <a:lnTo>
                  <a:pt x="2290572" y="1059180"/>
                </a:lnTo>
                <a:lnTo>
                  <a:pt x="2296668" y="1059180"/>
                </a:lnTo>
                <a:lnTo>
                  <a:pt x="2296668" y="10637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526550" y="5578832"/>
            <a:ext cx="1036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omic Sans MS"/>
                <a:cs typeface="Comic Sans MS"/>
              </a:rPr>
              <a:t>Salesman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26550" y="5853196"/>
            <a:ext cx="19818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omic Sans MS"/>
                <a:cs typeface="Comic Sans MS"/>
              </a:rPr>
              <a:t>id: char(5)  company:</a:t>
            </a:r>
            <a:r>
              <a:rPr sz="1800" spc="-4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char(40)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957828" y="3881628"/>
            <a:ext cx="2217420" cy="1388745"/>
          </a:xfrm>
          <a:custGeom>
            <a:avLst/>
            <a:gdLst/>
            <a:ahLst/>
            <a:cxnLst/>
            <a:rect l="l" t="t" r="r" b="b"/>
            <a:pathLst>
              <a:path w="2217420" h="1388745">
                <a:moveTo>
                  <a:pt x="2217420" y="1388364"/>
                </a:moveTo>
                <a:lnTo>
                  <a:pt x="0" y="1388364"/>
                </a:lnTo>
                <a:lnTo>
                  <a:pt x="0" y="0"/>
                </a:lnTo>
                <a:lnTo>
                  <a:pt x="2217420" y="0"/>
                </a:lnTo>
                <a:lnTo>
                  <a:pt x="2217420" y="4572"/>
                </a:lnTo>
                <a:lnTo>
                  <a:pt x="10668" y="4572"/>
                </a:lnTo>
                <a:lnTo>
                  <a:pt x="4572" y="10668"/>
                </a:lnTo>
                <a:lnTo>
                  <a:pt x="10668" y="10668"/>
                </a:lnTo>
                <a:lnTo>
                  <a:pt x="10668" y="1379220"/>
                </a:lnTo>
                <a:lnTo>
                  <a:pt x="4572" y="1379220"/>
                </a:lnTo>
                <a:lnTo>
                  <a:pt x="10668" y="1383792"/>
                </a:lnTo>
                <a:lnTo>
                  <a:pt x="2217420" y="1383792"/>
                </a:lnTo>
                <a:lnTo>
                  <a:pt x="2217420" y="1388364"/>
                </a:lnTo>
                <a:close/>
              </a:path>
              <a:path w="2217420" h="1388745">
                <a:moveTo>
                  <a:pt x="10668" y="10668"/>
                </a:moveTo>
                <a:lnTo>
                  <a:pt x="4572" y="10668"/>
                </a:lnTo>
                <a:lnTo>
                  <a:pt x="10668" y="4572"/>
                </a:lnTo>
                <a:lnTo>
                  <a:pt x="10668" y="10668"/>
                </a:lnTo>
                <a:close/>
              </a:path>
              <a:path w="2217420" h="1388745">
                <a:moveTo>
                  <a:pt x="2206752" y="10668"/>
                </a:moveTo>
                <a:lnTo>
                  <a:pt x="10668" y="10668"/>
                </a:lnTo>
                <a:lnTo>
                  <a:pt x="10668" y="4572"/>
                </a:lnTo>
                <a:lnTo>
                  <a:pt x="2206752" y="4572"/>
                </a:lnTo>
                <a:lnTo>
                  <a:pt x="2206752" y="10668"/>
                </a:lnTo>
                <a:close/>
              </a:path>
              <a:path w="2217420" h="1388745">
                <a:moveTo>
                  <a:pt x="2206752" y="1383792"/>
                </a:moveTo>
                <a:lnTo>
                  <a:pt x="2206752" y="4572"/>
                </a:lnTo>
                <a:lnTo>
                  <a:pt x="2211324" y="10668"/>
                </a:lnTo>
                <a:lnTo>
                  <a:pt x="2217420" y="10668"/>
                </a:lnTo>
                <a:lnTo>
                  <a:pt x="2217420" y="1379220"/>
                </a:lnTo>
                <a:lnTo>
                  <a:pt x="2211324" y="1379220"/>
                </a:lnTo>
                <a:lnTo>
                  <a:pt x="2206752" y="1383792"/>
                </a:lnTo>
                <a:close/>
              </a:path>
              <a:path w="2217420" h="1388745">
                <a:moveTo>
                  <a:pt x="2217420" y="10668"/>
                </a:moveTo>
                <a:lnTo>
                  <a:pt x="2211324" y="10668"/>
                </a:lnTo>
                <a:lnTo>
                  <a:pt x="2206752" y="4572"/>
                </a:lnTo>
                <a:lnTo>
                  <a:pt x="2217420" y="4572"/>
                </a:lnTo>
                <a:lnTo>
                  <a:pt x="2217420" y="10668"/>
                </a:lnTo>
                <a:close/>
              </a:path>
              <a:path w="2217420" h="1388745">
                <a:moveTo>
                  <a:pt x="10668" y="1383792"/>
                </a:moveTo>
                <a:lnTo>
                  <a:pt x="4572" y="1379220"/>
                </a:lnTo>
                <a:lnTo>
                  <a:pt x="10668" y="1379220"/>
                </a:lnTo>
                <a:lnTo>
                  <a:pt x="10668" y="1383792"/>
                </a:lnTo>
                <a:close/>
              </a:path>
              <a:path w="2217420" h="1388745">
                <a:moveTo>
                  <a:pt x="2206752" y="1383792"/>
                </a:moveTo>
                <a:lnTo>
                  <a:pt x="10668" y="1383792"/>
                </a:lnTo>
                <a:lnTo>
                  <a:pt x="10668" y="1379220"/>
                </a:lnTo>
                <a:lnTo>
                  <a:pt x="2206752" y="1379220"/>
                </a:lnTo>
                <a:lnTo>
                  <a:pt x="2206752" y="1383792"/>
                </a:lnTo>
                <a:close/>
              </a:path>
              <a:path w="2217420" h="1388745">
                <a:moveTo>
                  <a:pt x="2217420" y="1383792"/>
                </a:moveTo>
                <a:lnTo>
                  <a:pt x="2206752" y="1383792"/>
                </a:lnTo>
                <a:lnTo>
                  <a:pt x="2211324" y="1379220"/>
                </a:lnTo>
                <a:lnTo>
                  <a:pt x="2217420" y="1379220"/>
                </a:lnTo>
                <a:lnTo>
                  <a:pt x="2217420" y="13837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041144" y="4001519"/>
            <a:ext cx="204343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omic Sans MS"/>
                <a:cs typeface="Comic Sans MS"/>
              </a:rPr>
              <a:t>Person</a:t>
            </a:r>
            <a:endParaRPr sz="1800">
              <a:latin typeface="Comic Sans MS"/>
              <a:cs typeface="Comic Sans MS"/>
            </a:endParaRPr>
          </a:p>
          <a:p>
            <a:pPr marL="12700" marR="421005">
              <a:lnSpc>
                <a:spcPct val="100000"/>
              </a:lnSpc>
            </a:pPr>
            <a:r>
              <a:rPr sz="1800" spc="-5" dirty="0">
                <a:latin typeface="Comic Sans MS"/>
                <a:cs typeface="Comic Sans MS"/>
              </a:rPr>
              <a:t>id: char(5)  </a:t>
            </a:r>
            <a:r>
              <a:rPr sz="1800" dirty="0">
                <a:latin typeface="Comic Sans MS"/>
                <a:cs typeface="Comic Sans MS"/>
              </a:rPr>
              <a:t>name:</a:t>
            </a:r>
            <a:r>
              <a:rPr sz="1800" spc="-7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char(40)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Comic Sans MS"/>
                <a:cs typeface="Comic Sans MS"/>
              </a:rPr>
              <a:t>addresss:</a:t>
            </a:r>
            <a:r>
              <a:rPr sz="1800" spc="-25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char(60)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447800" y="4262628"/>
            <a:ext cx="4724400" cy="1763395"/>
            <a:chOff x="1447800" y="4262628"/>
            <a:chExt cx="4724400" cy="1763395"/>
          </a:xfrm>
        </p:grpSpPr>
        <p:sp>
          <p:nvSpPr>
            <p:cNvPr id="23" name="object 23"/>
            <p:cNvSpPr/>
            <p:nvPr/>
          </p:nvSpPr>
          <p:spPr>
            <a:xfrm>
              <a:off x="1447800" y="4262640"/>
              <a:ext cx="4724400" cy="1763395"/>
            </a:xfrm>
            <a:custGeom>
              <a:avLst/>
              <a:gdLst/>
              <a:ahLst/>
              <a:cxnLst/>
              <a:rect l="l" t="t" r="r" b="b"/>
              <a:pathLst>
                <a:path w="4724400" h="1763395">
                  <a:moveTo>
                    <a:pt x="2286000" y="1600200"/>
                  </a:moveTo>
                  <a:lnTo>
                    <a:pt x="0" y="1600200"/>
                  </a:lnTo>
                  <a:lnTo>
                    <a:pt x="0" y="1610868"/>
                  </a:lnTo>
                  <a:lnTo>
                    <a:pt x="2286000" y="1610868"/>
                  </a:lnTo>
                  <a:lnTo>
                    <a:pt x="2286000" y="1600200"/>
                  </a:lnTo>
                  <a:close/>
                </a:path>
                <a:path w="4724400" h="1763395">
                  <a:moveTo>
                    <a:pt x="3358896" y="1071105"/>
                  </a:moveTo>
                  <a:lnTo>
                    <a:pt x="3348228" y="1071105"/>
                  </a:lnTo>
                  <a:lnTo>
                    <a:pt x="3348228" y="1753108"/>
                  </a:lnTo>
                  <a:lnTo>
                    <a:pt x="2286000" y="1753108"/>
                  </a:lnTo>
                  <a:lnTo>
                    <a:pt x="2286000" y="1756918"/>
                  </a:lnTo>
                  <a:lnTo>
                    <a:pt x="2286000" y="1760728"/>
                  </a:lnTo>
                  <a:lnTo>
                    <a:pt x="2286000" y="1763268"/>
                  </a:lnTo>
                  <a:lnTo>
                    <a:pt x="3357118" y="1763268"/>
                  </a:lnTo>
                  <a:lnTo>
                    <a:pt x="3357118" y="1760728"/>
                  </a:lnTo>
                  <a:lnTo>
                    <a:pt x="3358896" y="1760728"/>
                  </a:lnTo>
                  <a:lnTo>
                    <a:pt x="3358896" y="1757159"/>
                  </a:lnTo>
                  <a:lnTo>
                    <a:pt x="3358896" y="1756918"/>
                  </a:lnTo>
                  <a:lnTo>
                    <a:pt x="3358896" y="1071105"/>
                  </a:lnTo>
                  <a:close/>
                </a:path>
                <a:path w="4724400" h="1763395">
                  <a:moveTo>
                    <a:pt x="4724400" y="0"/>
                  </a:moveTo>
                  <a:lnTo>
                    <a:pt x="2514600" y="0"/>
                  </a:lnTo>
                  <a:lnTo>
                    <a:pt x="2514600" y="10668"/>
                  </a:lnTo>
                  <a:lnTo>
                    <a:pt x="4724400" y="10668"/>
                  </a:lnTo>
                  <a:lnTo>
                    <a:pt x="4724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648200" y="529285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1524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640579" y="5282184"/>
              <a:ext cx="321945" cy="321945"/>
            </a:xfrm>
            <a:custGeom>
              <a:avLst/>
              <a:gdLst/>
              <a:ahLst/>
              <a:cxnLst/>
              <a:rect l="l" t="t" r="r" b="b"/>
              <a:pathLst>
                <a:path w="321945" h="321945">
                  <a:moveTo>
                    <a:pt x="321564" y="321564"/>
                  </a:moveTo>
                  <a:lnTo>
                    <a:pt x="0" y="321564"/>
                  </a:lnTo>
                  <a:lnTo>
                    <a:pt x="160020" y="0"/>
                  </a:lnTo>
                  <a:lnTo>
                    <a:pt x="166910" y="13716"/>
                  </a:lnTo>
                  <a:lnTo>
                    <a:pt x="156972" y="13716"/>
                  </a:lnTo>
                  <a:lnTo>
                    <a:pt x="160782" y="21336"/>
                  </a:lnTo>
                  <a:lnTo>
                    <a:pt x="16002" y="310896"/>
                  </a:lnTo>
                  <a:lnTo>
                    <a:pt x="7620" y="310896"/>
                  </a:lnTo>
                  <a:lnTo>
                    <a:pt x="12192" y="318516"/>
                  </a:lnTo>
                  <a:lnTo>
                    <a:pt x="320032" y="318516"/>
                  </a:lnTo>
                  <a:lnTo>
                    <a:pt x="321564" y="321564"/>
                  </a:lnTo>
                  <a:close/>
                </a:path>
                <a:path w="321945" h="321945">
                  <a:moveTo>
                    <a:pt x="160782" y="21336"/>
                  </a:moveTo>
                  <a:lnTo>
                    <a:pt x="156972" y="13716"/>
                  </a:lnTo>
                  <a:lnTo>
                    <a:pt x="164592" y="13716"/>
                  </a:lnTo>
                  <a:lnTo>
                    <a:pt x="160782" y="21336"/>
                  </a:lnTo>
                  <a:close/>
                </a:path>
                <a:path w="321945" h="321945">
                  <a:moveTo>
                    <a:pt x="309372" y="318516"/>
                  </a:moveTo>
                  <a:lnTo>
                    <a:pt x="160782" y="21336"/>
                  </a:lnTo>
                  <a:lnTo>
                    <a:pt x="164592" y="13716"/>
                  </a:lnTo>
                  <a:lnTo>
                    <a:pt x="166910" y="13716"/>
                  </a:lnTo>
                  <a:lnTo>
                    <a:pt x="316204" y="310896"/>
                  </a:lnTo>
                  <a:lnTo>
                    <a:pt x="312420" y="310896"/>
                  </a:lnTo>
                  <a:lnTo>
                    <a:pt x="309372" y="318516"/>
                  </a:lnTo>
                  <a:close/>
                </a:path>
                <a:path w="321945" h="321945">
                  <a:moveTo>
                    <a:pt x="12192" y="318516"/>
                  </a:moveTo>
                  <a:lnTo>
                    <a:pt x="7620" y="310896"/>
                  </a:lnTo>
                  <a:lnTo>
                    <a:pt x="16002" y="310896"/>
                  </a:lnTo>
                  <a:lnTo>
                    <a:pt x="12192" y="318516"/>
                  </a:lnTo>
                  <a:close/>
                </a:path>
                <a:path w="321945" h="321945">
                  <a:moveTo>
                    <a:pt x="309372" y="318516"/>
                  </a:moveTo>
                  <a:lnTo>
                    <a:pt x="12192" y="318516"/>
                  </a:lnTo>
                  <a:lnTo>
                    <a:pt x="16002" y="310896"/>
                  </a:lnTo>
                  <a:lnTo>
                    <a:pt x="305562" y="310896"/>
                  </a:lnTo>
                  <a:lnTo>
                    <a:pt x="309372" y="318516"/>
                  </a:lnTo>
                  <a:close/>
                </a:path>
                <a:path w="321945" h="321945">
                  <a:moveTo>
                    <a:pt x="320032" y="318516"/>
                  </a:moveTo>
                  <a:lnTo>
                    <a:pt x="309372" y="318516"/>
                  </a:lnTo>
                  <a:lnTo>
                    <a:pt x="312420" y="310896"/>
                  </a:lnTo>
                  <a:lnTo>
                    <a:pt x="316204" y="310896"/>
                  </a:lnTo>
                  <a:lnTo>
                    <a:pt x="320032" y="3185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3657600" y="2281427"/>
            <a:ext cx="2897505" cy="925194"/>
            <a:chOff x="3657600" y="2281427"/>
            <a:chExt cx="2897505" cy="925194"/>
          </a:xfrm>
        </p:grpSpPr>
        <p:sp>
          <p:nvSpPr>
            <p:cNvPr id="27" name="object 27"/>
            <p:cNvSpPr/>
            <p:nvPr/>
          </p:nvSpPr>
          <p:spPr>
            <a:xfrm>
              <a:off x="3657587" y="2281427"/>
              <a:ext cx="2897505" cy="925194"/>
            </a:xfrm>
            <a:custGeom>
              <a:avLst/>
              <a:gdLst/>
              <a:ahLst/>
              <a:cxnLst/>
              <a:rect l="l" t="t" r="r" b="b"/>
              <a:pathLst>
                <a:path w="2897504" h="925194">
                  <a:moveTo>
                    <a:pt x="15252" y="923556"/>
                  </a:moveTo>
                  <a:lnTo>
                    <a:pt x="13728" y="914412"/>
                  </a:lnTo>
                  <a:lnTo>
                    <a:pt x="0" y="914412"/>
                  </a:lnTo>
                  <a:lnTo>
                    <a:pt x="1536" y="925080"/>
                  </a:lnTo>
                  <a:lnTo>
                    <a:pt x="12204" y="923556"/>
                  </a:lnTo>
                  <a:lnTo>
                    <a:pt x="15252" y="923556"/>
                  </a:lnTo>
                  <a:close/>
                </a:path>
                <a:path w="2897504" h="925194">
                  <a:moveTo>
                    <a:pt x="39636" y="4584"/>
                  </a:moveTo>
                  <a:lnTo>
                    <a:pt x="35064" y="4584"/>
                  </a:lnTo>
                  <a:lnTo>
                    <a:pt x="24396" y="1536"/>
                  </a:lnTo>
                  <a:lnTo>
                    <a:pt x="12204" y="1536"/>
                  </a:lnTo>
                  <a:lnTo>
                    <a:pt x="1536" y="0"/>
                  </a:lnTo>
                  <a:lnTo>
                    <a:pt x="0" y="10680"/>
                  </a:lnTo>
                  <a:lnTo>
                    <a:pt x="12204" y="10680"/>
                  </a:lnTo>
                  <a:lnTo>
                    <a:pt x="33540" y="13728"/>
                  </a:lnTo>
                  <a:lnTo>
                    <a:pt x="38112" y="13728"/>
                  </a:lnTo>
                  <a:lnTo>
                    <a:pt x="39636" y="4584"/>
                  </a:lnTo>
                  <a:close/>
                </a:path>
                <a:path w="2897504" h="925194">
                  <a:moveTo>
                    <a:pt x="80784" y="903744"/>
                  </a:moveTo>
                  <a:lnTo>
                    <a:pt x="74688" y="896124"/>
                  </a:lnTo>
                  <a:lnTo>
                    <a:pt x="53352" y="906792"/>
                  </a:lnTo>
                  <a:lnTo>
                    <a:pt x="44208" y="909840"/>
                  </a:lnTo>
                  <a:lnTo>
                    <a:pt x="41160" y="909840"/>
                  </a:lnTo>
                  <a:lnTo>
                    <a:pt x="44208" y="918984"/>
                  </a:lnTo>
                  <a:lnTo>
                    <a:pt x="47256" y="918984"/>
                  </a:lnTo>
                  <a:lnTo>
                    <a:pt x="56400" y="914412"/>
                  </a:lnTo>
                  <a:lnTo>
                    <a:pt x="67068" y="911364"/>
                  </a:lnTo>
                  <a:lnTo>
                    <a:pt x="76212" y="906792"/>
                  </a:lnTo>
                  <a:lnTo>
                    <a:pt x="80784" y="903744"/>
                  </a:lnTo>
                  <a:close/>
                </a:path>
                <a:path w="2897504" h="925194">
                  <a:moveTo>
                    <a:pt x="100596" y="36588"/>
                  </a:moveTo>
                  <a:lnTo>
                    <a:pt x="99072" y="35064"/>
                  </a:lnTo>
                  <a:lnTo>
                    <a:pt x="83832" y="22872"/>
                  </a:lnTo>
                  <a:lnTo>
                    <a:pt x="76212" y="18300"/>
                  </a:lnTo>
                  <a:lnTo>
                    <a:pt x="67068" y="15252"/>
                  </a:lnTo>
                  <a:lnTo>
                    <a:pt x="64020" y="22872"/>
                  </a:lnTo>
                  <a:lnTo>
                    <a:pt x="86880" y="36588"/>
                  </a:lnTo>
                  <a:lnTo>
                    <a:pt x="92976" y="42684"/>
                  </a:lnTo>
                  <a:lnTo>
                    <a:pt x="92976" y="44208"/>
                  </a:lnTo>
                  <a:lnTo>
                    <a:pt x="100596" y="36588"/>
                  </a:lnTo>
                  <a:close/>
                </a:path>
                <a:path w="2897504" h="925194">
                  <a:moveTo>
                    <a:pt x="118884" y="847356"/>
                  </a:moveTo>
                  <a:lnTo>
                    <a:pt x="109740" y="847356"/>
                  </a:lnTo>
                  <a:lnTo>
                    <a:pt x="109740" y="850404"/>
                  </a:lnTo>
                  <a:lnTo>
                    <a:pt x="108216" y="858024"/>
                  </a:lnTo>
                  <a:lnTo>
                    <a:pt x="108216" y="856500"/>
                  </a:lnTo>
                  <a:lnTo>
                    <a:pt x="105168" y="864120"/>
                  </a:lnTo>
                  <a:lnTo>
                    <a:pt x="102120" y="870216"/>
                  </a:lnTo>
                  <a:lnTo>
                    <a:pt x="97548" y="876312"/>
                  </a:lnTo>
                  <a:lnTo>
                    <a:pt x="96024" y="877836"/>
                  </a:lnTo>
                  <a:lnTo>
                    <a:pt x="103644" y="885456"/>
                  </a:lnTo>
                  <a:lnTo>
                    <a:pt x="105168" y="882408"/>
                  </a:lnTo>
                  <a:lnTo>
                    <a:pt x="114312" y="867168"/>
                  </a:lnTo>
                  <a:lnTo>
                    <a:pt x="117360" y="861072"/>
                  </a:lnTo>
                  <a:lnTo>
                    <a:pt x="117360" y="859548"/>
                  </a:lnTo>
                  <a:lnTo>
                    <a:pt x="117665" y="858024"/>
                  </a:lnTo>
                  <a:lnTo>
                    <a:pt x="118884" y="851928"/>
                  </a:lnTo>
                  <a:lnTo>
                    <a:pt x="118884" y="847356"/>
                  </a:lnTo>
                  <a:close/>
                </a:path>
                <a:path w="2897504" h="925194">
                  <a:moveTo>
                    <a:pt x="120408" y="780300"/>
                  </a:moveTo>
                  <a:lnTo>
                    <a:pt x="109740" y="780300"/>
                  </a:lnTo>
                  <a:lnTo>
                    <a:pt x="109740" y="818400"/>
                  </a:lnTo>
                  <a:lnTo>
                    <a:pt x="120408" y="818400"/>
                  </a:lnTo>
                  <a:lnTo>
                    <a:pt x="120408" y="780300"/>
                  </a:lnTo>
                  <a:close/>
                </a:path>
                <a:path w="2897504" h="925194">
                  <a:moveTo>
                    <a:pt x="120408" y="714768"/>
                  </a:moveTo>
                  <a:lnTo>
                    <a:pt x="109740" y="714768"/>
                  </a:lnTo>
                  <a:lnTo>
                    <a:pt x="109740" y="752868"/>
                  </a:lnTo>
                  <a:lnTo>
                    <a:pt x="120408" y="752868"/>
                  </a:lnTo>
                  <a:lnTo>
                    <a:pt x="120408" y="714768"/>
                  </a:lnTo>
                  <a:close/>
                </a:path>
                <a:path w="2897504" h="925194">
                  <a:moveTo>
                    <a:pt x="120408" y="647712"/>
                  </a:moveTo>
                  <a:lnTo>
                    <a:pt x="109740" y="647712"/>
                  </a:lnTo>
                  <a:lnTo>
                    <a:pt x="109740" y="685812"/>
                  </a:lnTo>
                  <a:lnTo>
                    <a:pt x="120408" y="685812"/>
                  </a:lnTo>
                  <a:lnTo>
                    <a:pt x="120408" y="647712"/>
                  </a:lnTo>
                  <a:close/>
                </a:path>
                <a:path w="2897504" h="925194">
                  <a:moveTo>
                    <a:pt x="120408" y="580656"/>
                  </a:moveTo>
                  <a:lnTo>
                    <a:pt x="109740" y="580656"/>
                  </a:lnTo>
                  <a:lnTo>
                    <a:pt x="109740" y="618756"/>
                  </a:lnTo>
                  <a:lnTo>
                    <a:pt x="120408" y="618756"/>
                  </a:lnTo>
                  <a:lnTo>
                    <a:pt x="120408" y="580656"/>
                  </a:lnTo>
                  <a:close/>
                </a:path>
                <a:path w="2897504" h="925194">
                  <a:moveTo>
                    <a:pt x="120408" y="330720"/>
                  </a:moveTo>
                  <a:lnTo>
                    <a:pt x="109740" y="330720"/>
                  </a:lnTo>
                  <a:lnTo>
                    <a:pt x="109740" y="368820"/>
                  </a:lnTo>
                  <a:lnTo>
                    <a:pt x="120408" y="368820"/>
                  </a:lnTo>
                  <a:lnTo>
                    <a:pt x="120408" y="330720"/>
                  </a:lnTo>
                  <a:close/>
                </a:path>
                <a:path w="2897504" h="925194">
                  <a:moveTo>
                    <a:pt x="120408" y="263664"/>
                  </a:moveTo>
                  <a:lnTo>
                    <a:pt x="109740" y="263664"/>
                  </a:lnTo>
                  <a:lnTo>
                    <a:pt x="109740" y="301764"/>
                  </a:lnTo>
                  <a:lnTo>
                    <a:pt x="120408" y="301764"/>
                  </a:lnTo>
                  <a:lnTo>
                    <a:pt x="120408" y="263664"/>
                  </a:lnTo>
                  <a:close/>
                </a:path>
                <a:path w="2897504" h="925194">
                  <a:moveTo>
                    <a:pt x="120408" y="196608"/>
                  </a:moveTo>
                  <a:lnTo>
                    <a:pt x="109740" y="196608"/>
                  </a:lnTo>
                  <a:lnTo>
                    <a:pt x="109740" y="234708"/>
                  </a:lnTo>
                  <a:lnTo>
                    <a:pt x="120408" y="234708"/>
                  </a:lnTo>
                  <a:lnTo>
                    <a:pt x="120408" y="196608"/>
                  </a:lnTo>
                  <a:close/>
                </a:path>
                <a:path w="2897504" h="925194">
                  <a:moveTo>
                    <a:pt x="120408" y="131076"/>
                  </a:moveTo>
                  <a:lnTo>
                    <a:pt x="109740" y="131076"/>
                  </a:lnTo>
                  <a:lnTo>
                    <a:pt x="109740" y="169176"/>
                  </a:lnTo>
                  <a:lnTo>
                    <a:pt x="120408" y="169176"/>
                  </a:lnTo>
                  <a:lnTo>
                    <a:pt x="120408" y="131076"/>
                  </a:lnTo>
                  <a:close/>
                </a:path>
                <a:path w="2897504" h="925194">
                  <a:moveTo>
                    <a:pt x="120408" y="80784"/>
                  </a:moveTo>
                  <a:lnTo>
                    <a:pt x="117360" y="65544"/>
                  </a:lnTo>
                  <a:lnTo>
                    <a:pt x="117360" y="64020"/>
                  </a:lnTo>
                  <a:lnTo>
                    <a:pt x="115836" y="62496"/>
                  </a:lnTo>
                  <a:lnTo>
                    <a:pt x="108216" y="65544"/>
                  </a:lnTo>
                  <a:lnTo>
                    <a:pt x="108216" y="67068"/>
                  </a:lnTo>
                  <a:lnTo>
                    <a:pt x="109740" y="74688"/>
                  </a:lnTo>
                  <a:lnTo>
                    <a:pt x="109740" y="102120"/>
                  </a:lnTo>
                  <a:lnTo>
                    <a:pt x="120408" y="102120"/>
                  </a:lnTo>
                  <a:lnTo>
                    <a:pt x="120408" y="80784"/>
                  </a:lnTo>
                  <a:close/>
                </a:path>
                <a:path w="2897504" h="925194">
                  <a:moveTo>
                    <a:pt x="124980" y="516648"/>
                  </a:moveTo>
                  <a:lnTo>
                    <a:pt x="115836" y="512076"/>
                  </a:lnTo>
                  <a:lnTo>
                    <a:pt x="115836" y="513600"/>
                  </a:lnTo>
                  <a:lnTo>
                    <a:pt x="112788" y="521220"/>
                  </a:lnTo>
                  <a:lnTo>
                    <a:pt x="112788" y="522744"/>
                  </a:lnTo>
                  <a:lnTo>
                    <a:pt x="109740" y="537984"/>
                  </a:lnTo>
                  <a:lnTo>
                    <a:pt x="109740" y="551700"/>
                  </a:lnTo>
                  <a:lnTo>
                    <a:pt x="120408" y="551700"/>
                  </a:lnTo>
                  <a:lnTo>
                    <a:pt x="120408" y="531888"/>
                  </a:lnTo>
                  <a:lnTo>
                    <a:pt x="121932" y="524268"/>
                  </a:lnTo>
                  <a:lnTo>
                    <a:pt x="121932" y="525792"/>
                  </a:lnTo>
                  <a:lnTo>
                    <a:pt x="122542" y="524268"/>
                  </a:lnTo>
                  <a:lnTo>
                    <a:pt x="124980" y="518172"/>
                  </a:lnTo>
                  <a:lnTo>
                    <a:pt x="124980" y="516648"/>
                  </a:lnTo>
                  <a:close/>
                </a:path>
                <a:path w="2897504" h="925194">
                  <a:moveTo>
                    <a:pt x="138696" y="425208"/>
                  </a:moveTo>
                  <a:lnTo>
                    <a:pt x="132600" y="419112"/>
                  </a:lnTo>
                  <a:lnTo>
                    <a:pt x="128028" y="413016"/>
                  </a:lnTo>
                  <a:lnTo>
                    <a:pt x="124980" y="406920"/>
                  </a:lnTo>
                  <a:lnTo>
                    <a:pt x="122542" y="400824"/>
                  </a:lnTo>
                  <a:lnTo>
                    <a:pt x="121932" y="399300"/>
                  </a:lnTo>
                  <a:lnTo>
                    <a:pt x="121932" y="400824"/>
                  </a:lnTo>
                  <a:lnTo>
                    <a:pt x="120408" y="396252"/>
                  </a:lnTo>
                  <a:lnTo>
                    <a:pt x="111264" y="397776"/>
                  </a:lnTo>
                  <a:lnTo>
                    <a:pt x="112788" y="402348"/>
                  </a:lnTo>
                  <a:lnTo>
                    <a:pt x="112788" y="403872"/>
                  </a:lnTo>
                  <a:lnTo>
                    <a:pt x="115836" y="409968"/>
                  </a:lnTo>
                  <a:lnTo>
                    <a:pt x="124980" y="425208"/>
                  </a:lnTo>
                  <a:lnTo>
                    <a:pt x="131076" y="432828"/>
                  </a:lnTo>
                  <a:lnTo>
                    <a:pt x="132600" y="432828"/>
                  </a:lnTo>
                  <a:lnTo>
                    <a:pt x="138696" y="425208"/>
                  </a:lnTo>
                  <a:close/>
                </a:path>
                <a:path w="2897504" h="925194">
                  <a:moveTo>
                    <a:pt x="172224" y="477024"/>
                  </a:moveTo>
                  <a:lnTo>
                    <a:pt x="169176" y="469404"/>
                  </a:lnTo>
                  <a:lnTo>
                    <a:pt x="163080" y="470928"/>
                  </a:lnTo>
                  <a:lnTo>
                    <a:pt x="153936" y="475500"/>
                  </a:lnTo>
                  <a:lnTo>
                    <a:pt x="146316" y="480072"/>
                  </a:lnTo>
                  <a:lnTo>
                    <a:pt x="138696" y="486168"/>
                  </a:lnTo>
                  <a:lnTo>
                    <a:pt x="135648" y="489216"/>
                  </a:lnTo>
                  <a:lnTo>
                    <a:pt x="141744" y="496836"/>
                  </a:lnTo>
                  <a:lnTo>
                    <a:pt x="143268" y="493788"/>
                  </a:lnTo>
                  <a:lnTo>
                    <a:pt x="158508" y="484644"/>
                  </a:lnTo>
                  <a:lnTo>
                    <a:pt x="167652" y="480072"/>
                  </a:lnTo>
                  <a:lnTo>
                    <a:pt x="172224" y="477024"/>
                  </a:lnTo>
                  <a:close/>
                </a:path>
                <a:path w="2897504" h="925194">
                  <a:moveTo>
                    <a:pt x="195084" y="454164"/>
                  </a:moveTo>
                  <a:lnTo>
                    <a:pt x="185940" y="452640"/>
                  </a:lnTo>
                  <a:lnTo>
                    <a:pt x="176796" y="449592"/>
                  </a:lnTo>
                  <a:lnTo>
                    <a:pt x="167652" y="445020"/>
                  </a:lnTo>
                  <a:lnTo>
                    <a:pt x="160032" y="441972"/>
                  </a:lnTo>
                  <a:lnTo>
                    <a:pt x="156984" y="449592"/>
                  </a:lnTo>
                  <a:lnTo>
                    <a:pt x="163080" y="454164"/>
                  </a:lnTo>
                  <a:lnTo>
                    <a:pt x="173748" y="457212"/>
                  </a:lnTo>
                  <a:lnTo>
                    <a:pt x="182892" y="461784"/>
                  </a:lnTo>
                  <a:lnTo>
                    <a:pt x="193560" y="463308"/>
                  </a:lnTo>
                  <a:lnTo>
                    <a:pt x="195084" y="454164"/>
                  </a:lnTo>
                  <a:close/>
                </a:path>
                <a:path w="2897504" h="925194">
                  <a:moveTo>
                    <a:pt x="234708" y="460260"/>
                  </a:moveTo>
                  <a:lnTo>
                    <a:pt x="231660" y="457212"/>
                  </a:lnTo>
                  <a:lnTo>
                    <a:pt x="228612" y="457212"/>
                  </a:lnTo>
                  <a:lnTo>
                    <a:pt x="222516" y="457212"/>
                  </a:lnTo>
                  <a:lnTo>
                    <a:pt x="222516" y="458076"/>
                  </a:lnTo>
                  <a:lnTo>
                    <a:pt x="217944" y="458736"/>
                  </a:lnTo>
                  <a:lnTo>
                    <a:pt x="205752" y="458736"/>
                  </a:lnTo>
                  <a:lnTo>
                    <a:pt x="198132" y="460260"/>
                  </a:lnTo>
                  <a:lnTo>
                    <a:pt x="199656" y="469404"/>
                  </a:lnTo>
                  <a:lnTo>
                    <a:pt x="207276" y="469404"/>
                  </a:lnTo>
                  <a:lnTo>
                    <a:pt x="217944" y="467880"/>
                  </a:lnTo>
                  <a:lnTo>
                    <a:pt x="228612" y="467880"/>
                  </a:lnTo>
                  <a:lnTo>
                    <a:pt x="231660" y="467880"/>
                  </a:lnTo>
                  <a:lnTo>
                    <a:pt x="234708" y="464832"/>
                  </a:lnTo>
                  <a:lnTo>
                    <a:pt x="234708" y="460260"/>
                  </a:lnTo>
                  <a:close/>
                </a:path>
                <a:path w="2897504" h="925194">
                  <a:moveTo>
                    <a:pt x="2699004" y="460260"/>
                  </a:moveTo>
                  <a:lnTo>
                    <a:pt x="2691384" y="458736"/>
                  </a:lnTo>
                  <a:lnTo>
                    <a:pt x="2679192" y="458736"/>
                  </a:lnTo>
                  <a:lnTo>
                    <a:pt x="2674620" y="458076"/>
                  </a:lnTo>
                  <a:lnTo>
                    <a:pt x="2674620" y="457212"/>
                  </a:lnTo>
                  <a:lnTo>
                    <a:pt x="2668524" y="457212"/>
                  </a:lnTo>
                  <a:lnTo>
                    <a:pt x="2665476" y="457212"/>
                  </a:lnTo>
                  <a:lnTo>
                    <a:pt x="2662428" y="460260"/>
                  </a:lnTo>
                  <a:lnTo>
                    <a:pt x="2662428" y="464832"/>
                  </a:lnTo>
                  <a:lnTo>
                    <a:pt x="2665476" y="467880"/>
                  </a:lnTo>
                  <a:lnTo>
                    <a:pt x="2668524" y="467880"/>
                  </a:lnTo>
                  <a:lnTo>
                    <a:pt x="2679192" y="467880"/>
                  </a:lnTo>
                  <a:lnTo>
                    <a:pt x="2689860" y="469404"/>
                  </a:lnTo>
                  <a:lnTo>
                    <a:pt x="2697480" y="469404"/>
                  </a:lnTo>
                  <a:lnTo>
                    <a:pt x="2699004" y="460260"/>
                  </a:lnTo>
                  <a:close/>
                </a:path>
                <a:path w="2897504" h="925194">
                  <a:moveTo>
                    <a:pt x="2740152" y="449592"/>
                  </a:moveTo>
                  <a:lnTo>
                    <a:pt x="2737104" y="441972"/>
                  </a:lnTo>
                  <a:lnTo>
                    <a:pt x="2729484" y="445020"/>
                  </a:lnTo>
                  <a:lnTo>
                    <a:pt x="2720340" y="449592"/>
                  </a:lnTo>
                  <a:lnTo>
                    <a:pt x="2711196" y="452640"/>
                  </a:lnTo>
                  <a:lnTo>
                    <a:pt x="2702052" y="454164"/>
                  </a:lnTo>
                  <a:lnTo>
                    <a:pt x="2703576" y="463308"/>
                  </a:lnTo>
                  <a:lnTo>
                    <a:pt x="2714244" y="461784"/>
                  </a:lnTo>
                  <a:lnTo>
                    <a:pt x="2723388" y="457212"/>
                  </a:lnTo>
                  <a:lnTo>
                    <a:pt x="2734056" y="454164"/>
                  </a:lnTo>
                  <a:lnTo>
                    <a:pt x="2740152" y="449592"/>
                  </a:lnTo>
                  <a:close/>
                </a:path>
                <a:path w="2897504" h="925194">
                  <a:moveTo>
                    <a:pt x="2761488" y="489216"/>
                  </a:moveTo>
                  <a:lnTo>
                    <a:pt x="2727960" y="469404"/>
                  </a:lnTo>
                  <a:lnTo>
                    <a:pt x="2724912" y="477024"/>
                  </a:lnTo>
                  <a:lnTo>
                    <a:pt x="2729484" y="480072"/>
                  </a:lnTo>
                  <a:lnTo>
                    <a:pt x="2738628" y="484644"/>
                  </a:lnTo>
                  <a:lnTo>
                    <a:pt x="2753868" y="493788"/>
                  </a:lnTo>
                  <a:lnTo>
                    <a:pt x="2755392" y="496836"/>
                  </a:lnTo>
                  <a:lnTo>
                    <a:pt x="2761488" y="489216"/>
                  </a:lnTo>
                  <a:close/>
                </a:path>
                <a:path w="2897504" h="925194">
                  <a:moveTo>
                    <a:pt x="2785872" y="397776"/>
                  </a:moveTo>
                  <a:lnTo>
                    <a:pt x="2776728" y="396252"/>
                  </a:lnTo>
                  <a:lnTo>
                    <a:pt x="2775204" y="400824"/>
                  </a:lnTo>
                  <a:lnTo>
                    <a:pt x="2775204" y="399300"/>
                  </a:lnTo>
                  <a:lnTo>
                    <a:pt x="2772156" y="406920"/>
                  </a:lnTo>
                  <a:lnTo>
                    <a:pt x="2769108" y="413016"/>
                  </a:lnTo>
                  <a:lnTo>
                    <a:pt x="2764536" y="419112"/>
                  </a:lnTo>
                  <a:lnTo>
                    <a:pt x="2758440" y="425208"/>
                  </a:lnTo>
                  <a:lnTo>
                    <a:pt x="2764536" y="432828"/>
                  </a:lnTo>
                  <a:lnTo>
                    <a:pt x="2766060" y="432828"/>
                  </a:lnTo>
                  <a:lnTo>
                    <a:pt x="2772156" y="425208"/>
                  </a:lnTo>
                  <a:lnTo>
                    <a:pt x="2781300" y="409968"/>
                  </a:lnTo>
                  <a:lnTo>
                    <a:pt x="2784348" y="403872"/>
                  </a:lnTo>
                  <a:lnTo>
                    <a:pt x="2784348" y="402348"/>
                  </a:lnTo>
                  <a:lnTo>
                    <a:pt x="2784856" y="400824"/>
                  </a:lnTo>
                  <a:lnTo>
                    <a:pt x="2785872" y="397776"/>
                  </a:lnTo>
                  <a:close/>
                </a:path>
                <a:path w="2897504" h="925194">
                  <a:moveTo>
                    <a:pt x="2787396" y="780300"/>
                  </a:moveTo>
                  <a:lnTo>
                    <a:pt x="2776728" y="780300"/>
                  </a:lnTo>
                  <a:lnTo>
                    <a:pt x="2776728" y="818400"/>
                  </a:lnTo>
                  <a:lnTo>
                    <a:pt x="2787396" y="818400"/>
                  </a:lnTo>
                  <a:lnTo>
                    <a:pt x="2787396" y="780300"/>
                  </a:lnTo>
                  <a:close/>
                </a:path>
                <a:path w="2897504" h="925194">
                  <a:moveTo>
                    <a:pt x="2787396" y="714768"/>
                  </a:moveTo>
                  <a:lnTo>
                    <a:pt x="2776728" y="714768"/>
                  </a:lnTo>
                  <a:lnTo>
                    <a:pt x="2776728" y="752868"/>
                  </a:lnTo>
                  <a:lnTo>
                    <a:pt x="2787396" y="752868"/>
                  </a:lnTo>
                  <a:lnTo>
                    <a:pt x="2787396" y="714768"/>
                  </a:lnTo>
                  <a:close/>
                </a:path>
                <a:path w="2897504" h="925194">
                  <a:moveTo>
                    <a:pt x="2787396" y="647712"/>
                  </a:moveTo>
                  <a:lnTo>
                    <a:pt x="2776728" y="647712"/>
                  </a:lnTo>
                  <a:lnTo>
                    <a:pt x="2776728" y="685812"/>
                  </a:lnTo>
                  <a:lnTo>
                    <a:pt x="2787396" y="685812"/>
                  </a:lnTo>
                  <a:lnTo>
                    <a:pt x="2787396" y="647712"/>
                  </a:lnTo>
                  <a:close/>
                </a:path>
                <a:path w="2897504" h="925194">
                  <a:moveTo>
                    <a:pt x="2787396" y="580656"/>
                  </a:moveTo>
                  <a:lnTo>
                    <a:pt x="2776728" y="580656"/>
                  </a:lnTo>
                  <a:lnTo>
                    <a:pt x="2776728" y="618756"/>
                  </a:lnTo>
                  <a:lnTo>
                    <a:pt x="2787396" y="618756"/>
                  </a:lnTo>
                  <a:lnTo>
                    <a:pt x="2787396" y="580656"/>
                  </a:lnTo>
                  <a:close/>
                </a:path>
                <a:path w="2897504" h="925194">
                  <a:moveTo>
                    <a:pt x="2787396" y="537984"/>
                  </a:moveTo>
                  <a:lnTo>
                    <a:pt x="2784652" y="524268"/>
                  </a:lnTo>
                  <a:lnTo>
                    <a:pt x="2784348" y="522744"/>
                  </a:lnTo>
                  <a:lnTo>
                    <a:pt x="2784348" y="521220"/>
                  </a:lnTo>
                  <a:lnTo>
                    <a:pt x="2781300" y="513600"/>
                  </a:lnTo>
                  <a:lnTo>
                    <a:pt x="2779776" y="512076"/>
                  </a:lnTo>
                  <a:lnTo>
                    <a:pt x="2772156" y="516648"/>
                  </a:lnTo>
                  <a:lnTo>
                    <a:pt x="2772156" y="518172"/>
                  </a:lnTo>
                  <a:lnTo>
                    <a:pt x="2775204" y="525792"/>
                  </a:lnTo>
                  <a:lnTo>
                    <a:pt x="2775204" y="524268"/>
                  </a:lnTo>
                  <a:lnTo>
                    <a:pt x="2776728" y="531888"/>
                  </a:lnTo>
                  <a:lnTo>
                    <a:pt x="2776728" y="551700"/>
                  </a:lnTo>
                  <a:lnTo>
                    <a:pt x="2787396" y="551700"/>
                  </a:lnTo>
                  <a:lnTo>
                    <a:pt x="2787396" y="537984"/>
                  </a:lnTo>
                  <a:close/>
                </a:path>
                <a:path w="2897504" h="925194">
                  <a:moveTo>
                    <a:pt x="2787396" y="330720"/>
                  </a:moveTo>
                  <a:lnTo>
                    <a:pt x="2776728" y="330720"/>
                  </a:lnTo>
                  <a:lnTo>
                    <a:pt x="2776728" y="368820"/>
                  </a:lnTo>
                  <a:lnTo>
                    <a:pt x="2787396" y="368820"/>
                  </a:lnTo>
                  <a:lnTo>
                    <a:pt x="2787396" y="330720"/>
                  </a:lnTo>
                  <a:close/>
                </a:path>
                <a:path w="2897504" h="925194">
                  <a:moveTo>
                    <a:pt x="2787396" y="263664"/>
                  </a:moveTo>
                  <a:lnTo>
                    <a:pt x="2776728" y="263664"/>
                  </a:lnTo>
                  <a:lnTo>
                    <a:pt x="2776728" y="301764"/>
                  </a:lnTo>
                  <a:lnTo>
                    <a:pt x="2787396" y="301764"/>
                  </a:lnTo>
                  <a:lnTo>
                    <a:pt x="2787396" y="263664"/>
                  </a:lnTo>
                  <a:close/>
                </a:path>
                <a:path w="2897504" h="925194">
                  <a:moveTo>
                    <a:pt x="2787396" y="196608"/>
                  </a:moveTo>
                  <a:lnTo>
                    <a:pt x="2776728" y="196608"/>
                  </a:lnTo>
                  <a:lnTo>
                    <a:pt x="2776728" y="234708"/>
                  </a:lnTo>
                  <a:lnTo>
                    <a:pt x="2787396" y="234708"/>
                  </a:lnTo>
                  <a:lnTo>
                    <a:pt x="2787396" y="196608"/>
                  </a:lnTo>
                  <a:close/>
                </a:path>
                <a:path w="2897504" h="925194">
                  <a:moveTo>
                    <a:pt x="2787396" y="131076"/>
                  </a:moveTo>
                  <a:lnTo>
                    <a:pt x="2776728" y="131076"/>
                  </a:lnTo>
                  <a:lnTo>
                    <a:pt x="2776728" y="169176"/>
                  </a:lnTo>
                  <a:lnTo>
                    <a:pt x="2787396" y="169176"/>
                  </a:lnTo>
                  <a:lnTo>
                    <a:pt x="2787396" y="131076"/>
                  </a:lnTo>
                  <a:close/>
                </a:path>
                <a:path w="2897504" h="925194">
                  <a:moveTo>
                    <a:pt x="2788920" y="65544"/>
                  </a:moveTo>
                  <a:lnTo>
                    <a:pt x="2781300" y="62496"/>
                  </a:lnTo>
                  <a:lnTo>
                    <a:pt x="2779776" y="64020"/>
                  </a:lnTo>
                  <a:lnTo>
                    <a:pt x="2779776" y="65544"/>
                  </a:lnTo>
                  <a:lnTo>
                    <a:pt x="2776728" y="80784"/>
                  </a:lnTo>
                  <a:lnTo>
                    <a:pt x="2776728" y="102120"/>
                  </a:lnTo>
                  <a:lnTo>
                    <a:pt x="2787396" y="102120"/>
                  </a:lnTo>
                  <a:lnTo>
                    <a:pt x="2787396" y="74688"/>
                  </a:lnTo>
                  <a:lnTo>
                    <a:pt x="2788920" y="67068"/>
                  </a:lnTo>
                  <a:lnTo>
                    <a:pt x="2788920" y="65544"/>
                  </a:lnTo>
                  <a:close/>
                </a:path>
                <a:path w="2897504" h="925194">
                  <a:moveTo>
                    <a:pt x="2801112" y="877836"/>
                  </a:moveTo>
                  <a:lnTo>
                    <a:pt x="2799588" y="876312"/>
                  </a:lnTo>
                  <a:lnTo>
                    <a:pt x="2795016" y="870216"/>
                  </a:lnTo>
                  <a:lnTo>
                    <a:pt x="2791968" y="864120"/>
                  </a:lnTo>
                  <a:lnTo>
                    <a:pt x="2789529" y="858024"/>
                  </a:lnTo>
                  <a:lnTo>
                    <a:pt x="2788920" y="856500"/>
                  </a:lnTo>
                  <a:lnTo>
                    <a:pt x="2788920" y="858024"/>
                  </a:lnTo>
                  <a:lnTo>
                    <a:pt x="2787396" y="850404"/>
                  </a:lnTo>
                  <a:lnTo>
                    <a:pt x="2787396" y="847356"/>
                  </a:lnTo>
                  <a:lnTo>
                    <a:pt x="2778252" y="847356"/>
                  </a:lnTo>
                  <a:lnTo>
                    <a:pt x="2778252" y="851928"/>
                  </a:lnTo>
                  <a:lnTo>
                    <a:pt x="2779776" y="859548"/>
                  </a:lnTo>
                  <a:lnTo>
                    <a:pt x="2779776" y="861072"/>
                  </a:lnTo>
                  <a:lnTo>
                    <a:pt x="2782824" y="867168"/>
                  </a:lnTo>
                  <a:lnTo>
                    <a:pt x="2791968" y="882408"/>
                  </a:lnTo>
                  <a:lnTo>
                    <a:pt x="2793492" y="885456"/>
                  </a:lnTo>
                  <a:lnTo>
                    <a:pt x="2801112" y="877836"/>
                  </a:lnTo>
                  <a:close/>
                </a:path>
                <a:path w="2897504" h="925194">
                  <a:moveTo>
                    <a:pt x="2833116" y="22872"/>
                  </a:moveTo>
                  <a:lnTo>
                    <a:pt x="2830068" y="15252"/>
                  </a:lnTo>
                  <a:lnTo>
                    <a:pt x="2820924" y="18300"/>
                  </a:lnTo>
                  <a:lnTo>
                    <a:pt x="2813304" y="22872"/>
                  </a:lnTo>
                  <a:lnTo>
                    <a:pt x="2798064" y="35064"/>
                  </a:lnTo>
                  <a:lnTo>
                    <a:pt x="2796540" y="36588"/>
                  </a:lnTo>
                  <a:lnTo>
                    <a:pt x="2804160" y="44208"/>
                  </a:lnTo>
                  <a:lnTo>
                    <a:pt x="2804160" y="42684"/>
                  </a:lnTo>
                  <a:lnTo>
                    <a:pt x="2810256" y="36588"/>
                  </a:lnTo>
                  <a:lnTo>
                    <a:pt x="2833116" y="22872"/>
                  </a:lnTo>
                  <a:close/>
                </a:path>
                <a:path w="2897504" h="925194">
                  <a:moveTo>
                    <a:pt x="2855976" y="909840"/>
                  </a:moveTo>
                  <a:lnTo>
                    <a:pt x="2852928" y="909840"/>
                  </a:lnTo>
                  <a:lnTo>
                    <a:pt x="2843784" y="906792"/>
                  </a:lnTo>
                  <a:lnTo>
                    <a:pt x="2822448" y="896124"/>
                  </a:lnTo>
                  <a:lnTo>
                    <a:pt x="2816352" y="903744"/>
                  </a:lnTo>
                  <a:lnTo>
                    <a:pt x="2820924" y="906792"/>
                  </a:lnTo>
                  <a:lnTo>
                    <a:pt x="2830068" y="911364"/>
                  </a:lnTo>
                  <a:lnTo>
                    <a:pt x="2840736" y="914412"/>
                  </a:lnTo>
                  <a:lnTo>
                    <a:pt x="2849880" y="918984"/>
                  </a:lnTo>
                  <a:lnTo>
                    <a:pt x="2852928" y="918984"/>
                  </a:lnTo>
                  <a:lnTo>
                    <a:pt x="2855976" y="909840"/>
                  </a:lnTo>
                  <a:close/>
                </a:path>
                <a:path w="2897504" h="925194">
                  <a:moveTo>
                    <a:pt x="2897136" y="914412"/>
                  </a:moveTo>
                  <a:lnTo>
                    <a:pt x="2883408" y="914412"/>
                  </a:lnTo>
                  <a:lnTo>
                    <a:pt x="2881884" y="923556"/>
                  </a:lnTo>
                  <a:lnTo>
                    <a:pt x="2883408" y="923556"/>
                  </a:lnTo>
                  <a:lnTo>
                    <a:pt x="2895612" y="925080"/>
                  </a:lnTo>
                  <a:lnTo>
                    <a:pt x="2897136" y="914412"/>
                  </a:lnTo>
                  <a:close/>
                </a:path>
                <a:path w="2897504" h="925194">
                  <a:moveTo>
                    <a:pt x="2897136" y="10680"/>
                  </a:moveTo>
                  <a:lnTo>
                    <a:pt x="2895612" y="0"/>
                  </a:lnTo>
                  <a:lnTo>
                    <a:pt x="2884932" y="1536"/>
                  </a:lnTo>
                  <a:lnTo>
                    <a:pt x="2872740" y="1536"/>
                  </a:lnTo>
                  <a:lnTo>
                    <a:pt x="2862072" y="4584"/>
                  </a:lnTo>
                  <a:lnTo>
                    <a:pt x="2857500" y="4584"/>
                  </a:lnTo>
                  <a:lnTo>
                    <a:pt x="2859024" y="13728"/>
                  </a:lnTo>
                  <a:lnTo>
                    <a:pt x="2863596" y="13728"/>
                  </a:lnTo>
                  <a:lnTo>
                    <a:pt x="2884932" y="10680"/>
                  </a:lnTo>
                  <a:lnTo>
                    <a:pt x="2897136" y="106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810000" y="2743961"/>
              <a:ext cx="2505710" cy="0"/>
            </a:xfrm>
            <a:custGeom>
              <a:avLst/>
              <a:gdLst/>
              <a:ahLst/>
              <a:cxnLst/>
              <a:rect l="l" t="t" r="r" b="b"/>
              <a:pathLst>
                <a:path w="2505710">
                  <a:moveTo>
                    <a:pt x="0" y="0"/>
                  </a:moveTo>
                  <a:lnTo>
                    <a:pt x="2505456" y="0"/>
                  </a:lnTo>
                </a:path>
              </a:pathLst>
            </a:custGeom>
            <a:ln w="10668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462" y="1102838"/>
            <a:ext cx="4292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/>
              <a:t>Example: </a:t>
            </a:r>
            <a:r>
              <a:rPr spc="-50" dirty="0"/>
              <a:t>Rolled</a:t>
            </a:r>
            <a:r>
              <a:rPr spc="-430" dirty="0"/>
              <a:t> </a:t>
            </a:r>
            <a:r>
              <a:rPr spc="-45" dirty="0"/>
              <a:t>Up</a:t>
            </a:r>
          </a:p>
        </p:txBody>
      </p:sp>
      <p:sp>
        <p:nvSpPr>
          <p:cNvPr id="3" name="object 3"/>
          <p:cNvSpPr/>
          <p:nvPr/>
        </p:nvSpPr>
        <p:spPr>
          <a:xfrm>
            <a:off x="1062227" y="1882139"/>
            <a:ext cx="3842385" cy="2857500"/>
          </a:xfrm>
          <a:custGeom>
            <a:avLst/>
            <a:gdLst/>
            <a:ahLst/>
            <a:cxnLst/>
            <a:rect l="l" t="t" r="r" b="b"/>
            <a:pathLst>
              <a:path w="3842385" h="2857500">
                <a:moveTo>
                  <a:pt x="3842004" y="2857500"/>
                </a:moveTo>
                <a:lnTo>
                  <a:pt x="0" y="2857500"/>
                </a:lnTo>
                <a:lnTo>
                  <a:pt x="0" y="0"/>
                </a:lnTo>
                <a:lnTo>
                  <a:pt x="3842004" y="0"/>
                </a:lnTo>
                <a:lnTo>
                  <a:pt x="3842004" y="4572"/>
                </a:lnTo>
                <a:lnTo>
                  <a:pt x="10668" y="4572"/>
                </a:lnTo>
                <a:lnTo>
                  <a:pt x="4572" y="9144"/>
                </a:lnTo>
                <a:lnTo>
                  <a:pt x="10668" y="9144"/>
                </a:lnTo>
                <a:lnTo>
                  <a:pt x="10668" y="2848356"/>
                </a:lnTo>
                <a:lnTo>
                  <a:pt x="4572" y="2848356"/>
                </a:lnTo>
                <a:lnTo>
                  <a:pt x="10668" y="2852928"/>
                </a:lnTo>
                <a:lnTo>
                  <a:pt x="3842004" y="2852928"/>
                </a:lnTo>
                <a:lnTo>
                  <a:pt x="3842004" y="2857500"/>
                </a:lnTo>
                <a:close/>
              </a:path>
              <a:path w="3842385" h="2857500">
                <a:moveTo>
                  <a:pt x="10668" y="9144"/>
                </a:moveTo>
                <a:lnTo>
                  <a:pt x="4572" y="9144"/>
                </a:lnTo>
                <a:lnTo>
                  <a:pt x="10668" y="4572"/>
                </a:lnTo>
                <a:lnTo>
                  <a:pt x="10668" y="9144"/>
                </a:lnTo>
                <a:close/>
              </a:path>
              <a:path w="3842385" h="2857500">
                <a:moveTo>
                  <a:pt x="3832860" y="9144"/>
                </a:moveTo>
                <a:lnTo>
                  <a:pt x="10668" y="9144"/>
                </a:lnTo>
                <a:lnTo>
                  <a:pt x="10668" y="4572"/>
                </a:lnTo>
                <a:lnTo>
                  <a:pt x="3832860" y="4572"/>
                </a:lnTo>
                <a:lnTo>
                  <a:pt x="3832860" y="9144"/>
                </a:lnTo>
                <a:close/>
              </a:path>
              <a:path w="3842385" h="2857500">
                <a:moveTo>
                  <a:pt x="3832860" y="2852928"/>
                </a:moveTo>
                <a:lnTo>
                  <a:pt x="3832860" y="4572"/>
                </a:lnTo>
                <a:lnTo>
                  <a:pt x="3837432" y="9144"/>
                </a:lnTo>
                <a:lnTo>
                  <a:pt x="3842004" y="9144"/>
                </a:lnTo>
                <a:lnTo>
                  <a:pt x="3842004" y="2848356"/>
                </a:lnTo>
                <a:lnTo>
                  <a:pt x="3837432" y="2848356"/>
                </a:lnTo>
                <a:lnTo>
                  <a:pt x="3832860" y="2852928"/>
                </a:lnTo>
                <a:close/>
              </a:path>
              <a:path w="3842385" h="2857500">
                <a:moveTo>
                  <a:pt x="3842004" y="9144"/>
                </a:moveTo>
                <a:lnTo>
                  <a:pt x="3837432" y="9144"/>
                </a:lnTo>
                <a:lnTo>
                  <a:pt x="3832860" y="4572"/>
                </a:lnTo>
                <a:lnTo>
                  <a:pt x="3842004" y="4572"/>
                </a:lnTo>
                <a:lnTo>
                  <a:pt x="3842004" y="9144"/>
                </a:lnTo>
                <a:close/>
              </a:path>
              <a:path w="3842385" h="2857500">
                <a:moveTo>
                  <a:pt x="10668" y="2852928"/>
                </a:moveTo>
                <a:lnTo>
                  <a:pt x="4572" y="2848356"/>
                </a:lnTo>
                <a:lnTo>
                  <a:pt x="10668" y="2848356"/>
                </a:lnTo>
                <a:lnTo>
                  <a:pt x="10668" y="2852928"/>
                </a:lnTo>
                <a:close/>
              </a:path>
              <a:path w="3842385" h="2857500">
                <a:moveTo>
                  <a:pt x="3832860" y="2852928"/>
                </a:moveTo>
                <a:lnTo>
                  <a:pt x="10668" y="2852928"/>
                </a:lnTo>
                <a:lnTo>
                  <a:pt x="10668" y="2848356"/>
                </a:lnTo>
                <a:lnTo>
                  <a:pt x="3832860" y="2848356"/>
                </a:lnTo>
                <a:lnTo>
                  <a:pt x="3832860" y="2852928"/>
                </a:lnTo>
                <a:close/>
              </a:path>
              <a:path w="3842385" h="2857500">
                <a:moveTo>
                  <a:pt x="3842004" y="2852928"/>
                </a:moveTo>
                <a:lnTo>
                  <a:pt x="3832860" y="2852928"/>
                </a:lnTo>
                <a:lnTo>
                  <a:pt x="3837432" y="2848356"/>
                </a:lnTo>
                <a:lnTo>
                  <a:pt x="3842004" y="2848356"/>
                </a:lnTo>
                <a:lnTo>
                  <a:pt x="3842004" y="28529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45589" y="1913651"/>
            <a:ext cx="7308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omic Sans MS"/>
                <a:cs typeface="Comic Sans MS"/>
              </a:rPr>
              <a:t>P</a:t>
            </a:r>
            <a:r>
              <a:rPr sz="1800" dirty="0">
                <a:latin typeface="Comic Sans MS"/>
                <a:cs typeface="Comic Sans MS"/>
              </a:rPr>
              <a:t>e</a:t>
            </a:r>
            <a:r>
              <a:rPr sz="1800" spc="-5" dirty="0">
                <a:latin typeface="Comic Sans MS"/>
                <a:cs typeface="Comic Sans MS"/>
              </a:rPr>
              <a:t>r</a:t>
            </a:r>
            <a:r>
              <a:rPr sz="1800" spc="-15" dirty="0">
                <a:latin typeface="Comic Sans MS"/>
                <a:cs typeface="Comic Sans MS"/>
              </a:rPr>
              <a:t>s</a:t>
            </a:r>
            <a:r>
              <a:rPr sz="1800" spc="5" dirty="0">
                <a:latin typeface="Comic Sans MS"/>
                <a:cs typeface="Comic Sans MS"/>
              </a:rPr>
              <a:t>o</a:t>
            </a:r>
            <a:r>
              <a:rPr sz="1800" dirty="0">
                <a:latin typeface="Comic Sans MS"/>
                <a:cs typeface="Comic Sans MS"/>
              </a:rPr>
              <a:t>n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58239" y="2185416"/>
            <a:ext cx="706120" cy="20320"/>
          </a:xfrm>
          <a:custGeom>
            <a:avLst/>
            <a:gdLst/>
            <a:ahLst/>
            <a:cxnLst/>
            <a:rect l="l" t="t" r="r" b="b"/>
            <a:pathLst>
              <a:path w="706119" h="20319">
                <a:moveTo>
                  <a:pt x="705612" y="19812"/>
                </a:moveTo>
                <a:lnTo>
                  <a:pt x="0" y="19812"/>
                </a:lnTo>
                <a:lnTo>
                  <a:pt x="0" y="0"/>
                </a:lnTo>
                <a:lnTo>
                  <a:pt x="705612" y="0"/>
                </a:lnTo>
                <a:lnTo>
                  <a:pt x="705612" y="198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45589" y="2187904"/>
            <a:ext cx="11449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omic Sans MS"/>
                <a:cs typeface="Comic Sans MS"/>
              </a:rPr>
              <a:t>id:</a:t>
            </a:r>
            <a:r>
              <a:rPr sz="1800" spc="-6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char(5)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45589" y="2462268"/>
            <a:ext cx="3406140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6779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mic Sans MS"/>
                <a:cs typeface="Comic Sans MS"/>
              </a:rPr>
              <a:t>name: </a:t>
            </a:r>
            <a:r>
              <a:rPr sz="1800" spc="-5" dirty="0">
                <a:latin typeface="Comic Sans MS"/>
                <a:cs typeface="Comic Sans MS"/>
              </a:rPr>
              <a:t>char(40)  addresss:</a:t>
            </a:r>
            <a:r>
              <a:rPr sz="1800" spc="-3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char(60)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1800" spc="-5" dirty="0">
                <a:solidFill>
                  <a:srgbClr val="FF0000"/>
                </a:solidFill>
                <a:latin typeface="Comic Sans MS"/>
                <a:cs typeface="Comic Sans MS"/>
              </a:rPr>
              <a:t>kind: integer</a:t>
            </a:r>
            <a:endParaRPr sz="1800">
              <a:latin typeface="Comic Sans MS"/>
              <a:cs typeface="Comic Sans MS"/>
            </a:endParaRPr>
          </a:p>
          <a:p>
            <a:pPr marL="12700" marR="5080">
              <a:lnSpc>
                <a:spcPct val="100000"/>
              </a:lnSpc>
              <a:spcBef>
                <a:spcPts val="2160"/>
              </a:spcBef>
            </a:pPr>
            <a:r>
              <a:rPr sz="1800" spc="-5" dirty="0">
                <a:latin typeface="Comic Sans MS"/>
                <a:cs typeface="Comic Sans MS"/>
              </a:rPr>
              <a:t>insuranceID: char(7) «optional»  insurance: char(5) «optional»  company: char(40)</a:t>
            </a:r>
            <a:r>
              <a:rPr sz="1800" spc="-1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«optional»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707379" y="3265932"/>
            <a:ext cx="3214370" cy="3293745"/>
            <a:chOff x="5707379" y="3265932"/>
            <a:chExt cx="3214370" cy="3293745"/>
          </a:xfrm>
        </p:grpSpPr>
        <p:sp>
          <p:nvSpPr>
            <p:cNvPr id="9" name="object 9"/>
            <p:cNvSpPr/>
            <p:nvPr/>
          </p:nvSpPr>
          <p:spPr>
            <a:xfrm>
              <a:off x="5862815" y="3352799"/>
              <a:ext cx="614680" cy="2368550"/>
            </a:xfrm>
            <a:custGeom>
              <a:avLst/>
              <a:gdLst/>
              <a:ahLst/>
              <a:cxnLst/>
              <a:rect l="l" t="t" r="r" b="b"/>
              <a:pathLst>
                <a:path w="614679" h="2368550">
                  <a:moveTo>
                    <a:pt x="614184" y="2357628"/>
                  </a:moveTo>
                  <a:lnTo>
                    <a:pt x="10668" y="2357628"/>
                  </a:lnTo>
                  <a:lnTo>
                    <a:pt x="10668" y="0"/>
                  </a:lnTo>
                  <a:lnTo>
                    <a:pt x="0" y="0"/>
                  </a:lnTo>
                  <a:lnTo>
                    <a:pt x="0" y="2365248"/>
                  </a:lnTo>
                  <a:lnTo>
                    <a:pt x="3048" y="2368308"/>
                  </a:lnTo>
                  <a:lnTo>
                    <a:pt x="614184" y="2368308"/>
                  </a:lnTo>
                  <a:lnTo>
                    <a:pt x="614184" y="2362200"/>
                  </a:lnTo>
                  <a:lnTo>
                    <a:pt x="614184" y="2357628"/>
                  </a:lnTo>
                  <a:close/>
                </a:path>
                <a:path w="614679" h="2368550">
                  <a:moveTo>
                    <a:pt x="614184" y="909828"/>
                  </a:moveTo>
                  <a:lnTo>
                    <a:pt x="315468" y="909828"/>
                  </a:lnTo>
                  <a:lnTo>
                    <a:pt x="315468" y="76200"/>
                  </a:lnTo>
                  <a:lnTo>
                    <a:pt x="304800" y="76200"/>
                  </a:lnTo>
                  <a:lnTo>
                    <a:pt x="304800" y="917448"/>
                  </a:lnTo>
                  <a:lnTo>
                    <a:pt x="307848" y="920496"/>
                  </a:lnTo>
                  <a:lnTo>
                    <a:pt x="614184" y="920496"/>
                  </a:lnTo>
                  <a:lnTo>
                    <a:pt x="614184" y="914400"/>
                  </a:lnTo>
                  <a:lnTo>
                    <a:pt x="614184" y="9098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14999" y="3276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1524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07379" y="3265932"/>
              <a:ext cx="321945" cy="321945"/>
            </a:xfrm>
            <a:custGeom>
              <a:avLst/>
              <a:gdLst/>
              <a:ahLst/>
              <a:cxnLst/>
              <a:rect l="l" t="t" r="r" b="b"/>
              <a:pathLst>
                <a:path w="321945" h="321945">
                  <a:moveTo>
                    <a:pt x="321564" y="321564"/>
                  </a:moveTo>
                  <a:lnTo>
                    <a:pt x="0" y="321564"/>
                  </a:lnTo>
                  <a:lnTo>
                    <a:pt x="160020" y="0"/>
                  </a:lnTo>
                  <a:lnTo>
                    <a:pt x="166910" y="13716"/>
                  </a:lnTo>
                  <a:lnTo>
                    <a:pt x="156972" y="13716"/>
                  </a:lnTo>
                  <a:lnTo>
                    <a:pt x="160782" y="21336"/>
                  </a:lnTo>
                  <a:lnTo>
                    <a:pt x="16002" y="310896"/>
                  </a:lnTo>
                  <a:lnTo>
                    <a:pt x="7620" y="310896"/>
                  </a:lnTo>
                  <a:lnTo>
                    <a:pt x="12192" y="318516"/>
                  </a:lnTo>
                  <a:lnTo>
                    <a:pt x="320032" y="318516"/>
                  </a:lnTo>
                  <a:lnTo>
                    <a:pt x="321564" y="321564"/>
                  </a:lnTo>
                  <a:close/>
                </a:path>
                <a:path w="321945" h="321945">
                  <a:moveTo>
                    <a:pt x="160782" y="21336"/>
                  </a:moveTo>
                  <a:lnTo>
                    <a:pt x="156972" y="13716"/>
                  </a:lnTo>
                  <a:lnTo>
                    <a:pt x="164592" y="13716"/>
                  </a:lnTo>
                  <a:lnTo>
                    <a:pt x="160782" y="21336"/>
                  </a:lnTo>
                  <a:close/>
                </a:path>
                <a:path w="321945" h="321945">
                  <a:moveTo>
                    <a:pt x="309372" y="318516"/>
                  </a:moveTo>
                  <a:lnTo>
                    <a:pt x="160782" y="21336"/>
                  </a:lnTo>
                  <a:lnTo>
                    <a:pt x="164592" y="13716"/>
                  </a:lnTo>
                  <a:lnTo>
                    <a:pt x="166910" y="13716"/>
                  </a:lnTo>
                  <a:lnTo>
                    <a:pt x="316204" y="310896"/>
                  </a:lnTo>
                  <a:lnTo>
                    <a:pt x="312420" y="310896"/>
                  </a:lnTo>
                  <a:lnTo>
                    <a:pt x="309372" y="318516"/>
                  </a:lnTo>
                  <a:close/>
                </a:path>
                <a:path w="321945" h="321945">
                  <a:moveTo>
                    <a:pt x="12192" y="318516"/>
                  </a:moveTo>
                  <a:lnTo>
                    <a:pt x="7620" y="310896"/>
                  </a:lnTo>
                  <a:lnTo>
                    <a:pt x="16002" y="310896"/>
                  </a:lnTo>
                  <a:lnTo>
                    <a:pt x="12192" y="318516"/>
                  </a:lnTo>
                  <a:close/>
                </a:path>
                <a:path w="321945" h="321945">
                  <a:moveTo>
                    <a:pt x="309372" y="318516"/>
                  </a:moveTo>
                  <a:lnTo>
                    <a:pt x="12192" y="318516"/>
                  </a:lnTo>
                  <a:lnTo>
                    <a:pt x="16002" y="310896"/>
                  </a:lnTo>
                  <a:lnTo>
                    <a:pt x="305562" y="310896"/>
                  </a:lnTo>
                  <a:lnTo>
                    <a:pt x="309372" y="318516"/>
                  </a:lnTo>
                  <a:close/>
                </a:path>
                <a:path w="321945" h="321945">
                  <a:moveTo>
                    <a:pt x="320032" y="318516"/>
                  </a:moveTo>
                  <a:lnTo>
                    <a:pt x="309372" y="318516"/>
                  </a:lnTo>
                  <a:lnTo>
                    <a:pt x="312420" y="310896"/>
                  </a:lnTo>
                  <a:lnTo>
                    <a:pt x="316204" y="310896"/>
                  </a:lnTo>
                  <a:lnTo>
                    <a:pt x="320032" y="3185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019799" y="3276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1524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012180" y="3265931"/>
              <a:ext cx="2909570" cy="3293745"/>
            </a:xfrm>
            <a:custGeom>
              <a:avLst/>
              <a:gdLst/>
              <a:ahLst/>
              <a:cxnLst/>
              <a:rect l="l" t="t" r="r" b="b"/>
              <a:pathLst>
                <a:path w="2909570" h="3293745">
                  <a:moveTo>
                    <a:pt x="321564" y="321564"/>
                  </a:moveTo>
                  <a:lnTo>
                    <a:pt x="320027" y="318516"/>
                  </a:lnTo>
                  <a:lnTo>
                    <a:pt x="316204" y="310896"/>
                  </a:lnTo>
                  <a:lnTo>
                    <a:pt x="305562" y="289712"/>
                  </a:lnTo>
                  <a:lnTo>
                    <a:pt x="305562" y="310896"/>
                  </a:lnTo>
                  <a:lnTo>
                    <a:pt x="16002" y="310896"/>
                  </a:lnTo>
                  <a:lnTo>
                    <a:pt x="160782" y="21336"/>
                  </a:lnTo>
                  <a:lnTo>
                    <a:pt x="305562" y="310896"/>
                  </a:lnTo>
                  <a:lnTo>
                    <a:pt x="305562" y="289712"/>
                  </a:lnTo>
                  <a:lnTo>
                    <a:pt x="166903" y="13716"/>
                  </a:lnTo>
                  <a:lnTo>
                    <a:pt x="160020" y="0"/>
                  </a:lnTo>
                  <a:lnTo>
                    <a:pt x="0" y="321564"/>
                  </a:lnTo>
                  <a:lnTo>
                    <a:pt x="321564" y="321564"/>
                  </a:lnTo>
                  <a:close/>
                </a:path>
                <a:path w="2909570" h="3293745">
                  <a:moveTo>
                    <a:pt x="2909316" y="1905000"/>
                  </a:moveTo>
                  <a:lnTo>
                    <a:pt x="2898648" y="1905000"/>
                  </a:lnTo>
                  <a:lnTo>
                    <a:pt x="2898648" y="1914156"/>
                  </a:lnTo>
                  <a:lnTo>
                    <a:pt x="2898648" y="3282708"/>
                  </a:lnTo>
                  <a:lnTo>
                    <a:pt x="501396" y="3282708"/>
                  </a:lnTo>
                  <a:lnTo>
                    <a:pt x="501396" y="1914156"/>
                  </a:lnTo>
                  <a:lnTo>
                    <a:pt x="2898648" y="1914156"/>
                  </a:lnTo>
                  <a:lnTo>
                    <a:pt x="2898648" y="1905000"/>
                  </a:lnTo>
                  <a:lnTo>
                    <a:pt x="492239" y="1905000"/>
                  </a:lnTo>
                  <a:lnTo>
                    <a:pt x="492239" y="3293376"/>
                  </a:lnTo>
                  <a:lnTo>
                    <a:pt x="2909316" y="3293376"/>
                  </a:lnTo>
                  <a:lnTo>
                    <a:pt x="2909316" y="3287280"/>
                  </a:lnTo>
                  <a:lnTo>
                    <a:pt x="2909316" y="3282708"/>
                  </a:lnTo>
                  <a:lnTo>
                    <a:pt x="2909316" y="1914156"/>
                  </a:lnTo>
                  <a:lnTo>
                    <a:pt x="2909316" y="1909584"/>
                  </a:lnTo>
                  <a:lnTo>
                    <a:pt x="2909316" y="1905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464300" y="5290851"/>
            <a:ext cx="246380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5890" marR="5080" indent="-123825">
              <a:lnSpc>
                <a:spcPct val="100000"/>
              </a:lnSpc>
              <a:spcBef>
                <a:spcPts val="100"/>
              </a:spcBef>
              <a:tabLst>
                <a:tab pos="2450465" algn="l"/>
              </a:tabLst>
            </a:pP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spc="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Patient 	</a:t>
            </a:r>
            <a:r>
              <a:rPr sz="1800" b="1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id: char(5)  insuranceID: char(7)  insurance:</a:t>
            </a:r>
            <a:r>
              <a:rPr sz="1800" spc="-25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char(5)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504431" y="3723132"/>
            <a:ext cx="2265045" cy="1068705"/>
          </a:xfrm>
          <a:custGeom>
            <a:avLst/>
            <a:gdLst/>
            <a:ahLst/>
            <a:cxnLst/>
            <a:rect l="l" t="t" r="r" b="b"/>
            <a:pathLst>
              <a:path w="2265045" h="1068704">
                <a:moveTo>
                  <a:pt x="2264664" y="1068324"/>
                </a:moveTo>
                <a:lnTo>
                  <a:pt x="0" y="1068324"/>
                </a:lnTo>
                <a:lnTo>
                  <a:pt x="0" y="0"/>
                </a:lnTo>
                <a:lnTo>
                  <a:pt x="2264664" y="0"/>
                </a:lnTo>
                <a:lnTo>
                  <a:pt x="2264664" y="4572"/>
                </a:lnTo>
                <a:lnTo>
                  <a:pt x="9144" y="4572"/>
                </a:lnTo>
                <a:lnTo>
                  <a:pt x="4572" y="9144"/>
                </a:lnTo>
                <a:lnTo>
                  <a:pt x="9144" y="9144"/>
                </a:lnTo>
                <a:lnTo>
                  <a:pt x="9144" y="1059180"/>
                </a:lnTo>
                <a:lnTo>
                  <a:pt x="4572" y="1059180"/>
                </a:lnTo>
                <a:lnTo>
                  <a:pt x="9144" y="1063752"/>
                </a:lnTo>
                <a:lnTo>
                  <a:pt x="2264664" y="1063752"/>
                </a:lnTo>
                <a:lnTo>
                  <a:pt x="2264664" y="1068324"/>
                </a:lnTo>
                <a:close/>
              </a:path>
              <a:path w="2265045" h="1068704">
                <a:moveTo>
                  <a:pt x="9144" y="9144"/>
                </a:moveTo>
                <a:lnTo>
                  <a:pt x="4572" y="9144"/>
                </a:lnTo>
                <a:lnTo>
                  <a:pt x="9144" y="4572"/>
                </a:lnTo>
                <a:lnTo>
                  <a:pt x="9144" y="9144"/>
                </a:lnTo>
                <a:close/>
              </a:path>
              <a:path w="2265045" h="1068704">
                <a:moveTo>
                  <a:pt x="2253996" y="9144"/>
                </a:moveTo>
                <a:lnTo>
                  <a:pt x="9144" y="9144"/>
                </a:lnTo>
                <a:lnTo>
                  <a:pt x="9144" y="4572"/>
                </a:lnTo>
                <a:lnTo>
                  <a:pt x="2253996" y="4572"/>
                </a:lnTo>
                <a:lnTo>
                  <a:pt x="2253996" y="9144"/>
                </a:lnTo>
                <a:close/>
              </a:path>
              <a:path w="2265045" h="1068704">
                <a:moveTo>
                  <a:pt x="2253996" y="1063752"/>
                </a:moveTo>
                <a:lnTo>
                  <a:pt x="2253996" y="4572"/>
                </a:lnTo>
                <a:lnTo>
                  <a:pt x="2258568" y="9144"/>
                </a:lnTo>
                <a:lnTo>
                  <a:pt x="2264664" y="9144"/>
                </a:lnTo>
                <a:lnTo>
                  <a:pt x="2264664" y="1059180"/>
                </a:lnTo>
                <a:lnTo>
                  <a:pt x="2258568" y="1059180"/>
                </a:lnTo>
                <a:lnTo>
                  <a:pt x="2253996" y="1063752"/>
                </a:lnTo>
                <a:close/>
              </a:path>
              <a:path w="2265045" h="1068704">
                <a:moveTo>
                  <a:pt x="2264664" y="9144"/>
                </a:moveTo>
                <a:lnTo>
                  <a:pt x="2258568" y="9144"/>
                </a:lnTo>
                <a:lnTo>
                  <a:pt x="2253996" y="4572"/>
                </a:lnTo>
                <a:lnTo>
                  <a:pt x="2264664" y="4572"/>
                </a:lnTo>
                <a:lnTo>
                  <a:pt x="2264664" y="9144"/>
                </a:lnTo>
                <a:close/>
              </a:path>
              <a:path w="2265045" h="1068704">
                <a:moveTo>
                  <a:pt x="9144" y="1063752"/>
                </a:moveTo>
                <a:lnTo>
                  <a:pt x="4572" y="1059180"/>
                </a:lnTo>
                <a:lnTo>
                  <a:pt x="9144" y="1059180"/>
                </a:lnTo>
                <a:lnTo>
                  <a:pt x="9144" y="1063752"/>
                </a:lnTo>
                <a:close/>
              </a:path>
              <a:path w="2265045" h="1068704">
                <a:moveTo>
                  <a:pt x="2253996" y="1063752"/>
                </a:moveTo>
                <a:lnTo>
                  <a:pt x="9144" y="1063752"/>
                </a:lnTo>
                <a:lnTo>
                  <a:pt x="9144" y="1059180"/>
                </a:lnTo>
                <a:lnTo>
                  <a:pt x="2253996" y="1059180"/>
                </a:lnTo>
                <a:lnTo>
                  <a:pt x="2253996" y="1063752"/>
                </a:lnTo>
                <a:close/>
              </a:path>
              <a:path w="2265045" h="1068704">
                <a:moveTo>
                  <a:pt x="2264664" y="1063752"/>
                </a:moveTo>
                <a:lnTo>
                  <a:pt x="2253996" y="1063752"/>
                </a:lnTo>
                <a:lnTo>
                  <a:pt x="2258568" y="1059180"/>
                </a:lnTo>
                <a:lnTo>
                  <a:pt x="2264664" y="1059180"/>
                </a:lnTo>
                <a:lnTo>
                  <a:pt x="2264664" y="10637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464300" y="3820135"/>
            <a:ext cx="23114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98065" algn="l"/>
              </a:tabLst>
            </a:pP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spc="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b="1" u="sng" spc="-5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Salesman	</a:t>
            </a:r>
            <a:endParaRPr sz="1800">
              <a:latin typeface="Comic Sans MS"/>
              <a:cs typeface="Comic Sans MS"/>
            </a:endParaRPr>
          </a:p>
          <a:p>
            <a:pPr marL="135890" marR="211454">
              <a:lnSpc>
                <a:spcPct val="100000"/>
              </a:lnSpc>
            </a:pPr>
            <a:r>
              <a:rPr sz="1800" spc="-5" dirty="0">
                <a:latin typeface="Comic Sans MS"/>
                <a:cs typeface="Comic Sans MS"/>
              </a:rPr>
              <a:t>id: char(5)  company:</a:t>
            </a:r>
            <a:r>
              <a:rPr sz="1800" spc="-4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char(40)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481828" y="1894332"/>
            <a:ext cx="2217420" cy="1388745"/>
          </a:xfrm>
          <a:custGeom>
            <a:avLst/>
            <a:gdLst/>
            <a:ahLst/>
            <a:cxnLst/>
            <a:rect l="l" t="t" r="r" b="b"/>
            <a:pathLst>
              <a:path w="2217420" h="1388745">
                <a:moveTo>
                  <a:pt x="2217420" y="1388364"/>
                </a:moveTo>
                <a:lnTo>
                  <a:pt x="0" y="1388364"/>
                </a:lnTo>
                <a:lnTo>
                  <a:pt x="0" y="0"/>
                </a:lnTo>
                <a:lnTo>
                  <a:pt x="2217420" y="0"/>
                </a:lnTo>
                <a:lnTo>
                  <a:pt x="2217420" y="4572"/>
                </a:lnTo>
                <a:lnTo>
                  <a:pt x="10668" y="4572"/>
                </a:lnTo>
                <a:lnTo>
                  <a:pt x="4572" y="9144"/>
                </a:lnTo>
                <a:lnTo>
                  <a:pt x="10668" y="9144"/>
                </a:lnTo>
                <a:lnTo>
                  <a:pt x="10668" y="1377696"/>
                </a:lnTo>
                <a:lnTo>
                  <a:pt x="4572" y="1377696"/>
                </a:lnTo>
                <a:lnTo>
                  <a:pt x="10668" y="1382268"/>
                </a:lnTo>
                <a:lnTo>
                  <a:pt x="2217420" y="1382268"/>
                </a:lnTo>
                <a:lnTo>
                  <a:pt x="2217420" y="1388364"/>
                </a:lnTo>
                <a:close/>
              </a:path>
              <a:path w="2217420" h="1388745">
                <a:moveTo>
                  <a:pt x="10668" y="9144"/>
                </a:moveTo>
                <a:lnTo>
                  <a:pt x="4572" y="9144"/>
                </a:lnTo>
                <a:lnTo>
                  <a:pt x="10668" y="4572"/>
                </a:lnTo>
                <a:lnTo>
                  <a:pt x="10668" y="9144"/>
                </a:lnTo>
                <a:close/>
              </a:path>
              <a:path w="2217420" h="1388745">
                <a:moveTo>
                  <a:pt x="2206752" y="9144"/>
                </a:moveTo>
                <a:lnTo>
                  <a:pt x="10668" y="9144"/>
                </a:lnTo>
                <a:lnTo>
                  <a:pt x="10668" y="4572"/>
                </a:lnTo>
                <a:lnTo>
                  <a:pt x="2206752" y="4572"/>
                </a:lnTo>
                <a:lnTo>
                  <a:pt x="2206752" y="9144"/>
                </a:lnTo>
                <a:close/>
              </a:path>
              <a:path w="2217420" h="1388745">
                <a:moveTo>
                  <a:pt x="2206752" y="1382268"/>
                </a:moveTo>
                <a:lnTo>
                  <a:pt x="2206752" y="4572"/>
                </a:lnTo>
                <a:lnTo>
                  <a:pt x="2211324" y="9144"/>
                </a:lnTo>
                <a:lnTo>
                  <a:pt x="2217420" y="9144"/>
                </a:lnTo>
                <a:lnTo>
                  <a:pt x="2217420" y="1377696"/>
                </a:lnTo>
                <a:lnTo>
                  <a:pt x="2211324" y="1377696"/>
                </a:lnTo>
                <a:lnTo>
                  <a:pt x="2206752" y="1382268"/>
                </a:lnTo>
                <a:close/>
              </a:path>
              <a:path w="2217420" h="1388745">
                <a:moveTo>
                  <a:pt x="2217420" y="9144"/>
                </a:moveTo>
                <a:lnTo>
                  <a:pt x="2211324" y="9144"/>
                </a:lnTo>
                <a:lnTo>
                  <a:pt x="2206752" y="4572"/>
                </a:lnTo>
                <a:lnTo>
                  <a:pt x="2217420" y="4572"/>
                </a:lnTo>
                <a:lnTo>
                  <a:pt x="2217420" y="9144"/>
                </a:lnTo>
                <a:close/>
              </a:path>
              <a:path w="2217420" h="1388745">
                <a:moveTo>
                  <a:pt x="10668" y="1382268"/>
                </a:moveTo>
                <a:lnTo>
                  <a:pt x="4572" y="1377696"/>
                </a:lnTo>
                <a:lnTo>
                  <a:pt x="10668" y="1377696"/>
                </a:lnTo>
                <a:lnTo>
                  <a:pt x="10668" y="1382268"/>
                </a:lnTo>
                <a:close/>
              </a:path>
              <a:path w="2217420" h="1388745">
                <a:moveTo>
                  <a:pt x="2206752" y="1382268"/>
                </a:moveTo>
                <a:lnTo>
                  <a:pt x="10668" y="1382268"/>
                </a:lnTo>
                <a:lnTo>
                  <a:pt x="10668" y="1377696"/>
                </a:lnTo>
                <a:lnTo>
                  <a:pt x="2206752" y="1377696"/>
                </a:lnTo>
                <a:lnTo>
                  <a:pt x="2206752" y="1382268"/>
                </a:lnTo>
                <a:close/>
              </a:path>
              <a:path w="2217420" h="1388745">
                <a:moveTo>
                  <a:pt x="2217420" y="1382268"/>
                </a:moveTo>
                <a:lnTo>
                  <a:pt x="2206752" y="1382268"/>
                </a:lnTo>
                <a:lnTo>
                  <a:pt x="2211324" y="1377696"/>
                </a:lnTo>
                <a:lnTo>
                  <a:pt x="2217420" y="1377696"/>
                </a:lnTo>
                <a:lnTo>
                  <a:pt x="2217420" y="13822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565103" y="2014222"/>
            <a:ext cx="737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omic Sans MS"/>
                <a:cs typeface="Comic Sans MS"/>
              </a:rPr>
              <a:t>P</a:t>
            </a:r>
            <a:r>
              <a:rPr sz="1800" b="1" dirty="0">
                <a:latin typeface="Comic Sans MS"/>
                <a:cs typeface="Comic Sans MS"/>
              </a:rPr>
              <a:t>e</a:t>
            </a:r>
            <a:r>
              <a:rPr sz="1800" b="1" spc="-5" dirty="0">
                <a:latin typeface="Comic Sans MS"/>
                <a:cs typeface="Comic Sans MS"/>
              </a:rPr>
              <a:t>r</a:t>
            </a:r>
            <a:r>
              <a:rPr sz="1800" b="1" spc="5" dirty="0">
                <a:latin typeface="Comic Sans MS"/>
                <a:cs typeface="Comic Sans MS"/>
              </a:rPr>
              <a:t>so</a:t>
            </a:r>
            <a:r>
              <a:rPr sz="1800" b="1" dirty="0">
                <a:latin typeface="Comic Sans MS"/>
                <a:cs typeface="Comic Sans MS"/>
              </a:rPr>
              <a:t>n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565103" y="2288586"/>
            <a:ext cx="204343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21005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omic Sans MS"/>
                <a:cs typeface="Comic Sans MS"/>
              </a:rPr>
              <a:t>id: char(5)  </a:t>
            </a:r>
            <a:r>
              <a:rPr sz="1800" dirty="0">
                <a:latin typeface="Comic Sans MS"/>
                <a:cs typeface="Comic Sans MS"/>
              </a:rPr>
              <a:t>name:</a:t>
            </a:r>
            <a:r>
              <a:rPr sz="1800" spc="-7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char(40)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Comic Sans MS"/>
                <a:cs typeface="Comic Sans MS"/>
              </a:rPr>
              <a:t>addresss:</a:t>
            </a:r>
            <a:r>
              <a:rPr sz="1800" spc="-25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char(60)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486400" y="2281427"/>
            <a:ext cx="2209800" cy="10795"/>
          </a:xfrm>
          <a:custGeom>
            <a:avLst/>
            <a:gdLst/>
            <a:ahLst/>
            <a:cxnLst/>
            <a:rect l="l" t="t" r="r" b="b"/>
            <a:pathLst>
              <a:path w="2209800" h="10794">
                <a:moveTo>
                  <a:pt x="2209800" y="10668"/>
                </a:moveTo>
                <a:lnTo>
                  <a:pt x="0" y="10668"/>
                </a:lnTo>
                <a:lnTo>
                  <a:pt x="0" y="0"/>
                </a:lnTo>
                <a:lnTo>
                  <a:pt x="2209800" y="0"/>
                </a:lnTo>
                <a:lnTo>
                  <a:pt x="2209800" y="106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71144" y="3576828"/>
            <a:ext cx="4338955" cy="1306195"/>
          </a:xfrm>
          <a:custGeom>
            <a:avLst/>
            <a:gdLst/>
            <a:ahLst/>
            <a:cxnLst/>
            <a:rect l="l" t="t" r="r" b="b"/>
            <a:pathLst>
              <a:path w="4338955" h="1306195">
                <a:moveTo>
                  <a:pt x="3048" y="687324"/>
                </a:moveTo>
                <a:lnTo>
                  <a:pt x="0" y="653796"/>
                </a:lnTo>
                <a:lnTo>
                  <a:pt x="0" y="647700"/>
                </a:lnTo>
                <a:lnTo>
                  <a:pt x="9144" y="649224"/>
                </a:lnTo>
                <a:lnTo>
                  <a:pt x="9144" y="653796"/>
                </a:lnTo>
                <a:lnTo>
                  <a:pt x="9282" y="653796"/>
                </a:lnTo>
                <a:lnTo>
                  <a:pt x="12192" y="685800"/>
                </a:lnTo>
                <a:lnTo>
                  <a:pt x="3048" y="687324"/>
                </a:lnTo>
                <a:close/>
              </a:path>
              <a:path w="4338955" h="1306195">
                <a:moveTo>
                  <a:pt x="9282" y="653796"/>
                </a:moveTo>
                <a:lnTo>
                  <a:pt x="9144" y="653796"/>
                </a:lnTo>
                <a:lnTo>
                  <a:pt x="9144" y="652272"/>
                </a:lnTo>
                <a:lnTo>
                  <a:pt x="9282" y="653796"/>
                </a:lnTo>
                <a:close/>
              </a:path>
              <a:path w="4338955" h="1306195">
                <a:moveTo>
                  <a:pt x="9144" y="711708"/>
                </a:moveTo>
                <a:lnTo>
                  <a:pt x="3048" y="687324"/>
                </a:lnTo>
                <a:lnTo>
                  <a:pt x="12192" y="685800"/>
                </a:lnTo>
                <a:lnTo>
                  <a:pt x="18288" y="710184"/>
                </a:lnTo>
                <a:lnTo>
                  <a:pt x="9144" y="711708"/>
                </a:lnTo>
                <a:close/>
              </a:path>
              <a:path w="4338955" h="1306195">
                <a:moveTo>
                  <a:pt x="12192" y="620268"/>
                </a:moveTo>
                <a:lnTo>
                  <a:pt x="3048" y="618744"/>
                </a:lnTo>
                <a:lnTo>
                  <a:pt x="10668" y="585216"/>
                </a:lnTo>
                <a:lnTo>
                  <a:pt x="12192" y="580644"/>
                </a:lnTo>
                <a:lnTo>
                  <a:pt x="21336" y="585216"/>
                </a:lnTo>
                <a:lnTo>
                  <a:pt x="19812" y="588264"/>
                </a:lnTo>
                <a:lnTo>
                  <a:pt x="12192" y="620268"/>
                </a:lnTo>
                <a:close/>
              </a:path>
              <a:path w="4338955" h="1306195">
                <a:moveTo>
                  <a:pt x="32004" y="559308"/>
                </a:moveTo>
                <a:lnTo>
                  <a:pt x="24384" y="554736"/>
                </a:lnTo>
                <a:lnTo>
                  <a:pt x="24384" y="553212"/>
                </a:lnTo>
                <a:lnTo>
                  <a:pt x="42672" y="521208"/>
                </a:lnTo>
                <a:lnTo>
                  <a:pt x="51816" y="525780"/>
                </a:lnTo>
                <a:lnTo>
                  <a:pt x="33528" y="556260"/>
                </a:lnTo>
                <a:lnTo>
                  <a:pt x="32004" y="559308"/>
                </a:lnTo>
                <a:close/>
              </a:path>
              <a:path w="4338955" h="1306195">
                <a:moveTo>
                  <a:pt x="68580" y="504444"/>
                </a:moveTo>
                <a:lnTo>
                  <a:pt x="60960" y="498348"/>
                </a:lnTo>
                <a:lnTo>
                  <a:pt x="68580" y="487680"/>
                </a:lnTo>
                <a:lnTo>
                  <a:pt x="86868" y="469392"/>
                </a:lnTo>
                <a:lnTo>
                  <a:pt x="92964" y="475488"/>
                </a:lnTo>
                <a:lnTo>
                  <a:pt x="76200" y="493776"/>
                </a:lnTo>
                <a:lnTo>
                  <a:pt x="68580" y="504444"/>
                </a:lnTo>
                <a:close/>
              </a:path>
              <a:path w="4338955" h="1306195">
                <a:moveTo>
                  <a:pt x="112776" y="455676"/>
                </a:moveTo>
                <a:lnTo>
                  <a:pt x="106680" y="449580"/>
                </a:lnTo>
                <a:lnTo>
                  <a:pt x="132588" y="426720"/>
                </a:lnTo>
                <a:lnTo>
                  <a:pt x="135636" y="423672"/>
                </a:lnTo>
                <a:lnTo>
                  <a:pt x="141732" y="431292"/>
                </a:lnTo>
                <a:lnTo>
                  <a:pt x="138684" y="434340"/>
                </a:lnTo>
                <a:lnTo>
                  <a:pt x="112776" y="455676"/>
                </a:lnTo>
                <a:close/>
              </a:path>
              <a:path w="4338955" h="1306195">
                <a:moveTo>
                  <a:pt x="164592" y="414528"/>
                </a:moveTo>
                <a:lnTo>
                  <a:pt x="158496" y="406908"/>
                </a:lnTo>
                <a:lnTo>
                  <a:pt x="172212" y="397764"/>
                </a:lnTo>
                <a:lnTo>
                  <a:pt x="190500" y="384048"/>
                </a:lnTo>
                <a:lnTo>
                  <a:pt x="195072" y="393192"/>
                </a:lnTo>
                <a:lnTo>
                  <a:pt x="176784" y="405384"/>
                </a:lnTo>
                <a:lnTo>
                  <a:pt x="164592" y="414528"/>
                </a:lnTo>
                <a:close/>
              </a:path>
              <a:path w="4338955" h="1306195">
                <a:moveTo>
                  <a:pt x="220980" y="376428"/>
                </a:moveTo>
                <a:lnTo>
                  <a:pt x="219456" y="376428"/>
                </a:lnTo>
                <a:lnTo>
                  <a:pt x="214884" y="368808"/>
                </a:lnTo>
                <a:lnTo>
                  <a:pt x="246888" y="348996"/>
                </a:lnTo>
                <a:lnTo>
                  <a:pt x="251460" y="358140"/>
                </a:lnTo>
                <a:lnTo>
                  <a:pt x="220980" y="376428"/>
                </a:lnTo>
                <a:close/>
              </a:path>
              <a:path w="4338955" h="1306195">
                <a:moveTo>
                  <a:pt x="277368" y="344424"/>
                </a:moveTo>
                <a:lnTo>
                  <a:pt x="272796" y="335280"/>
                </a:lnTo>
                <a:lnTo>
                  <a:pt x="306324" y="318516"/>
                </a:lnTo>
                <a:lnTo>
                  <a:pt x="310896" y="326136"/>
                </a:lnTo>
                <a:lnTo>
                  <a:pt x="277368" y="344424"/>
                </a:lnTo>
                <a:close/>
              </a:path>
              <a:path w="4338955" h="1306195">
                <a:moveTo>
                  <a:pt x="336804" y="313944"/>
                </a:moveTo>
                <a:lnTo>
                  <a:pt x="332232" y="304800"/>
                </a:lnTo>
                <a:lnTo>
                  <a:pt x="367284" y="289560"/>
                </a:lnTo>
                <a:lnTo>
                  <a:pt x="370332" y="297180"/>
                </a:lnTo>
                <a:lnTo>
                  <a:pt x="336804" y="313944"/>
                </a:lnTo>
                <a:close/>
              </a:path>
              <a:path w="4338955" h="1306195">
                <a:moveTo>
                  <a:pt x="396240" y="286512"/>
                </a:moveTo>
                <a:lnTo>
                  <a:pt x="393192" y="277368"/>
                </a:lnTo>
                <a:lnTo>
                  <a:pt x="428244" y="263652"/>
                </a:lnTo>
                <a:lnTo>
                  <a:pt x="431292" y="271272"/>
                </a:lnTo>
                <a:lnTo>
                  <a:pt x="396240" y="286512"/>
                </a:lnTo>
                <a:close/>
              </a:path>
              <a:path w="4338955" h="1306195">
                <a:moveTo>
                  <a:pt x="458724" y="262128"/>
                </a:moveTo>
                <a:lnTo>
                  <a:pt x="455676" y="252984"/>
                </a:lnTo>
                <a:lnTo>
                  <a:pt x="490728" y="239268"/>
                </a:lnTo>
                <a:lnTo>
                  <a:pt x="493776" y="248412"/>
                </a:lnTo>
                <a:lnTo>
                  <a:pt x="458724" y="262128"/>
                </a:lnTo>
                <a:close/>
              </a:path>
              <a:path w="4338955" h="1306195">
                <a:moveTo>
                  <a:pt x="521208" y="237744"/>
                </a:moveTo>
                <a:lnTo>
                  <a:pt x="518160" y="230124"/>
                </a:lnTo>
                <a:lnTo>
                  <a:pt x="553212" y="216408"/>
                </a:lnTo>
                <a:lnTo>
                  <a:pt x="556260" y="225552"/>
                </a:lnTo>
                <a:lnTo>
                  <a:pt x="521208" y="237744"/>
                </a:lnTo>
                <a:close/>
              </a:path>
              <a:path w="4338955" h="1306195">
                <a:moveTo>
                  <a:pt x="583692" y="217932"/>
                </a:moveTo>
                <a:lnTo>
                  <a:pt x="580644" y="208788"/>
                </a:lnTo>
                <a:lnTo>
                  <a:pt x="617220" y="196596"/>
                </a:lnTo>
                <a:lnTo>
                  <a:pt x="620268" y="205740"/>
                </a:lnTo>
                <a:lnTo>
                  <a:pt x="583692" y="217932"/>
                </a:lnTo>
                <a:close/>
              </a:path>
              <a:path w="4338955" h="1306195">
                <a:moveTo>
                  <a:pt x="647700" y="198120"/>
                </a:moveTo>
                <a:lnTo>
                  <a:pt x="644652" y="188976"/>
                </a:lnTo>
                <a:lnTo>
                  <a:pt x="681228" y="178308"/>
                </a:lnTo>
                <a:lnTo>
                  <a:pt x="684276" y="187452"/>
                </a:lnTo>
                <a:lnTo>
                  <a:pt x="647700" y="198120"/>
                </a:lnTo>
                <a:close/>
              </a:path>
              <a:path w="4338955" h="1306195">
                <a:moveTo>
                  <a:pt x="711708" y="179832"/>
                </a:moveTo>
                <a:lnTo>
                  <a:pt x="708660" y="170688"/>
                </a:lnTo>
                <a:lnTo>
                  <a:pt x="711708" y="169164"/>
                </a:lnTo>
                <a:lnTo>
                  <a:pt x="745236" y="160020"/>
                </a:lnTo>
                <a:lnTo>
                  <a:pt x="748284" y="169164"/>
                </a:lnTo>
                <a:lnTo>
                  <a:pt x="714756" y="178308"/>
                </a:lnTo>
                <a:lnTo>
                  <a:pt x="711708" y="179832"/>
                </a:lnTo>
                <a:close/>
              </a:path>
              <a:path w="4338955" h="1306195">
                <a:moveTo>
                  <a:pt x="775716" y="163068"/>
                </a:moveTo>
                <a:lnTo>
                  <a:pt x="774192" y="153924"/>
                </a:lnTo>
                <a:lnTo>
                  <a:pt x="790956" y="149352"/>
                </a:lnTo>
                <a:lnTo>
                  <a:pt x="810768" y="144780"/>
                </a:lnTo>
                <a:lnTo>
                  <a:pt x="812292" y="153924"/>
                </a:lnTo>
                <a:lnTo>
                  <a:pt x="775716" y="163068"/>
                </a:lnTo>
                <a:close/>
              </a:path>
              <a:path w="4338955" h="1306195">
                <a:moveTo>
                  <a:pt x="841248" y="146304"/>
                </a:moveTo>
                <a:lnTo>
                  <a:pt x="838200" y="137160"/>
                </a:lnTo>
                <a:lnTo>
                  <a:pt x="873252" y="129540"/>
                </a:lnTo>
                <a:lnTo>
                  <a:pt x="876300" y="129540"/>
                </a:lnTo>
                <a:lnTo>
                  <a:pt x="877824" y="138684"/>
                </a:lnTo>
                <a:lnTo>
                  <a:pt x="874776" y="138684"/>
                </a:lnTo>
                <a:lnTo>
                  <a:pt x="841248" y="146304"/>
                </a:lnTo>
                <a:close/>
              </a:path>
              <a:path w="4338955" h="1306195">
                <a:moveTo>
                  <a:pt x="905256" y="132588"/>
                </a:moveTo>
                <a:lnTo>
                  <a:pt x="903732" y="123444"/>
                </a:lnTo>
                <a:lnTo>
                  <a:pt x="940308" y="114300"/>
                </a:lnTo>
                <a:lnTo>
                  <a:pt x="943356" y="123444"/>
                </a:lnTo>
                <a:lnTo>
                  <a:pt x="905256" y="132588"/>
                </a:lnTo>
                <a:close/>
              </a:path>
              <a:path w="4338955" h="1306195">
                <a:moveTo>
                  <a:pt x="970788" y="118872"/>
                </a:moveTo>
                <a:lnTo>
                  <a:pt x="969264" y="109728"/>
                </a:lnTo>
                <a:lnTo>
                  <a:pt x="1005840" y="102108"/>
                </a:lnTo>
                <a:lnTo>
                  <a:pt x="1007364" y="111252"/>
                </a:lnTo>
                <a:lnTo>
                  <a:pt x="970788" y="118872"/>
                </a:lnTo>
                <a:close/>
              </a:path>
              <a:path w="4338955" h="1306195">
                <a:moveTo>
                  <a:pt x="1036320" y="106680"/>
                </a:moveTo>
                <a:lnTo>
                  <a:pt x="1034796" y="96012"/>
                </a:lnTo>
                <a:lnTo>
                  <a:pt x="1045464" y="94488"/>
                </a:lnTo>
                <a:lnTo>
                  <a:pt x="1071372" y="89916"/>
                </a:lnTo>
                <a:lnTo>
                  <a:pt x="1072896" y="99060"/>
                </a:lnTo>
                <a:lnTo>
                  <a:pt x="1048512" y="103632"/>
                </a:lnTo>
                <a:lnTo>
                  <a:pt x="1036320" y="106680"/>
                </a:lnTo>
                <a:close/>
              </a:path>
              <a:path w="4338955" h="1306195">
                <a:moveTo>
                  <a:pt x="1101852" y="94488"/>
                </a:moveTo>
                <a:lnTo>
                  <a:pt x="1100328" y="85344"/>
                </a:lnTo>
                <a:lnTo>
                  <a:pt x="1136904" y="79248"/>
                </a:lnTo>
                <a:lnTo>
                  <a:pt x="1138428" y="79248"/>
                </a:lnTo>
                <a:lnTo>
                  <a:pt x="1138428" y="88392"/>
                </a:lnTo>
                <a:lnTo>
                  <a:pt x="1101852" y="94488"/>
                </a:lnTo>
                <a:close/>
              </a:path>
              <a:path w="4338955" h="1306195">
                <a:moveTo>
                  <a:pt x="1167384" y="83820"/>
                </a:moveTo>
                <a:lnTo>
                  <a:pt x="1165860" y="74676"/>
                </a:lnTo>
                <a:lnTo>
                  <a:pt x="1203960" y="68580"/>
                </a:lnTo>
                <a:lnTo>
                  <a:pt x="1205484" y="77724"/>
                </a:lnTo>
                <a:lnTo>
                  <a:pt x="1167384" y="83820"/>
                </a:lnTo>
                <a:close/>
              </a:path>
              <a:path w="4338955" h="1306195">
                <a:moveTo>
                  <a:pt x="1232916" y="73152"/>
                </a:moveTo>
                <a:lnTo>
                  <a:pt x="1231392" y="64008"/>
                </a:lnTo>
                <a:lnTo>
                  <a:pt x="1269492" y="59436"/>
                </a:lnTo>
                <a:lnTo>
                  <a:pt x="1271016" y="68580"/>
                </a:lnTo>
                <a:lnTo>
                  <a:pt x="1232916" y="73152"/>
                </a:lnTo>
                <a:close/>
              </a:path>
              <a:path w="4338955" h="1306195">
                <a:moveTo>
                  <a:pt x="1299972" y="64008"/>
                </a:moveTo>
                <a:lnTo>
                  <a:pt x="1298448" y="54864"/>
                </a:lnTo>
                <a:lnTo>
                  <a:pt x="1325880" y="51816"/>
                </a:lnTo>
                <a:lnTo>
                  <a:pt x="1336548" y="50292"/>
                </a:lnTo>
                <a:lnTo>
                  <a:pt x="1336548" y="59436"/>
                </a:lnTo>
                <a:lnTo>
                  <a:pt x="1327404" y="60960"/>
                </a:lnTo>
                <a:lnTo>
                  <a:pt x="1299972" y="64008"/>
                </a:lnTo>
                <a:close/>
              </a:path>
              <a:path w="4338955" h="1306195">
                <a:moveTo>
                  <a:pt x="1365504" y="56388"/>
                </a:moveTo>
                <a:lnTo>
                  <a:pt x="1363980" y="47244"/>
                </a:lnTo>
                <a:lnTo>
                  <a:pt x="1402080" y="42672"/>
                </a:lnTo>
                <a:lnTo>
                  <a:pt x="1403604" y="51816"/>
                </a:lnTo>
                <a:lnTo>
                  <a:pt x="1365504" y="56388"/>
                </a:lnTo>
                <a:close/>
              </a:path>
              <a:path w="4338955" h="1306195">
                <a:moveTo>
                  <a:pt x="1431036" y="48768"/>
                </a:moveTo>
                <a:lnTo>
                  <a:pt x="1431036" y="39624"/>
                </a:lnTo>
                <a:lnTo>
                  <a:pt x="1469136" y="35052"/>
                </a:lnTo>
                <a:lnTo>
                  <a:pt x="1469136" y="44196"/>
                </a:lnTo>
                <a:lnTo>
                  <a:pt x="1431036" y="48768"/>
                </a:lnTo>
                <a:close/>
              </a:path>
              <a:path w="4338955" h="1306195">
                <a:moveTo>
                  <a:pt x="1498092" y="42672"/>
                </a:moveTo>
                <a:lnTo>
                  <a:pt x="1496568" y="32004"/>
                </a:lnTo>
                <a:lnTo>
                  <a:pt x="1525524" y="28956"/>
                </a:lnTo>
                <a:lnTo>
                  <a:pt x="1534668" y="28956"/>
                </a:lnTo>
                <a:lnTo>
                  <a:pt x="1536192" y="38100"/>
                </a:lnTo>
                <a:lnTo>
                  <a:pt x="1525524" y="39624"/>
                </a:lnTo>
                <a:lnTo>
                  <a:pt x="1498092" y="42672"/>
                </a:lnTo>
                <a:close/>
              </a:path>
              <a:path w="4338955" h="1306195">
                <a:moveTo>
                  <a:pt x="1563624" y="36576"/>
                </a:moveTo>
                <a:lnTo>
                  <a:pt x="1563624" y="25908"/>
                </a:lnTo>
                <a:lnTo>
                  <a:pt x="1601724" y="22860"/>
                </a:lnTo>
                <a:lnTo>
                  <a:pt x="1601724" y="32004"/>
                </a:lnTo>
                <a:lnTo>
                  <a:pt x="1563624" y="36576"/>
                </a:lnTo>
                <a:close/>
              </a:path>
              <a:path w="4338955" h="1306195">
                <a:moveTo>
                  <a:pt x="1630680" y="30480"/>
                </a:moveTo>
                <a:lnTo>
                  <a:pt x="1629156" y="21336"/>
                </a:lnTo>
                <a:lnTo>
                  <a:pt x="1667256" y="18288"/>
                </a:lnTo>
                <a:lnTo>
                  <a:pt x="1668780" y="27432"/>
                </a:lnTo>
                <a:lnTo>
                  <a:pt x="1630680" y="30480"/>
                </a:lnTo>
                <a:close/>
              </a:path>
              <a:path w="4338955" h="1306195">
                <a:moveTo>
                  <a:pt x="1697736" y="25908"/>
                </a:moveTo>
                <a:lnTo>
                  <a:pt x="1696212" y="16764"/>
                </a:lnTo>
                <a:lnTo>
                  <a:pt x="1732788" y="13716"/>
                </a:lnTo>
                <a:lnTo>
                  <a:pt x="1734312" y="13716"/>
                </a:lnTo>
                <a:lnTo>
                  <a:pt x="1734312" y="22860"/>
                </a:lnTo>
                <a:lnTo>
                  <a:pt x="1697736" y="25908"/>
                </a:lnTo>
                <a:close/>
              </a:path>
              <a:path w="4338955" h="1306195">
                <a:moveTo>
                  <a:pt x="1763268" y="21336"/>
                </a:moveTo>
                <a:lnTo>
                  <a:pt x="1763268" y="12192"/>
                </a:lnTo>
                <a:lnTo>
                  <a:pt x="1801368" y="10668"/>
                </a:lnTo>
                <a:lnTo>
                  <a:pt x="1801368" y="19812"/>
                </a:lnTo>
                <a:lnTo>
                  <a:pt x="1763268" y="21336"/>
                </a:lnTo>
                <a:close/>
              </a:path>
              <a:path w="4338955" h="1306195">
                <a:moveTo>
                  <a:pt x="1830324" y="18288"/>
                </a:moveTo>
                <a:lnTo>
                  <a:pt x="1830324" y="9144"/>
                </a:lnTo>
                <a:lnTo>
                  <a:pt x="1839468" y="7620"/>
                </a:lnTo>
                <a:lnTo>
                  <a:pt x="1868424" y="7620"/>
                </a:lnTo>
                <a:lnTo>
                  <a:pt x="1868424" y="16764"/>
                </a:lnTo>
                <a:lnTo>
                  <a:pt x="1839468" y="16764"/>
                </a:lnTo>
                <a:lnTo>
                  <a:pt x="1830324" y="18288"/>
                </a:lnTo>
                <a:close/>
              </a:path>
              <a:path w="4338955" h="1306195">
                <a:moveTo>
                  <a:pt x="1897380" y="15240"/>
                </a:moveTo>
                <a:lnTo>
                  <a:pt x="1895856" y="6096"/>
                </a:lnTo>
                <a:lnTo>
                  <a:pt x="1933956" y="4572"/>
                </a:lnTo>
                <a:lnTo>
                  <a:pt x="1935480" y="13716"/>
                </a:lnTo>
                <a:lnTo>
                  <a:pt x="1897380" y="15240"/>
                </a:lnTo>
                <a:close/>
              </a:path>
              <a:path w="4338955" h="1306195">
                <a:moveTo>
                  <a:pt x="1962912" y="13716"/>
                </a:moveTo>
                <a:lnTo>
                  <a:pt x="1962912" y="3048"/>
                </a:lnTo>
                <a:lnTo>
                  <a:pt x="2001012" y="3048"/>
                </a:lnTo>
                <a:lnTo>
                  <a:pt x="2001012" y="12192"/>
                </a:lnTo>
                <a:lnTo>
                  <a:pt x="1962912" y="13716"/>
                </a:lnTo>
                <a:close/>
              </a:path>
              <a:path w="4338955" h="1306195">
                <a:moveTo>
                  <a:pt x="2029968" y="12192"/>
                </a:moveTo>
                <a:lnTo>
                  <a:pt x="2029968" y="1524"/>
                </a:lnTo>
                <a:lnTo>
                  <a:pt x="2068068" y="1524"/>
                </a:lnTo>
                <a:lnTo>
                  <a:pt x="2068068" y="10668"/>
                </a:lnTo>
                <a:lnTo>
                  <a:pt x="2058924" y="10668"/>
                </a:lnTo>
                <a:lnTo>
                  <a:pt x="2029968" y="12192"/>
                </a:lnTo>
                <a:close/>
              </a:path>
              <a:path w="4338955" h="1306195">
                <a:moveTo>
                  <a:pt x="2135124" y="10668"/>
                </a:moveTo>
                <a:lnTo>
                  <a:pt x="2097024" y="10668"/>
                </a:lnTo>
                <a:lnTo>
                  <a:pt x="2097024" y="1524"/>
                </a:lnTo>
                <a:lnTo>
                  <a:pt x="2135124" y="1524"/>
                </a:lnTo>
                <a:lnTo>
                  <a:pt x="2135124" y="10668"/>
                </a:lnTo>
                <a:close/>
              </a:path>
              <a:path w="4338955" h="1306195">
                <a:moveTo>
                  <a:pt x="2200656" y="10668"/>
                </a:moveTo>
                <a:lnTo>
                  <a:pt x="2162556" y="10668"/>
                </a:lnTo>
                <a:lnTo>
                  <a:pt x="2162556" y="0"/>
                </a:lnTo>
                <a:lnTo>
                  <a:pt x="2170176" y="0"/>
                </a:lnTo>
                <a:lnTo>
                  <a:pt x="2200656" y="1524"/>
                </a:lnTo>
                <a:lnTo>
                  <a:pt x="2200656" y="10668"/>
                </a:lnTo>
                <a:close/>
              </a:path>
              <a:path w="4338955" h="1306195">
                <a:moveTo>
                  <a:pt x="2267712" y="10668"/>
                </a:moveTo>
                <a:lnTo>
                  <a:pt x="2229612" y="10668"/>
                </a:lnTo>
                <a:lnTo>
                  <a:pt x="2229612" y="1524"/>
                </a:lnTo>
                <a:lnTo>
                  <a:pt x="2267712" y="1524"/>
                </a:lnTo>
                <a:lnTo>
                  <a:pt x="2267712" y="10668"/>
                </a:lnTo>
                <a:close/>
              </a:path>
              <a:path w="4338955" h="1306195">
                <a:moveTo>
                  <a:pt x="2334768" y="12192"/>
                </a:moveTo>
                <a:lnTo>
                  <a:pt x="2296668" y="10668"/>
                </a:lnTo>
                <a:lnTo>
                  <a:pt x="2296668" y="1524"/>
                </a:lnTo>
                <a:lnTo>
                  <a:pt x="2334768" y="3048"/>
                </a:lnTo>
                <a:lnTo>
                  <a:pt x="2334768" y="12192"/>
                </a:lnTo>
                <a:close/>
              </a:path>
              <a:path w="4338955" h="1306195">
                <a:moveTo>
                  <a:pt x="2400300" y="13716"/>
                </a:moveTo>
                <a:lnTo>
                  <a:pt x="2391156" y="13716"/>
                </a:lnTo>
                <a:lnTo>
                  <a:pt x="2363724" y="12192"/>
                </a:lnTo>
                <a:lnTo>
                  <a:pt x="2363724" y="3048"/>
                </a:lnTo>
                <a:lnTo>
                  <a:pt x="2391156" y="4572"/>
                </a:lnTo>
                <a:lnTo>
                  <a:pt x="2401824" y="4572"/>
                </a:lnTo>
                <a:lnTo>
                  <a:pt x="2400300" y="13716"/>
                </a:lnTo>
                <a:close/>
              </a:path>
              <a:path w="4338955" h="1306195">
                <a:moveTo>
                  <a:pt x="2467356" y="16764"/>
                </a:moveTo>
                <a:lnTo>
                  <a:pt x="2429256" y="15240"/>
                </a:lnTo>
                <a:lnTo>
                  <a:pt x="2429256" y="4572"/>
                </a:lnTo>
                <a:lnTo>
                  <a:pt x="2467356" y="6096"/>
                </a:lnTo>
                <a:lnTo>
                  <a:pt x="2467356" y="16764"/>
                </a:lnTo>
                <a:close/>
              </a:path>
              <a:path w="4338955" h="1306195">
                <a:moveTo>
                  <a:pt x="2534412" y="19812"/>
                </a:moveTo>
                <a:lnTo>
                  <a:pt x="2499360" y="16764"/>
                </a:lnTo>
                <a:lnTo>
                  <a:pt x="2496312" y="16764"/>
                </a:lnTo>
                <a:lnTo>
                  <a:pt x="2496312" y="7620"/>
                </a:lnTo>
                <a:lnTo>
                  <a:pt x="2499360" y="7620"/>
                </a:lnTo>
                <a:lnTo>
                  <a:pt x="2534412" y="9144"/>
                </a:lnTo>
                <a:lnTo>
                  <a:pt x="2534412" y="19812"/>
                </a:lnTo>
                <a:close/>
              </a:path>
              <a:path w="4338955" h="1306195">
                <a:moveTo>
                  <a:pt x="2601468" y="22860"/>
                </a:moveTo>
                <a:lnTo>
                  <a:pt x="2563368" y="21336"/>
                </a:lnTo>
                <a:lnTo>
                  <a:pt x="2563368" y="10668"/>
                </a:lnTo>
                <a:lnTo>
                  <a:pt x="2601468" y="13716"/>
                </a:lnTo>
                <a:lnTo>
                  <a:pt x="2601468" y="22860"/>
                </a:lnTo>
                <a:close/>
              </a:path>
              <a:path w="4338955" h="1306195">
                <a:moveTo>
                  <a:pt x="2667000" y="27432"/>
                </a:moveTo>
                <a:lnTo>
                  <a:pt x="2628900" y="24384"/>
                </a:lnTo>
                <a:lnTo>
                  <a:pt x="2630424" y="15240"/>
                </a:lnTo>
                <a:lnTo>
                  <a:pt x="2668524" y="18288"/>
                </a:lnTo>
                <a:lnTo>
                  <a:pt x="2667000" y="27432"/>
                </a:lnTo>
                <a:close/>
              </a:path>
              <a:path w="4338955" h="1306195">
                <a:moveTo>
                  <a:pt x="2734056" y="32004"/>
                </a:moveTo>
                <a:lnTo>
                  <a:pt x="2711196" y="30480"/>
                </a:lnTo>
                <a:lnTo>
                  <a:pt x="2695956" y="28956"/>
                </a:lnTo>
                <a:lnTo>
                  <a:pt x="2695956" y="19812"/>
                </a:lnTo>
                <a:lnTo>
                  <a:pt x="2711196" y="21336"/>
                </a:lnTo>
                <a:lnTo>
                  <a:pt x="2734056" y="22860"/>
                </a:lnTo>
                <a:lnTo>
                  <a:pt x="2734056" y="32004"/>
                </a:lnTo>
                <a:close/>
              </a:path>
              <a:path w="4338955" h="1306195">
                <a:moveTo>
                  <a:pt x="2799588" y="38100"/>
                </a:moveTo>
                <a:lnTo>
                  <a:pt x="2761488" y="35052"/>
                </a:lnTo>
                <a:lnTo>
                  <a:pt x="2763012" y="25908"/>
                </a:lnTo>
                <a:lnTo>
                  <a:pt x="2801112" y="28956"/>
                </a:lnTo>
                <a:lnTo>
                  <a:pt x="2799588" y="38100"/>
                </a:lnTo>
                <a:close/>
              </a:path>
              <a:path w="4338955" h="1306195">
                <a:moveTo>
                  <a:pt x="2866644" y="44196"/>
                </a:moveTo>
                <a:lnTo>
                  <a:pt x="2828544" y="41148"/>
                </a:lnTo>
                <a:lnTo>
                  <a:pt x="2830068" y="32004"/>
                </a:lnTo>
                <a:lnTo>
                  <a:pt x="2866644" y="35052"/>
                </a:lnTo>
                <a:lnTo>
                  <a:pt x="2866644" y="44196"/>
                </a:lnTo>
                <a:close/>
              </a:path>
              <a:path w="4338955" h="1306195">
                <a:moveTo>
                  <a:pt x="2932176" y="51816"/>
                </a:moveTo>
                <a:lnTo>
                  <a:pt x="2913888" y="48768"/>
                </a:lnTo>
                <a:lnTo>
                  <a:pt x="2894076" y="47244"/>
                </a:lnTo>
                <a:lnTo>
                  <a:pt x="2895600" y="38100"/>
                </a:lnTo>
                <a:lnTo>
                  <a:pt x="2913888" y="39624"/>
                </a:lnTo>
                <a:lnTo>
                  <a:pt x="2933700" y="42672"/>
                </a:lnTo>
                <a:lnTo>
                  <a:pt x="2932176" y="51816"/>
                </a:lnTo>
                <a:close/>
              </a:path>
              <a:path w="4338955" h="1306195">
                <a:moveTo>
                  <a:pt x="2999232" y="59436"/>
                </a:moveTo>
                <a:lnTo>
                  <a:pt x="2961132" y="54864"/>
                </a:lnTo>
                <a:lnTo>
                  <a:pt x="2962656" y="45720"/>
                </a:lnTo>
                <a:lnTo>
                  <a:pt x="2999232" y="50292"/>
                </a:lnTo>
                <a:lnTo>
                  <a:pt x="2999232" y="59436"/>
                </a:lnTo>
                <a:close/>
              </a:path>
              <a:path w="4338955" h="1306195">
                <a:moveTo>
                  <a:pt x="3064764" y="68580"/>
                </a:moveTo>
                <a:lnTo>
                  <a:pt x="3026664" y="62484"/>
                </a:lnTo>
                <a:lnTo>
                  <a:pt x="3028188" y="53340"/>
                </a:lnTo>
                <a:lnTo>
                  <a:pt x="3066288" y="57912"/>
                </a:lnTo>
                <a:lnTo>
                  <a:pt x="3064764" y="68580"/>
                </a:lnTo>
                <a:close/>
              </a:path>
              <a:path w="4338955" h="1306195">
                <a:moveTo>
                  <a:pt x="3130296" y="77724"/>
                </a:moveTo>
                <a:lnTo>
                  <a:pt x="3107436" y="74676"/>
                </a:lnTo>
                <a:lnTo>
                  <a:pt x="3093720" y="71628"/>
                </a:lnTo>
                <a:lnTo>
                  <a:pt x="3093720" y="62484"/>
                </a:lnTo>
                <a:lnTo>
                  <a:pt x="3108960" y="64008"/>
                </a:lnTo>
                <a:lnTo>
                  <a:pt x="3131820" y="68580"/>
                </a:lnTo>
                <a:lnTo>
                  <a:pt x="3130296" y="77724"/>
                </a:lnTo>
                <a:close/>
              </a:path>
              <a:path w="4338955" h="1306195">
                <a:moveTo>
                  <a:pt x="3197352" y="86868"/>
                </a:moveTo>
                <a:lnTo>
                  <a:pt x="3159252" y="82296"/>
                </a:lnTo>
                <a:lnTo>
                  <a:pt x="3160776" y="71628"/>
                </a:lnTo>
                <a:lnTo>
                  <a:pt x="3197352" y="77724"/>
                </a:lnTo>
                <a:lnTo>
                  <a:pt x="3197352" y="86868"/>
                </a:lnTo>
                <a:close/>
              </a:path>
              <a:path w="4338955" h="1306195">
                <a:moveTo>
                  <a:pt x="3262884" y="99060"/>
                </a:moveTo>
                <a:lnTo>
                  <a:pt x="3224784" y="92964"/>
                </a:lnTo>
                <a:lnTo>
                  <a:pt x="3226308" y="82296"/>
                </a:lnTo>
                <a:lnTo>
                  <a:pt x="3264408" y="89916"/>
                </a:lnTo>
                <a:lnTo>
                  <a:pt x="3262884" y="99060"/>
                </a:lnTo>
                <a:close/>
              </a:path>
              <a:path w="4338955" h="1306195">
                <a:moveTo>
                  <a:pt x="3328416" y="111252"/>
                </a:moveTo>
                <a:lnTo>
                  <a:pt x="3291840" y="103632"/>
                </a:lnTo>
                <a:lnTo>
                  <a:pt x="3290316" y="103632"/>
                </a:lnTo>
                <a:lnTo>
                  <a:pt x="3291840" y="94488"/>
                </a:lnTo>
                <a:lnTo>
                  <a:pt x="3293364" y="94488"/>
                </a:lnTo>
                <a:lnTo>
                  <a:pt x="3329940" y="100584"/>
                </a:lnTo>
                <a:lnTo>
                  <a:pt x="3328416" y="111252"/>
                </a:lnTo>
                <a:close/>
              </a:path>
              <a:path w="4338955" h="1306195">
                <a:moveTo>
                  <a:pt x="3392424" y="123444"/>
                </a:moveTo>
                <a:lnTo>
                  <a:pt x="3378708" y="120396"/>
                </a:lnTo>
                <a:lnTo>
                  <a:pt x="3355848" y="115824"/>
                </a:lnTo>
                <a:lnTo>
                  <a:pt x="3357372" y="106680"/>
                </a:lnTo>
                <a:lnTo>
                  <a:pt x="3381756" y="111252"/>
                </a:lnTo>
                <a:lnTo>
                  <a:pt x="3395472" y="114300"/>
                </a:lnTo>
                <a:lnTo>
                  <a:pt x="3392424" y="123444"/>
                </a:lnTo>
                <a:close/>
              </a:path>
              <a:path w="4338955" h="1306195">
                <a:moveTo>
                  <a:pt x="3457956" y="137160"/>
                </a:moveTo>
                <a:lnTo>
                  <a:pt x="3421380" y="129540"/>
                </a:lnTo>
                <a:lnTo>
                  <a:pt x="3422904" y="120396"/>
                </a:lnTo>
                <a:lnTo>
                  <a:pt x="3461004" y="128016"/>
                </a:lnTo>
                <a:lnTo>
                  <a:pt x="3457956" y="137160"/>
                </a:lnTo>
                <a:close/>
              </a:path>
              <a:path w="4338955" h="1306195">
                <a:moveTo>
                  <a:pt x="3523488" y="152400"/>
                </a:moveTo>
                <a:lnTo>
                  <a:pt x="3485388" y="143256"/>
                </a:lnTo>
                <a:lnTo>
                  <a:pt x="3488436" y="134112"/>
                </a:lnTo>
                <a:lnTo>
                  <a:pt x="3525012" y="143256"/>
                </a:lnTo>
                <a:lnTo>
                  <a:pt x="3523488" y="152400"/>
                </a:lnTo>
                <a:close/>
              </a:path>
              <a:path w="4338955" h="1306195">
                <a:moveTo>
                  <a:pt x="3587496" y="169164"/>
                </a:moveTo>
                <a:lnTo>
                  <a:pt x="3550920" y="158496"/>
                </a:lnTo>
                <a:lnTo>
                  <a:pt x="3553968" y="149352"/>
                </a:lnTo>
                <a:lnTo>
                  <a:pt x="3590544" y="160020"/>
                </a:lnTo>
                <a:lnTo>
                  <a:pt x="3587496" y="169164"/>
                </a:lnTo>
                <a:close/>
              </a:path>
              <a:path w="4338955" h="1306195">
                <a:moveTo>
                  <a:pt x="3651504" y="185928"/>
                </a:moveTo>
                <a:lnTo>
                  <a:pt x="3624072" y="178308"/>
                </a:lnTo>
                <a:lnTo>
                  <a:pt x="3614928" y="175260"/>
                </a:lnTo>
                <a:lnTo>
                  <a:pt x="3617976" y="166116"/>
                </a:lnTo>
                <a:lnTo>
                  <a:pt x="3627120" y="169164"/>
                </a:lnTo>
                <a:lnTo>
                  <a:pt x="3654552" y="176784"/>
                </a:lnTo>
                <a:lnTo>
                  <a:pt x="3651504" y="185928"/>
                </a:lnTo>
                <a:close/>
              </a:path>
              <a:path w="4338955" h="1306195">
                <a:moveTo>
                  <a:pt x="3715512" y="204216"/>
                </a:moveTo>
                <a:lnTo>
                  <a:pt x="3700272" y="199644"/>
                </a:lnTo>
                <a:lnTo>
                  <a:pt x="3678936" y="193548"/>
                </a:lnTo>
                <a:lnTo>
                  <a:pt x="3681984" y="184404"/>
                </a:lnTo>
                <a:lnTo>
                  <a:pt x="3701796" y="190500"/>
                </a:lnTo>
                <a:lnTo>
                  <a:pt x="3718560" y="195072"/>
                </a:lnTo>
                <a:lnTo>
                  <a:pt x="3715512" y="204216"/>
                </a:lnTo>
                <a:close/>
              </a:path>
              <a:path w="4338955" h="1306195">
                <a:moveTo>
                  <a:pt x="3779520" y="225552"/>
                </a:moveTo>
                <a:lnTo>
                  <a:pt x="3742944" y="213360"/>
                </a:lnTo>
                <a:lnTo>
                  <a:pt x="3745992" y="204216"/>
                </a:lnTo>
                <a:lnTo>
                  <a:pt x="3782568" y="216408"/>
                </a:lnTo>
                <a:lnTo>
                  <a:pt x="3779520" y="225552"/>
                </a:lnTo>
                <a:close/>
              </a:path>
              <a:path w="4338955" h="1306195">
                <a:moveTo>
                  <a:pt x="3842004" y="246888"/>
                </a:moveTo>
                <a:lnTo>
                  <a:pt x="3838956" y="245364"/>
                </a:lnTo>
                <a:lnTo>
                  <a:pt x="3806952" y="234696"/>
                </a:lnTo>
                <a:lnTo>
                  <a:pt x="3810000" y="225552"/>
                </a:lnTo>
                <a:lnTo>
                  <a:pt x="3842004" y="236220"/>
                </a:lnTo>
                <a:lnTo>
                  <a:pt x="3845052" y="237744"/>
                </a:lnTo>
                <a:lnTo>
                  <a:pt x="3842004" y="246888"/>
                </a:lnTo>
                <a:close/>
              </a:path>
              <a:path w="4338955" h="1306195">
                <a:moveTo>
                  <a:pt x="3904488" y="269748"/>
                </a:moveTo>
                <a:lnTo>
                  <a:pt x="3902964" y="269748"/>
                </a:lnTo>
                <a:lnTo>
                  <a:pt x="3869436" y="257556"/>
                </a:lnTo>
                <a:lnTo>
                  <a:pt x="3872484" y="248412"/>
                </a:lnTo>
                <a:lnTo>
                  <a:pt x="3906012" y="260604"/>
                </a:lnTo>
                <a:lnTo>
                  <a:pt x="3907536" y="262128"/>
                </a:lnTo>
                <a:lnTo>
                  <a:pt x="3904488" y="269748"/>
                </a:lnTo>
                <a:close/>
              </a:path>
              <a:path w="4338955" h="1306195">
                <a:moveTo>
                  <a:pt x="3965448" y="295656"/>
                </a:moveTo>
                <a:lnTo>
                  <a:pt x="3963924" y="295656"/>
                </a:lnTo>
                <a:lnTo>
                  <a:pt x="3930396" y="281940"/>
                </a:lnTo>
                <a:lnTo>
                  <a:pt x="3934968" y="272796"/>
                </a:lnTo>
                <a:lnTo>
                  <a:pt x="3966972" y="286512"/>
                </a:lnTo>
                <a:lnTo>
                  <a:pt x="3970020" y="288036"/>
                </a:lnTo>
                <a:lnTo>
                  <a:pt x="3965448" y="295656"/>
                </a:lnTo>
                <a:close/>
              </a:path>
              <a:path w="4338955" h="1306195">
                <a:moveTo>
                  <a:pt x="4024884" y="324612"/>
                </a:moveTo>
                <a:lnTo>
                  <a:pt x="3991356" y="307848"/>
                </a:lnTo>
                <a:lnTo>
                  <a:pt x="3995928" y="300228"/>
                </a:lnTo>
                <a:lnTo>
                  <a:pt x="4023360" y="312420"/>
                </a:lnTo>
                <a:lnTo>
                  <a:pt x="4029456" y="315468"/>
                </a:lnTo>
                <a:lnTo>
                  <a:pt x="4024884" y="324612"/>
                </a:lnTo>
                <a:close/>
              </a:path>
              <a:path w="4338955" h="1306195">
                <a:moveTo>
                  <a:pt x="4084320" y="356616"/>
                </a:moveTo>
                <a:lnTo>
                  <a:pt x="4072128" y="348996"/>
                </a:lnTo>
                <a:lnTo>
                  <a:pt x="4050792" y="338328"/>
                </a:lnTo>
                <a:lnTo>
                  <a:pt x="4055364" y="329184"/>
                </a:lnTo>
                <a:lnTo>
                  <a:pt x="4075176" y="339852"/>
                </a:lnTo>
                <a:lnTo>
                  <a:pt x="4088892" y="347472"/>
                </a:lnTo>
                <a:lnTo>
                  <a:pt x="4084320" y="356616"/>
                </a:lnTo>
                <a:close/>
              </a:path>
              <a:path w="4338955" h="1306195">
                <a:moveTo>
                  <a:pt x="4140708" y="390144"/>
                </a:moveTo>
                <a:lnTo>
                  <a:pt x="4119372" y="376428"/>
                </a:lnTo>
                <a:lnTo>
                  <a:pt x="4108704" y="370332"/>
                </a:lnTo>
                <a:lnTo>
                  <a:pt x="4113276" y="362712"/>
                </a:lnTo>
                <a:lnTo>
                  <a:pt x="4123944" y="368808"/>
                </a:lnTo>
                <a:lnTo>
                  <a:pt x="4145280" y="382524"/>
                </a:lnTo>
                <a:lnTo>
                  <a:pt x="4140708" y="390144"/>
                </a:lnTo>
                <a:close/>
              </a:path>
              <a:path w="4338955" h="1306195">
                <a:moveTo>
                  <a:pt x="4194048" y="429768"/>
                </a:moveTo>
                <a:lnTo>
                  <a:pt x="4163568" y="406908"/>
                </a:lnTo>
                <a:lnTo>
                  <a:pt x="4169664" y="399288"/>
                </a:lnTo>
                <a:lnTo>
                  <a:pt x="4200144" y="422148"/>
                </a:lnTo>
                <a:lnTo>
                  <a:pt x="4194048" y="429768"/>
                </a:lnTo>
                <a:close/>
              </a:path>
              <a:path w="4338955" h="1306195">
                <a:moveTo>
                  <a:pt x="4242816" y="473964"/>
                </a:moveTo>
                <a:lnTo>
                  <a:pt x="4235196" y="463296"/>
                </a:lnTo>
                <a:lnTo>
                  <a:pt x="4215384" y="448056"/>
                </a:lnTo>
                <a:lnTo>
                  <a:pt x="4223004" y="440436"/>
                </a:lnTo>
                <a:lnTo>
                  <a:pt x="4241292" y="457200"/>
                </a:lnTo>
                <a:lnTo>
                  <a:pt x="4250436" y="466344"/>
                </a:lnTo>
                <a:lnTo>
                  <a:pt x="4242816" y="473964"/>
                </a:lnTo>
                <a:close/>
              </a:path>
              <a:path w="4338955" h="1306195">
                <a:moveTo>
                  <a:pt x="4285488" y="524256"/>
                </a:moveTo>
                <a:lnTo>
                  <a:pt x="4262628" y="493776"/>
                </a:lnTo>
                <a:lnTo>
                  <a:pt x="4270248" y="487680"/>
                </a:lnTo>
                <a:lnTo>
                  <a:pt x="4293108" y="518160"/>
                </a:lnTo>
                <a:lnTo>
                  <a:pt x="4285488" y="524256"/>
                </a:lnTo>
                <a:close/>
              </a:path>
              <a:path w="4338955" h="1306195">
                <a:moveTo>
                  <a:pt x="4315968" y="582168"/>
                </a:moveTo>
                <a:lnTo>
                  <a:pt x="4305300" y="556260"/>
                </a:lnTo>
                <a:lnTo>
                  <a:pt x="4300728" y="548640"/>
                </a:lnTo>
                <a:lnTo>
                  <a:pt x="4308348" y="542544"/>
                </a:lnTo>
                <a:lnTo>
                  <a:pt x="4314444" y="551688"/>
                </a:lnTo>
                <a:lnTo>
                  <a:pt x="4325112" y="577596"/>
                </a:lnTo>
                <a:lnTo>
                  <a:pt x="4315968" y="582168"/>
                </a:lnTo>
                <a:close/>
              </a:path>
              <a:path w="4338955" h="1306195">
                <a:moveTo>
                  <a:pt x="4338828" y="644652"/>
                </a:moveTo>
                <a:lnTo>
                  <a:pt x="4329684" y="644652"/>
                </a:lnTo>
                <a:lnTo>
                  <a:pt x="4328160" y="620268"/>
                </a:lnTo>
                <a:lnTo>
                  <a:pt x="4325112" y="608076"/>
                </a:lnTo>
                <a:lnTo>
                  <a:pt x="4334256" y="606552"/>
                </a:lnTo>
                <a:lnTo>
                  <a:pt x="4337304" y="618744"/>
                </a:lnTo>
                <a:lnTo>
                  <a:pt x="4338828" y="644652"/>
                </a:lnTo>
                <a:close/>
              </a:path>
              <a:path w="4338955" h="1306195">
                <a:moveTo>
                  <a:pt x="4331208" y="711708"/>
                </a:moveTo>
                <a:lnTo>
                  <a:pt x="4322064" y="710184"/>
                </a:lnTo>
                <a:lnTo>
                  <a:pt x="4328160" y="685800"/>
                </a:lnTo>
                <a:lnTo>
                  <a:pt x="4328160" y="673608"/>
                </a:lnTo>
                <a:lnTo>
                  <a:pt x="4337304" y="673608"/>
                </a:lnTo>
                <a:lnTo>
                  <a:pt x="4337304" y="687324"/>
                </a:lnTo>
                <a:lnTo>
                  <a:pt x="4331208" y="711708"/>
                </a:lnTo>
                <a:close/>
              </a:path>
              <a:path w="4338955" h="1306195">
                <a:moveTo>
                  <a:pt x="4302252" y="774192"/>
                </a:moveTo>
                <a:lnTo>
                  <a:pt x="4294632" y="768096"/>
                </a:lnTo>
                <a:lnTo>
                  <a:pt x="4305300" y="749808"/>
                </a:lnTo>
                <a:lnTo>
                  <a:pt x="4311396" y="736092"/>
                </a:lnTo>
                <a:lnTo>
                  <a:pt x="4320540" y="739140"/>
                </a:lnTo>
                <a:lnTo>
                  <a:pt x="4314444" y="752856"/>
                </a:lnTo>
                <a:lnTo>
                  <a:pt x="4302252" y="774192"/>
                </a:lnTo>
                <a:close/>
              </a:path>
              <a:path w="4338955" h="1306195">
                <a:moveTo>
                  <a:pt x="4261104" y="827532"/>
                </a:moveTo>
                <a:lnTo>
                  <a:pt x="4255008" y="821436"/>
                </a:lnTo>
                <a:lnTo>
                  <a:pt x="4262628" y="812292"/>
                </a:lnTo>
                <a:lnTo>
                  <a:pt x="4279392" y="792480"/>
                </a:lnTo>
                <a:lnTo>
                  <a:pt x="4285488" y="797052"/>
                </a:lnTo>
                <a:lnTo>
                  <a:pt x="4270248" y="818388"/>
                </a:lnTo>
                <a:lnTo>
                  <a:pt x="4261104" y="827532"/>
                </a:lnTo>
                <a:close/>
              </a:path>
              <a:path w="4338955" h="1306195">
                <a:moveTo>
                  <a:pt x="4213860" y="873252"/>
                </a:moveTo>
                <a:lnTo>
                  <a:pt x="4206240" y="867156"/>
                </a:lnTo>
                <a:lnTo>
                  <a:pt x="4233672" y="842772"/>
                </a:lnTo>
                <a:lnTo>
                  <a:pt x="4235196" y="841248"/>
                </a:lnTo>
                <a:lnTo>
                  <a:pt x="4241292" y="847344"/>
                </a:lnTo>
                <a:lnTo>
                  <a:pt x="4241292" y="848868"/>
                </a:lnTo>
                <a:lnTo>
                  <a:pt x="4213860" y="873252"/>
                </a:lnTo>
                <a:close/>
              </a:path>
              <a:path w="4338955" h="1306195">
                <a:moveTo>
                  <a:pt x="4158996" y="914400"/>
                </a:moveTo>
                <a:lnTo>
                  <a:pt x="4154424" y="906780"/>
                </a:lnTo>
                <a:lnTo>
                  <a:pt x="4162044" y="900684"/>
                </a:lnTo>
                <a:lnTo>
                  <a:pt x="4184904" y="883920"/>
                </a:lnTo>
                <a:lnTo>
                  <a:pt x="4191000" y="891540"/>
                </a:lnTo>
                <a:lnTo>
                  <a:pt x="4168140" y="908304"/>
                </a:lnTo>
                <a:lnTo>
                  <a:pt x="4158996" y="914400"/>
                </a:lnTo>
                <a:close/>
              </a:path>
              <a:path w="4338955" h="1306195">
                <a:moveTo>
                  <a:pt x="4102608" y="949452"/>
                </a:moveTo>
                <a:lnTo>
                  <a:pt x="4098036" y="941832"/>
                </a:lnTo>
                <a:lnTo>
                  <a:pt x="4119372" y="929640"/>
                </a:lnTo>
                <a:lnTo>
                  <a:pt x="4130040" y="922020"/>
                </a:lnTo>
                <a:lnTo>
                  <a:pt x="4136136" y="929640"/>
                </a:lnTo>
                <a:lnTo>
                  <a:pt x="4123944" y="937260"/>
                </a:lnTo>
                <a:lnTo>
                  <a:pt x="4102608" y="949452"/>
                </a:lnTo>
                <a:close/>
              </a:path>
              <a:path w="4338955" h="1306195">
                <a:moveTo>
                  <a:pt x="4044696" y="982980"/>
                </a:moveTo>
                <a:lnTo>
                  <a:pt x="4040124" y="973836"/>
                </a:lnTo>
                <a:lnTo>
                  <a:pt x="4070604" y="957072"/>
                </a:lnTo>
                <a:lnTo>
                  <a:pt x="4073652" y="955548"/>
                </a:lnTo>
                <a:lnTo>
                  <a:pt x="4078224" y="964692"/>
                </a:lnTo>
                <a:lnTo>
                  <a:pt x="4076700" y="966216"/>
                </a:lnTo>
                <a:lnTo>
                  <a:pt x="4044696" y="982980"/>
                </a:lnTo>
                <a:close/>
              </a:path>
              <a:path w="4338955" h="1306195">
                <a:moveTo>
                  <a:pt x="3983736" y="1011936"/>
                </a:moveTo>
                <a:lnTo>
                  <a:pt x="3980688" y="1002792"/>
                </a:lnTo>
                <a:lnTo>
                  <a:pt x="4014216" y="986028"/>
                </a:lnTo>
                <a:lnTo>
                  <a:pt x="4018788" y="995172"/>
                </a:lnTo>
                <a:lnTo>
                  <a:pt x="3983736" y="1011936"/>
                </a:lnTo>
                <a:close/>
              </a:path>
              <a:path w="4338955" h="1306195">
                <a:moveTo>
                  <a:pt x="3922776" y="1037844"/>
                </a:moveTo>
                <a:lnTo>
                  <a:pt x="3919728" y="1028700"/>
                </a:lnTo>
                <a:lnTo>
                  <a:pt x="3954780" y="1014984"/>
                </a:lnTo>
                <a:lnTo>
                  <a:pt x="3957828" y="1022604"/>
                </a:lnTo>
                <a:lnTo>
                  <a:pt x="3922776" y="1037844"/>
                </a:lnTo>
                <a:close/>
              </a:path>
              <a:path w="4338955" h="1306195">
                <a:moveTo>
                  <a:pt x="3860292" y="1062228"/>
                </a:moveTo>
                <a:lnTo>
                  <a:pt x="3857244" y="1053084"/>
                </a:lnTo>
                <a:lnTo>
                  <a:pt x="3892296" y="1039368"/>
                </a:lnTo>
                <a:lnTo>
                  <a:pt x="3896868" y="1048512"/>
                </a:lnTo>
                <a:lnTo>
                  <a:pt x="3860292" y="1062228"/>
                </a:lnTo>
                <a:close/>
              </a:path>
              <a:path w="4338955" h="1306195">
                <a:moveTo>
                  <a:pt x="3797808" y="1085088"/>
                </a:moveTo>
                <a:lnTo>
                  <a:pt x="3794760" y="1075944"/>
                </a:lnTo>
                <a:lnTo>
                  <a:pt x="3831336" y="1063752"/>
                </a:lnTo>
                <a:lnTo>
                  <a:pt x="3834384" y="1072896"/>
                </a:lnTo>
                <a:lnTo>
                  <a:pt x="3797808" y="1085088"/>
                </a:lnTo>
                <a:close/>
              </a:path>
              <a:path w="4338955" h="1306195">
                <a:moveTo>
                  <a:pt x="3733800" y="1104900"/>
                </a:moveTo>
                <a:lnTo>
                  <a:pt x="3730752" y="1095756"/>
                </a:lnTo>
                <a:lnTo>
                  <a:pt x="3767328" y="1085088"/>
                </a:lnTo>
                <a:lnTo>
                  <a:pt x="3770376" y="1094232"/>
                </a:lnTo>
                <a:lnTo>
                  <a:pt x="3733800" y="1104900"/>
                </a:lnTo>
                <a:close/>
              </a:path>
              <a:path w="4338955" h="1306195">
                <a:moveTo>
                  <a:pt x="3669792" y="1124712"/>
                </a:moveTo>
                <a:lnTo>
                  <a:pt x="3668268" y="1115568"/>
                </a:lnTo>
                <a:lnTo>
                  <a:pt x="3698748" y="1106424"/>
                </a:lnTo>
                <a:lnTo>
                  <a:pt x="3704844" y="1104900"/>
                </a:lnTo>
                <a:lnTo>
                  <a:pt x="3706368" y="1114044"/>
                </a:lnTo>
                <a:lnTo>
                  <a:pt x="3701796" y="1115568"/>
                </a:lnTo>
                <a:lnTo>
                  <a:pt x="3669792" y="1124712"/>
                </a:lnTo>
                <a:close/>
              </a:path>
              <a:path w="4338955" h="1306195">
                <a:moveTo>
                  <a:pt x="3605784" y="1143000"/>
                </a:moveTo>
                <a:lnTo>
                  <a:pt x="3604260" y="1133856"/>
                </a:lnTo>
                <a:lnTo>
                  <a:pt x="3624072" y="1127760"/>
                </a:lnTo>
                <a:lnTo>
                  <a:pt x="3640836" y="1123188"/>
                </a:lnTo>
                <a:lnTo>
                  <a:pt x="3642360" y="1132332"/>
                </a:lnTo>
                <a:lnTo>
                  <a:pt x="3627120" y="1136904"/>
                </a:lnTo>
                <a:lnTo>
                  <a:pt x="3605784" y="1143000"/>
                </a:lnTo>
                <a:close/>
              </a:path>
              <a:path w="4338955" h="1306195">
                <a:moveTo>
                  <a:pt x="3541776" y="1159764"/>
                </a:moveTo>
                <a:lnTo>
                  <a:pt x="3538728" y="1149096"/>
                </a:lnTo>
                <a:lnTo>
                  <a:pt x="3546348" y="1147572"/>
                </a:lnTo>
                <a:lnTo>
                  <a:pt x="3575304" y="1139952"/>
                </a:lnTo>
                <a:lnTo>
                  <a:pt x="3578352" y="1149096"/>
                </a:lnTo>
                <a:lnTo>
                  <a:pt x="3547872" y="1156716"/>
                </a:lnTo>
                <a:lnTo>
                  <a:pt x="3541776" y="1159764"/>
                </a:lnTo>
                <a:close/>
              </a:path>
              <a:path w="4338955" h="1306195">
                <a:moveTo>
                  <a:pt x="3476244" y="1175004"/>
                </a:moveTo>
                <a:lnTo>
                  <a:pt x="3474720" y="1164336"/>
                </a:lnTo>
                <a:lnTo>
                  <a:pt x="3511296" y="1156716"/>
                </a:lnTo>
                <a:lnTo>
                  <a:pt x="3512820" y="1165860"/>
                </a:lnTo>
                <a:lnTo>
                  <a:pt x="3476244" y="1175004"/>
                </a:lnTo>
                <a:close/>
              </a:path>
              <a:path w="4338955" h="1306195">
                <a:moveTo>
                  <a:pt x="3410712" y="1188720"/>
                </a:moveTo>
                <a:lnTo>
                  <a:pt x="3409188" y="1179576"/>
                </a:lnTo>
                <a:lnTo>
                  <a:pt x="3445764" y="1170432"/>
                </a:lnTo>
                <a:lnTo>
                  <a:pt x="3448812" y="1181100"/>
                </a:lnTo>
                <a:lnTo>
                  <a:pt x="3410712" y="1188720"/>
                </a:lnTo>
                <a:close/>
              </a:path>
              <a:path w="4338955" h="1306195">
                <a:moveTo>
                  <a:pt x="3345180" y="1200912"/>
                </a:moveTo>
                <a:lnTo>
                  <a:pt x="3343656" y="1191768"/>
                </a:lnTo>
                <a:lnTo>
                  <a:pt x="3378708" y="1185672"/>
                </a:lnTo>
                <a:lnTo>
                  <a:pt x="3381756" y="1185672"/>
                </a:lnTo>
                <a:lnTo>
                  <a:pt x="3383280" y="1194816"/>
                </a:lnTo>
                <a:lnTo>
                  <a:pt x="3381756" y="1194816"/>
                </a:lnTo>
                <a:lnTo>
                  <a:pt x="3345180" y="1200912"/>
                </a:lnTo>
                <a:close/>
              </a:path>
              <a:path w="4338955" h="1306195">
                <a:moveTo>
                  <a:pt x="3279648" y="1214628"/>
                </a:moveTo>
                <a:lnTo>
                  <a:pt x="3278124" y="1203960"/>
                </a:lnTo>
                <a:lnTo>
                  <a:pt x="3291840" y="1202436"/>
                </a:lnTo>
                <a:lnTo>
                  <a:pt x="3316224" y="1197864"/>
                </a:lnTo>
                <a:lnTo>
                  <a:pt x="3317748" y="1207008"/>
                </a:lnTo>
                <a:lnTo>
                  <a:pt x="3293364" y="1211580"/>
                </a:lnTo>
                <a:lnTo>
                  <a:pt x="3279648" y="1214628"/>
                </a:lnTo>
                <a:close/>
              </a:path>
              <a:path w="4338955" h="1306195">
                <a:moveTo>
                  <a:pt x="3214116" y="1225296"/>
                </a:moveTo>
                <a:lnTo>
                  <a:pt x="3212592" y="1216152"/>
                </a:lnTo>
                <a:lnTo>
                  <a:pt x="3250692" y="1210056"/>
                </a:lnTo>
                <a:lnTo>
                  <a:pt x="3252216" y="1219200"/>
                </a:lnTo>
                <a:lnTo>
                  <a:pt x="3214116" y="1225296"/>
                </a:lnTo>
                <a:close/>
              </a:path>
              <a:path w="4338955" h="1306195">
                <a:moveTo>
                  <a:pt x="3148584" y="1235964"/>
                </a:moveTo>
                <a:lnTo>
                  <a:pt x="3147060" y="1226820"/>
                </a:lnTo>
                <a:lnTo>
                  <a:pt x="3185160" y="1220724"/>
                </a:lnTo>
                <a:lnTo>
                  <a:pt x="3186684" y="1229868"/>
                </a:lnTo>
                <a:lnTo>
                  <a:pt x="3148584" y="1235964"/>
                </a:lnTo>
                <a:close/>
              </a:path>
              <a:path w="4338955" h="1306195">
                <a:moveTo>
                  <a:pt x="3081528" y="1245108"/>
                </a:moveTo>
                <a:lnTo>
                  <a:pt x="3081528" y="1235964"/>
                </a:lnTo>
                <a:lnTo>
                  <a:pt x="3107436" y="1232916"/>
                </a:lnTo>
                <a:lnTo>
                  <a:pt x="3118104" y="1229868"/>
                </a:lnTo>
                <a:lnTo>
                  <a:pt x="3119628" y="1240536"/>
                </a:lnTo>
                <a:lnTo>
                  <a:pt x="3108960" y="1242060"/>
                </a:lnTo>
                <a:lnTo>
                  <a:pt x="3081528" y="1245108"/>
                </a:lnTo>
                <a:close/>
              </a:path>
              <a:path w="4338955" h="1306195">
                <a:moveTo>
                  <a:pt x="3015996" y="1254252"/>
                </a:moveTo>
                <a:lnTo>
                  <a:pt x="3014472" y="1245108"/>
                </a:lnTo>
                <a:lnTo>
                  <a:pt x="3052572" y="1239012"/>
                </a:lnTo>
                <a:lnTo>
                  <a:pt x="3054096" y="1249680"/>
                </a:lnTo>
                <a:lnTo>
                  <a:pt x="3015996" y="1254252"/>
                </a:lnTo>
                <a:close/>
              </a:path>
              <a:path w="4338955" h="1306195">
                <a:moveTo>
                  <a:pt x="2950464" y="1261872"/>
                </a:moveTo>
                <a:lnTo>
                  <a:pt x="2948940" y="1252728"/>
                </a:lnTo>
                <a:lnTo>
                  <a:pt x="2987040" y="1248156"/>
                </a:lnTo>
                <a:lnTo>
                  <a:pt x="2987040" y="1257300"/>
                </a:lnTo>
                <a:lnTo>
                  <a:pt x="2950464" y="1261872"/>
                </a:lnTo>
                <a:close/>
              </a:path>
              <a:path w="4338955" h="1306195">
                <a:moveTo>
                  <a:pt x="2883408" y="1269492"/>
                </a:moveTo>
                <a:lnTo>
                  <a:pt x="2881884" y="1260348"/>
                </a:lnTo>
                <a:lnTo>
                  <a:pt x="2913888" y="1257300"/>
                </a:lnTo>
                <a:lnTo>
                  <a:pt x="2919984" y="1255776"/>
                </a:lnTo>
                <a:lnTo>
                  <a:pt x="2921508" y="1264920"/>
                </a:lnTo>
                <a:lnTo>
                  <a:pt x="2915412" y="1266444"/>
                </a:lnTo>
                <a:lnTo>
                  <a:pt x="2883408" y="1269492"/>
                </a:lnTo>
                <a:close/>
              </a:path>
              <a:path w="4338955" h="1306195">
                <a:moveTo>
                  <a:pt x="2817876" y="1275588"/>
                </a:moveTo>
                <a:lnTo>
                  <a:pt x="2816352" y="1266444"/>
                </a:lnTo>
                <a:lnTo>
                  <a:pt x="2854452" y="1263396"/>
                </a:lnTo>
                <a:lnTo>
                  <a:pt x="2854452" y="1272540"/>
                </a:lnTo>
                <a:lnTo>
                  <a:pt x="2817876" y="1275588"/>
                </a:lnTo>
                <a:close/>
              </a:path>
              <a:path w="4338955" h="1306195">
                <a:moveTo>
                  <a:pt x="2750820" y="1281684"/>
                </a:moveTo>
                <a:lnTo>
                  <a:pt x="2749296" y="1272540"/>
                </a:lnTo>
                <a:lnTo>
                  <a:pt x="2787396" y="1269492"/>
                </a:lnTo>
                <a:lnTo>
                  <a:pt x="2788920" y="1278636"/>
                </a:lnTo>
                <a:lnTo>
                  <a:pt x="2750820" y="1281684"/>
                </a:lnTo>
                <a:close/>
              </a:path>
              <a:path w="4338955" h="1306195">
                <a:moveTo>
                  <a:pt x="2683764" y="1286256"/>
                </a:moveTo>
                <a:lnTo>
                  <a:pt x="2683764" y="1277112"/>
                </a:lnTo>
                <a:lnTo>
                  <a:pt x="2709672" y="1275588"/>
                </a:lnTo>
                <a:lnTo>
                  <a:pt x="2721864" y="1274064"/>
                </a:lnTo>
                <a:lnTo>
                  <a:pt x="2721864" y="1284732"/>
                </a:lnTo>
                <a:lnTo>
                  <a:pt x="2711196" y="1284732"/>
                </a:lnTo>
                <a:lnTo>
                  <a:pt x="2683764" y="1286256"/>
                </a:lnTo>
                <a:close/>
              </a:path>
              <a:path w="4338955" h="1306195">
                <a:moveTo>
                  <a:pt x="2618232" y="1290828"/>
                </a:moveTo>
                <a:lnTo>
                  <a:pt x="2616708" y="1281684"/>
                </a:lnTo>
                <a:lnTo>
                  <a:pt x="2654808" y="1278636"/>
                </a:lnTo>
                <a:lnTo>
                  <a:pt x="2656332" y="1289304"/>
                </a:lnTo>
                <a:lnTo>
                  <a:pt x="2618232" y="1290828"/>
                </a:lnTo>
                <a:close/>
              </a:path>
              <a:path w="4338955" h="1306195">
                <a:moveTo>
                  <a:pt x="2551176" y="1295400"/>
                </a:moveTo>
                <a:lnTo>
                  <a:pt x="2551176" y="1286256"/>
                </a:lnTo>
                <a:lnTo>
                  <a:pt x="2589276" y="1283208"/>
                </a:lnTo>
                <a:lnTo>
                  <a:pt x="2589276" y="1293876"/>
                </a:lnTo>
                <a:lnTo>
                  <a:pt x="2551176" y="1295400"/>
                </a:lnTo>
                <a:close/>
              </a:path>
              <a:path w="4338955" h="1306195">
                <a:moveTo>
                  <a:pt x="2499360" y="1298448"/>
                </a:moveTo>
                <a:lnTo>
                  <a:pt x="2484120" y="1298448"/>
                </a:lnTo>
                <a:lnTo>
                  <a:pt x="2484120" y="1289304"/>
                </a:lnTo>
                <a:lnTo>
                  <a:pt x="2499360" y="1287780"/>
                </a:lnTo>
                <a:lnTo>
                  <a:pt x="2522220" y="1287780"/>
                </a:lnTo>
                <a:lnTo>
                  <a:pt x="2522220" y="1296924"/>
                </a:lnTo>
                <a:lnTo>
                  <a:pt x="2499360" y="1298448"/>
                </a:lnTo>
                <a:close/>
              </a:path>
              <a:path w="4338955" h="1306195">
                <a:moveTo>
                  <a:pt x="2417064" y="1301496"/>
                </a:moveTo>
                <a:lnTo>
                  <a:pt x="2417064" y="1292352"/>
                </a:lnTo>
                <a:lnTo>
                  <a:pt x="2455164" y="1290828"/>
                </a:lnTo>
                <a:lnTo>
                  <a:pt x="2455164" y="1299972"/>
                </a:lnTo>
                <a:lnTo>
                  <a:pt x="2417064" y="1301496"/>
                </a:lnTo>
                <a:close/>
              </a:path>
              <a:path w="4338955" h="1306195">
                <a:moveTo>
                  <a:pt x="2351532" y="1303020"/>
                </a:moveTo>
                <a:lnTo>
                  <a:pt x="2350008" y="1293876"/>
                </a:lnTo>
                <a:lnTo>
                  <a:pt x="2388108" y="1292352"/>
                </a:lnTo>
                <a:lnTo>
                  <a:pt x="2389632" y="1301496"/>
                </a:lnTo>
                <a:lnTo>
                  <a:pt x="2351532" y="1303020"/>
                </a:lnTo>
                <a:close/>
              </a:path>
              <a:path w="4338955" h="1306195">
                <a:moveTo>
                  <a:pt x="2284476" y="1304544"/>
                </a:moveTo>
                <a:lnTo>
                  <a:pt x="2284476" y="1295400"/>
                </a:lnTo>
                <a:lnTo>
                  <a:pt x="2322576" y="1293876"/>
                </a:lnTo>
                <a:lnTo>
                  <a:pt x="2322576" y="1303020"/>
                </a:lnTo>
                <a:lnTo>
                  <a:pt x="2284476" y="1304544"/>
                </a:lnTo>
                <a:close/>
              </a:path>
              <a:path w="4338955" h="1306195">
                <a:moveTo>
                  <a:pt x="2255520" y="1304544"/>
                </a:moveTo>
                <a:lnTo>
                  <a:pt x="2217420" y="1304544"/>
                </a:lnTo>
                <a:lnTo>
                  <a:pt x="2217420" y="1295400"/>
                </a:lnTo>
                <a:lnTo>
                  <a:pt x="2255520" y="1295400"/>
                </a:lnTo>
                <a:lnTo>
                  <a:pt x="2255520" y="1304544"/>
                </a:lnTo>
                <a:close/>
              </a:path>
              <a:path w="4338955" h="1306195">
                <a:moveTo>
                  <a:pt x="2170176" y="1306068"/>
                </a:moveTo>
                <a:lnTo>
                  <a:pt x="2150364" y="1304544"/>
                </a:lnTo>
                <a:lnTo>
                  <a:pt x="2150364" y="1295400"/>
                </a:lnTo>
                <a:lnTo>
                  <a:pt x="2188464" y="1295400"/>
                </a:lnTo>
                <a:lnTo>
                  <a:pt x="2188464" y="1304544"/>
                </a:lnTo>
                <a:lnTo>
                  <a:pt x="2170176" y="1306068"/>
                </a:lnTo>
                <a:close/>
              </a:path>
              <a:path w="4338955" h="1306195">
                <a:moveTo>
                  <a:pt x="2122932" y="1304544"/>
                </a:moveTo>
                <a:lnTo>
                  <a:pt x="2084832" y="1304544"/>
                </a:lnTo>
                <a:lnTo>
                  <a:pt x="2084832" y="1295400"/>
                </a:lnTo>
                <a:lnTo>
                  <a:pt x="2122932" y="1295400"/>
                </a:lnTo>
                <a:lnTo>
                  <a:pt x="2122932" y="1304544"/>
                </a:lnTo>
                <a:close/>
              </a:path>
              <a:path w="4338955" h="1306195">
                <a:moveTo>
                  <a:pt x="2055876" y="1304544"/>
                </a:moveTo>
                <a:lnTo>
                  <a:pt x="2017776" y="1303020"/>
                </a:lnTo>
                <a:lnTo>
                  <a:pt x="2017776" y="1293876"/>
                </a:lnTo>
                <a:lnTo>
                  <a:pt x="2055876" y="1295400"/>
                </a:lnTo>
                <a:lnTo>
                  <a:pt x="2055876" y="1304544"/>
                </a:lnTo>
                <a:close/>
              </a:path>
              <a:path w="4338955" h="1306195">
                <a:moveTo>
                  <a:pt x="1988820" y="1303020"/>
                </a:moveTo>
                <a:lnTo>
                  <a:pt x="1950720" y="1301496"/>
                </a:lnTo>
                <a:lnTo>
                  <a:pt x="1950720" y="1292352"/>
                </a:lnTo>
                <a:lnTo>
                  <a:pt x="1988820" y="1293876"/>
                </a:lnTo>
                <a:lnTo>
                  <a:pt x="1988820" y="1303020"/>
                </a:lnTo>
                <a:close/>
              </a:path>
              <a:path w="4338955" h="1306195">
                <a:moveTo>
                  <a:pt x="1921764" y="1301496"/>
                </a:moveTo>
                <a:lnTo>
                  <a:pt x="1883664" y="1299972"/>
                </a:lnTo>
                <a:lnTo>
                  <a:pt x="1883664" y="1290828"/>
                </a:lnTo>
                <a:lnTo>
                  <a:pt x="1921764" y="1292352"/>
                </a:lnTo>
                <a:lnTo>
                  <a:pt x="1921764" y="1301496"/>
                </a:lnTo>
                <a:close/>
              </a:path>
              <a:path w="4338955" h="1306195">
                <a:moveTo>
                  <a:pt x="1856232" y="1298448"/>
                </a:moveTo>
                <a:lnTo>
                  <a:pt x="1839468" y="1298448"/>
                </a:lnTo>
                <a:lnTo>
                  <a:pt x="1818132" y="1296924"/>
                </a:lnTo>
                <a:lnTo>
                  <a:pt x="1818132" y="1287780"/>
                </a:lnTo>
                <a:lnTo>
                  <a:pt x="1839468" y="1287780"/>
                </a:lnTo>
                <a:lnTo>
                  <a:pt x="1856232" y="1289304"/>
                </a:lnTo>
                <a:lnTo>
                  <a:pt x="1856232" y="1298448"/>
                </a:lnTo>
                <a:close/>
              </a:path>
              <a:path w="4338955" h="1306195">
                <a:moveTo>
                  <a:pt x="1789176" y="1295400"/>
                </a:moveTo>
                <a:lnTo>
                  <a:pt x="1751076" y="1293876"/>
                </a:lnTo>
                <a:lnTo>
                  <a:pt x="1751076" y="1283208"/>
                </a:lnTo>
                <a:lnTo>
                  <a:pt x="1789176" y="1286256"/>
                </a:lnTo>
                <a:lnTo>
                  <a:pt x="1789176" y="1295400"/>
                </a:lnTo>
                <a:close/>
              </a:path>
              <a:path w="4338955" h="1306195">
                <a:moveTo>
                  <a:pt x="1722120" y="1290828"/>
                </a:moveTo>
                <a:lnTo>
                  <a:pt x="1684020" y="1289304"/>
                </a:lnTo>
                <a:lnTo>
                  <a:pt x="1685544" y="1280160"/>
                </a:lnTo>
                <a:lnTo>
                  <a:pt x="1722120" y="1281684"/>
                </a:lnTo>
                <a:lnTo>
                  <a:pt x="1722120" y="1290828"/>
                </a:lnTo>
                <a:close/>
              </a:path>
              <a:path w="4338955" h="1306195">
                <a:moveTo>
                  <a:pt x="1655064" y="1286256"/>
                </a:moveTo>
                <a:lnTo>
                  <a:pt x="1627632" y="1284732"/>
                </a:lnTo>
                <a:lnTo>
                  <a:pt x="1616964" y="1284732"/>
                </a:lnTo>
                <a:lnTo>
                  <a:pt x="1618488" y="1274064"/>
                </a:lnTo>
                <a:lnTo>
                  <a:pt x="1629156" y="1275588"/>
                </a:lnTo>
                <a:lnTo>
                  <a:pt x="1656588" y="1277112"/>
                </a:lnTo>
                <a:lnTo>
                  <a:pt x="1655064" y="1286256"/>
                </a:lnTo>
                <a:close/>
              </a:path>
              <a:path w="4338955" h="1306195">
                <a:moveTo>
                  <a:pt x="1589532" y="1281684"/>
                </a:moveTo>
                <a:lnTo>
                  <a:pt x="1551432" y="1278636"/>
                </a:lnTo>
                <a:lnTo>
                  <a:pt x="1551432" y="1269492"/>
                </a:lnTo>
                <a:lnTo>
                  <a:pt x="1589532" y="1272540"/>
                </a:lnTo>
                <a:lnTo>
                  <a:pt x="1589532" y="1281684"/>
                </a:lnTo>
                <a:close/>
              </a:path>
              <a:path w="4338955" h="1306195">
                <a:moveTo>
                  <a:pt x="1522476" y="1275588"/>
                </a:moveTo>
                <a:lnTo>
                  <a:pt x="1484376" y="1272540"/>
                </a:lnTo>
                <a:lnTo>
                  <a:pt x="1485900" y="1263396"/>
                </a:lnTo>
                <a:lnTo>
                  <a:pt x="1524000" y="1266444"/>
                </a:lnTo>
                <a:lnTo>
                  <a:pt x="1522476" y="1275588"/>
                </a:lnTo>
                <a:close/>
              </a:path>
              <a:path w="4338955" h="1306195">
                <a:moveTo>
                  <a:pt x="1456944" y="1269492"/>
                </a:moveTo>
                <a:lnTo>
                  <a:pt x="1424940" y="1266444"/>
                </a:lnTo>
                <a:lnTo>
                  <a:pt x="1418844" y="1264920"/>
                </a:lnTo>
                <a:lnTo>
                  <a:pt x="1418844" y="1255776"/>
                </a:lnTo>
                <a:lnTo>
                  <a:pt x="1424940" y="1257300"/>
                </a:lnTo>
                <a:lnTo>
                  <a:pt x="1456944" y="1260348"/>
                </a:lnTo>
                <a:lnTo>
                  <a:pt x="1456944" y="1269492"/>
                </a:lnTo>
                <a:close/>
              </a:path>
              <a:path w="4338955" h="1306195">
                <a:moveTo>
                  <a:pt x="1389888" y="1261872"/>
                </a:moveTo>
                <a:lnTo>
                  <a:pt x="1351788" y="1257300"/>
                </a:lnTo>
                <a:lnTo>
                  <a:pt x="1353312" y="1248156"/>
                </a:lnTo>
                <a:lnTo>
                  <a:pt x="1391412" y="1252728"/>
                </a:lnTo>
                <a:lnTo>
                  <a:pt x="1389888" y="1261872"/>
                </a:lnTo>
                <a:close/>
              </a:path>
              <a:path w="4338955" h="1306195">
                <a:moveTo>
                  <a:pt x="1324356" y="1254252"/>
                </a:moveTo>
                <a:lnTo>
                  <a:pt x="1286256" y="1249680"/>
                </a:lnTo>
                <a:lnTo>
                  <a:pt x="1287780" y="1239012"/>
                </a:lnTo>
                <a:lnTo>
                  <a:pt x="1324356" y="1245108"/>
                </a:lnTo>
                <a:lnTo>
                  <a:pt x="1324356" y="1254252"/>
                </a:lnTo>
                <a:close/>
              </a:path>
              <a:path w="4338955" h="1306195">
                <a:moveTo>
                  <a:pt x="1257300" y="1245108"/>
                </a:moveTo>
                <a:lnTo>
                  <a:pt x="1229868" y="1242060"/>
                </a:lnTo>
                <a:lnTo>
                  <a:pt x="1219200" y="1240536"/>
                </a:lnTo>
                <a:lnTo>
                  <a:pt x="1220724" y="1229868"/>
                </a:lnTo>
                <a:lnTo>
                  <a:pt x="1231392" y="1231392"/>
                </a:lnTo>
                <a:lnTo>
                  <a:pt x="1258824" y="1235964"/>
                </a:lnTo>
                <a:lnTo>
                  <a:pt x="1257300" y="1245108"/>
                </a:lnTo>
                <a:close/>
              </a:path>
              <a:path w="4338955" h="1306195">
                <a:moveTo>
                  <a:pt x="1191768" y="1235964"/>
                </a:moveTo>
                <a:lnTo>
                  <a:pt x="1153668" y="1229868"/>
                </a:lnTo>
                <a:lnTo>
                  <a:pt x="1155192" y="1220724"/>
                </a:lnTo>
                <a:lnTo>
                  <a:pt x="1193292" y="1226820"/>
                </a:lnTo>
                <a:lnTo>
                  <a:pt x="1191768" y="1235964"/>
                </a:lnTo>
                <a:close/>
              </a:path>
              <a:path w="4338955" h="1306195">
                <a:moveTo>
                  <a:pt x="1126236" y="1225296"/>
                </a:moveTo>
                <a:lnTo>
                  <a:pt x="1088136" y="1219200"/>
                </a:lnTo>
                <a:lnTo>
                  <a:pt x="1089660" y="1210056"/>
                </a:lnTo>
                <a:lnTo>
                  <a:pt x="1127760" y="1216152"/>
                </a:lnTo>
                <a:lnTo>
                  <a:pt x="1126236" y="1225296"/>
                </a:lnTo>
                <a:close/>
              </a:path>
              <a:path w="4338955" h="1306195">
                <a:moveTo>
                  <a:pt x="1059180" y="1214628"/>
                </a:moveTo>
                <a:lnTo>
                  <a:pt x="1045464" y="1211580"/>
                </a:lnTo>
                <a:lnTo>
                  <a:pt x="1022604" y="1207008"/>
                </a:lnTo>
                <a:lnTo>
                  <a:pt x="1024128" y="1197864"/>
                </a:lnTo>
                <a:lnTo>
                  <a:pt x="1046988" y="1202436"/>
                </a:lnTo>
                <a:lnTo>
                  <a:pt x="1060704" y="1203960"/>
                </a:lnTo>
                <a:lnTo>
                  <a:pt x="1059180" y="1214628"/>
                </a:lnTo>
                <a:close/>
              </a:path>
              <a:path w="4338955" h="1306195">
                <a:moveTo>
                  <a:pt x="993648" y="1202436"/>
                </a:moveTo>
                <a:lnTo>
                  <a:pt x="958596" y="1194816"/>
                </a:lnTo>
                <a:lnTo>
                  <a:pt x="957072" y="1194816"/>
                </a:lnTo>
                <a:lnTo>
                  <a:pt x="958596" y="1185672"/>
                </a:lnTo>
                <a:lnTo>
                  <a:pt x="960120" y="1185672"/>
                </a:lnTo>
                <a:lnTo>
                  <a:pt x="996696" y="1191768"/>
                </a:lnTo>
                <a:lnTo>
                  <a:pt x="993648" y="1202436"/>
                </a:lnTo>
                <a:close/>
              </a:path>
              <a:path w="4338955" h="1306195">
                <a:moveTo>
                  <a:pt x="928116" y="1188720"/>
                </a:moveTo>
                <a:lnTo>
                  <a:pt x="891540" y="1181100"/>
                </a:lnTo>
                <a:lnTo>
                  <a:pt x="893064" y="1171956"/>
                </a:lnTo>
                <a:lnTo>
                  <a:pt x="931164" y="1179576"/>
                </a:lnTo>
                <a:lnTo>
                  <a:pt x="928116" y="1188720"/>
                </a:lnTo>
                <a:close/>
              </a:path>
              <a:path w="4338955" h="1306195">
                <a:moveTo>
                  <a:pt x="864108" y="1175004"/>
                </a:moveTo>
                <a:lnTo>
                  <a:pt x="826008" y="1165860"/>
                </a:lnTo>
                <a:lnTo>
                  <a:pt x="829056" y="1156716"/>
                </a:lnTo>
                <a:lnTo>
                  <a:pt x="865632" y="1165860"/>
                </a:lnTo>
                <a:lnTo>
                  <a:pt x="864108" y="1175004"/>
                </a:lnTo>
                <a:close/>
              </a:path>
              <a:path w="4338955" h="1306195">
                <a:moveTo>
                  <a:pt x="798576" y="1159764"/>
                </a:moveTo>
                <a:lnTo>
                  <a:pt x="790956" y="1156716"/>
                </a:lnTo>
                <a:lnTo>
                  <a:pt x="762000" y="1149096"/>
                </a:lnTo>
                <a:lnTo>
                  <a:pt x="763524" y="1139952"/>
                </a:lnTo>
                <a:lnTo>
                  <a:pt x="794004" y="1147572"/>
                </a:lnTo>
                <a:lnTo>
                  <a:pt x="800100" y="1150620"/>
                </a:lnTo>
                <a:lnTo>
                  <a:pt x="798576" y="1159764"/>
                </a:lnTo>
                <a:close/>
              </a:path>
              <a:path w="4338955" h="1306195">
                <a:moveTo>
                  <a:pt x="734568" y="1143000"/>
                </a:moveTo>
                <a:lnTo>
                  <a:pt x="713232" y="1136904"/>
                </a:lnTo>
                <a:lnTo>
                  <a:pt x="696468" y="1132332"/>
                </a:lnTo>
                <a:lnTo>
                  <a:pt x="699516" y="1123188"/>
                </a:lnTo>
                <a:lnTo>
                  <a:pt x="714756" y="1127760"/>
                </a:lnTo>
                <a:lnTo>
                  <a:pt x="736092" y="1133856"/>
                </a:lnTo>
                <a:lnTo>
                  <a:pt x="734568" y="1143000"/>
                </a:lnTo>
                <a:close/>
              </a:path>
              <a:path w="4338955" h="1306195">
                <a:moveTo>
                  <a:pt x="669036" y="1124712"/>
                </a:moveTo>
                <a:lnTo>
                  <a:pt x="637032" y="1115568"/>
                </a:lnTo>
                <a:lnTo>
                  <a:pt x="632460" y="1114044"/>
                </a:lnTo>
                <a:lnTo>
                  <a:pt x="635508" y="1104900"/>
                </a:lnTo>
                <a:lnTo>
                  <a:pt x="640080" y="1106424"/>
                </a:lnTo>
                <a:lnTo>
                  <a:pt x="672084" y="1115568"/>
                </a:lnTo>
                <a:lnTo>
                  <a:pt x="669036" y="1124712"/>
                </a:lnTo>
                <a:close/>
              </a:path>
              <a:path w="4338955" h="1306195">
                <a:moveTo>
                  <a:pt x="605028" y="1104900"/>
                </a:moveTo>
                <a:lnTo>
                  <a:pt x="568452" y="1094232"/>
                </a:lnTo>
                <a:lnTo>
                  <a:pt x="571500" y="1085088"/>
                </a:lnTo>
                <a:lnTo>
                  <a:pt x="608076" y="1097280"/>
                </a:lnTo>
                <a:lnTo>
                  <a:pt x="605028" y="1104900"/>
                </a:lnTo>
                <a:close/>
              </a:path>
              <a:path w="4338955" h="1306195">
                <a:moveTo>
                  <a:pt x="542544" y="1085088"/>
                </a:moveTo>
                <a:lnTo>
                  <a:pt x="505968" y="1072896"/>
                </a:lnTo>
                <a:lnTo>
                  <a:pt x="509016" y="1063752"/>
                </a:lnTo>
                <a:lnTo>
                  <a:pt x="545592" y="1075944"/>
                </a:lnTo>
                <a:lnTo>
                  <a:pt x="542544" y="1085088"/>
                </a:lnTo>
                <a:close/>
              </a:path>
              <a:path w="4338955" h="1306195">
                <a:moveTo>
                  <a:pt x="478536" y="1062228"/>
                </a:moveTo>
                <a:lnTo>
                  <a:pt x="443484" y="1048512"/>
                </a:lnTo>
                <a:lnTo>
                  <a:pt x="446532" y="1040892"/>
                </a:lnTo>
                <a:lnTo>
                  <a:pt x="483108" y="1053084"/>
                </a:lnTo>
                <a:lnTo>
                  <a:pt x="478536" y="1062228"/>
                </a:lnTo>
                <a:close/>
              </a:path>
              <a:path w="4338955" h="1306195">
                <a:moveTo>
                  <a:pt x="416052" y="1037844"/>
                </a:moveTo>
                <a:lnTo>
                  <a:pt x="381000" y="1024128"/>
                </a:lnTo>
                <a:lnTo>
                  <a:pt x="385572" y="1014984"/>
                </a:lnTo>
                <a:lnTo>
                  <a:pt x="420624" y="1030224"/>
                </a:lnTo>
                <a:lnTo>
                  <a:pt x="416052" y="1037844"/>
                </a:lnTo>
                <a:close/>
              </a:path>
              <a:path w="4338955" h="1306195">
                <a:moveTo>
                  <a:pt x="355092" y="1011936"/>
                </a:moveTo>
                <a:lnTo>
                  <a:pt x="321564" y="995172"/>
                </a:lnTo>
                <a:lnTo>
                  <a:pt x="324612" y="987552"/>
                </a:lnTo>
                <a:lnTo>
                  <a:pt x="359664" y="1002792"/>
                </a:lnTo>
                <a:lnTo>
                  <a:pt x="355092" y="1011936"/>
                </a:lnTo>
                <a:close/>
              </a:path>
              <a:path w="4338955" h="1306195">
                <a:moveTo>
                  <a:pt x="295656" y="982980"/>
                </a:moveTo>
                <a:lnTo>
                  <a:pt x="263652" y="966216"/>
                </a:lnTo>
                <a:lnTo>
                  <a:pt x="262128" y="964692"/>
                </a:lnTo>
                <a:lnTo>
                  <a:pt x="266700" y="957072"/>
                </a:lnTo>
                <a:lnTo>
                  <a:pt x="268224" y="957072"/>
                </a:lnTo>
                <a:lnTo>
                  <a:pt x="300228" y="973836"/>
                </a:lnTo>
                <a:lnTo>
                  <a:pt x="295656" y="982980"/>
                </a:lnTo>
                <a:close/>
              </a:path>
              <a:path w="4338955" h="1306195">
                <a:moveTo>
                  <a:pt x="236220" y="950976"/>
                </a:moveTo>
                <a:lnTo>
                  <a:pt x="214884" y="937260"/>
                </a:lnTo>
                <a:lnTo>
                  <a:pt x="204216" y="929640"/>
                </a:lnTo>
                <a:lnTo>
                  <a:pt x="208788" y="922020"/>
                </a:lnTo>
                <a:lnTo>
                  <a:pt x="240792" y="941832"/>
                </a:lnTo>
                <a:lnTo>
                  <a:pt x="236220" y="950976"/>
                </a:lnTo>
                <a:close/>
              </a:path>
              <a:path w="4338955" h="1306195">
                <a:moveTo>
                  <a:pt x="179832" y="914400"/>
                </a:moveTo>
                <a:lnTo>
                  <a:pt x="172212" y="909828"/>
                </a:lnTo>
                <a:lnTo>
                  <a:pt x="149352" y="891540"/>
                </a:lnTo>
                <a:lnTo>
                  <a:pt x="155448" y="883920"/>
                </a:lnTo>
                <a:lnTo>
                  <a:pt x="176784" y="900684"/>
                </a:lnTo>
                <a:lnTo>
                  <a:pt x="185928" y="906780"/>
                </a:lnTo>
                <a:lnTo>
                  <a:pt x="179832" y="914400"/>
                </a:lnTo>
                <a:close/>
              </a:path>
              <a:path w="4338955" h="1306195">
                <a:moveTo>
                  <a:pt x="126492" y="873252"/>
                </a:moveTo>
                <a:lnTo>
                  <a:pt x="99060" y="848868"/>
                </a:lnTo>
                <a:lnTo>
                  <a:pt x="97536" y="848868"/>
                </a:lnTo>
                <a:lnTo>
                  <a:pt x="105156" y="841248"/>
                </a:lnTo>
                <a:lnTo>
                  <a:pt x="105156" y="842772"/>
                </a:lnTo>
                <a:lnTo>
                  <a:pt x="132588" y="867156"/>
                </a:lnTo>
                <a:lnTo>
                  <a:pt x="126492" y="873252"/>
                </a:lnTo>
                <a:close/>
              </a:path>
              <a:path w="4338955" h="1306195">
                <a:moveTo>
                  <a:pt x="77724" y="827532"/>
                </a:moveTo>
                <a:lnTo>
                  <a:pt x="68580" y="818388"/>
                </a:lnTo>
                <a:lnTo>
                  <a:pt x="53340" y="798576"/>
                </a:lnTo>
                <a:lnTo>
                  <a:pt x="60960" y="792480"/>
                </a:lnTo>
                <a:lnTo>
                  <a:pt x="76200" y="812292"/>
                </a:lnTo>
                <a:lnTo>
                  <a:pt x="85344" y="821436"/>
                </a:lnTo>
                <a:lnTo>
                  <a:pt x="77724" y="827532"/>
                </a:lnTo>
                <a:close/>
              </a:path>
              <a:path w="4338955" h="1306195">
                <a:moveTo>
                  <a:pt x="36576" y="774192"/>
                </a:moveTo>
                <a:lnTo>
                  <a:pt x="24384" y="754380"/>
                </a:lnTo>
                <a:lnTo>
                  <a:pt x="18288" y="739140"/>
                </a:lnTo>
                <a:lnTo>
                  <a:pt x="27432" y="736092"/>
                </a:lnTo>
                <a:lnTo>
                  <a:pt x="33528" y="749808"/>
                </a:lnTo>
                <a:lnTo>
                  <a:pt x="45720" y="769620"/>
                </a:lnTo>
                <a:lnTo>
                  <a:pt x="36576" y="7741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4865" marR="5080">
              <a:lnSpc>
                <a:spcPct val="100000"/>
              </a:lnSpc>
              <a:spcBef>
                <a:spcPts val="100"/>
              </a:spcBef>
            </a:pPr>
            <a:r>
              <a:rPr spc="-190" dirty="0"/>
              <a:t>Study </a:t>
            </a:r>
            <a:r>
              <a:rPr spc="-30" dirty="0"/>
              <a:t>the</a:t>
            </a:r>
            <a:r>
              <a:rPr spc="-434" dirty="0"/>
              <a:t> </a:t>
            </a:r>
            <a:r>
              <a:rPr spc="-25" dirty="0"/>
              <a:t>Exceptional  </a:t>
            </a:r>
            <a:r>
              <a:rPr spc="-210" dirty="0"/>
              <a:t>Entities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79011" y="2617755"/>
            <a:ext cx="6012180" cy="300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408305" indent="-342900">
              <a:lnSpc>
                <a:spcPct val="100000"/>
              </a:lnSpc>
              <a:spcBef>
                <a:spcPts val="105"/>
              </a:spcBef>
            </a:pPr>
            <a:r>
              <a:rPr sz="2000" spc="-65" dirty="0">
                <a:solidFill>
                  <a:srgbClr val="3F3F3F"/>
                </a:solidFill>
                <a:latin typeface="Verdana"/>
                <a:cs typeface="Verdana"/>
              </a:rPr>
              <a:t>Problem:</a:t>
            </a:r>
            <a:r>
              <a:rPr sz="2000" spc="-1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Verdana"/>
                <a:cs typeface="Verdana"/>
              </a:rPr>
              <a:t>How</a:t>
            </a:r>
            <a:r>
              <a:rPr sz="2000" spc="-16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120" dirty="0">
                <a:solidFill>
                  <a:srgbClr val="FF0000"/>
                </a:solidFill>
                <a:latin typeface="Verdana"/>
                <a:cs typeface="Verdana"/>
              </a:rPr>
              <a:t>can</a:t>
            </a:r>
            <a:r>
              <a:rPr sz="2000" spc="-1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30" dirty="0">
                <a:solidFill>
                  <a:srgbClr val="FF0000"/>
                </a:solidFill>
                <a:latin typeface="Verdana"/>
                <a:cs typeface="Verdana"/>
              </a:rPr>
              <a:t>you</a:t>
            </a:r>
            <a:r>
              <a:rPr sz="2000" spc="-1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40" dirty="0">
                <a:solidFill>
                  <a:srgbClr val="FF0000"/>
                </a:solidFill>
                <a:latin typeface="Verdana"/>
                <a:cs typeface="Verdana"/>
              </a:rPr>
              <a:t>quickly</a:t>
            </a:r>
            <a:r>
              <a:rPr sz="2000" spc="-17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55" dirty="0">
                <a:solidFill>
                  <a:srgbClr val="FF0000"/>
                </a:solidFill>
                <a:latin typeface="Verdana"/>
                <a:cs typeface="Verdana"/>
              </a:rPr>
              <a:t>identify</a:t>
            </a:r>
            <a:r>
              <a:rPr sz="2000" spc="-17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FF0000"/>
                </a:solidFill>
                <a:latin typeface="Verdana"/>
                <a:cs typeface="Verdana"/>
              </a:rPr>
              <a:t>design  problems?</a:t>
            </a:r>
            <a:endParaRPr sz="2000">
              <a:latin typeface="Verdana"/>
              <a:cs typeface="Verdana"/>
            </a:endParaRPr>
          </a:p>
          <a:p>
            <a:pPr marL="355600" marR="5080" indent="-342900">
              <a:lnSpc>
                <a:spcPct val="100000"/>
              </a:lnSpc>
              <a:spcBef>
                <a:spcPts val="995"/>
              </a:spcBef>
            </a:pPr>
            <a:r>
              <a:rPr sz="2000" spc="-114" dirty="0">
                <a:solidFill>
                  <a:srgbClr val="3F3F3F"/>
                </a:solidFill>
                <a:latin typeface="Verdana"/>
                <a:cs typeface="Verdana"/>
              </a:rPr>
              <a:t>Solution:</a:t>
            </a:r>
            <a:r>
              <a:rPr sz="2000" spc="-1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009900"/>
                </a:solidFill>
                <a:latin typeface="Verdana"/>
                <a:cs typeface="Verdana"/>
              </a:rPr>
              <a:t>Measure</a:t>
            </a:r>
            <a:r>
              <a:rPr sz="2000" spc="-190" dirty="0">
                <a:solidFill>
                  <a:srgbClr val="009900"/>
                </a:solidFill>
                <a:latin typeface="Verdana"/>
                <a:cs typeface="Verdana"/>
              </a:rPr>
              <a:t> </a:t>
            </a:r>
            <a:r>
              <a:rPr sz="2000" spc="-40" dirty="0">
                <a:solidFill>
                  <a:srgbClr val="009900"/>
                </a:solidFill>
                <a:latin typeface="Verdana"/>
                <a:cs typeface="Verdana"/>
              </a:rPr>
              <a:t>software</a:t>
            </a:r>
            <a:r>
              <a:rPr sz="2000" spc="-210" dirty="0">
                <a:solidFill>
                  <a:srgbClr val="009900"/>
                </a:solidFill>
                <a:latin typeface="Verdana"/>
                <a:cs typeface="Verdana"/>
              </a:rPr>
              <a:t> </a:t>
            </a:r>
            <a:r>
              <a:rPr sz="2000" spc="-75" dirty="0">
                <a:solidFill>
                  <a:srgbClr val="009900"/>
                </a:solidFill>
                <a:latin typeface="Verdana"/>
                <a:cs typeface="Verdana"/>
              </a:rPr>
              <a:t>entities</a:t>
            </a:r>
            <a:r>
              <a:rPr sz="2000" spc="-204" dirty="0">
                <a:solidFill>
                  <a:srgbClr val="009900"/>
                </a:solidFill>
                <a:latin typeface="Verdana"/>
                <a:cs typeface="Verdana"/>
              </a:rPr>
              <a:t> </a:t>
            </a:r>
            <a:r>
              <a:rPr sz="2000" spc="80" dirty="0">
                <a:solidFill>
                  <a:srgbClr val="009900"/>
                </a:solidFill>
                <a:latin typeface="Verdana"/>
                <a:cs typeface="Verdana"/>
              </a:rPr>
              <a:t>and</a:t>
            </a:r>
            <a:r>
              <a:rPr sz="2000" spc="-140" dirty="0">
                <a:solidFill>
                  <a:srgbClr val="009900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009900"/>
                </a:solidFill>
                <a:latin typeface="Verdana"/>
                <a:cs typeface="Verdana"/>
              </a:rPr>
              <a:t>study</a:t>
            </a:r>
            <a:r>
              <a:rPr sz="2000" spc="-180" dirty="0">
                <a:solidFill>
                  <a:srgbClr val="009900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009900"/>
                </a:solidFill>
                <a:latin typeface="Verdana"/>
                <a:cs typeface="Verdana"/>
              </a:rPr>
              <a:t>the  </a:t>
            </a:r>
            <a:r>
              <a:rPr sz="2000" spc="-5" dirty="0">
                <a:solidFill>
                  <a:srgbClr val="009900"/>
                </a:solidFill>
                <a:latin typeface="Verdana"/>
                <a:cs typeface="Verdana"/>
              </a:rPr>
              <a:t>anomalous</a:t>
            </a:r>
            <a:r>
              <a:rPr sz="2000" spc="-204" dirty="0">
                <a:solidFill>
                  <a:srgbClr val="009900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009900"/>
                </a:solidFill>
                <a:latin typeface="Verdana"/>
                <a:cs typeface="Verdana"/>
              </a:rPr>
              <a:t>ones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4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1495"/>
              </a:spcBef>
              <a:buClr>
                <a:srgbClr val="A52F0F"/>
              </a:buClr>
              <a:buFont typeface="Georgia"/>
              <a:buChar char=""/>
              <a:tabLst>
                <a:tab pos="354965" algn="l"/>
                <a:tab pos="355600" algn="l"/>
              </a:tabLst>
            </a:pPr>
            <a:r>
              <a:rPr sz="1800" spc="-105" dirty="0">
                <a:solidFill>
                  <a:srgbClr val="3F3F3F"/>
                </a:solidFill>
                <a:latin typeface="Verdana"/>
                <a:cs typeface="Verdana"/>
              </a:rPr>
              <a:t>Use </a:t>
            </a:r>
            <a:r>
              <a:rPr sz="1800" spc="-60" dirty="0">
                <a:solidFill>
                  <a:srgbClr val="3F3F3F"/>
                </a:solidFill>
                <a:latin typeface="Verdana"/>
                <a:cs typeface="Verdana"/>
              </a:rPr>
              <a:t>simple</a:t>
            </a:r>
            <a:r>
              <a:rPr sz="1800" spc="-18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metrics</a:t>
            </a:r>
            <a:endParaRPr sz="18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"/>
              <a:tabLst>
                <a:tab pos="354965" algn="l"/>
                <a:tab pos="355600" algn="l"/>
              </a:tabLst>
            </a:pP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Visualize</a:t>
            </a:r>
            <a:r>
              <a:rPr sz="1800" spc="-17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metrics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to</a:t>
            </a:r>
            <a:r>
              <a:rPr sz="1800" spc="-14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25" dirty="0">
                <a:solidFill>
                  <a:srgbClr val="3F3F3F"/>
                </a:solidFill>
                <a:latin typeface="Verdana"/>
                <a:cs typeface="Verdana"/>
              </a:rPr>
              <a:t>get</a:t>
            </a:r>
            <a:r>
              <a:rPr sz="1800" spc="-11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45" dirty="0">
                <a:solidFill>
                  <a:srgbClr val="3F3F3F"/>
                </a:solidFill>
                <a:latin typeface="Verdana"/>
                <a:cs typeface="Verdana"/>
              </a:rPr>
              <a:t>an</a:t>
            </a:r>
            <a:r>
              <a:rPr sz="1800" spc="-13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3F3F3F"/>
                </a:solidFill>
                <a:latin typeface="Verdana"/>
                <a:cs typeface="Verdana"/>
              </a:rPr>
              <a:t>overview</a:t>
            </a:r>
            <a:endParaRPr sz="18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"/>
              <a:tabLst>
                <a:tab pos="354965" algn="l"/>
                <a:tab pos="355600" algn="l"/>
              </a:tabLst>
            </a:pPr>
            <a:r>
              <a:rPr sz="1800" spc="-85" dirty="0">
                <a:solidFill>
                  <a:srgbClr val="3F3F3F"/>
                </a:solidFill>
                <a:latin typeface="Verdana"/>
                <a:cs typeface="Verdana"/>
              </a:rPr>
              <a:t>Browse</a:t>
            </a:r>
            <a:r>
              <a:rPr sz="1800" spc="-10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3F3F3F"/>
                </a:solidFill>
                <a:latin typeface="Verdana"/>
                <a:cs typeface="Verdana"/>
              </a:rPr>
              <a:t>the</a:t>
            </a:r>
            <a:r>
              <a:rPr sz="1800" spc="-11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130" dirty="0">
                <a:solidFill>
                  <a:srgbClr val="3F3F3F"/>
                </a:solidFill>
                <a:latin typeface="Verdana"/>
                <a:cs typeface="Verdana"/>
              </a:rPr>
              <a:t>code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to</a:t>
            </a:r>
            <a:r>
              <a:rPr sz="1800" spc="-12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25" dirty="0">
                <a:solidFill>
                  <a:srgbClr val="3F3F3F"/>
                </a:solidFill>
                <a:latin typeface="Verdana"/>
                <a:cs typeface="Verdana"/>
              </a:rPr>
              <a:t>get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3F3F3F"/>
                </a:solidFill>
                <a:latin typeface="Verdana"/>
                <a:cs typeface="Verdana"/>
              </a:rPr>
              <a:t>insight</a:t>
            </a:r>
            <a:r>
              <a:rPr sz="18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3F3F3F"/>
                </a:solidFill>
                <a:latin typeface="Verdana"/>
                <a:cs typeface="Verdana"/>
              </a:rPr>
              <a:t>into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3F3F3F"/>
                </a:solidFill>
                <a:latin typeface="Verdana"/>
                <a:cs typeface="Verdana"/>
              </a:rPr>
              <a:t>the</a:t>
            </a:r>
            <a:r>
              <a:rPr sz="1800" spc="-12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anomalies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0462" y="1102838"/>
            <a:ext cx="21780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95" dirty="0"/>
              <a:t>Q</a:t>
            </a:r>
            <a:r>
              <a:rPr spc="-85" dirty="0"/>
              <a:t>u</a:t>
            </a:r>
            <a:r>
              <a:rPr spc="195" dirty="0"/>
              <a:t>e</a:t>
            </a:r>
            <a:r>
              <a:rPr spc="-509" dirty="0"/>
              <a:t>s</a:t>
            </a:r>
            <a:r>
              <a:rPr spc="-200" dirty="0"/>
              <a:t>t</a:t>
            </a:r>
            <a:r>
              <a:rPr spc="-275" dirty="0"/>
              <a:t>i</a:t>
            </a:r>
            <a:r>
              <a:rPr spc="185" dirty="0"/>
              <a:t>o</a:t>
            </a:r>
            <a:r>
              <a:rPr spc="-85" dirty="0"/>
              <a:t>n</a:t>
            </a:r>
            <a:r>
              <a:rPr spc="-480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79011" y="2492696"/>
            <a:ext cx="4209415" cy="283464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95"/>
              </a:spcBef>
              <a:buClr>
                <a:srgbClr val="A52F0F"/>
              </a:buClr>
              <a:buFont typeface="Georgia"/>
              <a:buChar char=""/>
              <a:tabLst>
                <a:tab pos="354965" algn="l"/>
                <a:tab pos="355600" algn="l"/>
              </a:tabLst>
            </a:pP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Which </a:t>
            </a:r>
            <a:r>
              <a:rPr sz="1800" spc="-70" dirty="0">
                <a:solidFill>
                  <a:srgbClr val="3F3F3F"/>
                </a:solidFill>
                <a:latin typeface="Verdana"/>
                <a:cs typeface="Verdana"/>
              </a:rPr>
              <a:t>tools </a:t>
            </a: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to</a:t>
            </a:r>
            <a:r>
              <a:rPr sz="1800" spc="-26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3F3F3F"/>
                </a:solidFill>
                <a:latin typeface="Verdana"/>
                <a:cs typeface="Verdana"/>
              </a:rPr>
              <a:t>use?</a:t>
            </a:r>
            <a:endParaRPr sz="18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"/>
              <a:tabLst>
                <a:tab pos="354965" algn="l"/>
                <a:tab pos="355600" algn="l"/>
              </a:tabLst>
            </a:pP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Which 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metrics </a:t>
            </a: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to</a:t>
            </a:r>
            <a:r>
              <a:rPr sz="1800" spc="-2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40" dirty="0">
                <a:solidFill>
                  <a:srgbClr val="3F3F3F"/>
                </a:solidFill>
                <a:latin typeface="Verdana"/>
                <a:cs typeface="Verdana"/>
              </a:rPr>
              <a:t>collect?</a:t>
            </a:r>
            <a:endParaRPr sz="18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"/>
              <a:tabLst>
                <a:tab pos="354965" algn="l"/>
                <a:tab pos="355600" algn="l"/>
              </a:tabLst>
            </a:pP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Which </a:t>
            </a:r>
            <a:r>
              <a:rPr sz="1800" spc="-80" dirty="0">
                <a:solidFill>
                  <a:srgbClr val="3F3F3F"/>
                </a:solidFill>
                <a:latin typeface="Verdana"/>
                <a:cs typeface="Verdana"/>
              </a:rPr>
              <a:t>thresholds </a:t>
            </a: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to</a:t>
            </a:r>
            <a:r>
              <a:rPr sz="1800" spc="-21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20" dirty="0">
                <a:solidFill>
                  <a:srgbClr val="3F3F3F"/>
                </a:solidFill>
                <a:latin typeface="Verdana"/>
                <a:cs typeface="Verdana"/>
              </a:rPr>
              <a:t>apply</a:t>
            </a:r>
            <a:endParaRPr sz="18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1010"/>
              </a:spcBef>
              <a:buClr>
                <a:srgbClr val="A52F0F"/>
              </a:buClr>
              <a:buFont typeface="Georgia"/>
              <a:buChar char=""/>
              <a:tabLst>
                <a:tab pos="354965" algn="l"/>
                <a:tab pos="355600" algn="l"/>
              </a:tabLst>
            </a:pPr>
            <a:r>
              <a:rPr sz="1800" spc="-15" dirty="0">
                <a:solidFill>
                  <a:srgbClr val="3F3F3F"/>
                </a:solidFill>
                <a:latin typeface="Verdana"/>
                <a:cs typeface="Verdana"/>
              </a:rPr>
              <a:t>How </a:t>
            </a: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to </a:t>
            </a: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interpret </a:t>
            </a:r>
            <a:r>
              <a:rPr sz="1800" spc="-25" dirty="0">
                <a:solidFill>
                  <a:srgbClr val="3F3F3F"/>
                </a:solidFill>
                <a:latin typeface="Verdana"/>
                <a:cs typeface="Verdana"/>
              </a:rPr>
              <a:t>the</a:t>
            </a:r>
            <a:r>
              <a:rPr sz="1800" spc="-38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3F3F3F"/>
                </a:solidFill>
                <a:latin typeface="Verdana"/>
                <a:cs typeface="Verdana"/>
              </a:rPr>
              <a:t>results?</a:t>
            </a:r>
            <a:endParaRPr sz="18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"/>
              <a:tabLst>
                <a:tab pos="354965" algn="l"/>
                <a:tab pos="355600" algn="l"/>
              </a:tabLst>
            </a:pPr>
            <a:r>
              <a:rPr sz="1800" spc="-15" dirty="0">
                <a:solidFill>
                  <a:srgbClr val="3F3F3F"/>
                </a:solidFill>
                <a:latin typeface="Verdana"/>
                <a:cs typeface="Verdana"/>
              </a:rPr>
              <a:t>How</a:t>
            </a:r>
            <a:r>
              <a:rPr sz="1800" spc="-13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to</a:t>
            </a:r>
            <a:r>
              <a:rPr sz="1800" spc="-14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identify</a:t>
            </a:r>
            <a:r>
              <a:rPr sz="1800" spc="-17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3F3F3F"/>
                </a:solidFill>
                <a:latin typeface="Verdana"/>
                <a:cs typeface="Verdana"/>
              </a:rPr>
              <a:t>anomalies</a:t>
            </a:r>
            <a:r>
              <a:rPr sz="1800" spc="-15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3F3F3F"/>
                </a:solidFill>
                <a:latin typeface="Verdana"/>
                <a:cs typeface="Verdana"/>
              </a:rPr>
              <a:t>quickly?</a:t>
            </a:r>
            <a:endParaRPr sz="18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"/>
              <a:tabLst>
                <a:tab pos="354965" algn="l"/>
                <a:tab pos="355600" algn="l"/>
              </a:tabLst>
            </a:pPr>
            <a:r>
              <a:rPr sz="1800" spc="-65" dirty="0">
                <a:solidFill>
                  <a:srgbClr val="3F3F3F"/>
                </a:solidFill>
                <a:latin typeface="Verdana"/>
                <a:cs typeface="Verdana"/>
              </a:rPr>
              <a:t>Should </a:t>
            </a:r>
            <a:r>
              <a:rPr sz="1800" spc="-355" dirty="0">
                <a:solidFill>
                  <a:srgbClr val="3F3F3F"/>
                </a:solidFill>
                <a:latin typeface="Verdana"/>
                <a:cs typeface="Verdana"/>
              </a:rPr>
              <a:t>I </a:t>
            </a:r>
            <a:r>
              <a:rPr sz="1800" spc="-150" dirty="0">
                <a:solidFill>
                  <a:srgbClr val="3F3F3F"/>
                </a:solidFill>
                <a:latin typeface="Verdana"/>
                <a:cs typeface="Verdana"/>
              </a:rPr>
              <a:t>trust</a:t>
            </a:r>
            <a:r>
              <a:rPr sz="1800" spc="-204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3F3F3F"/>
                </a:solidFill>
                <a:latin typeface="Verdana"/>
                <a:cs typeface="Verdana"/>
              </a:rPr>
              <a:t>numbers?</a:t>
            </a:r>
            <a:endParaRPr sz="18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1010"/>
              </a:spcBef>
              <a:buClr>
                <a:srgbClr val="A52F0F"/>
              </a:buClr>
              <a:buFont typeface="Georgia"/>
              <a:buChar char=""/>
              <a:tabLst>
                <a:tab pos="354965" algn="l"/>
                <a:tab pos="355600" algn="l"/>
              </a:tabLst>
            </a:pPr>
            <a:r>
              <a:rPr sz="1800" spc="-25" dirty="0">
                <a:solidFill>
                  <a:srgbClr val="3F3F3F"/>
                </a:solidFill>
                <a:latin typeface="Verdana"/>
                <a:cs typeface="Verdana"/>
              </a:rPr>
              <a:t>What </a:t>
            </a:r>
            <a:r>
              <a:rPr sz="1800" spc="30" dirty="0">
                <a:solidFill>
                  <a:srgbClr val="3F3F3F"/>
                </a:solidFill>
                <a:latin typeface="Verdana"/>
                <a:cs typeface="Verdana"/>
              </a:rPr>
              <a:t>about </a:t>
            </a:r>
            <a:r>
              <a:rPr sz="1800" spc="-45" dirty="0">
                <a:solidFill>
                  <a:srgbClr val="3F3F3F"/>
                </a:solidFill>
                <a:latin typeface="Verdana"/>
                <a:cs typeface="Verdana"/>
              </a:rPr>
              <a:t>normal</a:t>
            </a:r>
            <a:r>
              <a:rPr sz="1800" spc="-370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3F3F3F"/>
                </a:solidFill>
                <a:latin typeface="Verdana"/>
                <a:cs typeface="Verdana"/>
              </a:rPr>
              <a:t>entities?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2000" y="2286000"/>
            <a:ext cx="5943600" cy="41772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4865" marR="392430">
              <a:lnSpc>
                <a:spcPct val="100000"/>
              </a:lnSpc>
              <a:spcBef>
                <a:spcPts val="100"/>
              </a:spcBef>
            </a:pPr>
            <a:r>
              <a:rPr spc="5" dirty="0"/>
              <a:t>CodeCrawler:</a:t>
            </a:r>
            <a:r>
              <a:rPr spc="-295" dirty="0"/>
              <a:t> </a:t>
            </a:r>
            <a:r>
              <a:rPr spc="-145" dirty="0"/>
              <a:t>Visualizing  </a:t>
            </a:r>
            <a:r>
              <a:rPr spc="-70" dirty="0"/>
              <a:t>Metrics</a:t>
            </a:r>
          </a:p>
          <a:p>
            <a:pPr marL="5236845" marR="5080">
              <a:lnSpc>
                <a:spcPct val="87500"/>
              </a:lnSpc>
              <a:spcBef>
                <a:spcPts val="480"/>
              </a:spcBef>
            </a:pPr>
            <a:r>
              <a:rPr sz="2100" spc="10" dirty="0">
                <a:solidFill>
                  <a:srgbClr val="000000"/>
                </a:solidFill>
                <a:latin typeface="Comic Sans MS"/>
                <a:cs typeface="Comic Sans MS"/>
              </a:rPr>
              <a:t>Use </a:t>
            </a:r>
            <a:r>
              <a:rPr sz="2100" i="1" spc="10" dirty="0">
                <a:solidFill>
                  <a:srgbClr val="FF0000"/>
                </a:solidFill>
                <a:latin typeface="Arial"/>
                <a:cs typeface="Arial"/>
              </a:rPr>
              <a:t>simple  </a:t>
            </a:r>
            <a:r>
              <a:rPr sz="2100" spc="5" dirty="0">
                <a:solidFill>
                  <a:srgbClr val="000000"/>
                </a:solidFill>
                <a:latin typeface="Comic Sans MS"/>
                <a:cs typeface="Comic Sans MS"/>
              </a:rPr>
              <a:t>metrics</a:t>
            </a:r>
            <a:r>
              <a:rPr sz="2100" spc="-80" dirty="0">
                <a:solidFill>
                  <a:srgbClr val="000000"/>
                </a:solidFill>
                <a:latin typeface="Comic Sans MS"/>
                <a:cs typeface="Comic Sans MS"/>
              </a:rPr>
              <a:t> </a:t>
            </a:r>
            <a:r>
              <a:rPr sz="2100" spc="10" dirty="0">
                <a:solidFill>
                  <a:srgbClr val="000000"/>
                </a:solidFill>
                <a:latin typeface="Comic Sans MS"/>
                <a:cs typeface="Comic Sans MS"/>
              </a:rPr>
              <a:t>and  </a:t>
            </a:r>
            <a:r>
              <a:rPr sz="2100" spc="5" dirty="0">
                <a:solidFill>
                  <a:srgbClr val="000000"/>
                </a:solidFill>
                <a:latin typeface="Comic Sans MS"/>
                <a:cs typeface="Comic Sans MS"/>
              </a:rPr>
              <a:t>layout  algorithms.</a:t>
            </a:r>
            <a:endParaRPr sz="2100">
              <a:latin typeface="Comic Sans MS"/>
              <a:cs typeface="Comic Sans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660785" y="4700225"/>
            <a:ext cx="862330" cy="67310"/>
            <a:chOff x="7660785" y="4700225"/>
            <a:chExt cx="862330" cy="67310"/>
          </a:xfrm>
        </p:grpSpPr>
        <p:sp>
          <p:nvSpPr>
            <p:cNvPr id="5" name="object 5"/>
            <p:cNvSpPr/>
            <p:nvPr/>
          </p:nvSpPr>
          <p:spPr>
            <a:xfrm>
              <a:off x="7660785" y="4700225"/>
              <a:ext cx="111975" cy="6720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411070" y="4700225"/>
              <a:ext cx="111975" cy="6720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778400" y="4728209"/>
              <a:ext cx="638810" cy="0"/>
            </a:xfrm>
            <a:custGeom>
              <a:avLst/>
              <a:gdLst/>
              <a:ahLst/>
              <a:cxnLst/>
              <a:rect l="l" t="t" r="r" b="b"/>
              <a:pathLst>
                <a:path w="638809">
                  <a:moveTo>
                    <a:pt x="0" y="0"/>
                  </a:moveTo>
                  <a:lnTo>
                    <a:pt x="638270" y="0"/>
                  </a:lnTo>
                </a:path>
              </a:pathLst>
            </a:custGeom>
            <a:ln w="112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7481620" y="3883171"/>
            <a:ext cx="67310" cy="783590"/>
            <a:chOff x="7481620" y="3883171"/>
            <a:chExt cx="67310" cy="783590"/>
          </a:xfrm>
        </p:grpSpPr>
        <p:sp>
          <p:nvSpPr>
            <p:cNvPr id="9" name="object 9"/>
            <p:cNvSpPr/>
            <p:nvPr/>
          </p:nvSpPr>
          <p:spPr>
            <a:xfrm>
              <a:off x="7481620" y="3883171"/>
              <a:ext cx="67208" cy="11188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481620" y="4543539"/>
              <a:ext cx="67208" cy="12312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509605" y="4000690"/>
              <a:ext cx="0" cy="548640"/>
            </a:xfrm>
            <a:custGeom>
              <a:avLst/>
              <a:gdLst/>
              <a:ahLst/>
              <a:cxnLst/>
              <a:rect l="l" t="t" r="r" b="b"/>
              <a:pathLst>
                <a:path h="548639">
                  <a:moveTo>
                    <a:pt x="0" y="0"/>
                  </a:moveTo>
                  <a:lnTo>
                    <a:pt x="0" y="548449"/>
                  </a:lnTo>
                </a:path>
              </a:pathLst>
            </a:custGeom>
            <a:ln w="112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183628" y="4659191"/>
            <a:ext cx="454025" cy="2679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550" dirty="0">
                <a:latin typeface="Comic Sans MS"/>
                <a:cs typeface="Comic Sans MS"/>
              </a:rPr>
              <a:t>(</a:t>
            </a:r>
            <a:r>
              <a:rPr sz="1550" spc="15" dirty="0">
                <a:latin typeface="Comic Sans MS"/>
                <a:cs typeface="Comic Sans MS"/>
              </a:rPr>
              <a:t>x,</a:t>
            </a:r>
            <a:r>
              <a:rPr sz="1550" spc="35" dirty="0">
                <a:latin typeface="Comic Sans MS"/>
                <a:cs typeface="Comic Sans MS"/>
              </a:rPr>
              <a:t>y</a:t>
            </a:r>
            <a:r>
              <a:rPr sz="1550" spc="10" dirty="0">
                <a:latin typeface="Comic Sans MS"/>
                <a:cs typeface="Comic Sans MS"/>
              </a:rPr>
              <a:t>)</a:t>
            </a:r>
            <a:endParaRPr sz="1550">
              <a:latin typeface="Comic Sans MS"/>
              <a:cs typeface="Comic Sans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32852" y="4726247"/>
            <a:ext cx="550545" cy="2679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550" spc="20" dirty="0">
                <a:latin typeface="Comic Sans MS"/>
                <a:cs typeface="Comic Sans MS"/>
              </a:rPr>
              <a:t>width</a:t>
            </a:r>
            <a:endParaRPr sz="1550">
              <a:latin typeface="Comic Sans MS"/>
              <a:cs typeface="Comic Sans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36156" y="4066355"/>
            <a:ext cx="625475" cy="2679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550" spc="10" dirty="0">
                <a:latin typeface="Comic Sans MS"/>
                <a:cs typeface="Comic Sans MS"/>
              </a:rPr>
              <a:t>height</a:t>
            </a:r>
            <a:endParaRPr sz="1550">
              <a:latin typeface="Comic Sans MS"/>
              <a:cs typeface="Comic Sans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644003" y="3899915"/>
            <a:ext cx="907415" cy="761365"/>
          </a:xfrm>
          <a:prstGeom prst="rect">
            <a:avLst/>
          </a:prstGeom>
          <a:solidFill>
            <a:srgbClr val="BFBFBF"/>
          </a:solidFill>
        </p:spPr>
        <p:txBody>
          <a:bodyPr vert="horz" wrap="square" lIns="0" tIns="238760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1880"/>
              </a:spcBef>
            </a:pPr>
            <a:r>
              <a:rPr sz="1550" spc="15" dirty="0">
                <a:latin typeface="Comic Sans MS"/>
                <a:cs typeface="Comic Sans MS"/>
              </a:rPr>
              <a:t>colour</a:t>
            </a:r>
            <a:endParaRPr sz="1550">
              <a:latin typeface="Comic Sans MS"/>
              <a:cs typeface="Comic Sans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915404" y="5230460"/>
            <a:ext cx="1574800" cy="90805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 marR="5080">
              <a:lnSpc>
                <a:spcPct val="87400"/>
              </a:lnSpc>
              <a:spcBef>
                <a:spcPts val="434"/>
              </a:spcBef>
            </a:pPr>
            <a:r>
              <a:rPr sz="2100" spc="5" dirty="0">
                <a:latin typeface="Comic Sans MS"/>
                <a:cs typeface="Comic Sans MS"/>
              </a:rPr>
              <a:t>Visualize </a:t>
            </a:r>
            <a:r>
              <a:rPr sz="2100" spc="10" dirty="0">
                <a:latin typeface="Comic Sans MS"/>
                <a:cs typeface="Comic Sans MS"/>
              </a:rPr>
              <a:t>up  </a:t>
            </a:r>
            <a:r>
              <a:rPr sz="2100" spc="5" dirty="0">
                <a:latin typeface="Comic Sans MS"/>
                <a:cs typeface="Comic Sans MS"/>
              </a:rPr>
              <a:t>to </a:t>
            </a:r>
            <a:r>
              <a:rPr sz="2100" spc="10" dirty="0">
                <a:latin typeface="Comic Sans MS"/>
                <a:cs typeface="Comic Sans MS"/>
              </a:rPr>
              <a:t>5</a:t>
            </a:r>
            <a:r>
              <a:rPr sz="2100" spc="-70" dirty="0">
                <a:latin typeface="Comic Sans MS"/>
                <a:cs typeface="Comic Sans MS"/>
              </a:rPr>
              <a:t> </a:t>
            </a:r>
            <a:r>
              <a:rPr sz="2100" spc="5" dirty="0">
                <a:latin typeface="Comic Sans MS"/>
                <a:cs typeface="Comic Sans MS"/>
              </a:rPr>
              <a:t>metrics  </a:t>
            </a:r>
            <a:r>
              <a:rPr sz="2100" dirty="0">
                <a:latin typeface="Comic Sans MS"/>
                <a:cs typeface="Comic Sans MS"/>
              </a:rPr>
              <a:t>per</a:t>
            </a:r>
            <a:r>
              <a:rPr sz="2100" spc="-10" dirty="0">
                <a:latin typeface="Comic Sans MS"/>
                <a:cs typeface="Comic Sans MS"/>
              </a:rPr>
              <a:t> </a:t>
            </a:r>
            <a:r>
              <a:rPr sz="2100" spc="5" dirty="0">
                <a:latin typeface="Comic Sans MS"/>
                <a:cs typeface="Comic Sans MS"/>
              </a:rPr>
              <a:t>node</a:t>
            </a:r>
            <a:endParaRPr sz="21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515" y="853850"/>
            <a:ext cx="8675370" cy="6222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4865" marR="1778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Initial</a:t>
            </a:r>
            <a:r>
              <a:rPr spc="-325" dirty="0"/>
              <a:t> </a:t>
            </a:r>
            <a:r>
              <a:rPr spc="-65" dirty="0"/>
              <a:t>Understanding  </a:t>
            </a:r>
            <a:r>
              <a:rPr spc="-335" dirty="0"/>
              <a:t>(</a:t>
            </a:r>
            <a:r>
              <a:rPr lang="en-US" spc="-335" dirty="0"/>
              <a:t>revisited)    </a:t>
            </a:r>
            <a:r>
              <a:rPr lang="en-US" sz="2700" i="1" spc="-502" baseline="-16975" dirty="0">
                <a:solidFill>
                  <a:srgbClr val="000000"/>
                </a:solidFill>
                <a:latin typeface="Arial"/>
                <a:cs typeface="Arial"/>
              </a:rPr>
              <a:t>T </a:t>
            </a:r>
            <a:r>
              <a:rPr sz="2700" i="1" spc="-502" baseline="-16975" dirty="0">
                <a:solidFill>
                  <a:srgbClr val="000000"/>
                </a:solidFill>
                <a:latin typeface="Arial"/>
                <a:cs typeface="Arial"/>
              </a:rPr>
              <a:t>op</a:t>
            </a:r>
            <a:r>
              <a:rPr sz="2700" i="1" spc="-457" baseline="-169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700" i="1" spc="-52" baseline="-16975" dirty="0">
                <a:solidFill>
                  <a:srgbClr val="000000"/>
                </a:solidFill>
                <a:latin typeface="Arial"/>
                <a:cs typeface="Arial"/>
              </a:rPr>
              <a:t>down</a:t>
            </a:r>
            <a:endParaRPr sz="2700" baseline="-16975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47854" y="4486176"/>
            <a:ext cx="17595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0701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omic Sans MS"/>
                <a:cs typeface="Comic Sans MS"/>
              </a:rPr>
              <a:t>Analyze the  </a:t>
            </a:r>
            <a:r>
              <a:rPr sz="1800" b="1" dirty="0">
                <a:latin typeface="Comic Sans MS"/>
                <a:cs typeface="Comic Sans MS"/>
              </a:rPr>
              <a:t>Persistent</a:t>
            </a:r>
            <a:r>
              <a:rPr sz="1800" b="1" spc="-95" dirty="0">
                <a:latin typeface="Comic Sans MS"/>
                <a:cs typeface="Comic Sans MS"/>
              </a:rPr>
              <a:t> </a:t>
            </a:r>
            <a:r>
              <a:rPr sz="1800" b="1" spc="-10" dirty="0">
                <a:latin typeface="Comic Sans MS"/>
                <a:cs typeface="Comic Sans MS"/>
              </a:rPr>
              <a:t>Data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42579" y="4486176"/>
            <a:ext cx="22174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37845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omic Sans MS"/>
                <a:cs typeface="Comic Sans MS"/>
              </a:rPr>
              <a:t>Study the  Exceptional</a:t>
            </a:r>
            <a:r>
              <a:rPr sz="1800" b="1" spc="-60" dirty="0">
                <a:latin typeface="Comic Sans MS"/>
                <a:cs typeface="Comic Sans MS"/>
              </a:rPr>
              <a:t> </a:t>
            </a:r>
            <a:r>
              <a:rPr sz="1800" b="1" spc="-5" dirty="0">
                <a:latin typeface="Comic Sans MS"/>
                <a:cs typeface="Comic Sans MS"/>
              </a:rPr>
              <a:t>Entities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931152" y="5334000"/>
            <a:ext cx="812800" cy="847725"/>
          </a:xfrm>
          <a:custGeom>
            <a:avLst/>
            <a:gdLst/>
            <a:ahLst/>
            <a:cxnLst/>
            <a:rect l="l" t="t" r="r" b="b"/>
            <a:pathLst>
              <a:path w="812800" h="847725">
                <a:moveTo>
                  <a:pt x="687324" y="114300"/>
                </a:moveTo>
                <a:lnTo>
                  <a:pt x="772668" y="0"/>
                </a:lnTo>
                <a:lnTo>
                  <a:pt x="793800" y="73152"/>
                </a:lnTo>
                <a:lnTo>
                  <a:pt x="749808" y="73152"/>
                </a:lnTo>
                <a:lnTo>
                  <a:pt x="748037" y="82005"/>
                </a:lnTo>
                <a:lnTo>
                  <a:pt x="687324" y="114300"/>
                </a:lnTo>
                <a:close/>
              </a:path>
              <a:path w="812800" h="847725">
                <a:moveTo>
                  <a:pt x="748037" y="82005"/>
                </a:moveTo>
                <a:lnTo>
                  <a:pt x="749808" y="73152"/>
                </a:lnTo>
                <a:lnTo>
                  <a:pt x="762000" y="76200"/>
                </a:lnTo>
                <a:lnTo>
                  <a:pt x="758952" y="76200"/>
                </a:lnTo>
                <a:lnTo>
                  <a:pt x="748037" y="82005"/>
                </a:lnTo>
                <a:close/>
              </a:path>
              <a:path w="812800" h="847725">
                <a:moveTo>
                  <a:pt x="812292" y="137160"/>
                </a:moveTo>
                <a:lnTo>
                  <a:pt x="766642" y="84989"/>
                </a:lnTo>
                <a:lnTo>
                  <a:pt x="768096" y="77724"/>
                </a:lnTo>
                <a:lnTo>
                  <a:pt x="749808" y="73152"/>
                </a:lnTo>
                <a:lnTo>
                  <a:pt x="793800" y="73152"/>
                </a:lnTo>
                <a:lnTo>
                  <a:pt x="812292" y="137160"/>
                </a:lnTo>
                <a:close/>
              </a:path>
              <a:path w="812800" h="847725">
                <a:moveTo>
                  <a:pt x="7620" y="847344"/>
                </a:moveTo>
                <a:lnTo>
                  <a:pt x="0" y="830580"/>
                </a:lnTo>
                <a:lnTo>
                  <a:pt x="83820" y="794004"/>
                </a:lnTo>
                <a:lnTo>
                  <a:pt x="166116" y="755904"/>
                </a:lnTo>
                <a:lnTo>
                  <a:pt x="207264" y="737616"/>
                </a:lnTo>
                <a:lnTo>
                  <a:pt x="246888" y="717804"/>
                </a:lnTo>
                <a:lnTo>
                  <a:pt x="323088" y="678180"/>
                </a:lnTo>
                <a:lnTo>
                  <a:pt x="359664" y="658368"/>
                </a:lnTo>
                <a:lnTo>
                  <a:pt x="396240" y="637032"/>
                </a:lnTo>
                <a:lnTo>
                  <a:pt x="429768" y="615696"/>
                </a:lnTo>
                <a:lnTo>
                  <a:pt x="461772" y="592836"/>
                </a:lnTo>
                <a:lnTo>
                  <a:pt x="492252" y="569976"/>
                </a:lnTo>
                <a:lnTo>
                  <a:pt x="548640" y="522732"/>
                </a:lnTo>
                <a:lnTo>
                  <a:pt x="595884" y="470916"/>
                </a:lnTo>
                <a:lnTo>
                  <a:pt x="633984" y="416052"/>
                </a:lnTo>
                <a:lnTo>
                  <a:pt x="665988" y="356616"/>
                </a:lnTo>
                <a:lnTo>
                  <a:pt x="691896" y="295656"/>
                </a:lnTo>
                <a:lnTo>
                  <a:pt x="713232" y="233172"/>
                </a:lnTo>
                <a:lnTo>
                  <a:pt x="729996" y="167640"/>
                </a:lnTo>
                <a:lnTo>
                  <a:pt x="748037" y="82005"/>
                </a:lnTo>
                <a:lnTo>
                  <a:pt x="758952" y="76200"/>
                </a:lnTo>
                <a:lnTo>
                  <a:pt x="755904" y="138684"/>
                </a:lnTo>
                <a:lnTo>
                  <a:pt x="740664" y="205740"/>
                </a:lnTo>
                <a:lnTo>
                  <a:pt x="720852" y="271272"/>
                </a:lnTo>
                <a:lnTo>
                  <a:pt x="697992" y="335280"/>
                </a:lnTo>
                <a:lnTo>
                  <a:pt x="667512" y="396240"/>
                </a:lnTo>
                <a:lnTo>
                  <a:pt x="630936" y="455676"/>
                </a:lnTo>
                <a:lnTo>
                  <a:pt x="586740" y="510540"/>
                </a:lnTo>
                <a:lnTo>
                  <a:pt x="533400" y="560832"/>
                </a:lnTo>
                <a:lnTo>
                  <a:pt x="472440" y="609600"/>
                </a:lnTo>
                <a:lnTo>
                  <a:pt x="440436" y="630936"/>
                </a:lnTo>
                <a:lnTo>
                  <a:pt x="405384" y="653796"/>
                </a:lnTo>
                <a:lnTo>
                  <a:pt x="368808" y="675132"/>
                </a:lnTo>
                <a:lnTo>
                  <a:pt x="332232" y="694944"/>
                </a:lnTo>
                <a:lnTo>
                  <a:pt x="294132" y="714756"/>
                </a:lnTo>
                <a:lnTo>
                  <a:pt x="214884" y="754380"/>
                </a:lnTo>
                <a:lnTo>
                  <a:pt x="173736" y="774192"/>
                </a:lnTo>
                <a:lnTo>
                  <a:pt x="7620" y="847344"/>
                </a:lnTo>
                <a:close/>
              </a:path>
              <a:path w="812800" h="847725">
                <a:moveTo>
                  <a:pt x="766642" y="84989"/>
                </a:moveTo>
                <a:lnTo>
                  <a:pt x="758952" y="76200"/>
                </a:lnTo>
                <a:lnTo>
                  <a:pt x="762000" y="76200"/>
                </a:lnTo>
                <a:lnTo>
                  <a:pt x="768096" y="77724"/>
                </a:lnTo>
                <a:lnTo>
                  <a:pt x="766642" y="849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09828" y="3881640"/>
            <a:ext cx="4886325" cy="2376170"/>
          </a:xfrm>
          <a:custGeom>
            <a:avLst/>
            <a:gdLst/>
            <a:ahLst/>
            <a:cxnLst/>
            <a:rect l="l" t="t" r="r" b="b"/>
            <a:pathLst>
              <a:path w="4886325" h="2376170">
                <a:moveTo>
                  <a:pt x="10668" y="716280"/>
                </a:moveTo>
                <a:lnTo>
                  <a:pt x="0" y="716280"/>
                </a:lnTo>
                <a:lnTo>
                  <a:pt x="0" y="725424"/>
                </a:lnTo>
                <a:lnTo>
                  <a:pt x="10668" y="725424"/>
                </a:lnTo>
                <a:lnTo>
                  <a:pt x="10668" y="716280"/>
                </a:lnTo>
                <a:close/>
              </a:path>
              <a:path w="4886325" h="2376170">
                <a:moveTo>
                  <a:pt x="10668" y="697992"/>
                </a:moveTo>
                <a:lnTo>
                  <a:pt x="0" y="697992"/>
                </a:lnTo>
                <a:lnTo>
                  <a:pt x="0" y="707136"/>
                </a:lnTo>
                <a:lnTo>
                  <a:pt x="10668" y="707136"/>
                </a:lnTo>
                <a:lnTo>
                  <a:pt x="10668" y="697992"/>
                </a:lnTo>
                <a:close/>
              </a:path>
              <a:path w="4886325" h="2376170">
                <a:moveTo>
                  <a:pt x="10668" y="678180"/>
                </a:moveTo>
                <a:lnTo>
                  <a:pt x="0" y="678180"/>
                </a:lnTo>
                <a:lnTo>
                  <a:pt x="0" y="687324"/>
                </a:lnTo>
                <a:lnTo>
                  <a:pt x="10668" y="687324"/>
                </a:lnTo>
                <a:lnTo>
                  <a:pt x="10668" y="678180"/>
                </a:lnTo>
                <a:close/>
              </a:path>
              <a:path w="4886325" h="2376170">
                <a:moveTo>
                  <a:pt x="10668" y="659892"/>
                </a:moveTo>
                <a:lnTo>
                  <a:pt x="0" y="659892"/>
                </a:lnTo>
                <a:lnTo>
                  <a:pt x="0" y="669036"/>
                </a:lnTo>
                <a:lnTo>
                  <a:pt x="10668" y="669036"/>
                </a:lnTo>
                <a:lnTo>
                  <a:pt x="10668" y="659892"/>
                </a:lnTo>
                <a:close/>
              </a:path>
              <a:path w="4886325" h="2376170">
                <a:moveTo>
                  <a:pt x="10668" y="640080"/>
                </a:moveTo>
                <a:lnTo>
                  <a:pt x="0" y="640080"/>
                </a:lnTo>
                <a:lnTo>
                  <a:pt x="0" y="649224"/>
                </a:lnTo>
                <a:lnTo>
                  <a:pt x="10668" y="649224"/>
                </a:lnTo>
                <a:lnTo>
                  <a:pt x="10668" y="640080"/>
                </a:lnTo>
                <a:close/>
              </a:path>
              <a:path w="4886325" h="2376170">
                <a:moveTo>
                  <a:pt x="10668" y="621792"/>
                </a:moveTo>
                <a:lnTo>
                  <a:pt x="0" y="621792"/>
                </a:lnTo>
                <a:lnTo>
                  <a:pt x="0" y="630936"/>
                </a:lnTo>
                <a:lnTo>
                  <a:pt x="10668" y="630936"/>
                </a:lnTo>
                <a:lnTo>
                  <a:pt x="10668" y="621792"/>
                </a:lnTo>
                <a:close/>
              </a:path>
              <a:path w="4886325" h="2376170">
                <a:moveTo>
                  <a:pt x="10668" y="601980"/>
                </a:moveTo>
                <a:lnTo>
                  <a:pt x="0" y="601980"/>
                </a:lnTo>
                <a:lnTo>
                  <a:pt x="0" y="611124"/>
                </a:lnTo>
                <a:lnTo>
                  <a:pt x="10668" y="611124"/>
                </a:lnTo>
                <a:lnTo>
                  <a:pt x="10668" y="601980"/>
                </a:lnTo>
                <a:close/>
              </a:path>
              <a:path w="4886325" h="2376170">
                <a:moveTo>
                  <a:pt x="10668" y="583692"/>
                </a:moveTo>
                <a:lnTo>
                  <a:pt x="0" y="583692"/>
                </a:lnTo>
                <a:lnTo>
                  <a:pt x="0" y="592836"/>
                </a:lnTo>
                <a:lnTo>
                  <a:pt x="10668" y="592836"/>
                </a:lnTo>
                <a:lnTo>
                  <a:pt x="10668" y="583692"/>
                </a:lnTo>
                <a:close/>
              </a:path>
              <a:path w="4886325" h="2376170">
                <a:moveTo>
                  <a:pt x="10668" y="563880"/>
                </a:moveTo>
                <a:lnTo>
                  <a:pt x="0" y="563880"/>
                </a:lnTo>
                <a:lnTo>
                  <a:pt x="0" y="573024"/>
                </a:lnTo>
                <a:lnTo>
                  <a:pt x="10668" y="573024"/>
                </a:lnTo>
                <a:lnTo>
                  <a:pt x="10668" y="563880"/>
                </a:lnTo>
                <a:close/>
              </a:path>
              <a:path w="4886325" h="2376170">
                <a:moveTo>
                  <a:pt x="10668" y="545592"/>
                </a:moveTo>
                <a:lnTo>
                  <a:pt x="0" y="545592"/>
                </a:lnTo>
                <a:lnTo>
                  <a:pt x="0" y="554736"/>
                </a:lnTo>
                <a:lnTo>
                  <a:pt x="10668" y="554736"/>
                </a:lnTo>
                <a:lnTo>
                  <a:pt x="10668" y="545592"/>
                </a:lnTo>
                <a:close/>
              </a:path>
              <a:path w="4886325" h="2376170">
                <a:moveTo>
                  <a:pt x="10668" y="525780"/>
                </a:moveTo>
                <a:lnTo>
                  <a:pt x="0" y="525780"/>
                </a:lnTo>
                <a:lnTo>
                  <a:pt x="0" y="534924"/>
                </a:lnTo>
                <a:lnTo>
                  <a:pt x="10668" y="534924"/>
                </a:lnTo>
                <a:lnTo>
                  <a:pt x="10668" y="525780"/>
                </a:lnTo>
                <a:close/>
              </a:path>
              <a:path w="4886325" h="2376170">
                <a:moveTo>
                  <a:pt x="10668" y="507492"/>
                </a:moveTo>
                <a:lnTo>
                  <a:pt x="0" y="507492"/>
                </a:lnTo>
                <a:lnTo>
                  <a:pt x="0" y="516636"/>
                </a:lnTo>
                <a:lnTo>
                  <a:pt x="10668" y="516636"/>
                </a:lnTo>
                <a:lnTo>
                  <a:pt x="10668" y="507492"/>
                </a:lnTo>
                <a:close/>
              </a:path>
              <a:path w="4886325" h="2376170">
                <a:moveTo>
                  <a:pt x="10668" y="487680"/>
                </a:moveTo>
                <a:lnTo>
                  <a:pt x="0" y="487680"/>
                </a:lnTo>
                <a:lnTo>
                  <a:pt x="0" y="496824"/>
                </a:lnTo>
                <a:lnTo>
                  <a:pt x="10668" y="496824"/>
                </a:lnTo>
                <a:lnTo>
                  <a:pt x="10668" y="487680"/>
                </a:lnTo>
                <a:close/>
              </a:path>
              <a:path w="4886325" h="2376170">
                <a:moveTo>
                  <a:pt x="10668" y="469392"/>
                </a:moveTo>
                <a:lnTo>
                  <a:pt x="0" y="469392"/>
                </a:lnTo>
                <a:lnTo>
                  <a:pt x="0" y="478536"/>
                </a:lnTo>
                <a:lnTo>
                  <a:pt x="10668" y="478536"/>
                </a:lnTo>
                <a:lnTo>
                  <a:pt x="10668" y="469392"/>
                </a:lnTo>
                <a:close/>
              </a:path>
              <a:path w="4886325" h="2376170">
                <a:moveTo>
                  <a:pt x="10668" y="449580"/>
                </a:moveTo>
                <a:lnTo>
                  <a:pt x="0" y="449580"/>
                </a:lnTo>
                <a:lnTo>
                  <a:pt x="0" y="458724"/>
                </a:lnTo>
                <a:lnTo>
                  <a:pt x="10668" y="458724"/>
                </a:lnTo>
                <a:lnTo>
                  <a:pt x="10668" y="449580"/>
                </a:lnTo>
                <a:close/>
              </a:path>
              <a:path w="4886325" h="2376170">
                <a:moveTo>
                  <a:pt x="10668" y="431292"/>
                </a:moveTo>
                <a:lnTo>
                  <a:pt x="0" y="431292"/>
                </a:lnTo>
                <a:lnTo>
                  <a:pt x="0" y="440436"/>
                </a:lnTo>
                <a:lnTo>
                  <a:pt x="10668" y="440436"/>
                </a:lnTo>
                <a:lnTo>
                  <a:pt x="10668" y="431292"/>
                </a:lnTo>
                <a:close/>
              </a:path>
              <a:path w="4886325" h="2376170">
                <a:moveTo>
                  <a:pt x="10668" y="411480"/>
                </a:moveTo>
                <a:lnTo>
                  <a:pt x="0" y="411480"/>
                </a:lnTo>
                <a:lnTo>
                  <a:pt x="0" y="420624"/>
                </a:lnTo>
                <a:lnTo>
                  <a:pt x="10668" y="420624"/>
                </a:lnTo>
                <a:lnTo>
                  <a:pt x="10668" y="411480"/>
                </a:lnTo>
                <a:close/>
              </a:path>
              <a:path w="4886325" h="2376170">
                <a:moveTo>
                  <a:pt x="10668" y="393192"/>
                </a:moveTo>
                <a:lnTo>
                  <a:pt x="0" y="393192"/>
                </a:lnTo>
                <a:lnTo>
                  <a:pt x="0" y="402336"/>
                </a:lnTo>
                <a:lnTo>
                  <a:pt x="10668" y="402336"/>
                </a:lnTo>
                <a:lnTo>
                  <a:pt x="10668" y="393192"/>
                </a:lnTo>
                <a:close/>
              </a:path>
              <a:path w="4886325" h="2376170">
                <a:moveTo>
                  <a:pt x="10668" y="373380"/>
                </a:moveTo>
                <a:lnTo>
                  <a:pt x="0" y="373380"/>
                </a:lnTo>
                <a:lnTo>
                  <a:pt x="0" y="382524"/>
                </a:lnTo>
                <a:lnTo>
                  <a:pt x="10668" y="382524"/>
                </a:lnTo>
                <a:lnTo>
                  <a:pt x="10668" y="373380"/>
                </a:lnTo>
                <a:close/>
              </a:path>
              <a:path w="4886325" h="2376170">
                <a:moveTo>
                  <a:pt x="10668" y="355092"/>
                </a:moveTo>
                <a:lnTo>
                  <a:pt x="0" y="355092"/>
                </a:lnTo>
                <a:lnTo>
                  <a:pt x="0" y="364236"/>
                </a:lnTo>
                <a:lnTo>
                  <a:pt x="10668" y="364236"/>
                </a:lnTo>
                <a:lnTo>
                  <a:pt x="10668" y="355092"/>
                </a:lnTo>
                <a:close/>
              </a:path>
              <a:path w="4886325" h="2376170">
                <a:moveTo>
                  <a:pt x="10668" y="335280"/>
                </a:moveTo>
                <a:lnTo>
                  <a:pt x="0" y="335280"/>
                </a:lnTo>
                <a:lnTo>
                  <a:pt x="0" y="344424"/>
                </a:lnTo>
                <a:lnTo>
                  <a:pt x="10668" y="344424"/>
                </a:lnTo>
                <a:lnTo>
                  <a:pt x="10668" y="335280"/>
                </a:lnTo>
                <a:close/>
              </a:path>
              <a:path w="4886325" h="2376170">
                <a:moveTo>
                  <a:pt x="10668" y="316992"/>
                </a:moveTo>
                <a:lnTo>
                  <a:pt x="0" y="316992"/>
                </a:lnTo>
                <a:lnTo>
                  <a:pt x="0" y="326136"/>
                </a:lnTo>
                <a:lnTo>
                  <a:pt x="10668" y="326136"/>
                </a:lnTo>
                <a:lnTo>
                  <a:pt x="10668" y="316992"/>
                </a:lnTo>
                <a:close/>
              </a:path>
              <a:path w="4886325" h="2376170">
                <a:moveTo>
                  <a:pt x="10668" y="297180"/>
                </a:moveTo>
                <a:lnTo>
                  <a:pt x="0" y="297180"/>
                </a:lnTo>
                <a:lnTo>
                  <a:pt x="0" y="306324"/>
                </a:lnTo>
                <a:lnTo>
                  <a:pt x="10668" y="306324"/>
                </a:lnTo>
                <a:lnTo>
                  <a:pt x="10668" y="297180"/>
                </a:lnTo>
                <a:close/>
              </a:path>
              <a:path w="4886325" h="2376170">
                <a:moveTo>
                  <a:pt x="10668" y="278892"/>
                </a:moveTo>
                <a:lnTo>
                  <a:pt x="0" y="278892"/>
                </a:lnTo>
                <a:lnTo>
                  <a:pt x="0" y="288036"/>
                </a:lnTo>
                <a:lnTo>
                  <a:pt x="10668" y="288036"/>
                </a:lnTo>
                <a:lnTo>
                  <a:pt x="10668" y="278892"/>
                </a:lnTo>
                <a:close/>
              </a:path>
              <a:path w="4886325" h="2376170">
                <a:moveTo>
                  <a:pt x="10668" y="259080"/>
                </a:moveTo>
                <a:lnTo>
                  <a:pt x="0" y="259080"/>
                </a:lnTo>
                <a:lnTo>
                  <a:pt x="0" y="268224"/>
                </a:lnTo>
                <a:lnTo>
                  <a:pt x="10668" y="268224"/>
                </a:lnTo>
                <a:lnTo>
                  <a:pt x="10668" y="259080"/>
                </a:lnTo>
                <a:close/>
              </a:path>
              <a:path w="4886325" h="2376170">
                <a:moveTo>
                  <a:pt x="10668" y="240792"/>
                </a:moveTo>
                <a:lnTo>
                  <a:pt x="0" y="240792"/>
                </a:lnTo>
                <a:lnTo>
                  <a:pt x="0" y="249936"/>
                </a:lnTo>
                <a:lnTo>
                  <a:pt x="10668" y="249936"/>
                </a:lnTo>
                <a:lnTo>
                  <a:pt x="10668" y="240792"/>
                </a:lnTo>
                <a:close/>
              </a:path>
              <a:path w="4886325" h="2376170">
                <a:moveTo>
                  <a:pt x="10668" y="220980"/>
                </a:moveTo>
                <a:lnTo>
                  <a:pt x="0" y="220980"/>
                </a:lnTo>
                <a:lnTo>
                  <a:pt x="0" y="230124"/>
                </a:lnTo>
                <a:lnTo>
                  <a:pt x="10668" y="230124"/>
                </a:lnTo>
                <a:lnTo>
                  <a:pt x="10668" y="220980"/>
                </a:lnTo>
                <a:close/>
              </a:path>
              <a:path w="4886325" h="2376170">
                <a:moveTo>
                  <a:pt x="10668" y="202692"/>
                </a:moveTo>
                <a:lnTo>
                  <a:pt x="0" y="202692"/>
                </a:lnTo>
                <a:lnTo>
                  <a:pt x="0" y="211836"/>
                </a:lnTo>
                <a:lnTo>
                  <a:pt x="10668" y="211836"/>
                </a:lnTo>
                <a:lnTo>
                  <a:pt x="10668" y="202692"/>
                </a:lnTo>
                <a:close/>
              </a:path>
              <a:path w="4886325" h="2376170">
                <a:moveTo>
                  <a:pt x="10668" y="182880"/>
                </a:moveTo>
                <a:lnTo>
                  <a:pt x="0" y="182880"/>
                </a:lnTo>
                <a:lnTo>
                  <a:pt x="0" y="192024"/>
                </a:lnTo>
                <a:lnTo>
                  <a:pt x="10668" y="192024"/>
                </a:lnTo>
                <a:lnTo>
                  <a:pt x="10668" y="182880"/>
                </a:lnTo>
                <a:close/>
              </a:path>
              <a:path w="4886325" h="2376170">
                <a:moveTo>
                  <a:pt x="10668" y="164592"/>
                </a:moveTo>
                <a:lnTo>
                  <a:pt x="0" y="164592"/>
                </a:lnTo>
                <a:lnTo>
                  <a:pt x="0" y="173736"/>
                </a:lnTo>
                <a:lnTo>
                  <a:pt x="10668" y="173736"/>
                </a:lnTo>
                <a:lnTo>
                  <a:pt x="10668" y="164592"/>
                </a:lnTo>
                <a:close/>
              </a:path>
              <a:path w="4886325" h="2376170">
                <a:moveTo>
                  <a:pt x="10668" y="144780"/>
                </a:moveTo>
                <a:lnTo>
                  <a:pt x="0" y="144780"/>
                </a:lnTo>
                <a:lnTo>
                  <a:pt x="0" y="153924"/>
                </a:lnTo>
                <a:lnTo>
                  <a:pt x="10668" y="153924"/>
                </a:lnTo>
                <a:lnTo>
                  <a:pt x="10668" y="144780"/>
                </a:lnTo>
                <a:close/>
              </a:path>
              <a:path w="4886325" h="2376170">
                <a:moveTo>
                  <a:pt x="10668" y="126492"/>
                </a:moveTo>
                <a:lnTo>
                  <a:pt x="0" y="126492"/>
                </a:lnTo>
                <a:lnTo>
                  <a:pt x="0" y="135636"/>
                </a:lnTo>
                <a:lnTo>
                  <a:pt x="10668" y="135636"/>
                </a:lnTo>
                <a:lnTo>
                  <a:pt x="10668" y="126492"/>
                </a:lnTo>
                <a:close/>
              </a:path>
              <a:path w="4886325" h="2376170">
                <a:moveTo>
                  <a:pt x="10668" y="106680"/>
                </a:moveTo>
                <a:lnTo>
                  <a:pt x="0" y="106680"/>
                </a:lnTo>
                <a:lnTo>
                  <a:pt x="0" y="115824"/>
                </a:lnTo>
                <a:lnTo>
                  <a:pt x="10668" y="115824"/>
                </a:lnTo>
                <a:lnTo>
                  <a:pt x="10668" y="106680"/>
                </a:lnTo>
                <a:close/>
              </a:path>
              <a:path w="4886325" h="2376170">
                <a:moveTo>
                  <a:pt x="10668" y="88392"/>
                </a:moveTo>
                <a:lnTo>
                  <a:pt x="0" y="88392"/>
                </a:lnTo>
                <a:lnTo>
                  <a:pt x="0" y="97536"/>
                </a:lnTo>
                <a:lnTo>
                  <a:pt x="10668" y="97536"/>
                </a:lnTo>
                <a:lnTo>
                  <a:pt x="10668" y="88392"/>
                </a:lnTo>
                <a:close/>
              </a:path>
              <a:path w="4886325" h="2376170">
                <a:moveTo>
                  <a:pt x="10668" y="68580"/>
                </a:moveTo>
                <a:lnTo>
                  <a:pt x="0" y="68580"/>
                </a:lnTo>
                <a:lnTo>
                  <a:pt x="0" y="77724"/>
                </a:lnTo>
                <a:lnTo>
                  <a:pt x="10668" y="77724"/>
                </a:lnTo>
                <a:lnTo>
                  <a:pt x="10668" y="68580"/>
                </a:lnTo>
                <a:close/>
              </a:path>
              <a:path w="4886325" h="2376170">
                <a:moveTo>
                  <a:pt x="10668" y="50292"/>
                </a:moveTo>
                <a:lnTo>
                  <a:pt x="0" y="50292"/>
                </a:lnTo>
                <a:lnTo>
                  <a:pt x="0" y="59436"/>
                </a:lnTo>
                <a:lnTo>
                  <a:pt x="10668" y="59436"/>
                </a:lnTo>
                <a:lnTo>
                  <a:pt x="10668" y="50292"/>
                </a:lnTo>
                <a:close/>
              </a:path>
              <a:path w="4886325" h="2376170">
                <a:moveTo>
                  <a:pt x="10668" y="30480"/>
                </a:moveTo>
                <a:lnTo>
                  <a:pt x="0" y="30480"/>
                </a:lnTo>
                <a:lnTo>
                  <a:pt x="0" y="39624"/>
                </a:lnTo>
                <a:lnTo>
                  <a:pt x="10668" y="39624"/>
                </a:lnTo>
                <a:lnTo>
                  <a:pt x="10668" y="30480"/>
                </a:lnTo>
                <a:close/>
              </a:path>
              <a:path w="4886325" h="2376170">
                <a:moveTo>
                  <a:pt x="10668" y="12192"/>
                </a:moveTo>
                <a:lnTo>
                  <a:pt x="0" y="12192"/>
                </a:lnTo>
                <a:lnTo>
                  <a:pt x="0" y="21336"/>
                </a:lnTo>
                <a:lnTo>
                  <a:pt x="10668" y="21336"/>
                </a:lnTo>
                <a:lnTo>
                  <a:pt x="10668" y="12192"/>
                </a:lnTo>
                <a:close/>
              </a:path>
              <a:path w="4886325" h="2376170">
                <a:moveTo>
                  <a:pt x="18288" y="740664"/>
                </a:moveTo>
                <a:lnTo>
                  <a:pt x="10668" y="740664"/>
                </a:lnTo>
                <a:lnTo>
                  <a:pt x="10668" y="736092"/>
                </a:lnTo>
                <a:lnTo>
                  <a:pt x="0" y="736092"/>
                </a:lnTo>
                <a:lnTo>
                  <a:pt x="0" y="745236"/>
                </a:lnTo>
                <a:lnTo>
                  <a:pt x="9144" y="745236"/>
                </a:lnTo>
                <a:lnTo>
                  <a:pt x="9144" y="749808"/>
                </a:lnTo>
                <a:lnTo>
                  <a:pt x="18288" y="749808"/>
                </a:lnTo>
                <a:lnTo>
                  <a:pt x="18288" y="745236"/>
                </a:lnTo>
                <a:lnTo>
                  <a:pt x="18288" y="740664"/>
                </a:lnTo>
                <a:close/>
              </a:path>
              <a:path w="4886325" h="2376170">
                <a:moveTo>
                  <a:pt x="18288" y="0"/>
                </a:moveTo>
                <a:lnTo>
                  <a:pt x="9144" y="0"/>
                </a:lnTo>
                <a:lnTo>
                  <a:pt x="9144" y="10668"/>
                </a:lnTo>
                <a:lnTo>
                  <a:pt x="18288" y="10668"/>
                </a:lnTo>
                <a:lnTo>
                  <a:pt x="18288" y="0"/>
                </a:lnTo>
                <a:close/>
              </a:path>
              <a:path w="4886325" h="2376170">
                <a:moveTo>
                  <a:pt x="36576" y="740664"/>
                </a:moveTo>
                <a:lnTo>
                  <a:pt x="27432" y="740664"/>
                </a:lnTo>
                <a:lnTo>
                  <a:pt x="27432" y="749808"/>
                </a:lnTo>
                <a:lnTo>
                  <a:pt x="36576" y="749808"/>
                </a:lnTo>
                <a:lnTo>
                  <a:pt x="36576" y="740664"/>
                </a:lnTo>
                <a:close/>
              </a:path>
              <a:path w="4886325" h="2376170">
                <a:moveTo>
                  <a:pt x="36576" y="0"/>
                </a:moveTo>
                <a:lnTo>
                  <a:pt x="27432" y="0"/>
                </a:lnTo>
                <a:lnTo>
                  <a:pt x="27432" y="10668"/>
                </a:lnTo>
                <a:lnTo>
                  <a:pt x="36576" y="10668"/>
                </a:lnTo>
                <a:lnTo>
                  <a:pt x="36576" y="0"/>
                </a:lnTo>
                <a:close/>
              </a:path>
              <a:path w="4886325" h="2376170">
                <a:moveTo>
                  <a:pt x="56388" y="740664"/>
                </a:moveTo>
                <a:lnTo>
                  <a:pt x="47244" y="740664"/>
                </a:lnTo>
                <a:lnTo>
                  <a:pt x="47244" y="749808"/>
                </a:lnTo>
                <a:lnTo>
                  <a:pt x="56388" y="749808"/>
                </a:lnTo>
                <a:lnTo>
                  <a:pt x="56388" y="740664"/>
                </a:lnTo>
                <a:close/>
              </a:path>
              <a:path w="4886325" h="2376170">
                <a:moveTo>
                  <a:pt x="56388" y="0"/>
                </a:moveTo>
                <a:lnTo>
                  <a:pt x="47244" y="0"/>
                </a:lnTo>
                <a:lnTo>
                  <a:pt x="47244" y="10668"/>
                </a:lnTo>
                <a:lnTo>
                  <a:pt x="56388" y="10668"/>
                </a:lnTo>
                <a:lnTo>
                  <a:pt x="56388" y="0"/>
                </a:lnTo>
                <a:close/>
              </a:path>
              <a:path w="4886325" h="2376170">
                <a:moveTo>
                  <a:pt x="74676" y="740664"/>
                </a:moveTo>
                <a:lnTo>
                  <a:pt x="65532" y="740664"/>
                </a:lnTo>
                <a:lnTo>
                  <a:pt x="65532" y="749808"/>
                </a:lnTo>
                <a:lnTo>
                  <a:pt x="74676" y="749808"/>
                </a:lnTo>
                <a:lnTo>
                  <a:pt x="74676" y="740664"/>
                </a:lnTo>
                <a:close/>
              </a:path>
              <a:path w="4886325" h="2376170">
                <a:moveTo>
                  <a:pt x="74676" y="0"/>
                </a:moveTo>
                <a:lnTo>
                  <a:pt x="65532" y="0"/>
                </a:lnTo>
                <a:lnTo>
                  <a:pt x="65532" y="10668"/>
                </a:lnTo>
                <a:lnTo>
                  <a:pt x="74676" y="10668"/>
                </a:lnTo>
                <a:lnTo>
                  <a:pt x="74676" y="0"/>
                </a:lnTo>
                <a:close/>
              </a:path>
              <a:path w="4886325" h="2376170">
                <a:moveTo>
                  <a:pt x="94488" y="740664"/>
                </a:moveTo>
                <a:lnTo>
                  <a:pt x="85344" y="740664"/>
                </a:lnTo>
                <a:lnTo>
                  <a:pt x="85344" y="749808"/>
                </a:lnTo>
                <a:lnTo>
                  <a:pt x="94488" y="749808"/>
                </a:lnTo>
                <a:lnTo>
                  <a:pt x="94488" y="740664"/>
                </a:lnTo>
                <a:close/>
              </a:path>
              <a:path w="4886325" h="2376170">
                <a:moveTo>
                  <a:pt x="94488" y="0"/>
                </a:moveTo>
                <a:lnTo>
                  <a:pt x="85344" y="0"/>
                </a:lnTo>
                <a:lnTo>
                  <a:pt x="85344" y="10668"/>
                </a:lnTo>
                <a:lnTo>
                  <a:pt x="94488" y="10668"/>
                </a:lnTo>
                <a:lnTo>
                  <a:pt x="94488" y="0"/>
                </a:lnTo>
                <a:close/>
              </a:path>
              <a:path w="4886325" h="2376170">
                <a:moveTo>
                  <a:pt x="112776" y="740664"/>
                </a:moveTo>
                <a:lnTo>
                  <a:pt x="103632" y="740664"/>
                </a:lnTo>
                <a:lnTo>
                  <a:pt x="103632" y="749808"/>
                </a:lnTo>
                <a:lnTo>
                  <a:pt x="112776" y="749808"/>
                </a:lnTo>
                <a:lnTo>
                  <a:pt x="112776" y="740664"/>
                </a:lnTo>
                <a:close/>
              </a:path>
              <a:path w="4886325" h="2376170">
                <a:moveTo>
                  <a:pt x="112776" y="0"/>
                </a:moveTo>
                <a:lnTo>
                  <a:pt x="103632" y="0"/>
                </a:lnTo>
                <a:lnTo>
                  <a:pt x="103632" y="10668"/>
                </a:lnTo>
                <a:lnTo>
                  <a:pt x="112776" y="10668"/>
                </a:lnTo>
                <a:lnTo>
                  <a:pt x="112776" y="0"/>
                </a:lnTo>
                <a:close/>
              </a:path>
              <a:path w="4886325" h="2376170">
                <a:moveTo>
                  <a:pt x="132588" y="740664"/>
                </a:moveTo>
                <a:lnTo>
                  <a:pt x="123444" y="740664"/>
                </a:lnTo>
                <a:lnTo>
                  <a:pt x="123444" y="749808"/>
                </a:lnTo>
                <a:lnTo>
                  <a:pt x="132588" y="749808"/>
                </a:lnTo>
                <a:lnTo>
                  <a:pt x="132588" y="740664"/>
                </a:lnTo>
                <a:close/>
              </a:path>
              <a:path w="4886325" h="2376170">
                <a:moveTo>
                  <a:pt x="132588" y="0"/>
                </a:moveTo>
                <a:lnTo>
                  <a:pt x="123444" y="0"/>
                </a:lnTo>
                <a:lnTo>
                  <a:pt x="123444" y="10668"/>
                </a:lnTo>
                <a:lnTo>
                  <a:pt x="132588" y="10668"/>
                </a:lnTo>
                <a:lnTo>
                  <a:pt x="132588" y="0"/>
                </a:lnTo>
                <a:close/>
              </a:path>
              <a:path w="4886325" h="2376170">
                <a:moveTo>
                  <a:pt x="150876" y="740664"/>
                </a:moveTo>
                <a:lnTo>
                  <a:pt x="141732" y="740664"/>
                </a:lnTo>
                <a:lnTo>
                  <a:pt x="141732" y="749808"/>
                </a:lnTo>
                <a:lnTo>
                  <a:pt x="150876" y="749808"/>
                </a:lnTo>
                <a:lnTo>
                  <a:pt x="150876" y="740664"/>
                </a:lnTo>
                <a:close/>
              </a:path>
              <a:path w="4886325" h="2376170">
                <a:moveTo>
                  <a:pt x="150876" y="0"/>
                </a:moveTo>
                <a:lnTo>
                  <a:pt x="141732" y="0"/>
                </a:lnTo>
                <a:lnTo>
                  <a:pt x="141732" y="10668"/>
                </a:lnTo>
                <a:lnTo>
                  <a:pt x="150876" y="10668"/>
                </a:lnTo>
                <a:lnTo>
                  <a:pt x="150876" y="0"/>
                </a:lnTo>
                <a:close/>
              </a:path>
              <a:path w="4886325" h="2376170">
                <a:moveTo>
                  <a:pt x="170688" y="740664"/>
                </a:moveTo>
                <a:lnTo>
                  <a:pt x="161544" y="740664"/>
                </a:lnTo>
                <a:lnTo>
                  <a:pt x="161544" y="749808"/>
                </a:lnTo>
                <a:lnTo>
                  <a:pt x="170688" y="749808"/>
                </a:lnTo>
                <a:lnTo>
                  <a:pt x="170688" y="740664"/>
                </a:lnTo>
                <a:close/>
              </a:path>
              <a:path w="4886325" h="2376170">
                <a:moveTo>
                  <a:pt x="170688" y="0"/>
                </a:moveTo>
                <a:lnTo>
                  <a:pt x="161544" y="0"/>
                </a:lnTo>
                <a:lnTo>
                  <a:pt x="161544" y="10668"/>
                </a:lnTo>
                <a:lnTo>
                  <a:pt x="170688" y="10668"/>
                </a:lnTo>
                <a:lnTo>
                  <a:pt x="170688" y="0"/>
                </a:lnTo>
                <a:close/>
              </a:path>
              <a:path w="4886325" h="2376170">
                <a:moveTo>
                  <a:pt x="188976" y="740664"/>
                </a:moveTo>
                <a:lnTo>
                  <a:pt x="179832" y="740664"/>
                </a:lnTo>
                <a:lnTo>
                  <a:pt x="179832" y="749808"/>
                </a:lnTo>
                <a:lnTo>
                  <a:pt x="188976" y="749808"/>
                </a:lnTo>
                <a:lnTo>
                  <a:pt x="188976" y="740664"/>
                </a:lnTo>
                <a:close/>
              </a:path>
              <a:path w="4886325" h="2376170">
                <a:moveTo>
                  <a:pt x="188976" y="0"/>
                </a:moveTo>
                <a:lnTo>
                  <a:pt x="179832" y="0"/>
                </a:lnTo>
                <a:lnTo>
                  <a:pt x="179832" y="10668"/>
                </a:lnTo>
                <a:lnTo>
                  <a:pt x="188976" y="10668"/>
                </a:lnTo>
                <a:lnTo>
                  <a:pt x="188976" y="0"/>
                </a:lnTo>
                <a:close/>
              </a:path>
              <a:path w="4886325" h="2376170">
                <a:moveTo>
                  <a:pt x="208788" y="740664"/>
                </a:moveTo>
                <a:lnTo>
                  <a:pt x="199644" y="740664"/>
                </a:lnTo>
                <a:lnTo>
                  <a:pt x="199644" y="749808"/>
                </a:lnTo>
                <a:lnTo>
                  <a:pt x="208788" y="749808"/>
                </a:lnTo>
                <a:lnTo>
                  <a:pt x="208788" y="740664"/>
                </a:lnTo>
                <a:close/>
              </a:path>
              <a:path w="4886325" h="2376170">
                <a:moveTo>
                  <a:pt x="208788" y="0"/>
                </a:moveTo>
                <a:lnTo>
                  <a:pt x="199644" y="0"/>
                </a:lnTo>
                <a:lnTo>
                  <a:pt x="199644" y="10668"/>
                </a:lnTo>
                <a:lnTo>
                  <a:pt x="208788" y="10668"/>
                </a:lnTo>
                <a:lnTo>
                  <a:pt x="208788" y="0"/>
                </a:lnTo>
                <a:close/>
              </a:path>
              <a:path w="4886325" h="2376170">
                <a:moveTo>
                  <a:pt x="227076" y="740664"/>
                </a:moveTo>
                <a:lnTo>
                  <a:pt x="217932" y="740664"/>
                </a:lnTo>
                <a:lnTo>
                  <a:pt x="217932" y="749808"/>
                </a:lnTo>
                <a:lnTo>
                  <a:pt x="227076" y="749808"/>
                </a:lnTo>
                <a:lnTo>
                  <a:pt x="227076" y="740664"/>
                </a:lnTo>
                <a:close/>
              </a:path>
              <a:path w="4886325" h="2376170">
                <a:moveTo>
                  <a:pt x="227076" y="0"/>
                </a:moveTo>
                <a:lnTo>
                  <a:pt x="217932" y="0"/>
                </a:lnTo>
                <a:lnTo>
                  <a:pt x="217932" y="10668"/>
                </a:lnTo>
                <a:lnTo>
                  <a:pt x="227076" y="10668"/>
                </a:lnTo>
                <a:lnTo>
                  <a:pt x="227076" y="0"/>
                </a:lnTo>
                <a:close/>
              </a:path>
              <a:path w="4886325" h="2376170">
                <a:moveTo>
                  <a:pt x="246888" y="740664"/>
                </a:moveTo>
                <a:lnTo>
                  <a:pt x="237744" y="740664"/>
                </a:lnTo>
                <a:lnTo>
                  <a:pt x="237744" y="749808"/>
                </a:lnTo>
                <a:lnTo>
                  <a:pt x="246888" y="749808"/>
                </a:lnTo>
                <a:lnTo>
                  <a:pt x="246888" y="740664"/>
                </a:lnTo>
                <a:close/>
              </a:path>
              <a:path w="4886325" h="2376170">
                <a:moveTo>
                  <a:pt x="246888" y="0"/>
                </a:moveTo>
                <a:lnTo>
                  <a:pt x="237744" y="0"/>
                </a:lnTo>
                <a:lnTo>
                  <a:pt x="237744" y="10668"/>
                </a:lnTo>
                <a:lnTo>
                  <a:pt x="246888" y="10668"/>
                </a:lnTo>
                <a:lnTo>
                  <a:pt x="246888" y="0"/>
                </a:lnTo>
                <a:close/>
              </a:path>
              <a:path w="4886325" h="2376170">
                <a:moveTo>
                  <a:pt x="265176" y="740664"/>
                </a:moveTo>
                <a:lnTo>
                  <a:pt x="256032" y="740664"/>
                </a:lnTo>
                <a:lnTo>
                  <a:pt x="256032" y="749808"/>
                </a:lnTo>
                <a:lnTo>
                  <a:pt x="265176" y="749808"/>
                </a:lnTo>
                <a:lnTo>
                  <a:pt x="265176" y="740664"/>
                </a:lnTo>
                <a:close/>
              </a:path>
              <a:path w="4886325" h="2376170">
                <a:moveTo>
                  <a:pt x="265176" y="0"/>
                </a:moveTo>
                <a:lnTo>
                  <a:pt x="256032" y="0"/>
                </a:lnTo>
                <a:lnTo>
                  <a:pt x="256032" y="10668"/>
                </a:lnTo>
                <a:lnTo>
                  <a:pt x="265176" y="10668"/>
                </a:lnTo>
                <a:lnTo>
                  <a:pt x="265176" y="0"/>
                </a:lnTo>
                <a:close/>
              </a:path>
              <a:path w="4886325" h="2376170">
                <a:moveTo>
                  <a:pt x="284988" y="740664"/>
                </a:moveTo>
                <a:lnTo>
                  <a:pt x="275844" y="740664"/>
                </a:lnTo>
                <a:lnTo>
                  <a:pt x="275844" y="749808"/>
                </a:lnTo>
                <a:lnTo>
                  <a:pt x="284988" y="749808"/>
                </a:lnTo>
                <a:lnTo>
                  <a:pt x="284988" y="740664"/>
                </a:lnTo>
                <a:close/>
              </a:path>
              <a:path w="4886325" h="2376170">
                <a:moveTo>
                  <a:pt x="284988" y="0"/>
                </a:moveTo>
                <a:lnTo>
                  <a:pt x="275844" y="0"/>
                </a:lnTo>
                <a:lnTo>
                  <a:pt x="275844" y="10668"/>
                </a:lnTo>
                <a:lnTo>
                  <a:pt x="284988" y="10668"/>
                </a:lnTo>
                <a:lnTo>
                  <a:pt x="284988" y="0"/>
                </a:lnTo>
                <a:close/>
              </a:path>
              <a:path w="4886325" h="2376170">
                <a:moveTo>
                  <a:pt x="303276" y="740664"/>
                </a:moveTo>
                <a:lnTo>
                  <a:pt x="294132" y="740664"/>
                </a:lnTo>
                <a:lnTo>
                  <a:pt x="294132" y="749808"/>
                </a:lnTo>
                <a:lnTo>
                  <a:pt x="303276" y="749808"/>
                </a:lnTo>
                <a:lnTo>
                  <a:pt x="303276" y="740664"/>
                </a:lnTo>
                <a:close/>
              </a:path>
              <a:path w="4886325" h="2376170">
                <a:moveTo>
                  <a:pt x="303276" y="0"/>
                </a:moveTo>
                <a:lnTo>
                  <a:pt x="294132" y="0"/>
                </a:lnTo>
                <a:lnTo>
                  <a:pt x="294132" y="10668"/>
                </a:lnTo>
                <a:lnTo>
                  <a:pt x="303276" y="10668"/>
                </a:lnTo>
                <a:lnTo>
                  <a:pt x="303276" y="0"/>
                </a:lnTo>
                <a:close/>
              </a:path>
              <a:path w="4886325" h="2376170">
                <a:moveTo>
                  <a:pt x="323088" y="740664"/>
                </a:moveTo>
                <a:lnTo>
                  <a:pt x="313944" y="740664"/>
                </a:lnTo>
                <a:lnTo>
                  <a:pt x="313944" y="749808"/>
                </a:lnTo>
                <a:lnTo>
                  <a:pt x="323088" y="749808"/>
                </a:lnTo>
                <a:lnTo>
                  <a:pt x="323088" y="740664"/>
                </a:lnTo>
                <a:close/>
              </a:path>
              <a:path w="4886325" h="2376170">
                <a:moveTo>
                  <a:pt x="323088" y="0"/>
                </a:moveTo>
                <a:lnTo>
                  <a:pt x="313944" y="0"/>
                </a:lnTo>
                <a:lnTo>
                  <a:pt x="313944" y="10668"/>
                </a:lnTo>
                <a:lnTo>
                  <a:pt x="323088" y="10668"/>
                </a:lnTo>
                <a:lnTo>
                  <a:pt x="323088" y="0"/>
                </a:lnTo>
                <a:close/>
              </a:path>
              <a:path w="4886325" h="2376170">
                <a:moveTo>
                  <a:pt x="341376" y="740664"/>
                </a:moveTo>
                <a:lnTo>
                  <a:pt x="332232" y="740664"/>
                </a:lnTo>
                <a:lnTo>
                  <a:pt x="332232" y="749808"/>
                </a:lnTo>
                <a:lnTo>
                  <a:pt x="341376" y="749808"/>
                </a:lnTo>
                <a:lnTo>
                  <a:pt x="341376" y="740664"/>
                </a:lnTo>
                <a:close/>
              </a:path>
              <a:path w="4886325" h="2376170">
                <a:moveTo>
                  <a:pt x="341376" y="0"/>
                </a:moveTo>
                <a:lnTo>
                  <a:pt x="332232" y="0"/>
                </a:lnTo>
                <a:lnTo>
                  <a:pt x="332232" y="10668"/>
                </a:lnTo>
                <a:lnTo>
                  <a:pt x="341376" y="10668"/>
                </a:lnTo>
                <a:lnTo>
                  <a:pt x="341376" y="0"/>
                </a:lnTo>
                <a:close/>
              </a:path>
              <a:path w="4886325" h="2376170">
                <a:moveTo>
                  <a:pt x="361188" y="740664"/>
                </a:moveTo>
                <a:lnTo>
                  <a:pt x="352044" y="740664"/>
                </a:lnTo>
                <a:lnTo>
                  <a:pt x="352044" y="749808"/>
                </a:lnTo>
                <a:lnTo>
                  <a:pt x="361188" y="749808"/>
                </a:lnTo>
                <a:lnTo>
                  <a:pt x="361188" y="740664"/>
                </a:lnTo>
                <a:close/>
              </a:path>
              <a:path w="4886325" h="2376170">
                <a:moveTo>
                  <a:pt x="361188" y="0"/>
                </a:moveTo>
                <a:lnTo>
                  <a:pt x="352044" y="0"/>
                </a:lnTo>
                <a:lnTo>
                  <a:pt x="352044" y="10668"/>
                </a:lnTo>
                <a:lnTo>
                  <a:pt x="361188" y="10668"/>
                </a:lnTo>
                <a:lnTo>
                  <a:pt x="361188" y="0"/>
                </a:lnTo>
                <a:close/>
              </a:path>
              <a:path w="4886325" h="2376170">
                <a:moveTo>
                  <a:pt x="379476" y="740664"/>
                </a:moveTo>
                <a:lnTo>
                  <a:pt x="370332" y="740664"/>
                </a:lnTo>
                <a:lnTo>
                  <a:pt x="370332" y="749808"/>
                </a:lnTo>
                <a:lnTo>
                  <a:pt x="379476" y="749808"/>
                </a:lnTo>
                <a:lnTo>
                  <a:pt x="379476" y="740664"/>
                </a:lnTo>
                <a:close/>
              </a:path>
              <a:path w="4886325" h="2376170">
                <a:moveTo>
                  <a:pt x="379476" y="0"/>
                </a:moveTo>
                <a:lnTo>
                  <a:pt x="370332" y="0"/>
                </a:lnTo>
                <a:lnTo>
                  <a:pt x="370332" y="10668"/>
                </a:lnTo>
                <a:lnTo>
                  <a:pt x="379476" y="10668"/>
                </a:lnTo>
                <a:lnTo>
                  <a:pt x="379476" y="0"/>
                </a:lnTo>
                <a:close/>
              </a:path>
              <a:path w="4886325" h="2376170">
                <a:moveTo>
                  <a:pt x="399288" y="740664"/>
                </a:moveTo>
                <a:lnTo>
                  <a:pt x="390144" y="740664"/>
                </a:lnTo>
                <a:lnTo>
                  <a:pt x="390144" y="749808"/>
                </a:lnTo>
                <a:lnTo>
                  <a:pt x="399288" y="749808"/>
                </a:lnTo>
                <a:lnTo>
                  <a:pt x="399288" y="740664"/>
                </a:lnTo>
                <a:close/>
              </a:path>
              <a:path w="4886325" h="2376170">
                <a:moveTo>
                  <a:pt x="399288" y="0"/>
                </a:moveTo>
                <a:lnTo>
                  <a:pt x="390144" y="0"/>
                </a:lnTo>
                <a:lnTo>
                  <a:pt x="390144" y="10668"/>
                </a:lnTo>
                <a:lnTo>
                  <a:pt x="399288" y="10668"/>
                </a:lnTo>
                <a:lnTo>
                  <a:pt x="399288" y="0"/>
                </a:lnTo>
                <a:close/>
              </a:path>
              <a:path w="4886325" h="2376170">
                <a:moveTo>
                  <a:pt x="417576" y="740664"/>
                </a:moveTo>
                <a:lnTo>
                  <a:pt x="408432" y="740664"/>
                </a:lnTo>
                <a:lnTo>
                  <a:pt x="408432" y="749808"/>
                </a:lnTo>
                <a:lnTo>
                  <a:pt x="417576" y="749808"/>
                </a:lnTo>
                <a:lnTo>
                  <a:pt x="417576" y="740664"/>
                </a:lnTo>
                <a:close/>
              </a:path>
              <a:path w="4886325" h="2376170">
                <a:moveTo>
                  <a:pt x="417576" y="0"/>
                </a:moveTo>
                <a:lnTo>
                  <a:pt x="408432" y="0"/>
                </a:lnTo>
                <a:lnTo>
                  <a:pt x="408432" y="10668"/>
                </a:lnTo>
                <a:lnTo>
                  <a:pt x="417576" y="10668"/>
                </a:lnTo>
                <a:lnTo>
                  <a:pt x="417576" y="0"/>
                </a:lnTo>
                <a:close/>
              </a:path>
              <a:path w="4886325" h="2376170">
                <a:moveTo>
                  <a:pt x="437388" y="740664"/>
                </a:moveTo>
                <a:lnTo>
                  <a:pt x="428244" y="740664"/>
                </a:lnTo>
                <a:lnTo>
                  <a:pt x="428244" y="749808"/>
                </a:lnTo>
                <a:lnTo>
                  <a:pt x="437388" y="749808"/>
                </a:lnTo>
                <a:lnTo>
                  <a:pt x="437388" y="740664"/>
                </a:lnTo>
                <a:close/>
              </a:path>
              <a:path w="4886325" h="2376170">
                <a:moveTo>
                  <a:pt x="437388" y="0"/>
                </a:moveTo>
                <a:lnTo>
                  <a:pt x="428244" y="0"/>
                </a:lnTo>
                <a:lnTo>
                  <a:pt x="428244" y="10668"/>
                </a:lnTo>
                <a:lnTo>
                  <a:pt x="437388" y="10668"/>
                </a:lnTo>
                <a:lnTo>
                  <a:pt x="437388" y="0"/>
                </a:lnTo>
                <a:close/>
              </a:path>
              <a:path w="4886325" h="2376170">
                <a:moveTo>
                  <a:pt x="455676" y="740664"/>
                </a:moveTo>
                <a:lnTo>
                  <a:pt x="446532" y="740664"/>
                </a:lnTo>
                <a:lnTo>
                  <a:pt x="446532" y="749808"/>
                </a:lnTo>
                <a:lnTo>
                  <a:pt x="455676" y="749808"/>
                </a:lnTo>
                <a:lnTo>
                  <a:pt x="455676" y="740664"/>
                </a:lnTo>
                <a:close/>
              </a:path>
              <a:path w="4886325" h="2376170">
                <a:moveTo>
                  <a:pt x="455676" y="0"/>
                </a:moveTo>
                <a:lnTo>
                  <a:pt x="446532" y="0"/>
                </a:lnTo>
                <a:lnTo>
                  <a:pt x="446532" y="10668"/>
                </a:lnTo>
                <a:lnTo>
                  <a:pt x="455676" y="10668"/>
                </a:lnTo>
                <a:lnTo>
                  <a:pt x="455676" y="0"/>
                </a:lnTo>
                <a:close/>
              </a:path>
              <a:path w="4886325" h="2376170">
                <a:moveTo>
                  <a:pt x="475488" y="740664"/>
                </a:moveTo>
                <a:lnTo>
                  <a:pt x="466344" y="740664"/>
                </a:lnTo>
                <a:lnTo>
                  <a:pt x="466344" y="749808"/>
                </a:lnTo>
                <a:lnTo>
                  <a:pt x="475488" y="749808"/>
                </a:lnTo>
                <a:lnTo>
                  <a:pt x="475488" y="740664"/>
                </a:lnTo>
                <a:close/>
              </a:path>
              <a:path w="4886325" h="2376170">
                <a:moveTo>
                  <a:pt x="475488" y="0"/>
                </a:moveTo>
                <a:lnTo>
                  <a:pt x="466344" y="0"/>
                </a:lnTo>
                <a:lnTo>
                  <a:pt x="466344" y="10668"/>
                </a:lnTo>
                <a:lnTo>
                  <a:pt x="475488" y="10668"/>
                </a:lnTo>
                <a:lnTo>
                  <a:pt x="475488" y="0"/>
                </a:lnTo>
                <a:close/>
              </a:path>
              <a:path w="4886325" h="2376170">
                <a:moveTo>
                  <a:pt x="493776" y="740664"/>
                </a:moveTo>
                <a:lnTo>
                  <a:pt x="484632" y="740664"/>
                </a:lnTo>
                <a:lnTo>
                  <a:pt x="484632" y="749808"/>
                </a:lnTo>
                <a:lnTo>
                  <a:pt x="493776" y="749808"/>
                </a:lnTo>
                <a:lnTo>
                  <a:pt x="493776" y="740664"/>
                </a:lnTo>
                <a:close/>
              </a:path>
              <a:path w="4886325" h="2376170">
                <a:moveTo>
                  <a:pt x="493776" y="0"/>
                </a:moveTo>
                <a:lnTo>
                  <a:pt x="484632" y="0"/>
                </a:lnTo>
                <a:lnTo>
                  <a:pt x="484632" y="10668"/>
                </a:lnTo>
                <a:lnTo>
                  <a:pt x="493776" y="10668"/>
                </a:lnTo>
                <a:lnTo>
                  <a:pt x="493776" y="0"/>
                </a:lnTo>
                <a:close/>
              </a:path>
              <a:path w="4886325" h="2376170">
                <a:moveTo>
                  <a:pt x="513588" y="740664"/>
                </a:moveTo>
                <a:lnTo>
                  <a:pt x="504444" y="740664"/>
                </a:lnTo>
                <a:lnTo>
                  <a:pt x="504444" y="749808"/>
                </a:lnTo>
                <a:lnTo>
                  <a:pt x="513588" y="749808"/>
                </a:lnTo>
                <a:lnTo>
                  <a:pt x="513588" y="740664"/>
                </a:lnTo>
                <a:close/>
              </a:path>
              <a:path w="4886325" h="2376170">
                <a:moveTo>
                  <a:pt x="513588" y="0"/>
                </a:moveTo>
                <a:lnTo>
                  <a:pt x="504444" y="0"/>
                </a:lnTo>
                <a:lnTo>
                  <a:pt x="504444" y="10668"/>
                </a:lnTo>
                <a:lnTo>
                  <a:pt x="513588" y="10668"/>
                </a:lnTo>
                <a:lnTo>
                  <a:pt x="513588" y="0"/>
                </a:lnTo>
                <a:close/>
              </a:path>
              <a:path w="4886325" h="2376170">
                <a:moveTo>
                  <a:pt x="531876" y="740664"/>
                </a:moveTo>
                <a:lnTo>
                  <a:pt x="522732" y="740664"/>
                </a:lnTo>
                <a:lnTo>
                  <a:pt x="522732" y="749808"/>
                </a:lnTo>
                <a:lnTo>
                  <a:pt x="531876" y="749808"/>
                </a:lnTo>
                <a:lnTo>
                  <a:pt x="531876" y="740664"/>
                </a:lnTo>
                <a:close/>
              </a:path>
              <a:path w="4886325" h="2376170">
                <a:moveTo>
                  <a:pt x="531876" y="0"/>
                </a:moveTo>
                <a:lnTo>
                  <a:pt x="522732" y="0"/>
                </a:lnTo>
                <a:lnTo>
                  <a:pt x="522732" y="10668"/>
                </a:lnTo>
                <a:lnTo>
                  <a:pt x="531876" y="10668"/>
                </a:lnTo>
                <a:lnTo>
                  <a:pt x="531876" y="0"/>
                </a:lnTo>
                <a:close/>
              </a:path>
              <a:path w="4886325" h="2376170">
                <a:moveTo>
                  <a:pt x="551688" y="740664"/>
                </a:moveTo>
                <a:lnTo>
                  <a:pt x="542544" y="740664"/>
                </a:lnTo>
                <a:lnTo>
                  <a:pt x="542544" y="749808"/>
                </a:lnTo>
                <a:lnTo>
                  <a:pt x="551688" y="749808"/>
                </a:lnTo>
                <a:lnTo>
                  <a:pt x="551688" y="740664"/>
                </a:lnTo>
                <a:close/>
              </a:path>
              <a:path w="4886325" h="2376170">
                <a:moveTo>
                  <a:pt x="551688" y="0"/>
                </a:moveTo>
                <a:lnTo>
                  <a:pt x="542544" y="0"/>
                </a:lnTo>
                <a:lnTo>
                  <a:pt x="542544" y="10668"/>
                </a:lnTo>
                <a:lnTo>
                  <a:pt x="551688" y="10668"/>
                </a:lnTo>
                <a:lnTo>
                  <a:pt x="551688" y="0"/>
                </a:lnTo>
                <a:close/>
              </a:path>
              <a:path w="4886325" h="2376170">
                <a:moveTo>
                  <a:pt x="569976" y="740664"/>
                </a:moveTo>
                <a:lnTo>
                  <a:pt x="560832" y="740664"/>
                </a:lnTo>
                <a:lnTo>
                  <a:pt x="560832" y="749808"/>
                </a:lnTo>
                <a:lnTo>
                  <a:pt x="569976" y="749808"/>
                </a:lnTo>
                <a:lnTo>
                  <a:pt x="569976" y="740664"/>
                </a:lnTo>
                <a:close/>
              </a:path>
              <a:path w="4886325" h="2376170">
                <a:moveTo>
                  <a:pt x="569976" y="0"/>
                </a:moveTo>
                <a:lnTo>
                  <a:pt x="560832" y="0"/>
                </a:lnTo>
                <a:lnTo>
                  <a:pt x="560832" y="10668"/>
                </a:lnTo>
                <a:lnTo>
                  <a:pt x="569976" y="10668"/>
                </a:lnTo>
                <a:lnTo>
                  <a:pt x="569976" y="0"/>
                </a:lnTo>
                <a:close/>
              </a:path>
              <a:path w="4886325" h="2376170">
                <a:moveTo>
                  <a:pt x="589788" y="740664"/>
                </a:moveTo>
                <a:lnTo>
                  <a:pt x="580644" y="740664"/>
                </a:lnTo>
                <a:lnTo>
                  <a:pt x="580644" y="749808"/>
                </a:lnTo>
                <a:lnTo>
                  <a:pt x="589788" y="749808"/>
                </a:lnTo>
                <a:lnTo>
                  <a:pt x="589788" y="740664"/>
                </a:lnTo>
                <a:close/>
              </a:path>
              <a:path w="4886325" h="2376170">
                <a:moveTo>
                  <a:pt x="589788" y="0"/>
                </a:moveTo>
                <a:lnTo>
                  <a:pt x="580644" y="0"/>
                </a:lnTo>
                <a:lnTo>
                  <a:pt x="580644" y="10668"/>
                </a:lnTo>
                <a:lnTo>
                  <a:pt x="589788" y="10668"/>
                </a:lnTo>
                <a:lnTo>
                  <a:pt x="589788" y="0"/>
                </a:lnTo>
                <a:close/>
              </a:path>
              <a:path w="4886325" h="2376170">
                <a:moveTo>
                  <a:pt x="608076" y="740664"/>
                </a:moveTo>
                <a:lnTo>
                  <a:pt x="598932" y="740664"/>
                </a:lnTo>
                <a:lnTo>
                  <a:pt x="598932" y="749808"/>
                </a:lnTo>
                <a:lnTo>
                  <a:pt x="608076" y="749808"/>
                </a:lnTo>
                <a:lnTo>
                  <a:pt x="608076" y="740664"/>
                </a:lnTo>
                <a:close/>
              </a:path>
              <a:path w="4886325" h="2376170">
                <a:moveTo>
                  <a:pt x="608076" y="0"/>
                </a:moveTo>
                <a:lnTo>
                  <a:pt x="598932" y="0"/>
                </a:lnTo>
                <a:lnTo>
                  <a:pt x="598932" y="10668"/>
                </a:lnTo>
                <a:lnTo>
                  <a:pt x="608076" y="10668"/>
                </a:lnTo>
                <a:lnTo>
                  <a:pt x="608076" y="0"/>
                </a:lnTo>
                <a:close/>
              </a:path>
              <a:path w="4886325" h="2376170">
                <a:moveTo>
                  <a:pt x="627888" y="740664"/>
                </a:moveTo>
                <a:lnTo>
                  <a:pt x="618744" y="740664"/>
                </a:lnTo>
                <a:lnTo>
                  <a:pt x="618744" y="749808"/>
                </a:lnTo>
                <a:lnTo>
                  <a:pt x="627888" y="749808"/>
                </a:lnTo>
                <a:lnTo>
                  <a:pt x="627888" y="740664"/>
                </a:lnTo>
                <a:close/>
              </a:path>
              <a:path w="4886325" h="2376170">
                <a:moveTo>
                  <a:pt x="627888" y="0"/>
                </a:moveTo>
                <a:lnTo>
                  <a:pt x="618744" y="0"/>
                </a:lnTo>
                <a:lnTo>
                  <a:pt x="618744" y="10668"/>
                </a:lnTo>
                <a:lnTo>
                  <a:pt x="627888" y="10668"/>
                </a:lnTo>
                <a:lnTo>
                  <a:pt x="627888" y="0"/>
                </a:lnTo>
                <a:close/>
              </a:path>
              <a:path w="4886325" h="2376170">
                <a:moveTo>
                  <a:pt x="646176" y="740664"/>
                </a:moveTo>
                <a:lnTo>
                  <a:pt x="637032" y="740664"/>
                </a:lnTo>
                <a:lnTo>
                  <a:pt x="637032" y="749808"/>
                </a:lnTo>
                <a:lnTo>
                  <a:pt x="646176" y="749808"/>
                </a:lnTo>
                <a:lnTo>
                  <a:pt x="646176" y="740664"/>
                </a:lnTo>
                <a:close/>
              </a:path>
              <a:path w="4886325" h="2376170">
                <a:moveTo>
                  <a:pt x="646176" y="0"/>
                </a:moveTo>
                <a:lnTo>
                  <a:pt x="637032" y="0"/>
                </a:lnTo>
                <a:lnTo>
                  <a:pt x="637032" y="10668"/>
                </a:lnTo>
                <a:lnTo>
                  <a:pt x="646176" y="10668"/>
                </a:lnTo>
                <a:lnTo>
                  <a:pt x="646176" y="0"/>
                </a:lnTo>
                <a:close/>
              </a:path>
              <a:path w="4886325" h="2376170">
                <a:moveTo>
                  <a:pt x="665988" y="740664"/>
                </a:moveTo>
                <a:lnTo>
                  <a:pt x="656844" y="740664"/>
                </a:lnTo>
                <a:lnTo>
                  <a:pt x="656844" y="749808"/>
                </a:lnTo>
                <a:lnTo>
                  <a:pt x="665988" y="749808"/>
                </a:lnTo>
                <a:lnTo>
                  <a:pt x="665988" y="740664"/>
                </a:lnTo>
                <a:close/>
              </a:path>
              <a:path w="4886325" h="2376170">
                <a:moveTo>
                  <a:pt x="665988" y="0"/>
                </a:moveTo>
                <a:lnTo>
                  <a:pt x="656844" y="0"/>
                </a:lnTo>
                <a:lnTo>
                  <a:pt x="656844" y="10668"/>
                </a:lnTo>
                <a:lnTo>
                  <a:pt x="665988" y="10668"/>
                </a:lnTo>
                <a:lnTo>
                  <a:pt x="665988" y="0"/>
                </a:lnTo>
                <a:close/>
              </a:path>
              <a:path w="4886325" h="2376170">
                <a:moveTo>
                  <a:pt x="684276" y="740664"/>
                </a:moveTo>
                <a:lnTo>
                  <a:pt x="675132" y="740664"/>
                </a:lnTo>
                <a:lnTo>
                  <a:pt x="675132" y="749808"/>
                </a:lnTo>
                <a:lnTo>
                  <a:pt x="684276" y="749808"/>
                </a:lnTo>
                <a:lnTo>
                  <a:pt x="684276" y="740664"/>
                </a:lnTo>
                <a:close/>
              </a:path>
              <a:path w="4886325" h="2376170">
                <a:moveTo>
                  <a:pt x="684276" y="0"/>
                </a:moveTo>
                <a:lnTo>
                  <a:pt x="675132" y="0"/>
                </a:lnTo>
                <a:lnTo>
                  <a:pt x="675132" y="10668"/>
                </a:lnTo>
                <a:lnTo>
                  <a:pt x="684276" y="10668"/>
                </a:lnTo>
                <a:lnTo>
                  <a:pt x="684276" y="0"/>
                </a:lnTo>
                <a:close/>
              </a:path>
              <a:path w="4886325" h="2376170">
                <a:moveTo>
                  <a:pt x="704088" y="740664"/>
                </a:moveTo>
                <a:lnTo>
                  <a:pt x="694944" y="740664"/>
                </a:lnTo>
                <a:lnTo>
                  <a:pt x="694944" y="749808"/>
                </a:lnTo>
                <a:lnTo>
                  <a:pt x="704088" y="749808"/>
                </a:lnTo>
                <a:lnTo>
                  <a:pt x="704088" y="740664"/>
                </a:lnTo>
                <a:close/>
              </a:path>
              <a:path w="4886325" h="2376170">
                <a:moveTo>
                  <a:pt x="704088" y="0"/>
                </a:moveTo>
                <a:lnTo>
                  <a:pt x="694944" y="0"/>
                </a:lnTo>
                <a:lnTo>
                  <a:pt x="694944" y="10668"/>
                </a:lnTo>
                <a:lnTo>
                  <a:pt x="704088" y="10668"/>
                </a:lnTo>
                <a:lnTo>
                  <a:pt x="704088" y="0"/>
                </a:lnTo>
                <a:close/>
              </a:path>
              <a:path w="4886325" h="2376170">
                <a:moveTo>
                  <a:pt x="722376" y="740664"/>
                </a:moveTo>
                <a:lnTo>
                  <a:pt x="713232" y="740664"/>
                </a:lnTo>
                <a:lnTo>
                  <a:pt x="713232" y="749808"/>
                </a:lnTo>
                <a:lnTo>
                  <a:pt x="722376" y="749808"/>
                </a:lnTo>
                <a:lnTo>
                  <a:pt x="722376" y="740664"/>
                </a:lnTo>
                <a:close/>
              </a:path>
              <a:path w="4886325" h="2376170">
                <a:moveTo>
                  <a:pt x="722376" y="0"/>
                </a:moveTo>
                <a:lnTo>
                  <a:pt x="713232" y="0"/>
                </a:lnTo>
                <a:lnTo>
                  <a:pt x="713232" y="10668"/>
                </a:lnTo>
                <a:lnTo>
                  <a:pt x="722376" y="10668"/>
                </a:lnTo>
                <a:lnTo>
                  <a:pt x="722376" y="0"/>
                </a:lnTo>
                <a:close/>
              </a:path>
              <a:path w="4886325" h="2376170">
                <a:moveTo>
                  <a:pt x="742188" y="740664"/>
                </a:moveTo>
                <a:lnTo>
                  <a:pt x="733044" y="740664"/>
                </a:lnTo>
                <a:lnTo>
                  <a:pt x="733044" y="749808"/>
                </a:lnTo>
                <a:lnTo>
                  <a:pt x="742188" y="749808"/>
                </a:lnTo>
                <a:lnTo>
                  <a:pt x="742188" y="740664"/>
                </a:lnTo>
                <a:close/>
              </a:path>
              <a:path w="4886325" h="2376170">
                <a:moveTo>
                  <a:pt x="742188" y="0"/>
                </a:moveTo>
                <a:lnTo>
                  <a:pt x="733044" y="0"/>
                </a:lnTo>
                <a:lnTo>
                  <a:pt x="733044" y="10668"/>
                </a:lnTo>
                <a:lnTo>
                  <a:pt x="742188" y="10668"/>
                </a:lnTo>
                <a:lnTo>
                  <a:pt x="742188" y="0"/>
                </a:lnTo>
                <a:close/>
              </a:path>
              <a:path w="4886325" h="2376170">
                <a:moveTo>
                  <a:pt x="760476" y="740664"/>
                </a:moveTo>
                <a:lnTo>
                  <a:pt x="751332" y="740664"/>
                </a:lnTo>
                <a:lnTo>
                  <a:pt x="751332" y="749808"/>
                </a:lnTo>
                <a:lnTo>
                  <a:pt x="760476" y="749808"/>
                </a:lnTo>
                <a:lnTo>
                  <a:pt x="760476" y="740664"/>
                </a:lnTo>
                <a:close/>
              </a:path>
              <a:path w="4886325" h="2376170">
                <a:moveTo>
                  <a:pt x="760476" y="0"/>
                </a:moveTo>
                <a:lnTo>
                  <a:pt x="751332" y="0"/>
                </a:lnTo>
                <a:lnTo>
                  <a:pt x="751332" y="10668"/>
                </a:lnTo>
                <a:lnTo>
                  <a:pt x="760476" y="10668"/>
                </a:lnTo>
                <a:lnTo>
                  <a:pt x="760476" y="0"/>
                </a:lnTo>
                <a:close/>
              </a:path>
              <a:path w="4886325" h="2376170">
                <a:moveTo>
                  <a:pt x="780288" y="740664"/>
                </a:moveTo>
                <a:lnTo>
                  <a:pt x="771144" y="740664"/>
                </a:lnTo>
                <a:lnTo>
                  <a:pt x="771144" y="749808"/>
                </a:lnTo>
                <a:lnTo>
                  <a:pt x="780288" y="749808"/>
                </a:lnTo>
                <a:lnTo>
                  <a:pt x="780288" y="740664"/>
                </a:lnTo>
                <a:close/>
              </a:path>
              <a:path w="4886325" h="2376170">
                <a:moveTo>
                  <a:pt x="780288" y="0"/>
                </a:moveTo>
                <a:lnTo>
                  <a:pt x="771144" y="0"/>
                </a:lnTo>
                <a:lnTo>
                  <a:pt x="771144" y="10668"/>
                </a:lnTo>
                <a:lnTo>
                  <a:pt x="780288" y="10668"/>
                </a:lnTo>
                <a:lnTo>
                  <a:pt x="780288" y="0"/>
                </a:lnTo>
                <a:close/>
              </a:path>
              <a:path w="4886325" h="2376170">
                <a:moveTo>
                  <a:pt x="798576" y="740664"/>
                </a:moveTo>
                <a:lnTo>
                  <a:pt x="789432" y="740664"/>
                </a:lnTo>
                <a:lnTo>
                  <a:pt x="789432" y="749808"/>
                </a:lnTo>
                <a:lnTo>
                  <a:pt x="798576" y="749808"/>
                </a:lnTo>
                <a:lnTo>
                  <a:pt x="798576" y="740664"/>
                </a:lnTo>
                <a:close/>
              </a:path>
              <a:path w="4886325" h="2376170">
                <a:moveTo>
                  <a:pt x="798576" y="0"/>
                </a:moveTo>
                <a:lnTo>
                  <a:pt x="789432" y="0"/>
                </a:lnTo>
                <a:lnTo>
                  <a:pt x="789432" y="10668"/>
                </a:lnTo>
                <a:lnTo>
                  <a:pt x="798576" y="10668"/>
                </a:lnTo>
                <a:lnTo>
                  <a:pt x="798576" y="0"/>
                </a:lnTo>
                <a:close/>
              </a:path>
              <a:path w="4886325" h="2376170">
                <a:moveTo>
                  <a:pt x="818388" y="740664"/>
                </a:moveTo>
                <a:lnTo>
                  <a:pt x="809244" y="740664"/>
                </a:lnTo>
                <a:lnTo>
                  <a:pt x="809244" y="749808"/>
                </a:lnTo>
                <a:lnTo>
                  <a:pt x="818388" y="749808"/>
                </a:lnTo>
                <a:lnTo>
                  <a:pt x="818388" y="740664"/>
                </a:lnTo>
                <a:close/>
              </a:path>
              <a:path w="4886325" h="2376170">
                <a:moveTo>
                  <a:pt x="818388" y="0"/>
                </a:moveTo>
                <a:lnTo>
                  <a:pt x="809244" y="0"/>
                </a:lnTo>
                <a:lnTo>
                  <a:pt x="809244" y="10668"/>
                </a:lnTo>
                <a:lnTo>
                  <a:pt x="818388" y="10668"/>
                </a:lnTo>
                <a:lnTo>
                  <a:pt x="818388" y="0"/>
                </a:lnTo>
                <a:close/>
              </a:path>
              <a:path w="4886325" h="2376170">
                <a:moveTo>
                  <a:pt x="836676" y="740664"/>
                </a:moveTo>
                <a:lnTo>
                  <a:pt x="827532" y="740664"/>
                </a:lnTo>
                <a:lnTo>
                  <a:pt x="827532" y="749808"/>
                </a:lnTo>
                <a:lnTo>
                  <a:pt x="836676" y="749808"/>
                </a:lnTo>
                <a:lnTo>
                  <a:pt x="836676" y="740664"/>
                </a:lnTo>
                <a:close/>
              </a:path>
              <a:path w="4886325" h="2376170">
                <a:moveTo>
                  <a:pt x="836676" y="0"/>
                </a:moveTo>
                <a:lnTo>
                  <a:pt x="827532" y="0"/>
                </a:lnTo>
                <a:lnTo>
                  <a:pt x="827532" y="10668"/>
                </a:lnTo>
                <a:lnTo>
                  <a:pt x="836676" y="10668"/>
                </a:lnTo>
                <a:lnTo>
                  <a:pt x="836676" y="0"/>
                </a:lnTo>
                <a:close/>
              </a:path>
              <a:path w="4886325" h="2376170">
                <a:moveTo>
                  <a:pt x="856488" y="740664"/>
                </a:moveTo>
                <a:lnTo>
                  <a:pt x="847344" y="740664"/>
                </a:lnTo>
                <a:lnTo>
                  <a:pt x="847344" y="749808"/>
                </a:lnTo>
                <a:lnTo>
                  <a:pt x="856488" y="749808"/>
                </a:lnTo>
                <a:lnTo>
                  <a:pt x="856488" y="740664"/>
                </a:lnTo>
                <a:close/>
              </a:path>
              <a:path w="4886325" h="2376170">
                <a:moveTo>
                  <a:pt x="856488" y="0"/>
                </a:moveTo>
                <a:lnTo>
                  <a:pt x="847344" y="0"/>
                </a:lnTo>
                <a:lnTo>
                  <a:pt x="847344" y="10668"/>
                </a:lnTo>
                <a:lnTo>
                  <a:pt x="856488" y="10668"/>
                </a:lnTo>
                <a:lnTo>
                  <a:pt x="856488" y="0"/>
                </a:lnTo>
                <a:close/>
              </a:path>
              <a:path w="4886325" h="2376170">
                <a:moveTo>
                  <a:pt x="874776" y="740664"/>
                </a:moveTo>
                <a:lnTo>
                  <a:pt x="865632" y="740664"/>
                </a:lnTo>
                <a:lnTo>
                  <a:pt x="865632" y="749808"/>
                </a:lnTo>
                <a:lnTo>
                  <a:pt x="874776" y="749808"/>
                </a:lnTo>
                <a:lnTo>
                  <a:pt x="874776" y="740664"/>
                </a:lnTo>
                <a:close/>
              </a:path>
              <a:path w="4886325" h="2376170">
                <a:moveTo>
                  <a:pt x="874776" y="0"/>
                </a:moveTo>
                <a:lnTo>
                  <a:pt x="865632" y="0"/>
                </a:lnTo>
                <a:lnTo>
                  <a:pt x="865632" y="10668"/>
                </a:lnTo>
                <a:lnTo>
                  <a:pt x="874776" y="10668"/>
                </a:lnTo>
                <a:lnTo>
                  <a:pt x="874776" y="0"/>
                </a:lnTo>
                <a:close/>
              </a:path>
              <a:path w="4886325" h="2376170">
                <a:moveTo>
                  <a:pt x="894588" y="740664"/>
                </a:moveTo>
                <a:lnTo>
                  <a:pt x="885444" y="740664"/>
                </a:lnTo>
                <a:lnTo>
                  <a:pt x="885444" y="749808"/>
                </a:lnTo>
                <a:lnTo>
                  <a:pt x="894588" y="749808"/>
                </a:lnTo>
                <a:lnTo>
                  <a:pt x="894588" y="740664"/>
                </a:lnTo>
                <a:close/>
              </a:path>
              <a:path w="4886325" h="2376170">
                <a:moveTo>
                  <a:pt x="894588" y="0"/>
                </a:moveTo>
                <a:lnTo>
                  <a:pt x="885444" y="0"/>
                </a:lnTo>
                <a:lnTo>
                  <a:pt x="885444" y="10668"/>
                </a:lnTo>
                <a:lnTo>
                  <a:pt x="894588" y="10668"/>
                </a:lnTo>
                <a:lnTo>
                  <a:pt x="894588" y="0"/>
                </a:lnTo>
                <a:close/>
              </a:path>
              <a:path w="4886325" h="2376170">
                <a:moveTo>
                  <a:pt x="912876" y="740664"/>
                </a:moveTo>
                <a:lnTo>
                  <a:pt x="903732" y="740664"/>
                </a:lnTo>
                <a:lnTo>
                  <a:pt x="903732" y="749808"/>
                </a:lnTo>
                <a:lnTo>
                  <a:pt x="912876" y="749808"/>
                </a:lnTo>
                <a:lnTo>
                  <a:pt x="912876" y="740664"/>
                </a:lnTo>
                <a:close/>
              </a:path>
              <a:path w="4886325" h="2376170">
                <a:moveTo>
                  <a:pt x="912876" y="0"/>
                </a:moveTo>
                <a:lnTo>
                  <a:pt x="903732" y="0"/>
                </a:lnTo>
                <a:lnTo>
                  <a:pt x="903732" y="10668"/>
                </a:lnTo>
                <a:lnTo>
                  <a:pt x="912876" y="10668"/>
                </a:lnTo>
                <a:lnTo>
                  <a:pt x="912876" y="0"/>
                </a:lnTo>
                <a:close/>
              </a:path>
              <a:path w="4886325" h="2376170">
                <a:moveTo>
                  <a:pt x="932688" y="740664"/>
                </a:moveTo>
                <a:lnTo>
                  <a:pt x="923544" y="740664"/>
                </a:lnTo>
                <a:lnTo>
                  <a:pt x="923544" y="749808"/>
                </a:lnTo>
                <a:lnTo>
                  <a:pt x="932688" y="749808"/>
                </a:lnTo>
                <a:lnTo>
                  <a:pt x="932688" y="740664"/>
                </a:lnTo>
                <a:close/>
              </a:path>
              <a:path w="4886325" h="2376170">
                <a:moveTo>
                  <a:pt x="932688" y="0"/>
                </a:moveTo>
                <a:lnTo>
                  <a:pt x="923544" y="0"/>
                </a:lnTo>
                <a:lnTo>
                  <a:pt x="923544" y="10668"/>
                </a:lnTo>
                <a:lnTo>
                  <a:pt x="932688" y="10668"/>
                </a:lnTo>
                <a:lnTo>
                  <a:pt x="932688" y="0"/>
                </a:lnTo>
                <a:close/>
              </a:path>
              <a:path w="4886325" h="2376170">
                <a:moveTo>
                  <a:pt x="950976" y="740664"/>
                </a:moveTo>
                <a:lnTo>
                  <a:pt x="941832" y="740664"/>
                </a:lnTo>
                <a:lnTo>
                  <a:pt x="941832" y="749808"/>
                </a:lnTo>
                <a:lnTo>
                  <a:pt x="950976" y="749808"/>
                </a:lnTo>
                <a:lnTo>
                  <a:pt x="950976" y="740664"/>
                </a:lnTo>
                <a:close/>
              </a:path>
              <a:path w="4886325" h="2376170">
                <a:moveTo>
                  <a:pt x="950976" y="0"/>
                </a:moveTo>
                <a:lnTo>
                  <a:pt x="941832" y="0"/>
                </a:lnTo>
                <a:lnTo>
                  <a:pt x="941832" y="10668"/>
                </a:lnTo>
                <a:lnTo>
                  <a:pt x="950976" y="10668"/>
                </a:lnTo>
                <a:lnTo>
                  <a:pt x="950976" y="0"/>
                </a:lnTo>
                <a:close/>
              </a:path>
              <a:path w="4886325" h="2376170">
                <a:moveTo>
                  <a:pt x="970788" y="740664"/>
                </a:moveTo>
                <a:lnTo>
                  <a:pt x="961644" y="740664"/>
                </a:lnTo>
                <a:lnTo>
                  <a:pt x="961644" y="749808"/>
                </a:lnTo>
                <a:lnTo>
                  <a:pt x="970788" y="749808"/>
                </a:lnTo>
                <a:lnTo>
                  <a:pt x="970788" y="740664"/>
                </a:lnTo>
                <a:close/>
              </a:path>
              <a:path w="4886325" h="2376170">
                <a:moveTo>
                  <a:pt x="970788" y="0"/>
                </a:moveTo>
                <a:lnTo>
                  <a:pt x="961644" y="0"/>
                </a:lnTo>
                <a:lnTo>
                  <a:pt x="961644" y="10668"/>
                </a:lnTo>
                <a:lnTo>
                  <a:pt x="970788" y="10668"/>
                </a:lnTo>
                <a:lnTo>
                  <a:pt x="970788" y="0"/>
                </a:lnTo>
                <a:close/>
              </a:path>
              <a:path w="4886325" h="2376170">
                <a:moveTo>
                  <a:pt x="989076" y="740664"/>
                </a:moveTo>
                <a:lnTo>
                  <a:pt x="979932" y="740664"/>
                </a:lnTo>
                <a:lnTo>
                  <a:pt x="979932" y="749808"/>
                </a:lnTo>
                <a:lnTo>
                  <a:pt x="989076" y="749808"/>
                </a:lnTo>
                <a:lnTo>
                  <a:pt x="989076" y="740664"/>
                </a:lnTo>
                <a:close/>
              </a:path>
              <a:path w="4886325" h="2376170">
                <a:moveTo>
                  <a:pt x="989076" y="0"/>
                </a:moveTo>
                <a:lnTo>
                  <a:pt x="979932" y="0"/>
                </a:lnTo>
                <a:lnTo>
                  <a:pt x="979932" y="10668"/>
                </a:lnTo>
                <a:lnTo>
                  <a:pt x="989076" y="10668"/>
                </a:lnTo>
                <a:lnTo>
                  <a:pt x="989076" y="0"/>
                </a:lnTo>
                <a:close/>
              </a:path>
              <a:path w="4886325" h="2376170">
                <a:moveTo>
                  <a:pt x="1008888" y="740664"/>
                </a:moveTo>
                <a:lnTo>
                  <a:pt x="999744" y="740664"/>
                </a:lnTo>
                <a:lnTo>
                  <a:pt x="999744" y="749808"/>
                </a:lnTo>
                <a:lnTo>
                  <a:pt x="1008888" y="749808"/>
                </a:lnTo>
                <a:lnTo>
                  <a:pt x="1008888" y="740664"/>
                </a:lnTo>
                <a:close/>
              </a:path>
              <a:path w="4886325" h="2376170">
                <a:moveTo>
                  <a:pt x="1008888" y="0"/>
                </a:moveTo>
                <a:lnTo>
                  <a:pt x="999744" y="0"/>
                </a:lnTo>
                <a:lnTo>
                  <a:pt x="999744" y="10668"/>
                </a:lnTo>
                <a:lnTo>
                  <a:pt x="1008888" y="10668"/>
                </a:lnTo>
                <a:lnTo>
                  <a:pt x="1008888" y="0"/>
                </a:lnTo>
                <a:close/>
              </a:path>
              <a:path w="4886325" h="2376170">
                <a:moveTo>
                  <a:pt x="1027176" y="740664"/>
                </a:moveTo>
                <a:lnTo>
                  <a:pt x="1018032" y="740664"/>
                </a:lnTo>
                <a:lnTo>
                  <a:pt x="1018032" y="749808"/>
                </a:lnTo>
                <a:lnTo>
                  <a:pt x="1027176" y="749808"/>
                </a:lnTo>
                <a:lnTo>
                  <a:pt x="1027176" y="740664"/>
                </a:lnTo>
                <a:close/>
              </a:path>
              <a:path w="4886325" h="2376170">
                <a:moveTo>
                  <a:pt x="1027176" y="0"/>
                </a:moveTo>
                <a:lnTo>
                  <a:pt x="1018032" y="0"/>
                </a:lnTo>
                <a:lnTo>
                  <a:pt x="1018032" y="10668"/>
                </a:lnTo>
                <a:lnTo>
                  <a:pt x="1027176" y="10668"/>
                </a:lnTo>
                <a:lnTo>
                  <a:pt x="1027176" y="0"/>
                </a:lnTo>
                <a:close/>
              </a:path>
              <a:path w="4886325" h="2376170">
                <a:moveTo>
                  <a:pt x="1046988" y="740664"/>
                </a:moveTo>
                <a:lnTo>
                  <a:pt x="1037844" y="740664"/>
                </a:lnTo>
                <a:lnTo>
                  <a:pt x="1037844" y="749808"/>
                </a:lnTo>
                <a:lnTo>
                  <a:pt x="1046988" y="749808"/>
                </a:lnTo>
                <a:lnTo>
                  <a:pt x="1046988" y="740664"/>
                </a:lnTo>
                <a:close/>
              </a:path>
              <a:path w="4886325" h="2376170">
                <a:moveTo>
                  <a:pt x="1046988" y="0"/>
                </a:moveTo>
                <a:lnTo>
                  <a:pt x="1037844" y="0"/>
                </a:lnTo>
                <a:lnTo>
                  <a:pt x="1037844" y="10668"/>
                </a:lnTo>
                <a:lnTo>
                  <a:pt x="1046988" y="10668"/>
                </a:lnTo>
                <a:lnTo>
                  <a:pt x="1046988" y="0"/>
                </a:lnTo>
                <a:close/>
              </a:path>
              <a:path w="4886325" h="2376170">
                <a:moveTo>
                  <a:pt x="1065276" y="740664"/>
                </a:moveTo>
                <a:lnTo>
                  <a:pt x="1056132" y="740664"/>
                </a:lnTo>
                <a:lnTo>
                  <a:pt x="1056132" y="749808"/>
                </a:lnTo>
                <a:lnTo>
                  <a:pt x="1065276" y="749808"/>
                </a:lnTo>
                <a:lnTo>
                  <a:pt x="1065276" y="740664"/>
                </a:lnTo>
                <a:close/>
              </a:path>
              <a:path w="4886325" h="2376170">
                <a:moveTo>
                  <a:pt x="1065276" y="0"/>
                </a:moveTo>
                <a:lnTo>
                  <a:pt x="1056132" y="0"/>
                </a:lnTo>
                <a:lnTo>
                  <a:pt x="1056132" y="10668"/>
                </a:lnTo>
                <a:lnTo>
                  <a:pt x="1065276" y="10668"/>
                </a:lnTo>
                <a:lnTo>
                  <a:pt x="1065276" y="0"/>
                </a:lnTo>
                <a:close/>
              </a:path>
              <a:path w="4886325" h="2376170">
                <a:moveTo>
                  <a:pt x="1085088" y="740664"/>
                </a:moveTo>
                <a:lnTo>
                  <a:pt x="1075944" y="740664"/>
                </a:lnTo>
                <a:lnTo>
                  <a:pt x="1075944" y="749808"/>
                </a:lnTo>
                <a:lnTo>
                  <a:pt x="1085088" y="749808"/>
                </a:lnTo>
                <a:lnTo>
                  <a:pt x="1085088" y="740664"/>
                </a:lnTo>
                <a:close/>
              </a:path>
              <a:path w="4886325" h="2376170">
                <a:moveTo>
                  <a:pt x="1085088" y="0"/>
                </a:moveTo>
                <a:lnTo>
                  <a:pt x="1075944" y="0"/>
                </a:lnTo>
                <a:lnTo>
                  <a:pt x="1075944" y="10668"/>
                </a:lnTo>
                <a:lnTo>
                  <a:pt x="1085088" y="10668"/>
                </a:lnTo>
                <a:lnTo>
                  <a:pt x="1085088" y="0"/>
                </a:lnTo>
                <a:close/>
              </a:path>
              <a:path w="4886325" h="2376170">
                <a:moveTo>
                  <a:pt x="1103376" y="740664"/>
                </a:moveTo>
                <a:lnTo>
                  <a:pt x="1094232" y="740664"/>
                </a:lnTo>
                <a:lnTo>
                  <a:pt x="1094232" y="749808"/>
                </a:lnTo>
                <a:lnTo>
                  <a:pt x="1103376" y="749808"/>
                </a:lnTo>
                <a:lnTo>
                  <a:pt x="1103376" y="740664"/>
                </a:lnTo>
                <a:close/>
              </a:path>
              <a:path w="4886325" h="2376170">
                <a:moveTo>
                  <a:pt x="1103376" y="0"/>
                </a:moveTo>
                <a:lnTo>
                  <a:pt x="1094232" y="0"/>
                </a:lnTo>
                <a:lnTo>
                  <a:pt x="1094232" y="10668"/>
                </a:lnTo>
                <a:lnTo>
                  <a:pt x="1103376" y="10668"/>
                </a:lnTo>
                <a:lnTo>
                  <a:pt x="1103376" y="0"/>
                </a:lnTo>
                <a:close/>
              </a:path>
              <a:path w="4886325" h="2376170">
                <a:moveTo>
                  <a:pt x="1123188" y="740664"/>
                </a:moveTo>
                <a:lnTo>
                  <a:pt x="1114044" y="740664"/>
                </a:lnTo>
                <a:lnTo>
                  <a:pt x="1114044" y="749808"/>
                </a:lnTo>
                <a:lnTo>
                  <a:pt x="1123188" y="749808"/>
                </a:lnTo>
                <a:lnTo>
                  <a:pt x="1123188" y="740664"/>
                </a:lnTo>
                <a:close/>
              </a:path>
              <a:path w="4886325" h="2376170">
                <a:moveTo>
                  <a:pt x="1123188" y="0"/>
                </a:moveTo>
                <a:lnTo>
                  <a:pt x="1114044" y="0"/>
                </a:lnTo>
                <a:lnTo>
                  <a:pt x="1114044" y="10668"/>
                </a:lnTo>
                <a:lnTo>
                  <a:pt x="1123188" y="10668"/>
                </a:lnTo>
                <a:lnTo>
                  <a:pt x="1123188" y="0"/>
                </a:lnTo>
                <a:close/>
              </a:path>
              <a:path w="4886325" h="2376170">
                <a:moveTo>
                  <a:pt x="1141476" y="740664"/>
                </a:moveTo>
                <a:lnTo>
                  <a:pt x="1132332" y="740664"/>
                </a:lnTo>
                <a:lnTo>
                  <a:pt x="1132332" y="749808"/>
                </a:lnTo>
                <a:lnTo>
                  <a:pt x="1141476" y="749808"/>
                </a:lnTo>
                <a:lnTo>
                  <a:pt x="1141476" y="740664"/>
                </a:lnTo>
                <a:close/>
              </a:path>
              <a:path w="4886325" h="2376170">
                <a:moveTo>
                  <a:pt x="1141476" y="0"/>
                </a:moveTo>
                <a:lnTo>
                  <a:pt x="1132332" y="0"/>
                </a:lnTo>
                <a:lnTo>
                  <a:pt x="1132332" y="10668"/>
                </a:lnTo>
                <a:lnTo>
                  <a:pt x="1141476" y="10668"/>
                </a:lnTo>
                <a:lnTo>
                  <a:pt x="1141476" y="0"/>
                </a:lnTo>
                <a:close/>
              </a:path>
              <a:path w="4886325" h="2376170">
                <a:moveTo>
                  <a:pt x="1161288" y="740664"/>
                </a:moveTo>
                <a:lnTo>
                  <a:pt x="1152144" y="740664"/>
                </a:lnTo>
                <a:lnTo>
                  <a:pt x="1152144" y="749808"/>
                </a:lnTo>
                <a:lnTo>
                  <a:pt x="1161288" y="749808"/>
                </a:lnTo>
                <a:lnTo>
                  <a:pt x="1161288" y="740664"/>
                </a:lnTo>
                <a:close/>
              </a:path>
              <a:path w="4886325" h="2376170">
                <a:moveTo>
                  <a:pt x="1161288" y="0"/>
                </a:moveTo>
                <a:lnTo>
                  <a:pt x="1152144" y="0"/>
                </a:lnTo>
                <a:lnTo>
                  <a:pt x="1152144" y="10668"/>
                </a:lnTo>
                <a:lnTo>
                  <a:pt x="1161288" y="10668"/>
                </a:lnTo>
                <a:lnTo>
                  <a:pt x="1161288" y="0"/>
                </a:lnTo>
                <a:close/>
              </a:path>
              <a:path w="4886325" h="2376170">
                <a:moveTo>
                  <a:pt x="1179576" y="740664"/>
                </a:moveTo>
                <a:lnTo>
                  <a:pt x="1170432" y="740664"/>
                </a:lnTo>
                <a:lnTo>
                  <a:pt x="1170432" y="749808"/>
                </a:lnTo>
                <a:lnTo>
                  <a:pt x="1179576" y="749808"/>
                </a:lnTo>
                <a:lnTo>
                  <a:pt x="1179576" y="740664"/>
                </a:lnTo>
                <a:close/>
              </a:path>
              <a:path w="4886325" h="2376170">
                <a:moveTo>
                  <a:pt x="1179576" y="0"/>
                </a:moveTo>
                <a:lnTo>
                  <a:pt x="1170432" y="0"/>
                </a:lnTo>
                <a:lnTo>
                  <a:pt x="1170432" y="10668"/>
                </a:lnTo>
                <a:lnTo>
                  <a:pt x="1179576" y="10668"/>
                </a:lnTo>
                <a:lnTo>
                  <a:pt x="1179576" y="0"/>
                </a:lnTo>
                <a:close/>
              </a:path>
              <a:path w="4886325" h="2376170">
                <a:moveTo>
                  <a:pt x="1199388" y="740664"/>
                </a:moveTo>
                <a:lnTo>
                  <a:pt x="1190244" y="740664"/>
                </a:lnTo>
                <a:lnTo>
                  <a:pt x="1190244" y="749808"/>
                </a:lnTo>
                <a:lnTo>
                  <a:pt x="1199388" y="749808"/>
                </a:lnTo>
                <a:lnTo>
                  <a:pt x="1199388" y="740664"/>
                </a:lnTo>
                <a:close/>
              </a:path>
              <a:path w="4886325" h="2376170">
                <a:moveTo>
                  <a:pt x="1199388" y="0"/>
                </a:moveTo>
                <a:lnTo>
                  <a:pt x="1190244" y="0"/>
                </a:lnTo>
                <a:lnTo>
                  <a:pt x="1190244" y="10668"/>
                </a:lnTo>
                <a:lnTo>
                  <a:pt x="1199388" y="10668"/>
                </a:lnTo>
                <a:lnTo>
                  <a:pt x="1199388" y="0"/>
                </a:lnTo>
                <a:close/>
              </a:path>
              <a:path w="4886325" h="2376170">
                <a:moveTo>
                  <a:pt x="1217676" y="740664"/>
                </a:moveTo>
                <a:lnTo>
                  <a:pt x="1208532" y="740664"/>
                </a:lnTo>
                <a:lnTo>
                  <a:pt x="1208532" y="749808"/>
                </a:lnTo>
                <a:lnTo>
                  <a:pt x="1217676" y="749808"/>
                </a:lnTo>
                <a:lnTo>
                  <a:pt x="1217676" y="740664"/>
                </a:lnTo>
                <a:close/>
              </a:path>
              <a:path w="4886325" h="2376170">
                <a:moveTo>
                  <a:pt x="1217676" y="0"/>
                </a:moveTo>
                <a:lnTo>
                  <a:pt x="1208532" y="0"/>
                </a:lnTo>
                <a:lnTo>
                  <a:pt x="1208532" y="10668"/>
                </a:lnTo>
                <a:lnTo>
                  <a:pt x="1217676" y="10668"/>
                </a:lnTo>
                <a:lnTo>
                  <a:pt x="1217676" y="0"/>
                </a:lnTo>
                <a:close/>
              </a:path>
              <a:path w="4886325" h="2376170">
                <a:moveTo>
                  <a:pt x="1237488" y="740664"/>
                </a:moveTo>
                <a:lnTo>
                  <a:pt x="1228344" y="740664"/>
                </a:lnTo>
                <a:lnTo>
                  <a:pt x="1228344" y="749808"/>
                </a:lnTo>
                <a:lnTo>
                  <a:pt x="1237488" y="749808"/>
                </a:lnTo>
                <a:lnTo>
                  <a:pt x="1237488" y="740664"/>
                </a:lnTo>
                <a:close/>
              </a:path>
              <a:path w="4886325" h="2376170">
                <a:moveTo>
                  <a:pt x="1237488" y="0"/>
                </a:moveTo>
                <a:lnTo>
                  <a:pt x="1228344" y="0"/>
                </a:lnTo>
                <a:lnTo>
                  <a:pt x="1228344" y="10668"/>
                </a:lnTo>
                <a:lnTo>
                  <a:pt x="1237488" y="10668"/>
                </a:lnTo>
                <a:lnTo>
                  <a:pt x="1237488" y="0"/>
                </a:lnTo>
                <a:close/>
              </a:path>
              <a:path w="4886325" h="2376170">
                <a:moveTo>
                  <a:pt x="1255776" y="740664"/>
                </a:moveTo>
                <a:lnTo>
                  <a:pt x="1246632" y="740664"/>
                </a:lnTo>
                <a:lnTo>
                  <a:pt x="1246632" y="749808"/>
                </a:lnTo>
                <a:lnTo>
                  <a:pt x="1255776" y="749808"/>
                </a:lnTo>
                <a:lnTo>
                  <a:pt x="1255776" y="740664"/>
                </a:lnTo>
                <a:close/>
              </a:path>
              <a:path w="4886325" h="2376170">
                <a:moveTo>
                  <a:pt x="1255776" y="0"/>
                </a:moveTo>
                <a:lnTo>
                  <a:pt x="1246632" y="0"/>
                </a:lnTo>
                <a:lnTo>
                  <a:pt x="1246632" y="10668"/>
                </a:lnTo>
                <a:lnTo>
                  <a:pt x="1255776" y="10668"/>
                </a:lnTo>
                <a:lnTo>
                  <a:pt x="1255776" y="0"/>
                </a:lnTo>
                <a:close/>
              </a:path>
              <a:path w="4886325" h="2376170">
                <a:moveTo>
                  <a:pt x="1275588" y="740664"/>
                </a:moveTo>
                <a:lnTo>
                  <a:pt x="1266444" y="740664"/>
                </a:lnTo>
                <a:lnTo>
                  <a:pt x="1266444" y="749808"/>
                </a:lnTo>
                <a:lnTo>
                  <a:pt x="1275588" y="749808"/>
                </a:lnTo>
                <a:lnTo>
                  <a:pt x="1275588" y="740664"/>
                </a:lnTo>
                <a:close/>
              </a:path>
              <a:path w="4886325" h="2376170">
                <a:moveTo>
                  <a:pt x="1275588" y="0"/>
                </a:moveTo>
                <a:lnTo>
                  <a:pt x="1266444" y="0"/>
                </a:lnTo>
                <a:lnTo>
                  <a:pt x="1266444" y="10668"/>
                </a:lnTo>
                <a:lnTo>
                  <a:pt x="1275588" y="10668"/>
                </a:lnTo>
                <a:lnTo>
                  <a:pt x="1275588" y="0"/>
                </a:lnTo>
                <a:close/>
              </a:path>
              <a:path w="4886325" h="2376170">
                <a:moveTo>
                  <a:pt x="1293876" y="740664"/>
                </a:moveTo>
                <a:lnTo>
                  <a:pt x="1284732" y="740664"/>
                </a:lnTo>
                <a:lnTo>
                  <a:pt x="1284732" y="749808"/>
                </a:lnTo>
                <a:lnTo>
                  <a:pt x="1293876" y="749808"/>
                </a:lnTo>
                <a:lnTo>
                  <a:pt x="1293876" y="740664"/>
                </a:lnTo>
                <a:close/>
              </a:path>
              <a:path w="4886325" h="2376170">
                <a:moveTo>
                  <a:pt x="1293876" y="0"/>
                </a:moveTo>
                <a:lnTo>
                  <a:pt x="1284732" y="0"/>
                </a:lnTo>
                <a:lnTo>
                  <a:pt x="1284732" y="10668"/>
                </a:lnTo>
                <a:lnTo>
                  <a:pt x="1293876" y="10668"/>
                </a:lnTo>
                <a:lnTo>
                  <a:pt x="1293876" y="0"/>
                </a:lnTo>
                <a:close/>
              </a:path>
              <a:path w="4886325" h="2376170">
                <a:moveTo>
                  <a:pt x="1313688" y="740664"/>
                </a:moveTo>
                <a:lnTo>
                  <a:pt x="1304544" y="740664"/>
                </a:lnTo>
                <a:lnTo>
                  <a:pt x="1304544" y="749808"/>
                </a:lnTo>
                <a:lnTo>
                  <a:pt x="1313688" y="749808"/>
                </a:lnTo>
                <a:lnTo>
                  <a:pt x="1313688" y="740664"/>
                </a:lnTo>
                <a:close/>
              </a:path>
              <a:path w="4886325" h="2376170">
                <a:moveTo>
                  <a:pt x="1313688" y="0"/>
                </a:moveTo>
                <a:lnTo>
                  <a:pt x="1304544" y="0"/>
                </a:lnTo>
                <a:lnTo>
                  <a:pt x="1304544" y="10668"/>
                </a:lnTo>
                <a:lnTo>
                  <a:pt x="1313688" y="10668"/>
                </a:lnTo>
                <a:lnTo>
                  <a:pt x="1313688" y="0"/>
                </a:lnTo>
                <a:close/>
              </a:path>
              <a:path w="4886325" h="2376170">
                <a:moveTo>
                  <a:pt x="1331976" y="740664"/>
                </a:moveTo>
                <a:lnTo>
                  <a:pt x="1322832" y="740664"/>
                </a:lnTo>
                <a:lnTo>
                  <a:pt x="1322832" y="749808"/>
                </a:lnTo>
                <a:lnTo>
                  <a:pt x="1331976" y="749808"/>
                </a:lnTo>
                <a:lnTo>
                  <a:pt x="1331976" y="740664"/>
                </a:lnTo>
                <a:close/>
              </a:path>
              <a:path w="4886325" h="2376170">
                <a:moveTo>
                  <a:pt x="1331976" y="0"/>
                </a:moveTo>
                <a:lnTo>
                  <a:pt x="1322832" y="0"/>
                </a:lnTo>
                <a:lnTo>
                  <a:pt x="1322832" y="10668"/>
                </a:lnTo>
                <a:lnTo>
                  <a:pt x="1331976" y="10668"/>
                </a:lnTo>
                <a:lnTo>
                  <a:pt x="1331976" y="0"/>
                </a:lnTo>
                <a:close/>
              </a:path>
              <a:path w="4886325" h="2376170">
                <a:moveTo>
                  <a:pt x="1351788" y="740664"/>
                </a:moveTo>
                <a:lnTo>
                  <a:pt x="1342644" y="740664"/>
                </a:lnTo>
                <a:lnTo>
                  <a:pt x="1342644" y="749808"/>
                </a:lnTo>
                <a:lnTo>
                  <a:pt x="1351788" y="749808"/>
                </a:lnTo>
                <a:lnTo>
                  <a:pt x="1351788" y="740664"/>
                </a:lnTo>
                <a:close/>
              </a:path>
              <a:path w="4886325" h="2376170">
                <a:moveTo>
                  <a:pt x="1351788" y="0"/>
                </a:moveTo>
                <a:lnTo>
                  <a:pt x="1342644" y="0"/>
                </a:lnTo>
                <a:lnTo>
                  <a:pt x="1342644" y="10668"/>
                </a:lnTo>
                <a:lnTo>
                  <a:pt x="1351788" y="10668"/>
                </a:lnTo>
                <a:lnTo>
                  <a:pt x="1351788" y="0"/>
                </a:lnTo>
                <a:close/>
              </a:path>
              <a:path w="4886325" h="2376170">
                <a:moveTo>
                  <a:pt x="1370076" y="740664"/>
                </a:moveTo>
                <a:lnTo>
                  <a:pt x="1360932" y="740664"/>
                </a:lnTo>
                <a:lnTo>
                  <a:pt x="1360932" y="749808"/>
                </a:lnTo>
                <a:lnTo>
                  <a:pt x="1370076" y="749808"/>
                </a:lnTo>
                <a:lnTo>
                  <a:pt x="1370076" y="740664"/>
                </a:lnTo>
                <a:close/>
              </a:path>
              <a:path w="4886325" h="2376170">
                <a:moveTo>
                  <a:pt x="1370076" y="0"/>
                </a:moveTo>
                <a:lnTo>
                  <a:pt x="1360932" y="0"/>
                </a:lnTo>
                <a:lnTo>
                  <a:pt x="1360932" y="10668"/>
                </a:lnTo>
                <a:lnTo>
                  <a:pt x="1370076" y="10668"/>
                </a:lnTo>
                <a:lnTo>
                  <a:pt x="1370076" y="0"/>
                </a:lnTo>
                <a:close/>
              </a:path>
              <a:path w="4886325" h="2376170">
                <a:moveTo>
                  <a:pt x="1389888" y="740664"/>
                </a:moveTo>
                <a:lnTo>
                  <a:pt x="1380744" y="740664"/>
                </a:lnTo>
                <a:lnTo>
                  <a:pt x="1380744" y="749808"/>
                </a:lnTo>
                <a:lnTo>
                  <a:pt x="1389888" y="749808"/>
                </a:lnTo>
                <a:lnTo>
                  <a:pt x="1389888" y="740664"/>
                </a:lnTo>
                <a:close/>
              </a:path>
              <a:path w="4886325" h="2376170">
                <a:moveTo>
                  <a:pt x="1389888" y="0"/>
                </a:moveTo>
                <a:lnTo>
                  <a:pt x="1380744" y="0"/>
                </a:lnTo>
                <a:lnTo>
                  <a:pt x="1380744" y="10668"/>
                </a:lnTo>
                <a:lnTo>
                  <a:pt x="1389888" y="10668"/>
                </a:lnTo>
                <a:lnTo>
                  <a:pt x="1389888" y="0"/>
                </a:lnTo>
                <a:close/>
              </a:path>
              <a:path w="4886325" h="2376170">
                <a:moveTo>
                  <a:pt x="1408176" y="740664"/>
                </a:moveTo>
                <a:lnTo>
                  <a:pt x="1399032" y="740664"/>
                </a:lnTo>
                <a:lnTo>
                  <a:pt x="1399032" y="749808"/>
                </a:lnTo>
                <a:lnTo>
                  <a:pt x="1408176" y="749808"/>
                </a:lnTo>
                <a:lnTo>
                  <a:pt x="1408176" y="740664"/>
                </a:lnTo>
                <a:close/>
              </a:path>
              <a:path w="4886325" h="2376170">
                <a:moveTo>
                  <a:pt x="1408176" y="0"/>
                </a:moveTo>
                <a:lnTo>
                  <a:pt x="1399032" y="0"/>
                </a:lnTo>
                <a:lnTo>
                  <a:pt x="1399032" y="10668"/>
                </a:lnTo>
                <a:lnTo>
                  <a:pt x="1408176" y="10668"/>
                </a:lnTo>
                <a:lnTo>
                  <a:pt x="1408176" y="0"/>
                </a:lnTo>
                <a:close/>
              </a:path>
              <a:path w="4886325" h="2376170">
                <a:moveTo>
                  <a:pt x="1427988" y="740664"/>
                </a:moveTo>
                <a:lnTo>
                  <a:pt x="1418844" y="740664"/>
                </a:lnTo>
                <a:lnTo>
                  <a:pt x="1418844" y="749808"/>
                </a:lnTo>
                <a:lnTo>
                  <a:pt x="1427988" y="749808"/>
                </a:lnTo>
                <a:lnTo>
                  <a:pt x="1427988" y="740664"/>
                </a:lnTo>
                <a:close/>
              </a:path>
              <a:path w="4886325" h="2376170">
                <a:moveTo>
                  <a:pt x="1427988" y="0"/>
                </a:moveTo>
                <a:lnTo>
                  <a:pt x="1418844" y="0"/>
                </a:lnTo>
                <a:lnTo>
                  <a:pt x="1418844" y="10668"/>
                </a:lnTo>
                <a:lnTo>
                  <a:pt x="1427988" y="10668"/>
                </a:lnTo>
                <a:lnTo>
                  <a:pt x="1427988" y="0"/>
                </a:lnTo>
                <a:close/>
              </a:path>
              <a:path w="4886325" h="2376170">
                <a:moveTo>
                  <a:pt x="1446276" y="740664"/>
                </a:moveTo>
                <a:lnTo>
                  <a:pt x="1437132" y="740664"/>
                </a:lnTo>
                <a:lnTo>
                  <a:pt x="1437132" y="749808"/>
                </a:lnTo>
                <a:lnTo>
                  <a:pt x="1446276" y="749808"/>
                </a:lnTo>
                <a:lnTo>
                  <a:pt x="1446276" y="740664"/>
                </a:lnTo>
                <a:close/>
              </a:path>
              <a:path w="4886325" h="2376170">
                <a:moveTo>
                  <a:pt x="1446276" y="0"/>
                </a:moveTo>
                <a:lnTo>
                  <a:pt x="1437132" y="0"/>
                </a:lnTo>
                <a:lnTo>
                  <a:pt x="1437132" y="10668"/>
                </a:lnTo>
                <a:lnTo>
                  <a:pt x="1446276" y="10668"/>
                </a:lnTo>
                <a:lnTo>
                  <a:pt x="1446276" y="0"/>
                </a:lnTo>
                <a:close/>
              </a:path>
              <a:path w="4886325" h="2376170">
                <a:moveTo>
                  <a:pt x="1466088" y="740664"/>
                </a:moveTo>
                <a:lnTo>
                  <a:pt x="1456944" y="740664"/>
                </a:lnTo>
                <a:lnTo>
                  <a:pt x="1456944" y="749808"/>
                </a:lnTo>
                <a:lnTo>
                  <a:pt x="1466088" y="749808"/>
                </a:lnTo>
                <a:lnTo>
                  <a:pt x="1466088" y="740664"/>
                </a:lnTo>
                <a:close/>
              </a:path>
              <a:path w="4886325" h="2376170">
                <a:moveTo>
                  <a:pt x="1466088" y="0"/>
                </a:moveTo>
                <a:lnTo>
                  <a:pt x="1456944" y="0"/>
                </a:lnTo>
                <a:lnTo>
                  <a:pt x="1456944" y="10668"/>
                </a:lnTo>
                <a:lnTo>
                  <a:pt x="1466088" y="10668"/>
                </a:lnTo>
                <a:lnTo>
                  <a:pt x="1466088" y="0"/>
                </a:lnTo>
                <a:close/>
              </a:path>
              <a:path w="4886325" h="2376170">
                <a:moveTo>
                  <a:pt x="1484376" y="740664"/>
                </a:moveTo>
                <a:lnTo>
                  <a:pt x="1475232" y="740664"/>
                </a:lnTo>
                <a:lnTo>
                  <a:pt x="1475232" y="749808"/>
                </a:lnTo>
                <a:lnTo>
                  <a:pt x="1484376" y="749808"/>
                </a:lnTo>
                <a:lnTo>
                  <a:pt x="1484376" y="740664"/>
                </a:lnTo>
                <a:close/>
              </a:path>
              <a:path w="4886325" h="2376170">
                <a:moveTo>
                  <a:pt x="1484376" y="0"/>
                </a:moveTo>
                <a:lnTo>
                  <a:pt x="1475232" y="0"/>
                </a:lnTo>
                <a:lnTo>
                  <a:pt x="1475232" y="10668"/>
                </a:lnTo>
                <a:lnTo>
                  <a:pt x="1484376" y="10668"/>
                </a:lnTo>
                <a:lnTo>
                  <a:pt x="1484376" y="0"/>
                </a:lnTo>
                <a:close/>
              </a:path>
              <a:path w="4886325" h="2376170">
                <a:moveTo>
                  <a:pt x="1504188" y="740664"/>
                </a:moveTo>
                <a:lnTo>
                  <a:pt x="1495044" y="740664"/>
                </a:lnTo>
                <a:lnTo>
                  <a:pt x="1495044" y="749808"/>
                </a:lnTo>
                <a:lnTo>
                  <a:pt x="1504188" y="749808"/>
                </a:lnTo>
                <a:lnTo>
                  <a:pt x="1504188" y="740664"/>
                </a:lnTo>
                <a:close/>
              </a:path>
              <a:path w="4886325" h="2376170">
                <a:moveTo>
                  <a:pt x="1504188" y="0"/>
                </a:moveTo>
                <a:lnTo>
                  <a:pt x="1495044" y="0"/>
                </a:lnTo>
                <a:lnTo>
                  <a:pt x="1495044" y="10668"/>
                </a:lnTo>
                <a:lnTo>
                  <a:pt x="1504188" y="10668"/>
                </a:lnTo>
                <a:lnTo>
                  <a:pt x="1504188" y="0"/>
                </a:lnTo>
                <a:close/>
              </a:path>
              <a:path w="4886325" h="2376170">
                <a:moveTo>
                  <a:pt x="1522476" y="740664"/>
                </a:moveTo>
                <a:lnTo>
                  <a:pt x="1513332" y="740664"/>
                </a:lnTo>
                <a:lnTo>
                  <a:pt x="1513332" y="749808"/>
                </a:lnTo>
                <a:lnTo>
                  <a:pt x="1522476" y="749808"/>
                </a:lnTo>
                <a:lnTo>
                  <a:pt x="1522476" y="740664"/>
                </a:lnTo>
                <a:close/>
              </a:path>
              <a:path w="4886325" h="2376170">
                <a:moveTo>
                  <a:pt x="1522476" y="0"/>
                </a:moveTo>
                <a:lnTo>
                  <a:pt x="1513332" y="0"/>
                </a:lnTo>
                <a:lnTo>
                  <a:pt x="1513332" y="10668"/>
                </a:lnTo>
                <a:lnTo>
                  <a:pt x="1522476" y="10668"/>
                </a:lnTo>
                <a:lnTo>
                  <a:pt x="1522476" y="0"/>
                </a:lnTo>
                <a:close/>
              </a:path>
              <a:path w="4886325" h="2376170">
                <a:moveTo>
                  <a:pt x="1542288" y="740664"/>
                </a:moveTo>
                <a:lnTo>
                  <a:pt x="1533144" y="740664"/>
                </a:lnTo>
                <a:lnTo>
                  <a:pt x="1533144" y="749808"/>
                </a:lnTo>
                <a:lnTo>
                  <a:pt x="1542288" y="749808"/>
                </a:lnTo>
                <a:lnTo>
                  <a:pt x="1542288" y="740664"/>
                </a:lnTo>
                <a:close/>
              </a:path>
              <a:path w="4886325" h="2376170">
                <a:moveTo>
                  <a:pt x="1542288" y="0"/>
                </a:moveTo>
                <a:lnTo>
                  <a:pt x="1533144" y="0"/>
                </a:lnTo>
                <a:lnTo>
                  <a:pt x="1533144" y="10668"/>
                </a:lnTo>
                <a:lnTo>
                  <a:pt x="1542288" y="10668"/>
                </a:lnTo>
                <a:lnTo>
                  <a:pt x="1542288" y="0"/>
                </a:lnTo>
                <a:close/>
              </a:path>
              <a:path w="4886325" h="2376170">
                <a:moveTo>
                  <a:pt x="1560576" y="740664"/>
                </a:moveTo>
                <a:lnTo>
                  <a:pt x="1551432" y="740664"/>
                </a:lnTo>
                <a:lnTo>
                  <a:pt x="1551432" y="749808"/>
                </a:lnTo>
                <a:lnTo>
                  <a:pt x="1560576" y="749808"/>
                </a:lnTo>
                <a:lnTo>
                  <a:pt x="1560576" y="740664"/>
                </a:lnTo>
                <a:close/>
              </a:path>
              <a:path w="4886325" h="2376170">
                <a:moveTo>
                  <a:pt x="1560576" y="0"/>
                </a:moveTo>
                <a:lnTo>
                  <a:pt x="1551432" y="0"/>
                </a:lnTo>
                <a:lnTo>
                  <a:pt x="1551432" y="10668"/>
                </a:lnTo>
                <a:lnTo>
                  <a:pt x="1560576" y="10668"/>
                </a:lnTo>
                <a:lnTo>
                  <a:pt x="1560576" y="0"/>
                </a:lnTo>
                <a:close/>
              </a:path>
              <a:path w="4886325" h="2376170">
                <a:moveTo>
                  <a:pt x="1580388" y="740664"/>
                </a:moveTo>
                <a:lnTo>
                  <a:pt x="1571244" y="740664"/>
                </a:lnTo>
                <a:lnTo>
                  <a:pt x="1571244" y="749808"/>
                </a:lnTo>
                <a:lnTo>
                  <a:pt x="1580388" y="749808"/>
                </a:lnTo>
                <a:lnTo>
                  <a:pt x="1580388" y="740664"/>
                </a:lnTo>
                <a:close/>
              </a:path>
              <a:path w="4886325" h="2376170">
                <a:moveTo>
                  <a:pt x="1580388" y="0"/>
                </a:moveTo>
                <a:lnTo>
                  <a:pt x="1571244" y="0"/>
                </a:lnTo>
                <a:lnTo>
                  <a:pt x="1571244" y="10668"/>
                </a:lnTo>
                <a:lnTo>
                  <a:pt x="1580388" y="10668"/>
                </a:lnTo>
                <a:lnTo>
                  <a:pt x="1580388" y="0"/>
                </a:lnTo>
                <a:close/>
              </a:path>
              <a:path w="4886325" h="2376170">
                <a:moveTo>
                  <a:pt x="1598676" y="740664"/>
                </a:moveTo>
                <a:lnTo>
                  <a:pt x="1589532" y="740664"/>
                </a:lnTo>
                <a:lnTo>
                  <a:pt x="1589532" y="749808"/>
                </a:lnTo>
                <a:lnTo>
                  <a:pt x="1598676" y="749808"/>
                </a:lnTo>
                <a:lnTo>
                  <a:pt x="1598676" y="740664"/>
                </a:lnTo>
                <a:close/>
              </a:path>
              <a:path w="4886325" h="2376170">
                <a:moveTo>
                  <a:pt x="1598676" y="0"/>
                </a:moveTo>
                <a:lnTo>
                  <a:pt x="1589532" y="0"/>
                </a:lnTo>
                <a:lnTo>
                  <a:pt x="1589532" y="10668"/>
                </a:lnTo>
                <a:lnTo>
                  <a:pt x="1598676" y="10668"/>
                </a:lnTo>
                <a:lnTo>
                  <a:pt x="1598676" y="0"/>
                </a:lnTo>
                <a:close/>
              </a:path>
              <a:path w="4886325" h="2376170">
                <a:moveTo>
                  <a:pt x="1618488" y="740664"/>
                </a:moveTo>
                <a:lnTo>
                  <a:pt x="1609344" y="740664"/>
                </a:lnTo>
                <a:lnTo>
                  <a:pt x="1609344" y="749808"/>
                </a:lnTo>
                <a:lnTo>
                  <a:pt x="1618488" y="749808"/>
                </a:lnTo>
                <a:lnTo>
                  <a:pt x="1618488" y="740664"/>
                </a:lnTo>
                <a:close/>
              </a:path>
              <a:path w="4886325" h="2376170">
                <a:moveTo>
                  <a:pt x="1618488" y="0"/>
                </a:moveTo>
                <a:lnTo>
                  <a:pt x="1609344" y="0"/>
                </a:lnTo>
                <a:lnTo>
                  <a:pt x="1609344" y="10668"/>
                </a:lnTo>
                <a:lnTo>
                  <a:pt x="1618488" y="10668"/>
                </a:lnTo>
                <a:lnTo>
                  <a:pt x="1618488" y="0"/>
                </a:lnTo>
                <a:close/>
              </a:path>
              <a:path w="4886325" h="2376170">
                <a:moveTo>
                  <a:pt x="1636776" y="740664"/>
                </a:moveTo>
                <a:lnTo>
                  <a:pt x="1627632" y="740664"/>
                </a:lnTo>
                <a:lnTo>
                  <a:pt x="1627632" y="749808"/>
                </a:lnTo>
                <a:lnTo>
                  <a:pt x="1636776" y="749808"/>
                </a:lnTo>
                <a:lnTo>
                  <a:pt x="1636776" y="740664"/>
                </a:lnTo>
                <a:close/>
              </a:path>
              <a:path w="4886325" h="2376170">
                <a:moveTo>
                  <a:pt x="1636776" y="0"/>
                </a:moveTo>
                <a:lnTo>
                  <a:pt x="1627632" y="0"/>
                </a:lnTo>
                <a:lnTo>
                  <a:pt x="1627632" y="10668"/>
                </a:lnTo>
                <a:lnTo>
                  <a:pt x="1636776" y="10668"/>
                </a:lnTo>
                <a:lnTo>
                  <a:pt x="1636776" y="0"/>
                </a:lnTo>
                <a:close/>
              </a:path>
              <a:path w="4886325" h="2376170">
                <a:moveTo>
                  <a:pt x="1656588" y="740664"/>
                </a:moveTo>
                <a:lnTo>
                  <a:pt x="1647444" y="740664"/>
                </a:lnTo>
                <a:lnTo>
                  <a:pt x="1647444" y="749808"/>
                </a:lnTo>
                <a:lnTo>
                  <a:pt x="1656588" y="749808"/>
                </a:lnTo>
                <a:lnTo>
                  <a:pt x="1656588" y="740664"/>
                </a:lnTo>
                <a:close/>
              </a:path>
              <a:path w="4886325" h="2376170">
                <a:moveTo>
                  <a:pt x="1656588" y="0"/>
                </a:moveTo>
                <a:lnTo>
                  <a:pt x="1647444" y="0"/>
                </a:lnTo>
                <a:lnTo>
                  <a:pt x="1647444" y="10668"/>
                </a:lnTo>
                <a:lnTo>
                  <a:pt x="1656588" y="10668"/>
                </a:lnTo>
                <a:lnTo>
                  <a:pt x="1656588" y="0"/>
                </a:lnTo>
                <a:close/>
              </a:path>
              <a:path w="4886325" h="2376170">
                <a:moveTo>
                  <a:pt x="1674876" y="740664"/>
                </a:moveTo>
                <a:lnTo>
                  <a:pt x="1665732" y="740664"/>
                </a:lnTo>
                <a:lnTo>
                  <a:pt x="1665732" y="749808"/>
                </a:lnTo>
                <a:lnTo>
                  <a:pt x="1674876" y="749808"/>
                </a:lnTo>
                <a:lnTo>
                  <a:pt x="1674876" y="740664"/>
                </a:lnTo>
                <a:close/>
              </a:path>
              <a:path w="4886325" h="2376170">
                <a:moveTo>
                  <a:pt x="1674876" y="0"/>
                </a:moveTo>
                <a:lnTo>
                  <a:pt x="1665732" y="0"/>
                </a:lnTo>
                <a:lnTo>
                  <a:pt x="1665732" y="10668"/>
                </a:lnTo>
                <a:lnTo>
                  <a:pt x="1674876" y="10668"/>
                </a:lnTo>
                <a:lnTo>
                  <a:pt x="1674876" y="0"/>
                </a:lnTo>
                <a:close/>
              </a:path>
              <a:path w="4886325" h="2376170">
                <a:moveTo>
                  <a:pt x="1694688" y="740664"/>
                </a:moveTo>
                <a:lnTo>
                  <a:pt x="1685544" y="740664"/>
                </a:lnTo>
                <a:lnTo>
                  <a:pt x="1685544" y="749808"/>
                </a:lnTo>
                <a:lnTo>
                  <a:pt x="1694688" y="749808"/>
                </a:lnTo>
                <a:lnTo>
                  <a:pt x="1694688" y="740664"/>
                </a:lnTo>
                <a:close/>
              </a:path>
              <a:path w="4886325" h="2376170">
                <a:moveTo>
                  <a:pt x="1694688" y="0"/>
                </a:moveTo>
                <a:lnTo>
                  <a:pt x="1685544" y="0"/>
                </a:lnTo>
                <a:lnTo>
                  <a:pt x="1685544" y="10668"/>
                </a:lnTo>
                <a:lnTo>
                  <a:pt x="1694688" y="10668"/>
                </a:lnTo>
                <a:lnTo>
                  <a:pt x="1694688" y="0"/>
                </a:lnTo>
                <a:close/>
              </a:path>
              <a:path w="4886325" h="2376170">
                <a:moveTo>
                  <a:pt x="1712976" y="740664"/>
                </a:moveTo>
                <a:lnTo>
                  <a:pt x="1703832" y="740664"/>
                </a:lnTo>
                <a:lnTo>
                  <a:pt x="1703832" y="749808"/>
                </a:lnTo>
                <a:lnTo>
                  <a:pt x="1712976" y="749808"/>
                </a:lnTo>
                <a:lnTo>
                  <a:pt x="1712976" y="740664"/>
                </a:lnTo>
                <a:close/>
              </a:path>
              <a:path w="4886325" h="2376170">
                <a:moveTo>
                  <a:pt x="1712976" y="0"/>
                </a:moveTo>
                <a:lnTo>
                  <a:pt x="1703832" y="0"/>
                </a:lnTo>
                <a:lnTo>
                  <a:pt x="1703832" y="10668"/>
                </a:lnTo>
                <a:lnTo>
                  <a:pt x="1712976" y="10668"/>
                </a:lnTo>
                <a:lnTo>
                  <a:pt x="1712976" y="0"/>
                </a:lnTo>
                <a:close/>
              </a:path>
              <a:path w="4886325" h="2376170">
                <a:moveTo>
                  <a:pt x="1732788" y="740664"/>
                </a:moveTo>
                <a:lnTo>
                  <a:pt x="1723644" y="740664"/>
                </a:lnTo>
                <a:lnTo>
                  <a:pt x="1723644" y="749808"/>
                </a:lnTo>
                <a:lnTo>
                  <a:pt x="1732788" y="749808"/>
                </a:lnTo>
                <a:lnTo>
                  <a:pt x="1732788" y="740664"/>
                </a:lnTo>
                <a:close/>
              </a:path>
              <a:path w="4886325" h="2376170">
                <a:moveTo>
                  <a:pt x="1732788" y="0"/>
                </a:moveTo>
                <a:lnTo>
                  <a:pt x="1723644" y="0"/>
                </a:lnTo>
                <a:lnTo>
                  <a:pt x="1723644" y="10668"/>
                </a:lnTo>
                <a:lnTo>
                  <a:pt x="1732788" y="10668"/>
                </a:lnTo>
                <a:lnTo>
                  <a:pt x="1732788" y="0"/>
                </a:lnTo>
                <a:close/>
              </a:path>
              <a:path w="4886325" h="2376170">
                <a:moveTo>
                  <a:pt x="1751076" y="740664"/>
                </a:moveTo>
                <a:lnTo>
                  <a:pt x="1741932" y="740664"/>
                </a:lnTo>
                <a:lnTo>
                  <a:pt x="1741932" y="749808"/>
                </a:lnTo>
                <a:lnTo>
                  <a:pt x="1751076" y="749808"/>
                </a:lnTo>
                <a:lnTo>
                  <a:pt x="1751076" y="740664"/>
                </a:lnTo>
                <a:close/>
              </a:path>
              <a:path w="4886325" h="2376170">
                <a:moveTo>
                  <a:pt x="1751076" y="0"/>
                </a:moveTo>
                <a:lnTo>
                  <a:pt x="1741932" y="0"/>
                </a:lnTo>
                <a:lnTo>
                  <a:pt x="1741932" y="10668"/>
                </a:lnTo>
                <a:lnTo>
                  <a:pt x="1751076" y="10668"/>
                </a:lnTo>
                <a:lnTo>
                  <a:pt x="1751076" y="0"/>
                </a:lnTo>
                <a:close/>
              </a:path>
              <a:path w="4886325" h="2376170">
                <a:moveTo>
                  <a:pt x="1770888" y="740664"/>
                </a:moveTo>
                <a:lnTo>
                  <a:pt x="1761744" y="740664"/>
                </a:lnTo>
                <a:lnTo>
                  <a:pt x="1761744" y="749808"/>
                </a:lnTo>
                <a:lnTo>
                  <a:pt x="1770888" y="749808"/>
                </a:lnTo>
                <a:lnTo>
                  <a:pt x="1770888" y="740664"/>
                </a:lnTo>
                <a:close/>
              </a:path>
              <a:path w="4886325" h="2376170">
                <a:moveTo>
                  <a:pt x="1770888" y="0"/>
                </a:moveTo>
                <a:lnTo>
                  <a:pt x="1761744" y="0"/>
                </a:lnTo>
                <a:lnTo>
                  <a:pt x="1761744" y="10668"/>
                </a:lnTo>
                <a:lnTo>
                  <a:pt x="1770888" y="10668"/>
                </a:lnTo>
                <a:lnTo>
                  <a:pt x="1770888" y="0"/>
                </a:lnTo>
                <a:close/>
              </a:path>
              <a:path w="4886325" h="2376170">
                <a:moveTo>
                  <a:pt x="1789176" y="740664"/>
                </a:moveTo>
                <a:lnTo>
                  <a:pt x="1780032" y="740664"/>
                </a:lnTo>
                <a:lnTo>
                  <a:pt x="1780032" y="749808"/>
                </a:lnTo>
                <a:lnTo>
                  <a:pt x="1789176" y="749808"/>
                </a:lnTo>
                <a:lnTo>
                  <a:pt x="1789176" y="740664"/>
                </a:lnTo>
                <a:close/>
              </a:path>
              <a:path w="4886325" h="2376170">
                <a:moveTo>
                  <a:pt x="1789176" y="0"/>
                </a:moveTo>
                <a:lnTo>
                  <a:pt x="1780032" y="0"/>
                </a:lnTo>
                <a:lnTo>
                  <a:pt x="1780032" y="10668"/>
                </a:lnTo>
                <a:lnTo>
                  <a:pt x="1789176" y="10668"/>
                </a:lnTo>
                <a:lnTo>
                  <a:pt x="1789176" y="0"/>
                </a:lnTo>
                <a:close/>
              </a:path>
              <a:path w="4886325" h="2376170">
                <a:moveTo>
                  <a:pt x="1808988" y="740664"/>
                </a:moveTo>
                <a:lnTo>
                  <a:pt x="1799844" y="740664"/>
                </a:lnTo>
                <a:lnTo>
                  <a:pt x="1799844" y="749808"/>
                </a:lnTo>
                <a:lnTo>
                  <a:pt x="1808988" y="749808"/>
                </a:lnTo>
                <a:lnTo>
                  <a:pt x="1808988" y="740664"/>
                </a:lnTo>
                <a:close/>
              </a:path>
              <a:path w="4886325" h="2376170">
                <a:moveTo>
                  <a:pt x="1808988" y="0"/>
                </a:moveTo>
                <a:lnTo>
                  <a:pt x="1799844" y="0"/>
                </a:lnTo>
                <a:lnTo>
                  <a:pt x="1799844" y="10668"/>
                </a:lnTo>
                <a:lnTo>
                  <a:pt x="1808988" y="10668"/>
                </a:lnTo>
                <a:lnTo>
                  <a:pt x="1808988" y="0"/>
                </a:lnTo>
                <a:close/>
              </a:path>
              <a:path w="4886325" h="2376170">
                <a:moveTo>
                  <a:pt x="1827276" y="740664"/>
                </a:moveTo>
                <a:lnTo>
                  <a:pt x="1818132" y="740664"/>
                </a:lnTo>
                <a:lnTo>
                  <a:pt x="1818132" y="749808"/>
                </a:lnTo>
                <a:lnTo>
                  <a:pt x="1827276" y="749808"/>
                </a:lnTo>
                <a:lnTo>
                  <a:pt x="1827276" y="740664"/>
                </a:lnTo>
                <a:close/>
              </a:path>
              <a:path w="4886325" h="2376170">
                <a:moveTo>
                  <a:pt x="1827276" y="0"/>
                </a:moveTo>
                <a:lnTo>
                  <a:pt x="1818132" y="0"/>
                </a:lnTo>
                <a:lnTo>
                  <a:pt x="1818132" y="10668"/>
                </a:lnTo>
                <a:lnTo>
                  <a:pt x="1827276" y="10668"/>
                </a:lnTo>
                <a:lnTo>
                  <a:pt x="1827276" y="0"/>
                </a:lnTo>
                <a:close/>
              </a:path>
              <a:path w="4886325" h="2376170">
                <a:moveTo>
                  <a:pt x="1847088" y="740664"/>
                </a:moveTo>
                <a:lnTo>
                  <a:pt x="1837944" y="740664"/>
                </a:lnTo>
                <a:lnTo>
                  <a:pt x="1837944" y="749808"/>
                </a:lnTo>
                <a:lnTo>
                  <a:pt x="1847088" y="749808"/>
                </a:lnTo>
                <a:lnTo>
                  <a:pt x="1847088" y="740664"/>
                </a:lnTo>
                <a:close/>
              </a:path>
              <a:path w="4886325" h="2376170">
                <a:moveTo>
                  <a:pt x="1847088" y="0"/>
                </a:moveTo>
                <a:lnTo>
                  <a:pt x="1837944" y="0"/>
                </a:lnTo>
                <a:lnTo>
                  <a:pt x="1837944" y="10668"/>
                </a:lnTo>
                <a:lnTo>
                  <a:pt x="1847088" y="10668"/>
                </a:lnTo>
                <a:lnTo>
                  <a:pt x="1847088" y="0"/>
                </a:lnTo>
                <a:close/>
              </a:path>
              <a:path w="4886325" h="2376170">
                <a:moveTo>
                  <a:pt x="1865376" y="740664"/>
                </a:moveTo>
                <a:lnTo>
                  <a:pt x="1856232" y="740664"/>
                </a:lnTo>
                <a:lnTo>
                  <a:pt x="1856232" y="749808"/>
                </a:lnTo>
                <a:lnTo>
                  <a:pt x="1865376" y="749808"/>
                </a:lnTo>
                <a:lnTo>
                  <a:pt x="1865376" y="740664"/>
                </a:lnTo>
                <a:close/>
              </a:path>
              <a:path w="4886325" h="2376170">
                <a:moveTo>
                  <a:pt x="1865376" y="0"/>
                </a:moveTo>
                <a:lnTo>
                  <a:pt x="1856232" y="0"/>
                </a:lnTo>
                <a:lnTo>
                  <a:pt x="1856232" y="10668"/>
                </a:lnTo>
                <a:lnTo>
                  <a:pt x="1865376" y="10668"/>
                </a:lnTo>
                <a:lnTo>
                  <a:pt x="1865376" y="0"/>
                </a:lnTo>
                <a:close/>
              </a:path>
              <a:path w="4886325" h="2376170">
                <a:moveTo>
                  <a:pt x="1885188" y="740664"/>
                </a:moveTo>
                <a:lnTo>
                  <a:pt x="1876044" y="740664"/>
                </a:lnTo>
                <a:lnTo>
                  <a:pt x="1876044" y="749808"/>
                </a:lnTo>
                <a:lnTo>
                  <a:pt x="1885188" y="749808"/>
                </a:lnTo>
                <a:lnTo>
                  <a:pt x="1885188" y="740664"/>
                </a:lnTo>
                <a:close/>
              </a:path>
              <a:path w="4886325" h="2376170">
                <a:moveTo>
                  <a:pt x="1885188" y="0"/>
                </a:moveTo>
                <a:lnTo>
                  <a:pt x="1876044" y="0"/>
                </a:lnTo>
                <a:lnTo>
                  <a:pt x="1876044" y="10668"/>
                </a:lnTo>
                <a:lnTo>
                  <a:pt x="1885188" y="10668"/>
                </a:lnTo>
                <a:lnTo>
                  <a:pt x="1885188" y="0"/>
                </a:lnTo>
                <a:close/>
              </a:path>
              <a:path w="4886325" h="2376170">
                <a:moveTo>
                  <a:pt x="1903476" y="740664"/>
                </a:moveTo>
                <a:lnTo>
                  <a:pt x="1894332" y="740664"/>
                </a:lnTo>
                <a:lnTo>
                  <a:pt x="1894332" y="749808"/>
                </a:lnTo>
                <a:lnTo>
                  <a:pt x="1903476" y="749808"/>
                </a:lnTo>
                <a:lnTo>
                  <a:pt x="1903476" y="740664"/>
                </a:lnTo>
                <a:close/>
              </a:path>
              <a:path w="4886325" h="2376170">
                <a:moveTo>
                  <a:pt x="1903476" y="0"/>
                </a:moveTo>
                <a:lnTo>
                  <a:pt x="1894332" y="0"/>
                </a:lnTo>
                <a:lnTo>
                  <a:pt x="1894332" y="10668"/>
                </a:lnTo>
                <a:lnTo>
                  <a:pt x="1903476" y="10668"/>
                </a:lnTo>
                <a:lnTo>
                  <a:pt x="1903476" y="0"/>
                </a:lnTo>
                <a:close/>
              </a:path>
              <a:path w="4886325" h="2376170">
                <a:moveTo>
                  <a:pt x="1923288" y="740664"/>
                </a:moveTo>
                <a:lnTo>
                  <a:pt x="1914144" y="740664"/>
                </a:lnTo>
                <a:lnTo>
                  <a:pt x="1914144" y="749808"/>
                </a:lnTo>
                <a:lnTo>
                  <a:pt x="1923288" y="749808"/>
                </a:lnTo>
                <a:lnTo>
                  <a:pt x="1923288" y="740664"/>
                </a:lnTo>
                <a:close/>
              </a:path>
              <a:path w="4886325" h="2376170">
                <a:moveTo>
                  <a:pt x="1923288" y="0"/>
                </a:moveTo>
                <a:lnTo>
                  <a:pt x="1914144" y="0"/>
                </a:lnTo>
                <a:lnTo>
                  <a:pt x="1914144" y="10668"/>
                </a:lnTo>
                <a:lnTo>
                  <a:pt x="1923288" y="10668"/>
                </a:lnTo>
                <a:lnTo>
                  <a:pt x="1923288" y="0"/>
                </a:lnTo>
                <a:close/>
              </a:path>
              <a:path w="4886325" h="2376170">
                <a:moveTo>
                  <a:pt x="1941576" y="740664"/>
                </a:moveTo>
                <a:lnTo>
                  <a:pt x="1932432" y="740664"/>
                </a:lnTo>
                <a:lnTo>
                  <a:pt x="1932432" y="749808"/>
                </a:lnTo>
                <a:lnTo>
                  <a:pt x="1941576" y="749808"/>
                </a:lnTo>
                <a:lnTo>
                  <a:pt x="1941576" y="740664"/>
                </a:lnTo>
                <a:close/>
              </a:path>
              <a:path w="4886325" h="2376170">
                <a:moveTo>
                  <a:pt x="1941576" y="0"/>
                </a:moveTo>
                <a:lnTo>
                  <a:pt x="1932432" y="0"/>
                </a:lnTo>
                <a:lnTo>
                  <a:pt x="1932432" y="10668"/>
                </a:lnTo>
                <a:lnTo>
                  <a:pt x="1941576" y="10668"/>
                </a:lnTo>
                <a:lnTo>
                  <a:pt x="1941576" y="0"/>
                </a:lnTo>
                <a:close/>
              </a:path>
              <a:path w="4886325" h="2376170">
                <a:moveTo>
                  <a:pt x="1961388" y="740664"/>
                </a:moveTo>
                <a:lnTo>
                  <a:pt x="1952244" y="740664"/>
                </a:lnTo>
                <a:lnTo>
                  <a:pt x="1952244" y="749808"/>
                </a:lnTo>
                <a:lnTo>
                  <a:pt x="1961388" y="749808"/>
                </a:lnTo>
                <a:lnTo>
                  <a:pt x="1961388" y="740664"/>
                </a:lnTo>
                <a:close/>
              </a:path>
              <a:path w="4886325" h="2376170">
                <a:moveTo>
                  <a:pt x="1961388" y="0"/>
                </a:moveTo>
                <a:lnTo>
                  <a:pt x="1952244" y="0"/>
                </a:lnTo>
                <a:lnTo>
                  <a:pt x="1952244" y="10668"/>
                </a:lnTo>
                <a:lnTo>
                  <a:pt x="1961388" y="10668"/>
                </a:lnTo>
                <a:lnTo>
                  <a:pt x="1961388" y="0"/>
                </a:lnTo>
                <a:close/>
              </a:path>
              <a:path w="4886325" h="2376170">
                <a:moveTo>
                  <a:pt x="1979676" y="740664"/>
                </a:moveTo>
                <a:lnTo>
                  <a:pt x="1970532" y="740664"/>
                </a:lnTo>
                <a:lnTo>
                  <a:pt x="1970532" y="749808"/>
                </a:lnTo>
                <a:lnTo>
                  <a:pt x="1979676" y="749808"/>
                </a:lnTo>
                <a:lnTo>
                  <a:pt x="1979676" y="740664"/>
                </a:lnTo>
                <a:close/>
              </a:path>
              <a:path w="4886325" h="2376170">
                <a:moveTo>
                  <a:pt x="1979676" y="0"/>
                </a:moveTo>
                <a:lnTo>
                  <a:pt x="1970532" y="0"/>
                </a:lnTo>
                <a:lnTo>
                  <a:pt x="1970532" y="10668"/>
                </a:lnTo>
                <a:lnTo>
                  <a:pt x="1979676" y="10668"/>
                </a:lnTo>
                <a:lnTo>
                  <a:pt x="1979676" y="0"/>
                </a:lnTo>
                <a:close/>
              </a:path>
              <a:path w="4886325" h="2376170">
                <a:moveTo>
                  <a:pt x="1999488" y="740664"/>
                </a:moveTo>
                <a:lnTo>
                  <a:pt x="1990344" y="740664"/>
                </a:lnTo>
                <a:lnTo>
                  <a:pt x="1990344" y="749808"/>
                </a:lnTo>
                <a:lnTo>
                  <a:pt x="1999488" y="749808"/>
                </a:lnTo>
                <a:lnTo>
                  <a:pt x="1999488" y="740664"/>
                </a:lnTo>
                <a:close/>
              </a:path>
              <a:path w="4886325" h="2376170">
                <a:moveTo>
                  <a:pt x="1999488" y="0"/>
                </a:moveTo>
                <a:lnTo>
                  <a:pt x="1990344" y="0"/>
                </a:lnTo>
                <a:lnTo>
                  <a:pt x="1990344" y="10668"/>
                </a:lnTo>
                <a:lnTo>
                  <a:pt x="1999488" y="10668"/>
                </a:lnTo>
                <a:lnTo>
                  <a:pt x="1999488" y="0"/>
                </a:lnTo>
                <a:close/>
              </a:path>
              <a:path w="4886325" h="2376170">
                <a:moveTo>
                  <a:pt x="2017776" y="740664"/>
                </a:moveTo>
                <a:lnTo>
                  <a:pt x="2008632" y="740664"/>
                </a:lnTo>
                <a:lnTo>
                  <a:pt x="2008632" y="749808"/>
                </a:lnTo>
                <a:lnTo>
                  <a:pt x="2017776" y="749808"/>
                </a:lnTo>
                <a:lnTo>
                  <a:pt x="2017776" y="740664"/>
                </a:lnTo>
                <a:close/>
              </a:path>
              <a:path w="4886325" h="2376170">
                <a:moveTo>
                  <a:pt x="2017776" y="0"/>
                </a:moveTo>
                <a:lnTo>
                  <a:pt x="2008632" y="0"/>
                </a:lnTo>
                <a:lnTo>
                  <a:pt x="2008632" y="10668"/>
                </a:lnTo>
                <a:lnTo>
                  <a:pt x="2017776" y="10668"/>
                </a:lnTo>
                <a:lnTo>
                  <a:pt x="2017776" y="0"/>
                </a:lnTo>
                <a:close/>
              </a:path>
              <a:path w="4886325" h="2376170">
                <a:moveTo>
                  <a:pt x="2037588" y="740664"/>
                </a:moveTo>
                <a:lnTo>
                  <a:pt x="2028444" y="740664"/>
                </a:lnTo>
                <a:lnTo>
                  <a:pt x="2028444" y="749808"/>
                </a:lnTo>
                <a:lnTo>
                  <a:pt x="2037588" y="749808"/>
                </a:lnTo>
                <a:lnTo>
                  <a:pt x="2037588" y="740664"/>
                </a:lnTo>
                <a:close/>
              </a:path>
              <a:path w="4886325" h="2376170">
                <a:moveTo>
                  <a:pt x="2037588" y="0"/>
                </a:moveTo>
                <a:lnTo>
                  <a:pt x="2028444" y="0"/>
                </a:lnTo>
                <a:lnTo>
                  <a:pt x="2028444" y="10668"/>
                </a:lnTo>
                <a:lnTo>
                  <a:pt x="2037588" y="10668"/>
                </a:lnTo>
                <a:lnTo>
                  <a:pt x="2037588" y="0"/>
                </a:lnTo>
                <a:close/>
              </a:path>
              <a:path w="4886325" h="2376170">
                <a:moveTo>
                  <a:pt x="2055876" y="740664"/>
                </a:moveTo>
                <a:lnTo>
                  <a:pt x="2046732" y="740664"/>
                </a:lnTo>
                <a:lnTo>
                  <a:pt x="2046732" y="749808"/>
                </a:lnTo>
                <a:lnTo>
                  <a:pt x="2055876" y="749808"/>
                </a:lnTo>
                <a:lnTo>
                  <a:pt x="2055876" y="740664"/>
                </a:lnTo>
                <a:close/>
              </a:path>
              <a:path w="4886325" h="2376170">
                <a:moveTo>
                  <a:pt x="2055876" y="0"/>
                </a:moveTo>
                <a:lnTo>
                  <a:pt x="2046732" y="0"/>
                </a:lnTo>
                <a:lnTo>
                  <a:pt x="2046732" y="10668"/>
                </a:lnTo>
                <a:lnTo>
                  <a:pt x="2055876" y="10668"/>
                </a:lnTo>
                <a:lnTo>
                  <a:pt x="2055876" y="0"/>
                </a:lnTo>
                <a:close/>
              </a:path>
              <a:path w="4886325" h="2376170">
                <a:moveTo>
                  <a:pt x="2075688" y="740664"/>
                </a:moveTo>
                <a:lnTo>
                  <a:pt x="2066544" y="740664"/>
                </a:lnTo>
                <a:lnTo>
                  <a:pt x="2066544" y="749808"/>
                </a:lnTo>
                <a:lnTo>
                  <a:pt x="2075688" y="749808"/>
                </a:lnTo>
                <a:lnTo>
                  <a:pt x="2075688" y="740664"/>
                </a:lnTo>
                <a:close/>
              </a:path>
              <a:path w="4886325" h="2376170">
                <a:moveTo>
                  <a:pt x="2075688" y="0"/>
                </a:moveTo>
                <a:lnTo>
                  <a:pt x="2066544" y="0"/>
                </a:lnTo>
                <a:lnTo>
                  <a:pt x="2066544" y="10668"/>
                </a:lnTo>
                <a:lnTo>
                  <a:pt x="2075688" y="10668"/>
                </a:lnTo>
                <a:lnTo>
                  <a:pt x="2075688" y="0"/>
                </a:lnTo>
                <a:close/>
              </a:path>
              <a:path w="4886325" h="2376170">
                <a:moveTo>
                  <a:pt x="2093976" y="740664"/>
                </a:moveTo>
                <a:lnTo>
                  <a:pt x="2084832" y="740664"/>
                </a:lnTo>
                <a:lnTo>
                  <a:pt x="2084832" y="749808"/>
                </a:lnTo>
                <a:lnTo>
                  <a:pt x="2093976" y="749808"/>
                </a:lnTo>
                <a:lnTo>
                  <a:pt x="2093976" y="740664"/>
                </a:lnTo>
                <a:close/>
              </a:path>
              <a:path w="4886325" h="2376170">
                <a:moveTo>
                  <a:pt x="2093976" y="0"/>
                </a:moveTo>
                <a:lnTo>
                  <a:pt x="2084832" y="0"/>
                </a:lnTo>
                <a:lnTo>
                  <a:pt x="2084832" y="10668"/>
                </a:lnTo>
                <a:lnTo>
                  <a:pt x="2093976" y="10668"/>
                </a:lnTo>
                <a:lnTo>
                  <a:pt x="2093976" y="0"/>
                </a:lnTo>
                <a:close/>
              </a:path>
              <a:path w="4886325" h="2376170">
                <a:moveTo>
                  <a:pt x="2113788" y="740664"/>
                </a:moveTo>
                <a:lnTo>
                  <a:pt x="2104644" y="740664"/>
                </a:lnTo>
                <a:lnTo>
                  <a:pt x="2104644" y="749808"/>
                </a:lnTo>
                <a:lnTo>
                  <a:pt x="2113788" y="749808"/>
                </a:lnTo>
                <a:lnTo>
                  <a:pt x="2113788" y="740664"/>
                </a:lnTo>
                <a:close/>
              </a:path>
              <a:path w="4886325" h="2376170">
                <a:moveTo>
                  <a:pt x="2113788" y="0"/>
                </a:moveTo>
                <a:lnTo>
                  <a:pt x="2104644" y="0"/>
                </a:lnTo>
                <a:lnTo>
                  <a:pt x="2104644" y="10668"/>
                </a:lnTo>
                <a:lnTo>
                  <a:pt x="2113788" y="10668"/>
                </a:lnTo>
                <a:lnTo>
                  <a:pt x="2113788" y="0"/>
                </a:lnTo>
                <a:close/>
              </a:path>
              <a:path w="4886325" h="2376170">
                <a:moveTo>
                  <a:pt x="2132076" y="740664"/>
                </a:moveTo>
                <a:lnTo>
                  <a:pt x="2122932" y="740664"/>
                </a:lnTo>
                <a:lnTo>
                  <a:pt x="2122932" y="749808"/>
                </a:lnTo>
                <a:lnTo>
                  <a:pt x="2132076" y="749808"/>
                </a:lnTo>
                <a:lnTo>
                  <a:pt x="2132076" y="740664"/>
                </a:lnTo>
                <a:close/>
              </a:path>
              <a:path w="4886325" h="2376170">
                <a:moveTo>
                  <a:pt x="2132076" y="0"/>
                </a:moveTo>
                <a:lnTo>
                  <a:pt x="2122932" y="0"/>
                </a:lnTo>
                <a:lnTo>
                  <a:pt x="2122932" y="10668"/>
                </a:lnTo>
                <a:lnTo>
                  <a:pt x="2132076" y="10668"/>
                </a:lnTo>
                <a:lnTo>
                  <a:pt x="2132076" y="0"/>
                </a:lnTo>
                <a:close/>
              </a:path>
              <a:path w="4886325" h="2376170">
                <a:moveTo>
                  <a:pt x="2151888" y="740664"/>
                </a:moveTo>
                <a:lnTo>
                  <a:pt x="2142744" y="740664"/>
                </a:lnTo>
                <a:lnTo>
                  <a:pt x="2142744" y="749808"/>
                </a:lnTo>
                <a:lnTo>
                  <a:pt x="2151888" y="749808"/>
                </a:lnTo>
                <a:lnTo>
                  <a:pt x="2151888" y="740664"/>
                </a:lnTo>
                <a:close/>
              </a:path>
              <a:path w="4886325" h="2376170">
                <a:moveTo>
                  <a:pt x="2151888" y="0"/>
                </a:moveTo>
                <a:lnTo>
                  <a:pt x="2142744" y="0"/>
                </a:lnTo>
                <a:lnTo>
                  <a:pt x="2142744" y="10668"/>
                </a:lnTo>
                <a:lnTo>
                  <a:pt x="2151888" y="10668"/>
                </a:lnTo>
                <a:lnTo>
                  <a:pt x="2151888" y="0"/>
                </a:lnTo>
                <a:close/>
              </a:path>
              <a:path w="4886325" h="2376170">
                <a:moveTo>
                  <a:pt x="2170176" y="740664"/>
                </a:moveTo>
                <a:lnTo>
                  <a:pt x="2161032" y="740664"/>
                </a:lnTo>
                <a:lnTo>
                  <a:pt x="2161032" y="749808"/>
                </a:lnTo>
                <a:lnTo>
                  <a:pt x="2170176" y="749808"/>
                </a:lnTo>
                <a:lnTo>
                  <a:pt x="2170176" y="740664"/>
                </a:lnTo>
                <a:close/>
              </a:path>
              <a:path w="4886325" h="2376170">
                <a:moveTo>
                  <a:pt x="2170176" y="0"/>
                </a:moveTo>
                <a:lnTo>
                  <a:pt x="2161032" y="0"/>
                </a:lnTo>
                <a:lnTo>
                  <a:pt x="2161032" y="10668"/>
                </a:lnTo>
                <a:lnTo>
                  <a:pt x="2170176" y="10668"/>
                </a:lnTo>
                <a:lnTo>
                  <a:pt x="2170176" y="0"/>
                </a:lnTo>
                <a:close/>
              </a:path>
              <a:path w="4886325" h="2376170">
                <a:moveTo>
                  <a:pt x="2189988" y="740664"/>
                </a:moveTo>
                <a:lnTo>
                  <a:pt x="2180844" y="740664"/>
                </a:lnTo>
                <a:lnTo>
                  <a:pt x="2180844" y="749808"/>
                </a:lnTo>
                <a:lnTo>
                  <a:pt x="2189988" y="749808"/>
                </a:lnTo>
                <a:lnTo>
                  <a:pt x="2189988" y="740664"/>
                </a:lnTo>
                <a:close/>
              </a:path>
              <a:path w="4886325" h="2376170">
                <a:moveTo>
                  <a:pt x="2189988" y="0"/>
                </a:moveTo>
                <a:lnTo>
                  <a:pt x="2180844" y="0"/>
                </a:lnTo>
                <a:lnTo>
                  <a:pt x="2180844" y="10668"/>
                </a:lnTo>
                <a:lnTo>
                  <a:pt x="2189988" y="10668"/>
                </a:lnTo>
                <a:lnTo>
                  <a:pt x="2189988" y="0"/>
                </a:lnTo>
                <a:close/>
              </a:path>
              <a:path w="4886325" h="2376170">
                <a:moveTo>
                  <a:pt x="2208276" y="740664"/>
                </a:moveTo>
                <a:lnTo>
                  <a:pt x="2199132" y="740664"/>
                </a:lnTo>
                <a:lnTo>
                  <a:pt x="2199132" y="749808"/>
                </a:lnTo>
                <a:lnTo>
                  <a:pt x="2208276" y="749808"/>
                </a:lnTo>
                <a:lnTo>
                  <a:pt x="2208276" y="740664"/>
                </a:lnTo>
                <a:close/>
              </a:path>
              <a:path w="4886325" h="2376170">
                <a:moveTo>
                  <a:pt x="2208276" y="0"/>
                </a:moveTo>
                <a:lnTo>
                  <a:pt x="2199132" y="0"/>
                </a:lnTo>
                <a:lnTo>
                  <a:pt x="2199132" y="10668"/>
                </a:lnTo>
                <a:lnTo>
                  <a:pt x="2208276" y="10668"/>
                </a:lnTo>
                <a:lnTo>
                  <a:pt x="2208276" y="0"/>
                </a:lnTo>
                <a:close/>
              </a:path>
              <a:path w="4886325" h="2376170">
                <a:moveTo>
                  <a:pt x="2228088" y="740664"/>
                </a:moveTo>
                <a:lnTo>
                  <a:pt x="2218944" y="740664"/>
                </a:lnTo>
                <a:lnTo>
                  <a:pt x="2218944" y="749808"/>
                </a:lnTo>
                <a:lnTo>
                  <a:pt x="2228088" y="749808"/>
                </a:lnTo>
                <a:lnTo>
                  <a:pt x="2228088" y="740664"/>
                </a:lnTo>
                <a:close/>
              </a:path>
              <a:path w="4886325" h="2376170">
                <a:moveTo>
                  <a:pt x="2228088" y="0"/>
                </a:moveTo>
                <a:lnTo>
                  <a:pt x="2218944" y="0"/>
                </a:lnTo>
                <a:lnTo>
                  <a:pt x="2218944" y="10668"/>
                </a:lnTo>
                <a:lnTo>
                  <a:pt x="2228088" y="10668"/>
                </a:lnTo>
                <a:lnTo>
                  <a:pt x="2228088" y="0"/>
                </a:lnTo>
                <a:close/>
              </a:path>
              <a:path w="4886325" h="2376170">
                <a:moveTo>
                  <a:pt x="2246376" y="740664"/>
                </a:moveTo>
                <a:lnTo>
                  <a:pt x="2237232" y="740664"/>
                </a:lnTo>
                <a:lnTo>
                  <a:pt x="2237232" y="749808"/>
                </a:lnTo>
                <a:lnTo>
                  <a:pt x="2246376" y="749808"/>
                </a:lnTo>
                <a:lnTo>
                  <a:pt x="2246376" y="740664"/>
                </a:lnTo>
                <a:close/>
              </a:path>
              <a:path w="4886325" h="2376170">
                <a:moveTo>
                  <a:pt x="2246376" y="0"/>
                </a:moveTo>
                <a:lnTo>
                  <a:pt x="2237232" y="0"/>
                </a:lnTo>
                <a:lnTo>
                  <a:pt x="2237232" y="10668"/>
                </a:lnTo>
                <a:lnTo>
                  <a:pt x="2246376" y="10668"/>
                </a:lnTo>
                <a:lnTo>
                  <a:pt x="2246376" y="0"/>
                </a:lnTo>
                <a:close/>
              </a:path>
              <a:path w="4886325" h="2376170">
                <a:moveTo>
                  <a:pt x="2266188" y="740664"/>
                </a:moveTo>
                <a:lnTo>
                  <a:pt x="2257044" y="740664"/>
                </a:lnTo>
                <a:lnTo>
                  <a:pt x="2257044" y="749808"/>
                </a:lnTo>
                <a:lnTo>
                  <a:pt x="2266188" y="749808"/>
                </a:lnTo>
                <a:lnTo>
                  <a:pt x="2266188" y="740664"/>
                </a:lnTo>
                <a:close/>
              </a:path>
              <a:path w="4886325" h="2376170">
                <a:moveTo>
                  <a:pt x="2266188" y="0"/>
                </a:moveTo>
                <a:lnTo>
                  <a:pt x="2257044" y="0"/>
                </a:lnTo>
                <a:lnTo>
                  <a:pt x="2257044" y="10668"/>
                </a:lnTo>
                <a:lnTo>
                  <a:pt x="2266188" y="10668"/>
                </a:lnTo>
                <a:lnTo>
                  <a:pt x="2266188" y="0"/>
                </a:lnTo>
                <a:close/>
              </a:path>
              <a:path w="4886325" h="2376170">
                <a:moveTo>
                  <a:pt x="2284476" y="740664"/>
                </a:moveTo>
                <a:lnTo>
                  <a:pt x="2275332" y="740664"/>
                </a:lnTo>
                <a:lnTo>
                  <a:pt x="2275332" y="749808"/>
                </a:lnTo>
                <a:lnTo>
                  <a:pt x="2284476" y="749808"/>
                </a:lnTo>
                <a:lnTo>
                  <a:pt x="2284476" y="740664"/>
                </a:lnTo>
                <a:close/>
              </a:path>
              <a:path w="4886325" h="2376170">
                <a:moveTo>
                  <a:pt x="2284476" y="0"/>
                </a:moveTo>
                <a:lnTo>
                  <a:pt x="2275332" y="0"/>
                </a:lnTo>
                <a:lnTo>
                  <a:pt x="2275332" y="10668"/>
                </a:lnTo>
                <a:lnTo>
                  <a:pt x="2284476" y="10668"/>
                </a:lnTo>
                <a:lnTo>
                  <a:pt x="2284476" y="0"/>
                </a:lnTo>
                <a:close/>
              </a:path>
              <a:path w="4886325" h="2376170">
                <a:moveTo>
                  <a:pt x="2304288" y="740664"/>
                </a:moveTo>
                <a:lnTo>
                  <a:pt x="2295144" y="740664"/>
                </a:lnTo>
                <a:lnTo>
                  <a:pt x="2295144" y="749808"/>
                </a:lnTo>
                <a:lnTo>
                  <a:pt x="2304288" y="749808"/>
                </a:lnTo>
                <a:lnTo>
                  <a:pt x="2304288" y="740664"/>
                </a:lnTo>
                <a:close/>
              </a:path>
              <a:path w="4886325" h="2376170">
                <a:moveTo>
                  <a:pt x="2304288" y="0"/>
                </a:moveTo>
                <a:lnTo>
                  <a:pt x="2295144" y="0"/>
                </a:lnTo>
                <a:lnTo>
                  <a:pt x="2295144" y="10668"/>
                </a:lnTo>
                <a:lnTo>
                  <a:pt x="2304288" y="10668"/>
                </a:lnTo>
                <a:lnTo>
                  <a:pt x="2304288" y="0"/>
                </a:lnTo>
                <a:close/>
              </a:path>
              <a:path w="4886325" h="2376170">
                <a:moveTo>
                  <a:pt x="2322576" y="740664"/>
                </a:moveTo>
                <a:lnTo>
                  <a:pt x="2313432" y="740664"/>
                </a:lnTo>
                <a:lnTo>
                  <a:pt x="2313432" y="749808"/>
                </a:lnTo>
                <a:lnTo>
                  <a:pt x="2322576" y="749808"/>
                </a:lnTo>
                <a:lnTo>
                  <a:pt x="2322576" y="740664"/>
                </a:lnTo>
                <a:close/>
              </a:path>
              <a:path w="4886325" h="2376170">
                <a:moveTo>
                  <a:pt x="2322576" y="0"/>
                </a:moveTo>
                <a:lnTo>
                  <a:pt x="2313432" y="0"/>
                </a:lnTo>
                <a:lnTo>
                  <a:pt x="2313432" y="10668"/>
                </a:lnTo>
                <a:lnTo>
                  <a:pt x="2322576" y="10668"/>
                </a:lnTo>
                <a:lnTo>
                  <a:pt x="2322576" y="0"/>
                </a:lnTo>
                <a:close/>
              </a:path>
              <a:path w="4886325" h="2376170">
                <a:moveTo>
                  <a:pt x="2342388" y="740664"/>
                </a:moveTo>
                <a:lnTo>
                  <a:pt x="2333244" y="740664"/>
                </a:lnTo>
                <a:lnTo>
                  <a:pt x="2333244" y="749808"/>
                </a:lnTo>
                <a:lnTo>
                  <a:pt x="2342388" y="749808"/>
                </a:lnTo>
                <a:lnTo>
                  <a:pt x="2342388" y="740664"/>
                </a:lnTo>
                <a:close/>
              </a:path>
              <a:path w="4886325" h="2376170">
                <a:moveTo>
                  <a:pt x="2342388" y="0"/>
                </a:moveTo>
                <a:lnTo>
                  <a:pt x="2333244" y="0"/>
                </a:lnTo>
                <a:lnTo>
                  <a:pt x="2333244" y="10668"/>
                </a:lnTo>
                <a:lnTo>
                  <a:pt x="2342388" y="10668"/>
                </a:lnTo>
                <a:lnTo>
                  <a:pt x="2342388" y="0"/>
                </a:lnTo>
                <a:close/>
              </a:path>
              <a:path w="4886325" h="2376170">
                <a:moveTo>
                  <a:pt x="2360676" y="740664"/>
                </a:moveTo>
                <a:lnTo>
                  <a:pt x="2351532" y="740664"/>
                </a:lnTo>
                <a:lnTo>
                  <a:pt x="2351532" y="749808"/>
                </a:lnTo>
                <a:lnTo>
                  <a:pt x="2360676" y="749808"/>
                </a:lnTo>
                <a:lnTo>
                  <a:pt x="2360676" y="740664"/>
                </a:lnTo>
                <a:close/>
              </a:path>
              <a:path w="4886325" h="2376170">
                <a:moveTo>
                  <a:pt x="2360676" y="0"/>
                </a:moveTo>
                <a:lnTo>
                  <a:pt x="2351532" y="0"/>
                </a:lnTo>
                <a:lnTo>
                  <a:pt x="2351532" y="10668"/>
                </a:lnTo>
                <a:lnTo>
                  <a:pt x="2360676" y="10668"/>
                </a:lnTo>
                <a:lnTo>
                  <a:pt x="2360676" y="0"/>
                </a:lnTo>
                <a:close/>
              </a:path>
              <a:path w="4886325" h="2376170">
                <a:moveTo>
                  <a:pt x="2372868" y="733044"/>
                </a:moveTo>
                <a:lnTo>
                  <a:pt x="2362200" y="733044"/>
                </a:lnTo>
                <a:lnTo>
                  <a:pt x="2362200" y="742188"/>
                </a:lnTo>
                <a:lnTo>
                  <a:pt x="2372868" y="742188"/>
                </a:lnTo>
                <a:lnTo>
                  <a:pt x="2372868" y="733044"/>
                </a:lnTo>
                <a:close/>
              </a:path>
              <a:path w="4886325" h="2376170">
                <a:moveTo>
                  <a:pt x="2372868" y="713232"/>
                </a:moveTo>
                <a:lnTo>
                  <a:pt x="2362200" y="713232"/>
                </a:lnTo>
                <a:lnTo>
                  <a:pt x="2362200" y="722376"/>
                </a:lnTo>
                <a:lnTo>
                  <a:pt x="2372868" y="722376"/>
                </a:lnTo>
                <a:lnTo>
                  <a:pt x="2372868" y="713232"/>
                </a:lnTo>
                <a:close/>
              </a:path>
              <a:path w="4886325" h="2376170">
                <a:moveTo>
                  <a:pt x="2372868" y="694944"/>
                </a:moveTo>
                <a:lnTo>
                  <a:pt x="2362200" y="694944"/>
                </a:lnTo>
                <a:lnTo>
                  <a:pt x="2362200" y="704088"/>
                </a:lnTo>
                <a:lnTo>
                  <a:pt x="2372868" y="704088"/>
                </a:lnTo>
                <a:lnTo>
                  <a:pt x="2372868" y="694944"/>
                </a:lnTo>
                <a:close/>
              </a:path>
              <a:path w="4886325" h="2376170">
                <a:moveTo>
                  <a:pt x="2372868" y="675132"/>
                </a:moveTo>
                <a:lnTo>
                  <a:pt x="2362200" y="675132"/>
                </a:lnTo>
                <a:lnTo>
                  <a:pt x="2362200" y="684276"/>
                </a:lnTo>
                <a:lnTo>
                  <a:pt x="2372868" y="684276"/>
                </a:lnTo>
                <a:lnTo>
                  <a:pt x="2372868" y="675132"/>
                </a:lnTo>
                <a:close/>
              </a:path>
              <a:path w="4886325" h="2376170">
                <a:moveTo>
                  <a:pt x="2372868" y="656844"/>
                </a:moveTo>
                <a:lnTo>
                  <a:pt x="2362200" y="656844"/>
                </a:lnTo>
                <a:lnTo>
                  <a:pt x="2362200" y="665988"/>
                </a:lnTo>
                <a:lnTo>
                  <a:pt x="2372868" y="665988"/>
                </a:lnTo>
                <a:lnTo>
                  <a:pt x="2372868" y="656844"/>
                </a:lnTo>
                <a:close/>
              </a:path>
              <a:path w="4886325" h="2376170">
                <a:moveTo>
                  <a:pt x="2372868" y="637032"/>
                </a:moveTo>
                <a:lnTo>
                  <a:pt x="2362200" y="637032"/>
                </a:lnTo>
                <a:lnTo>
                  <a:pt x="2362200" y="646176"/>
                </a:lnTo>
                <a:lnTo>
                  <a:pt x="2372868" y="646176"/>
                </a:lnTo>
                <a:lnTo>
                  <a:pt x="2372868" y="637032"/>
                </a:lnTo>
                <a:close/>
              </a:path>
              <a:path w="4886325" h="2376170">
                <a:moveTo>
                  <a:pt x="2372868" y="618744"/>
                </a:moveTo>
                <a:lnTo>
                  <a:pt x="2362200" y="618744"/>
                </a:lnTo>
                <a:lnTo>
                  <a:pt x="2362200" y="627888"/>
                </a:lnTo>
                <a:lnTo>
                  <a:pt x="2372868" y="627888"/>
                </a:lnTo>
                <a:lnTo>
                  <a:pt x="2372868" y="618744"/>
                </a:lnTo>
                <a:close/>
              </a:path>
              <a:path w="4886325" h="2376170">
                <a:moveTo>
                  <a:pt x="2372868" y="598932"/>
                </a:moveTo>
                <a:lnTo>
                  <a:pt x="2362200" y="598932"/>
                </a:lnTo>
                <a:lnTo>
                  <a:pt x="2362200" y="608076"/>
                </a:lnTo>
                <a:lnTo>
                  <a:pt x="2372868" y="608076"/>
                </a:lnTo>
                <a:lnTo>
                  <a:pt x="2372868" y="598932"/>
                </a:lnTo>
                <a:close/>
              </a:path>
              <a:path w="4886325" h="2376170">
                <a:moveTo>
                  <a:pt x="2372868" y="580644"/>
                </a:moveTo>
                <a:lnTo>
                  <a:pt x="2362200" y="580644"/>
                </a:lnTo>
                <a:lnTo>
                  <a:pt x="2362200" y="589788"/>
                </a:lnTo>
                <a:lnTo>
                  <a:pt x="2372868" y="589788"/>
                </a:lnTo>
                <a:lnTo>
                  <a:pt x="2372868" y="580644"/>
                </a:lnTo>
                <a:close/>
              </a:path>
              <a:path w="4886325" h="2376170">
                <a:moveTo>
                  <a:pt x="2372868" y="560832"/>
                </a:moveTo>
                <a:lnTo>
                  <a:pt x="2362200" y="560832"/>
                </a:lnTo>
                <a:lnTo>
                  <a:pt x="2362200" y="569976"/>
                </a:lnTo>
                <a:lnTo>
                  <a:pt x="2372868" y="569976"/>
                </a:lnTo>
                <a:lnTo>
                  <a:pt x="2372868" y="560832"/>
                </a:lnTo>
                <a:close/>
              </a:path>
              <a:path w="4886325" h="2376170">
                <a:moveTo>
                  <a:pt x="2372868" y="542544"/>
                </a:moveTo>
                <a:lnTo>
                  <a:pt x="2362200" y="542544"/>
                </a:lnTo>
                <a:lnTo>
                  <a:pt x="2362200" y="551688"/>
                </a:lnTo>
                <a:lnTo>
                  <a:pt x="2372868" y="551688"/>
                </a:lnTo>
                <a:lnTo>
                  <a:pt x="2372868" y="542544"/>
                </a:lnTo>
                <a:close/>
              </a:path>
              <a:path w="4886325" h="2376170">
                <a:moveTo>
                  <a:pt x="2372868" y="522732"/>
                </a:moveTo>
                <a:lnTo>
                  <a:pt x="2362200" y="522732"/>
                </a:lnTo>
                <a:lnTo>
                  <a:pt x="2362200" y="531876"/>
                </a:lnTo>
                <a:lnTo>
                  <a:pt x="2372868" y="531876"/>
                </a:lnTo>
                <a:lnTo>
                  <a:pt x="2372868" y="522732"/>
                </a:lnTo>
                <a:close/>
              </a:path>
              <a:path w="4886325" h="2376170">
                <a:moveTo>
                  <a:pt x="2372868" y="504444"/>
                </a:moveTo>
                <a:lnTo>
                  <a:pt x="2362200" y="504444"/>
                </a:lnTo>
                <a:lnTo>
                  <a:pt x="2362200" y="513588"/>
                </a:lnTo>
                <a:lnTo>
                  <a:pt x="2372868" y="513588"/>
                </a:lnTo>
                <a:lnTo>
                  <a:pt x="2372868" y="504444"/>
                </a:lnTo>
                <a:close/>
              </a:path>
              <a:path w="4886325" h="2376170">
                <a:moveTo>
                  <a:pt x="2372868" y="484632"/>
                </a:moveTo>
                <a:lnTo>
                  <a:pt x="2362200" y="484632"/>
                </a:lnTo>
                <a:lnTo>
                  <a:pt x="2362200" y="493776"/>
                </a:lnTo>
                <a:lnTo>
                  <a:pt x="2372868" y="493776"/>
                </a:lnTo>
                <a:lnTo>
                  <a:pt x="2372868" y="484632"/>
                </a:lnTo>
                <a:close/>
              </a:path>
              <a:path w="4886325" h="2376170">
                <a:moveTo>
                  <a:pt x="2372868" y="466344"/>
                </a:moveTo>
                <a:lnTo>
                  <a:pt x="2362200" y="466344"/>
                </a:lnTo>
                <a:lnTo>
                  <a:pt x="2362200" y="475488"/>
                </a:lnTo>
                <a:lnTo>
                  <a:pt x="2372868" y="475488"/>
                </a:lnTo>
                <a:lnTo>
                  <a:pt x="2372868" y="466344"/>
                </a:lnTo>
                <a:close/>
              </a:path>
              <a:path w="4886325" h="2376170">
                <a:moveTo>
                  <a:pt x="2372868" y="446532"/>
                </a:moveTo>
                <a:lnTo>
                  <a:pt x="2362200" y="446532"/>
                </a:lnTo>
                <a:lnTo>
                  <a:pt x="2362200" y="455676"/>
                </a:lnTo>
                <a:lnTo>
                  <a:pt x="2372868" y="455676"/>
                </a:lnTo>
                <a:lnTo>
                  <a:pt x="2372868" y="446532"/>
                </a:lnTo>
                <a:close/>
              </a:path>
              <a:path w="4886325" h="2376170">
                <a:moveTo>
                  <a:pt x="2372868" y="428244"/>
                </a:moveTo>
                <a:lnTo>
                  <a:pt x="2362200" y="428244"/>
                </a:lnTo>
                <a:lnTo>
                  <a:pt x="2362200" y="437388"/>
                </a:lnTo>
                <a:lnTo>
                  <a:pt x="2372868" y="437388"/>
                </a:lnTo>
                <a:lnTo>
                  <a:pt x="2372868" y="428244"/>
                </a:lnTo>
                <a:close/>
              </a:path>
              <a:path w="4886325" h="2376170">
                <a:moveTo>
                  <a:pt x="2372868" y="408432"/>
                </a:moveTo>
                <a:lnTo>
                  <a:pt x="2362200" y="408432"/>
                </a:lnTo>
                <a:lnTo>
                  <a:pt x="2362200" y="417576"/>
                </a:lnTo>
                <a:lnTo>
                  <a:pt x="2372868" y="417576"/>
                </a:lnTo>
                <a:lnTo>
                  <a:pt x="2372868" y="408432"/>
                </a:lnTo>
                <a:close/>
              </a:path>
              <a:path w="4886325" h="2376170">
                <a:moveTo>
                  <a:pt x="2372868" y="390144"/>
                </a:moveTo>
                <a:lnTo>
                  <a:pt x="2362200" y="390144"/>
                </a:lnTo>
                <a:lnTo>
                  <a:pt x="2362200" y="399288"/>
                </a:lnTo>
                <a:lnTo>
                  <a:pt x="2372868" y="399288"/>
                </a:lnTo>
                <a:lnTo>
                  <a:pt x="2372868" y="390144"/>
                </a:lnTo>
                <a:close/>
              </a:path>
              <a:path w="4886325" h="2376170">
                <a:moveTo>
                  <a:pt x="2372868" y="370332"/>
                </a:moveTo>
                <a:lnTo>
                  <a:pt x="2362200" y="370332"/>
                </a:lnTo>
                <a:lnTo>
                  <a:pt x="2362200" y="379476"/>
                </a:lnTo>
                <a:lnTo>
                  <a:pt x="2372868" y="379476"/>
                </a:lnTo>
                <a:lnTo>
                  <a:pt x="2372868" y="370332"/>
                </a:lnTo>
                <a:close/>
              </a:path>
              <a:path w="4886325" h="2376170">
                <a:moveTo>
                  <a:pt x="2372868" y="352044"/>
                </a:moveTo>
                <a:lnTo>
                  <a:pt x="2362200" y="352044"/>
                </a:lnTo>
                <a:lnTo>
                  <a:pt x="2362200" y="361188"/>
                </a:lnTo>
                <a:lnTo>
                  <a:pt x="2372868" y="361188"/>
                </a:lnTo>
                <a:lnTo>
                  <a:pt x="2372868" y="352044"/>
                </a:lnTo>
                <a:close/>
              </a:path>
              <a:path w="4886325" h="2376170">
                <a:moveTo>
                  <a:pt x="2372868" y="332232"/>
                </a:moveTo>
                <a:lnTo>
                  <a:pt x="2362200" y="332232"/>
                </a:lnTo>
                <a:lnTo>
                  <a:pt x="2362200" y="341376"/>
                </a:lnTo>
                <a:lnTo>
                  <a:pt x="2372868" y="341376"/>
                </a:lnTo>
                <a:lnTo>
                  <a:pt x="2372868" y="332232"/>
                </a:lnTo>
                <a:close/>
              </a:path>
              <a:path w="4886325" h="2376170">
                <a:moveTo>
                  <a:pt x="2372868" y="313944"/>
                </a:moveTo>
                <a:lnTo>
                  <a:pt x="2362200" y="313944"/>
                </a:lnTo>
                <a:lnTo>
                  <a:pt x="2362200" y="323088"/>
                </a:lnTo>
                <a:lnTo>
                  <a:pt x="2372868" y="323088"/>
                </a:lnTo>
                <a:lnTo>
                  <a:pt x="2372868" y="313944"/>
                </a:lnTo>
                <a:close/>
              </a:path>
              <a:path w="4886325" h="2376170">
                <a:moveTo>
                  <a:pt x="2372868" y="294132"/>
                </a:moveTo>
                <a:lnTo>
                  <a:pt x="2362200" y="294132"/>
                </a:lnTo>
                <a:lnTo>
                  <a:pt x="2362200" y="303276"/>
                </a:lnTo>
                <a:lnTo>
                  <a:pt x="2372868" y="303276"/>
                </a:lnTo>
                <a:lnTo>
                  <a:pt x="2372868" y="294132"/>
                </a:lnTo>
                <a:close/>
              </a:path>
              <a:path w="4886325" h="2376170">
                <a:moveTo>
                  <a:pt x="2372868" y="275844"/>
                </a:moveTo>
                <a:lnTo>
                  <a:pt x="2362200" y="275844"/>
                </a:lnTo>
                <a:lnTo>
                  <a:pt x="2362200" y="284988"/>
                </a:lnTo>
                <a:lnTo>
                  <a:pt x="2372868" y="284988"/>
                </a:lnTo>
                <a:lnTo>
                  <a:pt x="2372868" y="275844"/>
                </a:lnTo>
                <a:close/>
              </a:path>
              <a:path w="4886325" h="2376170">
                <a:moveTo>
                  <a:pt x="2372868" y="256032"/>
                </a:moveTo>
                <a:lnTo>
                  <a:pt x="2362200" y="256032"/>
                </a:lnTo>
                <a:lnTo>
                  <a:pt x="2362200" y="265176"/>
                </a:lnTo>
                <a:lnTo>
                  <a:pt x="2372868" y="265176"/>
                </a:lnTo>
                <a:lnTo>
                  <a:pt x="2372868" y="256032"/>
                </a:lnTo>
                <a:close/>
              </a:path>
              <a:path w="4886325" h="2376170">
                <a:moveTo>
                  <a:pt x="2372868" y="237744"/>
                </a:moveTo>
                <a:lnTo>
                  <a:pt x="2362200" y="237744"/>
                </a:lnTo>
                <a:lnTo>
                  <a:pt x="2362200" y="246888"/>
                </a:lnTo>
                <a:lnTo>
                  <a:pt x="2372868" y="246888"/>
                </a:lnTo>
                <a:lnTo>
                  <a:pt x="2372868" y="237744"/>
                </a:lnTo>
                <a:close/>
              </a:path>
              <a:path w="4886325" h="2376170">
                <a:moveTo>
                  <a:pt x="2372868" y="217932"/>
                </a:moveTo>
                <a:lnTo>
                  <a:pt x="2362200" y="217932"/>
                </a:lnTo>
                <a:lnTo>
                  <a:pt x="2362200" y="227076"/>
                </a:lnTo>
                <a:lnTo>
                  <a:pt x="2372868" y="227076"/>
                </a:lnTo>
                <a:lnTo>
                  <a:pt x="2372868" y="217932"/>
                </a:lnTo>
                <a:close/>
              </a:path>
              <a:path w="4886325" h="2376170">
                <a:moveTo>
                  <a:pt x="2372868" y="199644"/>
                </a:moveTo>
                <a:lnTo>
                  <a:pt x="2362200" y="199644"/>
                </a:lnTo>
                <a:lnTo>
                  <a:pt x="2362200" y="208788"/>
                </a:lnTo>
                <a:lnTo>
                  <a:pt x="2372868" y="208788"/>
                </a:lnTo>
                <a:lnTo>
                  <a:pt x="2372868" y="199644"/>
                </a:lnTo>
                <a:close/>
              </a:path>
              <a:path w="4886325" h="2376170">
                <a:moveTo>
                  <a:pt x="2372868" y="179832"/>
                </a:moveTo>
                <a:lnTo>
                  <a:pt x="2362200" y="179832"/>
                </a:lnTo>
                <a:lnTo>
                  <a:pt x="2362200" y="188976"/>
                </a:lnTo>
                <a:lnTo>
                  <a:pt x="2372868" y="188976"/>
                </a:lnTo>
                <a:lnTo>
                  <a:pt x="2372868" y="179832"/>
                </a:lnTo>
                <a:close/>
              </a:path>
              <a:path w="4886325" h="2376170">
                <a:moveTo>
                  <a:pt x="2372868" y="161544"/>
                </a:moveTo>
                <a:lnTo>
                  <a:pt x="2362200" y="161544"/>
                </a:lnTo>
                <a:lnTo>
                  <a:pt x="2362200" y="170688"/>
                </a:lnTo>
                <a:lnTo>
                  <a:pt x="2372868" y="170688"/>
                </a:lnTo>
                <a:lnTo>
                  <a:pt x="2372868" y="161544"/>
                </a:lnTo>
                <a:close/>
              </a:path>
              <a:path w="4886325" h="2376170">
                <a:moveTo>
                  <a:pt x="2372868" y="141732"/>
                </a:moveTo>
                <a:lnTo>
                  <a:pt x="2362200" y="141732"/>
                </a:lnTo>
                <a:lnTo>
                  <a:pt x="2362200" y="150876"/>
                </a:lnTo>
                <a:lnTo>
                  <a:pt x="2372868" y="150876"/>
                </a:lnTo>
                <a:lnTo>
                  <a:pt x="2372868" y="141732"/>
                </a:lnTo>
                <a:close/>
              </a:path>
              <a:path w="4886325" h="2376170">
                <a:moveTo>
                  <a:pt x="2372868" y="123444"/>
                </a:moveTo>
                <a:lnTo>
                  <a:pt x="2362200" y="123444"/>
                </a:lnTo>
                <a:lnTo>
                  <a:pt x="2362200" y="132588"/>
                </a:lnTo>
                <a:lnTo>
                  <a:pt x="2372868" y="132588"/>
                </a:lnTo>
                <a:lnTo>
                  <a:pt x="2372868" y="123444"/>
                </a:lnTo>
                <a:close/>
              </a:path>
              <a:path w="4886325" h="2376170">
                <a:moveTo>
                  <a:pt x="2372868" y="103632"/>
                </a:moveTo>
                <a:lnTo>
                  <a:pt x="2362200" y="103632"/>
                </a:lnTo>
                <a:lnTo>
                  <a:pt x="2362200" y="112776"/>
                </a:lnTo>
                <a:lnTo>
                  <a:pt x="2372868" y="112776"/>
                </a:lnTo>
                <a:lnTo>
                  <a:pt x="2372868" y="103632"/>
                </a:lnTo>
                <a:close/>
              </a:path>
              <a:path w="4886325" h="2376170">
                <a:moveTo>
                  <a:pt x="2372868" y="85344"/>
                </a:moveTo>
                <a:lnTo>
                  <a:pt x="2362200" y="85344"/>
                </a:lnTo>
                <a:lnTo>
                  <a:pt x="2362200" y="94488"/>
                </a:lnTo>
                <a:lnTo>
                  <a:pt x="2372868" y="94488"/>
                </a:lnTo>
                <a:lnTo>
                  <a:pt x="2372868" y="85344"/>
                </a:lnTo>
                <a:close/>
              </a:path>
              <a:path w="4886325" h="2376170">
                <a:moveTo>
                  <a:pt x="2372868" y="65532"/>
                </a:moveTo>
                <a:lnTo>
                  <a:pt x="2362200" y="65532"/>
                </a:lnTo>
                <a:lnTo>
                  <a:pt x="2362200" y="74676"/>
                </a:lnTo>
                <a:lnTo>
                  <a:pt x="2372868" y="74676"/>
                </a:lnTo>
                <a:lnTo>
                  <a:pt x="2372868" y="65532"/>
                </a:lnTo>
                <a:close/>
              </a:path>
              <a:path w="4886325" h="2376170">
                <a:moveTo>
                  <a:pt x="2372868" y="47244"/>
                </a:moveTo>
                <a:lnTo>
                  <a:pt x="2362200" y="47244"/>
                </a:lnTo>
                <a:lnTo>
                  <a:pt x="2362200" y="56388"/>
                </a:lnTo>
                <a:lnTo>
                  <a:pt x="2372868" y="56388"/>
                </a:lnTo>
                <a:lnTo>
                  <a:pt x="2372868" y="47244"/>
                </a:lnTo>
                <a:close/>
              </a:path>
              <a:path w="4886325" h="2376170">
                <a:moveTo>
                  <a:pt x="2372868" y="27432"/>
                </a:moveTo>
                <a:lnTo>
                  <a:pt x="2362200" y="27432"/>
                </a:lnTo>
                <a:lnTo>
                  <a:pt x="2362200" y="36576"/>
                </a:lnTo>
                <a:lnTo>
                  <a:pt x="2372868" y="36576"/>
                </a:lnTo>
                <a:lnTo>
                  <a:pt x="2372868" y="27432"/>
                </a:lnTo>
                <a:close/>
              </a:path>
              <a:path w="4886325" h="2376170">
                <a:moveTo>
                  <a:pt x="2372868" y="9144"/>
                </a:moveTo>
                <a:lnTo>
                  <a:pt x="2362200" y="9144"/>
                </a:lnTo>
                <a:lnTo>
                  <a:pt x="2362200" y="18288"/>
                </a:lnTo>
                <a:lnTo>
                  <a:pt x="2372868" y="18288"/>
                </a:lnTo>
                <a:lnTo>
                  <a:pt x="2372868" y="9144"/>
                </a:lnTo>
                <a:close/>
              </a:path>
              <a:path w="4886325" h="2376170">
                <a:moveTo>
                  <a:pt x="4885944" y="2359152"/>
                </a:moveTo>
                <a:lnTo>
                  <a:pt x="4803635" y="2319515"/>
                </a:lnTo>
                <a:lnTo>
                  <a:pt x="4721339" y="2278367"/>
                </a:lnTo>
                <a:lnTo>
                  <a:pt x="4681715" y="2257031"/>
                </a:lnTo>
                <a:lnTo>
                  <a:pt x="4642091" y="2237219"/>
                </a:lnTo>
                <a:lnTo>
                  <a:pt x="4602467" y="2215883"/>
                </a:lnTo>
                <a:lnTo>
                  <a:pt x="4565891" y="2193023"/>
                </a:lnTo>
                <a:lnTo>
                  <a:pt x="4529315" y="2171687"/>
                </a:lnTo>
                <a:lnTo>
                  <a:pt x="4494263" y="2148827"/>
                </a:lnTo>
                <a:lnTo>
                  <a:pt x="4427207" y="2100059"/>
                </a:lnTo>
                <a:lnTo>
                  <a:pt x="4396727" y="2075675"/>
                </a:lnTo>
                <a:lnTo>
                  <a:pt x="4341863" y="2022335"/>
                </a:lnTo>
                <a:lnTo>
                  <a:pt x="4296143" y="1967471"/>
                </a:lnTo>
                <a:lnTo>
                  <a:pt x="4256519" y="1906511"/>
                </a:lnTo>
                <a:lnTo>
                  <a:pt x="4224515" y="1842503"/>
                </a:lnTo>
                <a:lnTo>
                  <a:pt x="4200131" y="1775447"/>
                </a:lnTo>
                <a:lnTo>
                  <a:pt x="4187939" y="1741919"/>
                </a:lnTo>
                <a:lnTo>
                  <a:pt x="4169651" y="1671815"/>
                </a:lnTo>
                <a:lnTo>
                  <a:pt x="4154411" y="1598663"/>
                </a:lnTo>
                <a:lnTo>
                  <a:pt x="4143489" y="1534452"/>
                </a:lnTo>
                <a:lnTo>
                  <a:pt x="4203179" y="1568183"/>
                </a:lnTo>
                <a:lnTo>
                  <a:pt x="4173410" y="1527035"/>
                </a:lnTo>
                <a:lnTo>
                  <a:pt x="4119359" y="1452359"/>
                </a:lnTo>
                <a:lnTo>
                  <a:pt x="4078211" y="1587995"/>
                </a:lnTo>
                <a:lnTo>
                  <a:pt x="4123982" y="1538427"/>
                </a:lnTo>
                <a:lnTo>
                  <a:pt x="4136123" y="1603235"/>
                </a:lnTo>
                <a:lnTo>
                  <a:pt x="4151363" y="1676387"/>
                </a:lnTo>
                <a:lnTo>
                  <a:pt x="4171175" y="1748015"/>
                </a:lnTo>
                <a:lnTo>
                  <a:pt x="4194035" y="1816595"/>
                </a:lnTo>
                <a:lnTo>
                  <a:pt x="4222991" y="1883651"/>
                </a:lnTo>
                <a:lnTo>
                  <a:pt x="4259567" y="1947659"/>
                </a:lnTo>
                <a:lnTo>
                  <a:pt x="4303763" y="2008619"/>
                </a:lnTo>
                <a:lnTo>
                  <a:pt x="4355579" y="2063483"/>
                </a:lnTo>
                <a:lnTo>
                  <a:pt x="4386059" y="2090915"/>
                </a:lnTo>
                <a:lnTo>
                  <a:pt x="4416539" y="2115299"/>
                </a:lnTo>
                <a:lnTo>
                  <a:pt x="4448543" y="2139683"/>
                </a:lnTo>
                <a:lnTo>
                  <a:pt x="4483595" y="2164067"/>
                </a:lnTo>
                <a:lnTo>
                  <a:pt x="4518647" y="2186927"/>
                </a:lnTo>
                <a:lnTo>
                  <a:pt x="4555223" y="2209787"/>
                </a:lnTo>
                <a:lnTo>
                  <a:pt x="4593323" y="2232647"/>
                </a:lnTo>
                <a:lnTo>
                  <a:pt x="4632947" y="2253983"/>
                </a:lnTo>
                <a:lnTo>
                  <a:pt x="4672571" y="2273795"/>
                </a:lnTo>
                <a:lnTo>
                  <a:pt x="4712195" y="2295131"/>
                </a:lnTo>
                <a:lnTo>
                  <a:pt x="4794491" y="2336279"/>
                </a:lnTo>
                <a:lnTo>
                  <a:pt x="4878311" y="2375916"/>
                </a:lnTo>
                <a:lnTo>
                  <a:pt x="4885944" y="23591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05963" y="3958880"/>
            <a:ext cx="1978660" cy="572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155"/>
              </a:lnSpc>
              <a:spcBef>
                <a:spcPts val="100"/>
              </a:spcBef>
            </a:pPr>
            <a:r>
              <a:rPr sz="1800" spc="-5" dirty="0">
                <a:latin typeface="Comic Sans MS"/>
                <a:cs typeface="Comic Sans MS"/>
              </a:rPr>
              <a:t>understand</a:t>
            </a:r>
            <a:r>
              <a:rPr sz="1800" spc="-30" dirty="0">
                <a:latin typeface="Comic Sans MS"/>
                <a:cs typeface="Comic Sans MS"/>
              </a:rPr>
              <a:t> </a:t>
            </a:r>
            <a:r>
              <a:rPr sz="1800" dirty="0">
                <a:latin typeface="Symbol"/>
                <a:cs typeface="Symbol"/>
              </a:rPr>
              <a:t></a:t>
            </a:r>
            <a:endParaRPr sz="1800">
              <a:latin typeface="Symbol"/>
              <a:cs typeface="Symbol"/>
            </a:endParaRPr>
          </a:p>
          <a:p>
            <a:pPr algn="ctr">
              <a:lnSpc>
                <a:spcPts val="2155"/>
              </a:lnSpc>
            </a:pPr>
            <a:r>
              <a:rPr sz="1800" spc="-5" dirty="0">
                <a:latin typeface="Comic Sans MS"/>
                <a:cs typeface="Comic Sans MS"/>
              </a:rPr>
              <a:t>higher-level</a:t>
            </a:r>
            <a:r>
              <a:rPr sz="1800" spc="-7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model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428488" y="2125979"/>
            <a:ext cx="612775" cy="769620"/>
          </a:xfrm>
          <a:custGeom>
            <a:avLst/>
            <a:gdLst/>
            <a:ahLst/>
            <a:cxnLst/>
            <a:rect l="l" t="t" r="r" b="b"/>
            <a:pathLst>
              <a:path w="612775" h="769619">
                <a:moveTo>
                  <a:pt x="557623" y="694851"/>
                </a:moveTo>
                <a:lnTo>
                  <a:pt x="545755" y="688034"/>
                </a:lnTo>
                <a:lnTo>
                  <a:pt x="539496" y="649224"/>
                </a:lnTo>
                <a:lnTo>
                  <a:pt x="534924" y="618744"/>
                </a:lnTo>
                <a:lnTo>
                  <a:pt x="528828" y="588264"/>
                </a:lnTo>
                <a:lnTo>
                  <a:pt x="507492" y="501396"/>
                </a:lnTo>
                <a:lnTo>
                  <a:pt x="477012" y="419100"/>
                </a:lnTo>
                <a:lnTo>
                  <a:pt x="451104" y="367284"/>
                </a:lnTo>
                <a:lnTo>
                  <a:pt x="419100" y="318516"/>
                </a:lnTo>
                <a:lnTo>
                  <a:pt x="382524" y="274320"/>
                </a:lnTo>
                <a:lnTo>
                  <a:pt x="338328" y="231648"/>
                </a:lnTo>
                <a:lnTo>
                  <a:pt x="289560" y="192024"/>
                </a:lnTo>
                <a:lnTo>
                  <a:pt x="263652" y="173736"/>
                </a:lnTo>
                <a:lnTo>
                  <a:pt x="237744" y="153924"/>
                </a:lnTo>
                <a:lnTo>
                  <a:pt x="208788" y="135636"/>
                </a:lnTo>
                <a:lnTo>
                  <a:pt x="181356" y="118872"/>
                </a:lnTo>
                <a:lnTo>
                  <a:pt x="152400" y="100584"/>
                </a:lnTo>
                <a:lnTo>
                  <a:pt x="0" y="16764"/>
                </a:lnTo>
                <a:lnTo>
                  <a:pt x="9144" y="0"/>
                </a:lnTo>
                <a:lnTo>
                  <a:pt x="131064" y="67056"/>
                </a:lnTo>
                <a:lnTo>
                  <a:pt x="161544" y="85344"/>
                </a:lnTo>
                <a:lnTo>
                  <a:pt x="190500" y="102108"/>
                </a:lnTo>
                <a:lnTo>
                  <a:pt x="274320" y="156972"/>
                </a:lnTo>
                <a:lnTo>
                  <a:pt x="326136" y="196596"/>
                </a:lnTo>
                <a:lnTo>
                  <a:pt x="396240" y="260604"/>
                </a:lnTo>
                <a:lnTo>
                  <a:pt x="434340" y="307848"/>
                </a:lnTo>
                <a:lnTo>
                  <a:pt x="467868" y="358140"/>
                </a:lnTo>
                <a:lnTo>
                  <a:pt x="505968" y="438912"/>
                </a:lnTo>
                <a:lnTo>
                  <a:pt x="515112" y="466344"/>
                </a:lnTo>
                <a:lnTo>
                  <a:pt x="525780" y="495300"/>
                </a:lnTo>
                <a:lnTo>
                  <a:pt x="533400" y="524256"/>
                </a:lnTo>
                <a:lnTo>
                  <a:pt x="541020" y="554736"/>
                </a:lnTo>
                <a:lnTo>
                  <a:pt x="547116" y="585216"/>
                </a:lnTo>
                <a:lnTo>
                  <a:pt x="553212" y="614172"/>
                </a:lnTo>
                <a:lnTo>
                  <a:pt x="559308" y="644652"/>
                </a:lnTo>
                <a:lnTo>
                  <a:pt x="565807" y="686251"/>
                </a:lnTo>
                <a:lnTo>
                  <a:pt x="557910" y="694807"/>
                </a:lnTo>
                <a:lnTo>
                  <a:pt x="557623" y="694851"/>
                </a:lnTo>
                <a:close/>
              </a:path>
              <a:path w="612775" h="769619">
                <a:moveTo>
                  <a:pt x="593061" y="694944"/>
                </a:moveTo>
                <a:lnTo>
                  <a:pt x="557784" y="694944"/>
                </a:lnTo>
                <a:lnTo>
                  <a:pt x="557910" y="694807"/>
                </a:lnTo>
                <a:lnTo>
                  <a:pt x="566928" y="693420"/>
                </a:lnTo>
                <a:lnTo>
                  <a:pt x="565807" y="686251"/>
                </a:lnTo>
                <a:lnTo>
                  <a:pt x="612648" y="635508"/>
                </a:lnTo>
                <a:lnTo>
                  <a:pt x="593061" y="694944"/>
                </a:lnTo>
                <a:close/>
              </a:path>
              <a:path w="612775" h="769619">
                <a:moveTo>
                  <a:pt x="568452" y="769620"/>
                </a:moveTo>
                <a:lnTo>
                  <a:pt x="486156" y="653796"/>
                </a:lnTo>
                <a:lnTo>
                  <a:pt x="545755" y="688034"/>
                </a:lnTo>
                <a:lnTo>
                  <a:pt x="547116" y="696468"/>
                </a:lnTo>
                <a:lnTo>
                  <a:pt x="592558" y="696468"/>
                </a:lnTo>
                <a:lnTo>
                  <a:pt x="568452" y="769620"/>
                </a:lnTo>
                <a:close/>
              </a:path>
              <a:path w="612775" h="769619">
                <a:moveTo>
                  <a:pt x="557910" y="694807"/>
                </a:moveTo>
                <a:lnTo>
                  <a:pt x="565807" y="686251"/>
                </a:lnTo>
                <a:lnTo>
                  <a:pt x="566928" y="693420"/>
                </a:lnTo>
                <a:lnTo>
                  <a:pt x="557910" y="694807"/>
                </a:lnTo>
                <a:close/>
              </a:path>
              <a:path w="612775" h="769619">
                <a:moveTo>
                  <a:pt x="547116" y="696468"/>
                </a:moveTo>
                <a:lnTo>
                  <a:pt x="545755" y="688034"/>
                </a:lnTo>
                <a:lnTo>
                  <a:pt x="557623" y="694851"/>
                </a:lnTo>
                <a:lnTo>
                  <a:pt x="547116" y="696468"/>
                </a:lnTo>
                <a:close/>
              </a:path>
              <a:path w="612775" h="769619">
                <a:moveTo>
                  <a:pt x="592558" y="696468"/>
                </a:moveTo>
                <a:lnTo>
                  <a:pt x="547116" y="696468"/>
                </a:lnTo>
                <a:lnTo>
                  <a:pt x="557623" y="694851"/>
                </a:lnTo>
                <a:lnTo>
                  <a:pt x="557784" y="694944"/>
                </a:lnTo>
                <a:lnTo>
                  <a:pt x="593061" y="694944"/>
                </a:lnTo>
                <a:lnTo>
                  <a:pt x="592558" y="6964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793702" y="6109143"/>
            <a:ext cx="11150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65" dirty="0">
                <a:latin typeface="Arial"/>
                <a:cs typeface="Arial"/>
              </a:rPr>
              <a:t>Bottom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spc="-55" dirty="0">
                <a:latin typeface="Arial"/>
                <a:cs typeface="Arial"/>
              </a:rPr>
              <a:t>up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052827" y="2075688"/>
            <a:ext cx="5694045" cy="4310380"/>
            <a:chOff x="2052827" y="2075688"/>
            <a:chExt cx="5694045" cy="4310380"/>
          </a:xfrm>
        </p:grpSpPr>
        <p:sp>
          <p:nvSpPr>
            <p:cNvPr id="11" name="object 11"/>
            <p:cNvSpPr/>
            <p:nvPr/>
          </p:nvSpPr>
          <p:spPr>
            <a:xfrm>
              <a:off x="2052828" y="2075687"/>
              <a:ext cx="3586479" cy="4310380"/>
            </a:xfrm>
            <a:custGeom>
              <a:avLst/>
              <a:gdLst/>
              <a:ahLst/>
              <a:cxnLst/>
              <a:rect l="l" t="t" r="r" b="b"/>
              <a:pathLst>
                <a:path w="3586479" h="4310380">
                  <a:moveTo>
                    <a:pt x="2214372" y="57912"/>
                  </a:moveTo>
                  <a:lnTo>
                    <a:pt x="2210993" y="56388"/>
                  </a:lnTo>
                  <a:lnTo>
                    <a:pt x="2086356" y="0"/>
                  </a:lnTo>
                  <a:lnTo>
                    <a:pt x="2134451" y="56591"/>
                  </a:lnTo>
                  <a:lnTo>
                    <a:pt x="2109216" y="57912"/>
                  </a:lnTo>
                  <a:lnTo>
                    <a:pt x="1897380" y="64008"/>
                  </a:lnTo>
                  <a:lnTo>
                    <a:pt x="1691640" y="73152"/>
                  </a:lnTo>
                  <a:lnTo>
                    <a:pt x="1441704" y="88392"/>
                  </a:lnTo>
                  <a:lnTo>
                    <a:pt x="1394460" y="92964"/>
                  </a:lnTo>
                  <a:lnTo>
                    <a:pt x="1345692" y="96012"/>
                  </a:lnTo>
                  <a:lnTo>
                    <a:pt x="1208532" y="109728"/>
                  </a:lnTo>
                  <a:lnTo>
                    <a:pt x="995172" y="140208"/>
                  </a:lnTo>
                  <a:lnTo>
                    <a:pt x="915924" y="155448"/>
                  </a:lnTo>
                  <a:lnTo>
                    <a:pt x="842772" y="172212"/>
                  </a:lnTo>
                  <a:lnTo>
                    <a:pt x="772668" y="190500"/>
                  </a:lnTo>
                  <a:lnTo>
                    <a:pt x="708660" y="210312"/>
                  </a:lnTo>
                  <a:lnTo>
                    <a:pt x="650748" y="231648"/>
                  </a:lnTo>
                  <a:lnTo>
                    <a:pt x="595884" y="254508"/>
                  </a:lnTo>
                  <a:lnTo>
                    <a:pt x="569976" y="265176"/>
                  </a:lnTo>
                  <a:lnTo>
                    <a:pt x="547116" y="277368"/>
                  </a:lnTo>
                  <a:lnTo>
                    <a:pt x="522732" y="289560"/>
                  </a:lnTo>
                  <a:lnTo>
                    <a:pt x="458724" y="326136"/>
                  </a:lnTo>
                  <a:lnTo>
                    <a:pt x="440436" y="339852"/>
                  </a:lnTo>
                  <a:lnTo>
                    <a:pt x="420624" y="353568"/>
                  </a:lnTo>
                  <a:lnTo>
                    <a:pt x="403860" y="367284"/>
                  </a:lnTo>
                  <a:lnTo>
                    <a:pt x="385572" y="382524"/>
                  </a:lnTo>
                  <a:lnTo>
                    <a:pt x="370332" y="397764"/>
                  </a:lnTo>
                  <a:lnTo>
                    <a:pt x="353568" y="413004"/>
                  </a:lnTo>
                  <a:lnTo>
                    <a:pt x="309372" y="461772"/>
                  </a:lnTo>
                  <a:lnTo>
                    <a:pt x="295656" y="480060"/>
                  </a:lnTo>
                  <a:lnTo>
                    <a:pt x="283464" y="498348"/>
                  </a:lnTo>
                  <a:lnTo>
                    <a:pt x="269748" y="516636"/>
                  </a:lnTo>
                  <a:lnTo>
                    <a:pt x="233172" y="576072"/>
                  </a:lnTo>
                  <a:lnTo>
                    <a:pt x="222504" y="597408"/>
                  </a:lnTo>
                  <a:lnTo>
                    <a:pt x="210312" y="618744"/>
                  </a:lnTo>
                  <a:lnTo>
                    <a:pt x="198120" y="641604"/>
                  </a:lnTo>
                  <a:lnTo>
                    <a:pt x="187452" y="664464"/>
                  </a:lnTo>
                  <a:lnTo>
                    <a:pt x="176784" y="688848"/>
                  </a:lnTo>
                  <a:lnTo>
                    <a:pt x="164592" y="713232"/>
                  </a:lnTo>
                  <a:lnTo>
                    <a:pt x="153924" y="739140"/>
                  </a:lnTo>
                  <a:lnTo>
                    <a:pt x="143256" y="766572"/>
                  </a:lnTo>
                  <a:lnTo>
                    <a:pt x="132588" y="792480"/>
                  </a:lnTo>
                  <a:lnTo>
                    <a:pt x="123444" y="821436"/>
                  </a:lnTo>
                  <a:lnTo>
                    <a:pt x="114300" y="848868"/>
                  </a:lnTo>
                  <a:lnTo>
                    <a:pt x="105156" y="879348"/>
                  </a:lnTo>
                  <a:lnTo>
                    <a:pt x="82296" y="970788"/>
                  </a:lnTo>
                  <a:lnTo>
                    <a:pt x="64008" y="1069848"/>
                  </a:lnTo>
                  <a:lnTo>
                    <a:pt x="53340" y="1136904"/>
                  </a:lnTo>
                  <a:lnTo>
                    <a:pt x="44196" y="1207008"/>
                  </a:lnTo>
                  <a:lnTo>
                    <a:pt x="36576" y="1278636"/>
                  </a:lnTo>
                  <a:lnTo>
                    <a:pt x="28956" y="1351788"/>
                  </a:lnTo>
                  <a:lnTo>
                    <a:pt x="22860" y="1426464"/>
                  </a:lnTo>
                  <a:lnTo>
                    <a:pt x="16764" y="1502664"/>
                  </a:lnTo>
                  <a:lnTo>
                    <a:pt x="12192" y="1578864"/>
                  </a:lnTo>
                  <a:lnTo>
                    <a:pt x="9144" y="1655064"/>
                  </a:lnTo>
                  <a:lnTo>
                    <a:pt x="0" y="1810512"/>
                  </a:lnTo>
                  <a:lnTo>
                    <a:pt x="10668" y="1812048"/>
                  </a:lnTo>
                  <a:lnTo>
                    <a:pt x="18288" y="1656588"/>
                  </a:lnTo>
                  <a:lnTo>
                    <a:pt x="22860" y="1578864"/>
                  </a:lnTo>
                  <a:lnTo>
                    <a:pt x="32004" y="1426464"/>
                  </a:lnTo>
                  <a:lnTo>
                    <a:pt x="38100" y="1353312"/>
                  </a:lnTo>
                  <a:lnTo>
                    <a:pt x="45720" y="1280160"/>
                  </a:lnTo>
                  <a:lnTo>
                    <a:pt x="53340" y="1208532"/>
                  </a:lnTo>
                  <a:lnTo>
                    <a:pt x="62484" y="1138428"/>
                  </a:lnTo>
                  <a:lnTo>
                    <a:pt x="73152" y="1071372"/>
                  </a:lnTo>
                  <a:lnTo>
                    <a:pt x="91440" y="973836"/>
                  </a:lnTo>
                  <a:lnTo>
                    <a:pt x="114300" y="880872"/>
                  </a:lnTo>
                  <a:lnTo>
                    <a:pt x="132588" y="824484"/>
                  </a:lnTo>
                  <a:lnTo>
                    <a:pt x="141732" y="795528"/>
                  </a:lnTo>
                  <a:lnTo>
                    <a:pt x="152400" y="769620"/>
                  </a:lnTo>
                  <a:lnTo>
                    <a:pt x="161544" y="743712"/>
                  </a:lnTo>
                  <a:lnTo>
                    <a:pt x="173736" y="717804"/>
                  </a:lnTo>
                  <a:lnTo>
                    <a:pt x="184404" y="693420"/>
                  </a:lnTo>
                  <a:lnTo>
                    <a:pt x="196596" y="669036"/>
                  </a:lnTo>
                  <a:lnTo>
                    <a:pt x="207264" y="646176"/>
                  </a:lnTo>
                  <a:lnTo>
                    <a:pt x="219456" y="623316"/>
                  </a:lnTo>
                  <a:lnTo>
                    <a:pt x="230124" y="601980"/>
                  </a:lnTo>
                  <a:lnTo>
                    <a:pt x="242316" y="580644"/>
                  </a:lnTo>
                  <a:lnTo>
                    <a:pt x="252984" y="560832"/>
                  </a:lnTo>
                  <a:lnTo>
                    <a:pt x="277368" y="521208"/>
                  </a:lnTo>
                  <a:lnTo>
                    <a:pt x="291084" y="502920"/>
                  </a:lnTo>
                  <a:lnTo>
                    <a:pt x="303276" y="486156"/>
                  </a:lnTo>
                  <a:lnTo>
                    <a:pt x="316992" y="467868"/>
                  </a:lnTo>
                  <a:lnTo>
                    <a:pt x="361188" y="419100"/>
                  </a:lnTo>
                  <a:lnTo>
                    <a:pt x="376428" y="403860"/>
                  </a:lnTo>
                  <a:lnTo>
                    <a:pt x="393192" y="390144"/>
                  </a:lnTo>
                  <a:lnTo>
                    <a:pt x="409956" y="374904"/>
                  </a:lnTo>
                  <a:lnTo>
                    <a:pt x="426720" y="361188"/>
                  </a:lnTo>
                  <a:lnTo>
                    <a:pt x="445008" y="347472"/>
                  </a:lnTo>
                  <a:lnTo>
                    <a:pt x="464820" y="335280"/>
                  </a:lnTo>
                  <a:lnTo>
                    <a:pt x="484632" y="321564"/>
                  </a:lnTo>
                  <a:lnTo>
                    <a:pt x="527304" y="297180"/>
                  </a:lnTo>
                  <a:lnTo>
                    <a:pt x="550164" y="284988"/>
                  </a:lnTo>
                  <a:lnTo>
                    <a:pt x="574548" y="274320"/>
                  </a:lnTo>
                  <a:lnTo>
                    <a:pt x="600456" y="262128"/>
                  </a:lnTo>
                  <a:lnTo>
                    <a:pt x="653796" y="240792"/>
                  </a:lnTo>
                  <a:lnTo>
                    <a:pt x="711708" y="219456"/>
                  </a:lnTo>
                  <a:lnTo>
                    <a:pt x="775716" y="199644"/>
                  </a:lnTo>
                  <a:lnTo>
                    <a:pt x="844296" y="181356"/>
                  </a:lnTo>
                  <a:lnTo>
                    <a:pt x="996696" y="149352"/>
                  </a:lnTo>
                  <a:lnTo>
                    <a:pt x="1164336" y="124968"/>
                  </a:lnTo>
                  <a:lnTo>
                    <a:pt x="1394460" y="102108"/>
                  </a:lnTo>
                  <a:lnTo>
                    <a:pt x="1443228" y="99060"/>
                  </a:lnTo>
                  <a:lnTo>
                    <a:pt x="1491996" y="94488"/>
                  </a:lnTo>
                  <a:lnTo>
                    <a:pt x="1591056" y="88392"/>
                  </a:lnTo>
                  <a:lnTo>
                    <a:pt x="2004060" y="70104"/>
                  </a:lnTo>
                  <a:lnTo>
                    <a:pt x="2109216" y="67056"/>
                  </a:lnTo>
                  <a:lnTo>
                    <a:pt x="2134692" y="65786"/>
                  </a:lnTo>
                  <a:lnTo>
                    <a:pt x="2090928" y="126492"/>
                  </a:lnTo>
                  <a:lnTo>
                    <a:pt x="2214372" y="57912"/>
                  </a:lnTo>
                  <a:close/>
                </a:path>
                <a:path w="3586479" h="4310380">
                  <a:moveTo>
                    <a:pt x="3585972" y="4248924"/>
                  </a:moveTo>
                  <a:lnTo>
                    <a:pt x="3461004" y="4183392"/>
                  </a:lnTo>
                  <a:lnTo>
                    <a:pt x="3506216" y="4242740"/>
                  </a:lnTo>
                  <a:lnTo>
                    <a:pt x="2738628" y="4226064"/>
                  </a:lnTo>
                  <a:lnTo>
                    <a:pt x="2257044" y="4207776"/>
                  </a:lnTo>
                  <a:lnTo>
                    <a:pt x="2103120" y="4200156"/>
                  </a:lnTo>
                  <a:lnTo>
                    <a:pt x="1955292" y="4191012"/>
                  </a:lnTo>
                  <a:lnTo>
                    <a:pt x="1813560" y="4180344"/>
                  </a:lnTo>
                  <a:lnTo>
                    <a:pt x="1546860" y="4155960"/>
                  </a:lnTo>
                  <a:lnTo>
                    <a:pt x="1363980" y="4133100"/>
                  </a:lnTo>
                  <a:lnTo>
                    <a:pt x="1199388" y="4105668"/>
                  </a:lnTo>
                  <a:lnTo>
                    <a:pt x="1149096" y="4095000"/>
                  </a:lnTo>
                  <a:lnTo>
                    <a:pt x="1100328" y="4085856"/>
                  </a:lnTo>
                  <a:lnTo>
                    <a:pt x="1054608" y="4075188"/>
                  </a:lnTo>
                  <a:lnTo>
                    <a:pt x="967740" y="4053852"/>
                  </a:lnTo>
                  <a:lnTo>
                    <a:pt x="886968" y="4032516"/>
                  </a:lnTo>
                  <a:lnTo>
                    <a:pt x="850392" y="4020324"/>
                  </a:lnTo>
                  <a:lnTo>
                    <a:pt x="813816" y="4009656"/>
                  </a:lnTo>
                  <a:lnTo>
                    <a:pt x="746760" y="3985272"/>
                  </a:lnTo>
                  <a:lnTo>
                    <a:pt x="716280" y="3971556"/>
                  </a:lnTo>
                  <a:lnTo>
                    <a:pt x="685800" y="3959364"/>
                  </a:lnTo>
                  <a:lnTo>
                    <a:pt x="629412" y="3931932"/>
                  </a:lnTo>
                  <a:lnTo>
                    <a:pt x="577596" y="3902976"/>
                  </a:lnTo>
                  <a:lnTo>
                    <a:pt x="507492" y="3857256"/>
                  </a:lnTo>
                  <a:lnTo>
                    <a:pt x="464820" y="3823728"/>
                  </a:lnTo>
                  <a:lnTo>
                    <a:pt x="403860" y="3768864"/>
                  </a:lnTo>
                  <a:lnTo>
                    <a:pt x="385572" y="3749052"/>
                  </a:lnTo>
                  <a:lnTo>
                    <a:pt x="365760" y="3729240"/>
                  </a:lnTo>
                  <a:lnTo>
                    <a:pt x="310896" y="3665232"/>
                  </a:lnTo>
                  <a:lnTo>
                    <a:pt x="256032" y="3593604"/>
                  </a:lnTo>
                  <a:lnTo>
                    <a:pt x="222504" y="3543312"/>
                  </a:lnTo>
                  <a:lnTo>
                    <a:pt x="193548" y="3489972"/>
                  </a:lnTo>
                  <a:lnTo>
                    <a:pt x="179832" y="3461016"/>
                  </a:lnTo>
                  <a:lnTo>
                    <a:pt x="166116" y="3433584"/>
                  </a:lnTo>
                  <a:lnTo>
                    <a:pt x="153924" y="3404628"/>
                  </a:lnTo>
                  <a:lnTo>
                    <a:pt x="121920" y="3313188"/>
                  </a:lnTo>
                  <a:lnTo>
                    <a:pt x="103632" y="3249180"/>
                  </a:lnTo>
                  <a:lnTo>
                    <a:pt x="96012" y="3215652"/>
                  </a:lnTo>
                  <a:lnTo>
                    <a:pt x="80772" y="3150120"/>
                  </a:lnTo>
                  <a:lnTo>
                    <a:pt x="67056" y="3081540"/>
                  </a:lnTo>
                  <a:lnTo>
                    <a:pt x="56388" y="3011436"/>
                  </a:lnTo>
                  <a:lnTo>
                    <a:pt x="45720" y="2939808"/>
                  </a:lnTo>
                  <a:lnTo>
                    <a:pt x="38100" y="2868180"/>
                  </a:lnTo>
                  <a:lnTo>
                    <a:pt x="22860" y="2721876"/>
                  </a:lnTo>
                  <a:lnTo>
                    <a:pt x="10668" y="2572512"/>
                  </a:lnTo>
                  <a:lnTo>
                    <a:pt x="0" y="2574036"/>
                  </a:lnTo>
                  <a:lnTo>
                    <a:pt x="13716" y="2721876"/>
                  </a:lnTo>
                  <a:lnTo>
                    <a:pt x="19812" y="2796552"/>
                  </a:lnTo>
                  <a:lnTo>
                    <a:pt x="27432" y="2869704"/>
                  </a:lnTo>
                  <a:lnTo>
                    <a:pt x="36576" y="2941332"/>
                  </a:lnTo>
                  <a:lnTo>
                    <a:pt x="47244" y="3012960"/>
                  </a:lnTo>
                  <a:lnTo>
                    <a:pt x="57912" y="3083064"/>
                  </a:lnTo>
                  <a:lnTo>
                    <a:pt x="71628" y="3151644"/>
                  </a:lnTo>
                  <a:lnTo>
                    <a:pt x="86868" y="3218700"/>
                  </a:lnTo>
                  <a:lnTo>
                    <a:pt x="103632" y="3284232"/>
                  </a:lnTo>
                  <a:lnTo>
                    <a:pt x="123444" y="3346716"/>
                  </a:lnTo>
                  <a:lnTo>
                    <a:pt x="144780" y="3407676"/>
                  </a:lnTo>
                  <a:lnTo>
                    <a:pt x="158496" y="3436632"/>
                  </a:lnTo>
                  <a:lnTo>
                    <a:pt x="170688" y="3465588"/>
                  </a:lnTo>
                  <a:lnTo>
                    <a:pt x="199644" y="3521976"/>
                  </a:lnTo>
                  <a:lnTo>
                    <a:pt x="248412" y="3599700"/>
                  </a:lnTo>
                  <a:lnTo>
                    <a:pt x="321564" y="3692664"/>
                  </a:lnTo>
                  <a:lnTo>
                    <a:pt x="377952" y="3755148"/>
                  </a:lnTo>
                  <a:lnTo>
                    <a:pt x="417576" y="3794772"/>
                  </a:lnTo>
                  <a:lnTo>
                    <a:pt x="458724" y="3829824"/>
                  </a:lnTo>
                  <a:lnTo>
                    <a:pt x="480060" y="3848112"/>
                  </a:lnTo>
                  <a:lnTo>
                    <a:pt x="501396" y="3864876"/>
                  </a:lnTo>
                  <a:lnTo>
                    <a:pt x="524256" y="3880116"/>
                  </a:lnTo>
                  <a:lnTo>
                    <a:pt x="548640" y="3896880"/>
                  </a:lnTo>
                  <a:lnTo>
                    <a:pt x="573024" y="3912120"/>
                  </a:lnTo>
                  <a:lnTo>
                    <a:pt x="598932" y="3925836"/>
                  </a:lnTo>
                  <a:lnTo>
                    <a:pt x="624840" y="3941076"/>
                  </a:lnTo>
                  <a:lnTo>
                    <a:pt x="682752" y="3968508"/>
                  </a:lnTo>
                  <a:lnTo>
                    <a:pt x="743712" y="3994416"/>
                  </a:lnTo>
                  <a:lnTo>
                    <a:pt x="810768" y="4018800"/>
                  </a:lnTo>
                  <a:lnTo>
                    <a:pt x="847344" y="4029468"/>
                  </a:lnTo>
                  <a:lnTo>
                    <a:pt x="883920" y="4041660"/>
                  </a:lnTo>
                  <a:lnTo>
                    <a:pt x="964692" y="4062996"/>
                  </a:lnTo>
                  <a:lnTo>
                    <a:pt x="1051560" y="4084332"/>
                  </a:lnTo>
                  <a:lnTo>
                    <a:pt x="1098804" y="4095000"/>
                  </a:lnTo>
                  <a:lnTo>
                    <a:pt x="1147572" y="4104144"/>
                  </a:lnTo>
                  <a:lnTo>
                    <a:pt x="1197864" y="4114812"/>
                  </a:lnTo>
                  <a:lnTo>
                    <a:pt x="1306068" y="4133100"/>
                  </a:lnTo>
                  <a:lnTo>
                    <a:pt x="1363980" y="4142244"/>
                  </a:lnTo>
                  <a:lnTo>
                    <a:pt x="1545336" y="4165104"/>
                  </a:lnTo>
                  <a:lnTo>
                    <a:pt x="1609344" y="4171200"/>
                  </a:lnTo>
                  <a:lnTo>
                    <a:pt x="1676400" y="4178820"/>
                  </a:lnTo>
                  <a:lnTo>
                    <a:pt x="1743456" y="4184916"/>
                  </a:lnTo>
                  <a:lnTo>
                    <a:pt x="1955292" y="4200156"/>
                  </a:lnTo>
                  <a:lnTo>
                    <a:pt x="2103120" y="4209300"/>
                  </a:lnTo>
                  <a:lnTo>
                    <a:pt x="2412492" y="4224540"/>
                  </a:lnTo>
                  <a:lnTo>
                    <a:pt x="3072384" y="4244352"/>
                  </a:lnTo>
                  <a:lnTo>
                    <a:pt x="3504806" y="4253382"/>
                  </a:lnTo>
                  <a:lnTo>
                    <a:pt x="3457956" y="4309884"/>
                  </a:lnTo>
                  <a:lnTo>
                    <a:pt x="3576370" y="4253496"/>
                  </a:lnTo>
                  <a:lnTo>
                    <a:pt x="3585972" y="42489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706099" y="3325367"/>
              <a:ext cx="3041015" cy="1245235"/>
            </a:xfrm>
            <a:custGeom>
              <a:avLst/>
              <a:gdLst/>
              <a:ahLst/>
              <a:cxnLst/>
              <a:rect l="l" t="t" r="r" b="b"/>
              <a:pathLst>
                <a:path w="3041015" h="1245235">
                  <a:moveTo>
                    <a:pt x="349008" y="544080"/>
                  </a:moveTo>
                  <a:lnTo>
                    <a:pt x="315480" y="525792"/>
                  </a:lnTo>
                  <a:lnTo>
                    <a:pt x="312432" y="531888"/>
                  </a:lnTo>
                  <a:lnTo>
                    <a:pt x="309384" y="541032"/>
                  </a:lnTo>
                  <a:lnTo>
                    <a:pt x="306336" y="548652"/>
                  </a:lnTo>
                  <a:lnTo>
                    <a:pt x="304812" y="557796"/>
                  </a:lnTo>
                  <a:lnTo>
                    <a:pt x="304812" y="573036"/>
                  </a:lnTo>
                  <a:lnTo>
                    <a:pt x="342912" y="571512"/>
                  </a:lnTo>
                  <a:lnTo>
                    <a:pt x="342912" y="559320"/>
                  </a:lnTo>
                  <a:lnTo>
                    <a:pt x="347484" y="545604"/>
                  </a:lnTo>
                  <a:lnTo>
                    <a:pt x="349008" y="544080"/>
                  </a:lnTo>
                  <a:close/>
                </a:path>
                <a:path w="3041015" h="1245235">
                  <a:moveTo>
                    <a:pt x="361200" y="603516"/>
                  </a:moveTo>
                  <a:lnTo>
                    <a:pt x="356628" y="598944"/>
                  </a:lnTo>
                  <a:lnTo>
                    <a:pt x="352056" y="592848"/>
                  </a:lnTo>
                  <a:lnTo>
                    <a:pt x="349008" y="588276"/>
                  </a:lnTo>
                  <a:lnTo>
                    <a:pt x="347484" y="583704"/>
                  </a:lnTo>
                  <a:lnTo>
                    <a:pt x="344436" y="577608"/>
                  </a:lnTo>
                  <a:lnTo>
                    <a:pt x="307860" y="588276"/>
                  </a:lnTo>
                  <a:lnTo>
                    <a:pt x="309384" y="592848"/>
                  </a:lnTo>
                  <a:lnTo>
                    <a:pt x="312432" y="600468"/>
                  </a:lnTo>
                  <a:lnTo>
                    <a:pt x="317004" y="608088"/>
                  </a:lnTo>
                  <a:lnTo>
                    <a:pt x="321576" y="617232"/>
                  </a:lnTo>
                  <a:lnTo>
                    <a:pt x="332244" y="627900"/>
                  </a:lnTo>
                  <a:lnTo>
                    <a:pt x="361200" y="603516"/>
                  </a:lnTo>
                  <a:close/>
                </a:path>
                <a:path w="3041015" h="1245235">
                  <a:moveTo>
                    <a:pt x="396252" y="498360"/>
                  </a:moveTo>
                  <a:lnTo>
                    <a:pt x="374916" y="466356"/>
                  </a:lnTo>
                  <a:lnTo>
                    <a:pt x="365772" y="472452"/>
                  </a:lnTo>
                  <a:lnTo>
                    <a:pt x="356628" y="480072"/>
                  </a:lnTo>
                  <a:lnTo>
                    <a:pt x="347484" y="486168"/>
                  </a:lnTo>
                  <a:lnTo>
                    <a:pt x="342912" y="492264"/>
                  </a:lnTo>
                  <a:lnTo>
                    <a:pt x="368820" y="519696"/>
                  </a:lnTo>
                  <a:lnTo>
                    <a:pt x="373392" y="515124"/>
                  </a:lnTo>
                  <a:lnTo>
                    <a:pt x="381012" y="509028"/>
                  </a:lnTo>
                  <a:lnTo>
                    <a:pt x="388632" y="504456"/>
                  </a:lnTo>
                  <a:lnTo>
                    <a:pt x="396252" y="498360"/>
                  </a:lnTo>
                  <a:close/>
                </a:path>
                <a:path w="3041015" h="1245235">
                  <a:moveTo>
                    <a:pt x="416064" y="644664"/>
                  </a:moveTo>
                  <a:lnTo>
                    <a:pt x="414540" y="644664"/>
                  </a:lnTo>
                  <a:lnTo>
                    <a:pt x="387108" y="626376"/>
                  </a:lnTo>
                  <a:lnTo>
                    <a:pt x="385584" y="624852"/>
                  </a:lnTo>
                  <a:lnTo>
                    <a:pt x="362724" y="656856"/>
                  </a:lnTo>
                  <a:lnTo>
                    <a:pt x="365772" y="658380"/>
                  </a:lnTo>
                  <a:lnTo>
                    <a:pt x="376440" y="664476"/>
                  </a:lnTo>
                  <a:lnTo>
                    <a:pt x="385584" y="670572"/>
                  </a:lnTo>
                  <a:lnTo>
                    <a:pt x="396252" y="678192"/>
                  </a:lnTo>
                  <a:lnTo>
                    <a:pt x="397776" y="678192"/>
                  </a:lnTo>
                  <a:lnTo>
                    <a:pt x="416064" y="644664"/>
                  </a:lnTo>
                  <a:close/>
                </a:path>
                <a:path w="3041015" h="1245235">
                  <a:moveTo>
                    <a:pt x="460260" y="464832"/>
                  </a:moveTo>
                  <a:lnTo>
                    <a:pt x="445020" y="429780"/>
                  </a:lnTo>
                  <a:lnTo>
                    <a:pt x="432828" y="435876"/>
                  </a:lnTo>
                  <a:lnTo>
                    <a:pt x="419112" y="441972"/>
                  </a:lnTo>
                  <a:lnTo>
                    <a:pt x="409968" y="446544"/>
                  </a:lnTo>
                  <a:lnTo>
                    <a:pt x="426732" y="480072"/>
                  </a:lnTo>
                  <a:lnTo>
                    <a:pt x="435876" y="475500"/>
                  </a:lnTo>
                  <a:lnTo>
                    <a:pt x="448068" y="470928"/>
                  </a:lnTo>
                  <a:lnTo>
                    <a:pt x="460260" y="464832"/>
                  </a:lnTo>
                  <a:close/>
                </a:path>
                <a:path w="3041015" h="1245235">
                  <a:moveTo>
                    <a:pt x="483120" y="675144"/>
                  </a:moveTo>
                  <a:lnTo>
                    <a:pt x="473976" y="672096"/>
                  </a:lnTo>
                  <a:lnTo>
                    <a:pt x="460260" y="666000"/>
                  </a:lnTo>
                  <a:lnTo>
                    <a:pt x="448068" y="661428"/>
                  </a:lnTo>
                  <a:lnTo>
                    <a:pt x="432828" y="694956"/>
                  </a:lnTo>
                  <a:lnTo>
                    <a:pt x="445020" y="701052"/>
                  </a:lnTo>
                  <a:lnTo>
                    <a:pt x="458736" y="707148"/>
                  </a:lnTo>
                  <a:lnTo>
                    <a:pt x="469404" y="710196"/>
                  </a:lnTo>
                  <a:lnTo>
                    <a:pt x="483120" y="675144"/>
                  </a:lnTo>
                  <a:close/>
                </a:path>
                <a:path w="3041015" h="1245235">
                  <a:moveTo>
                    <a:pt x="530364" y="438924"/>
                  </a:moveTo>
                  <a:lnTo>
                    <a:pt x="518172" y="402348"/>
                  </a:lnTo>
                  <a:lnTo>
                    <a:pt x="487692" y="413016"/>
                  </a:lnTo>
                  <a:lnTo>
                    <a:pt x="481596" y="416064"/>
                  </a:lnTo>
                  <a:lnTo>
                    <a:pt x="495312" y="451116"/>
                  </a:lnTo>
                  <a:lnTo>
                    <a:pt x="501408" y="448068"/>
                  </a:lnTo>
                  <a:lnTo>
                    <a:pt x="530364" y="438924"/>
                  </a:lnTo>
                  <a:close/>
                </a:path>
                <a:path w="3041015" h="1245235">
                  <a:moveTo>
                    <a:pt x="553224" y="699528"/>
                  </a:moveTo>
                  <a:lnTo>
                    <a:pt x="531888" y="691908"/>
                  </a:lnTo>
                  <a:lnTo>
                    <a:pt x="518172" y="687336"/>
                  </a:lnTo>
                  <a:lnTo>
                    <a:pt x="505980" y="723912"/>
                  </a:lnTo>
                  <a:lnTo>
                    <a:pt x="542556" y="736104"/>
                  </a:lnTo>
                  <a:lnTo>
                    <a:pt x="553224" y="699528"/>
                  </a:lnTo>
                  <a:close/>
                </a:path>
                <a:path w="3041015" h="1245235">
                  <a:moveTo>
                    <a:pt x="601992" y="417588"/>
                  </a:moveTo>
                  <a:lnTo>
                    <a:pt x="592848" y="381012"/>
                  </a:lnTo>
                  <a:lnTo>
                    <a:pt x="588276" y="382536"/>
                  </a:lnTo>
                  <a:lnTo>
                    <a:pt x="556272" y="391680"/>
                  </a:lnTo>
                  <a:lnTo>
                    <a:pt x="565416" y="428256"/>
                  </a:lnTo>
                  <a:lnTo>
                    <a:pt x="598944" y="419112"/>
                  </a:lnTo>
                  <a:lnTo>
                    <a:pt x="601992" y="417588"/>
                  </a:lnTo>
                  <a:close/>
                </a:path>
                <a:path w="3041015" h="1245235">
                  <a:moveTo>
                    <a:pt x="626376" y="719340"/>
                  </a:moveTo>
                  <a:lnTo>
                    <a:pt x="598944" y="711720"/>
                  </a:lnTo>
                  <a:lnTo>
                    <a:pt x="589800" y="710196"/>
                  </a:lnTo>
                  <a:lnTo>
                    <a:pt x="579132" y="746772"/>
                  </a:lnTo>
                  <a:lnTo>
                    <a:pt x="588276" y="748296"/>
                  </a:lnTo>
                  <a:lnTo>
                    <a:pt x="617232" y="755916"/>
                  </a:lnTo>
                  <a:lnTo>
                    <a:pt x="626376" y="719340"/>
                  </a:lnTo>
                  <a:close/>
                </a:path>
                <a:path w="3041015" h="1245235">
                  <a:moveTo>
                    <a:pt x="675144" y="400824"/>
                  </a:moveTo>
                  <a:lnTo>
                    <a:pt x="667524" y="362724"/>
                  </a:lnTo>
                  <a:lnTo>
                    <a:pt x="666000" y="362724"/>
                  </a:lnTo>
                  <a:lnTo>
                    <a:pt x="629424" y="371868"/>
                  </a:lnTo>
                  <a:lnTo>
                    <a:pt x="638568" y="408444"/>
                  </a:lnTo>
                  <a:lnTo>
                    <a:pt x="673620" y="400824"/>
                  </a:lnTo>
                  <a:lnTo>
                    <a:pt x="675144" y="400824"/>
                  </a:lnTo>
                  <a:close/>
                </a:path>
                <a:path w="3041015" h="1245235">
                  <a:moveTo>
                    <a:pt x="699528" y="736104"/>
                  </a:moveTo>
                  <a:lnTo>
                    <a:pt x="673620" y="730008"/>
                  </a:lnTo>
                  <a:lnTo>
                    <a:pt x="662952" y="728484"/>
                  </a:lnTo>
                  <a:lnTo>
                    <a:pt x="653808" y="765060"/>
                  </a:lnTo>
                  <a:lnTo>
                    <a:pt x="666000" y="768108"/>
                  </a:lnTo>
                  <a:lnTo>
                    <a:pt x="691908" y="772680"/>
                  </a:lnTo>
                  <a:lnTo>
                    <a:pt x="699528" y="736104"/>
                  </a:lnTo>
                  <a:close/>
                </a:path>
                <a:path w="3041015" h="1245235">
                  <a:moveTo>
                    <a:pt x="749820" y="385584"/>
                  </a:moveTo>
                  <a:lnTo>
                    <a:pt x="742200" y="347484"/>
                  </a:lnTo>
                  <a:lnTo>
                    <a:pt x="707148" y="355104"/>
                  </a:lnTo>
                  <a:lnTo>
                    <a:pt x="705624" y="355104"/>
                  </a:lnTo>
                  <a:lnTo>
                    <a:pt x="713244" y="393204"/>
                  </a:lnTo>
                  <a:lnTo>
                    <a:pt x="714768" y="391680"/>
                  </a:lnTo>
                  <a:lnTo>
                    <a:pt x="749820" y="385584"/>
                  </a:lnTo>
                  <a:close/>
                </a:path>
                <a:path w="3041015" h="1245235">
                  <a:moveTo>
                    <a:pt x="774204" y="749820"/>
                  </a:moveTo>
                  <a:lnTo>
                    <a:pt x="757440" y="746772"/>
                  </a:lnTo>
                  <a:lnTo>
                    <a:pt x="736104" y="743724"/>
                  </a:lnTo>
                  <a:lnTo>
                    <a:pt x="730008" y="780300"/>
                  </a:lnTo>
                  <a:lnTo>
                    <a:pt x="749820" y="784872"/>
                  </a:lnTo>
                  <a:lnTo>
                    <a:pt x="768108" y="787920"/>
                  </a:lnTo>
                  <a:lnTo>
                    <a:pt x="774204" y="749820"/>
                  </a:lnTo>
                  <a:close/>
                </a:path>
                <a:path w="3041015" h="1245235">
                  <a:moveTo>
                    <a:pt x="824496" y="373392"/>
                  </a:moveTo>
                  <a:lnTo>
                    <a:pt x="818400" y="335292"/>
                  </a:lnTo>
                  <a:lnTo>
                    <a:pt x="795540" y="338340"/>
                  </a:lnTo>
                  <a:lnTo>
                    <a:pt x="780300" y="341388"/>
                  </a:lnTo>
                  <a:lnTo>
                    <a:pt x="786396" y="379488"/>
                  </a:lnTo>
                  <a:lnTo>
                    <a:pt x="801636" y="376440"/>
                  </a:lnTo>
                  <a:lnTo>
                    <a:pt x="824496" y="373392"/>
                  </a:lnTo>
                  <a:close/>
                </a:path>
                <a:path w="3041015" h="1245235">
                  <a:moveTo>
                    <a:pt x="848880" y="762012"/>
                  </a:moveTo>
                  <a:lnTo>
                    <a:pt x="847356" y="762012"/>
                  </a:lnTo>
                  <a:lnTo>
                    <a:pt x="810780" y="755916"/>
                  </a:lnTo>
                  <a:lnTo>
                    <a:pt x="804684" y="794016"/>
                  </a:lnTo>
                  <a:lnTo>
                    <a:pt x="841260" y="800112"/>
                  </a:lnTo>
                  <a:lnTo>
                    <a:pt x="842784" y="800112"/>
                  </a:lnTo>
                  <a:lnTo>
                    <a:pt x="848880" y="762012"/>
                  </a:lnTo>
                  <a:close/>
                </a:path>
                <a:path w="3041015" h="1245235">
                  <a:moveTo>
                    <a:pt x="899172" y="361200"/>
                  </a:moveTo>
                  <a:lnTo>
                    <a:pt x="894600" y="324624"/>
                  </a:lnTo>
                  <a:lnTo>
                    <a:pt x="890028" y="324624"/>
                  </a:lnTo>
                  <a:lnTo>
                    <a:pt x="856500" y="329196"/>
                  </a:lnTo>
                  <a:lnTo>
                    <a:pt x="861072" y="367296"/>
                  </a:lnTo>
                  <a:lnTo>
                    <a:pt x="894600" y="362724"/>
                  </a:lnTo>
                  <a:lnTo>
                    <a:pt x="899172" y="361200"/>
                  </a:lnTo>
                  <a:close/>
                </a:path>
                <a:path w="3041015" h="1245235">
                  <a:moveTo>
                    <a:pt x="923556" y="772680"/>
                  </a:moveTo>
                  <a:lnTo>
                    <a:pt x="894600" y="768108"/>
                  </a:lnTo>
                  <a:lnTo>
                    <a:pt x="886980" y="768108"/>
                  </a:lnTo>
                  <a:lnTo>
                    <a:pt x="880884" y="804684"/>
                  </a:lnTo>
                  <a:lnTo>
                    <a:pt x="918984" y="810780"/>
                  </a:lnTo>
                  <a:lnTo>
                    <a:pt x="923556" y="772680"/>
                  </a:lnTo>
                  <a:close/>
                </a:path>
                <a:path w="3041015" h="1245235">
                  <a:moveTo>
                    <a:pt x="973848" y="352056"/>
                  </a:moveTo>
                  <a:lnTo>
                    <a:pt x="970800" y="315480"/>
                  </a:lnTo>
                  <a:lnTo>
                    <a:pt x="940320" y="318528"/>
                  </a:lnTo>
                  <a:lnTo>
                    <a:pt x="932700" y="318528"/>
                  </a:lnTo>
                  <a:lnTo>
                    <a:pt x="937272" y="356628"/>
                  </a:lnTo>
                  <a:lnTo>
                    <a:pt x="944892" y="356628"/>
                  </a:lnTo>
                  <a:lnTo>
                    <a:pt x="973848" y="352056"/>
                  </a:lnTo>
                  <a:close/>
                </a:path>
                <a:path w="3041015" h="1245235">
                  <a:moveTo>
                    <a:pt x="999756" y="780300"/>
                  </a:moveTo>
                  <a:lnTo>
                    <a:pt x="995184" y="780300"/>
                  </a:lnTo>
                  <a:lnTo>
                    <a:pt x="961656" y="777252"/>
                  </a:lnTo>
                  <a:lnTo>
                    <a:pt x="957084" y="815352"/>
                  </a:lnTo>
                  <a:lnTo>
                    <a:pt x="990612" y="818400"/>
                  </a:lnTo>
                  <a:lnTo>
                    <a:pt x="995184" y="818400"/>
                  </a:lnTo>
                  <a:lnTo>
                    <a:pt x="999756" y="780300"/>
                  </a:lnTo>
                  <a:close/>
                </a:path>
                <a:path w="3041015" h="1245235">
                  <a:moveTo>
                    <a:pt x="1050048" y="344436"/>
                  </a:moveTo>
                  <a:lnTo>
                    <a:pt x="1047000" y="306336"/>
                  </a:lnTo>
                  <a:lnTo>
                    <a:pt x="1043952" y="307860"/>
                  </a:lnTo>
                  <a:lnTo>
                    <a:pt x="1008900" y="310908"/>
                  </a:lnTo>
                  <a:lnTo>
                    <a:pt x="1011948" y="349008"/>
                  </a:lnTo>
                  <a:lnTo>
                    <a:pt x="1047000" y="345960"/>
                  </a:lnTo>
                  <a:lnTo>
                    <a:pt x="1050048" y="344436"/>
                  </a:lnTo>
                  <a:close/>
                </a:path>
                <a:path w="3041015" h="1245235">
                  <a:moveTo>
                    <a:pt x="1074432" y="787920"/>
                  </a:moveTo>
                  <a:lnTo>
                    <a:pt x="1047000" y="786396"/>
                  </a:lnTo>
                  <a:lnTo>
                    <a:pt x="1036332" y="784872"/>
                  </a:lnTo>
                  <a:lnTo>
                    <a:pt x="1033284" y="822972"/>
                  </a:lnTo>
                  <a:lnTo>
                    <a:pt x="1043952" y="822972"/>
                  </a:lnTo>
                  <a:lnTo>
                    <a:pt x="1071384" y="826020"/>
                  </a:lnTo>
                  <a:lnTo>
                    <a:pt x="1074432" y="787920"/>
                  </a:lnTo>
                  <a:close/>
                </a:path>
                <a:path w="3041015" h="1245235">
                  <a:moveTo>
                    <a:pt x="1085100" y="27432"/>
                  </a:moveTo>
                  <a:lnTo>
                    <a:pt x="978408" y="13525"/>
                  </a:lnTo>
                  <a:lnTo>
                    <a:pt x="978408" y="65532"/>
                  </a:lnTo>
                  <a:lnTo>
                    <a:pt x="978039" y="66573"/>
                  </a:lnTo>
                  <a:lnTo>
                    <a:pt x="977417" y="64909"/>
                  </a:lnTo>
                  <a:lnTo>
                    <a:pt x="978408" y="65532"/>
                  </a:lnTo>
                  <a:lnTo>
                    <a:pt x="978408" y="13525"/>
                  </a:lnTo>
                  <a:lnTo>
                    <a:pt x="874776" y="0"/>
                  </a:lnTo>
                  <a:lnTo>
                    <a:pt x="957427" y="52260"/>
                  </a:lnTo>
                  <a:lnTo>
                    <a:pt x="905256" y="70104"/>
                  </a:lnTo>
                  <a:lnTo>
                    <a:pt x="848868" y="91452"/>
                  </a:lnTo>
                  <a:lnTo>
                    <a:pt x="790956" y="111264"/>
                  </a:lnTo>
                  <a:lnTo>
                    <a:pt x="681228" y="153936"/>
                  </a:lnTo>
                  <a:lnTo>
                    <a:pt x="577596" y="198132"/>
                  </a:lnTo>
                  <a:lnTo>
                    <a:pt x="527304" y="222516"/>
                  </a:lnTo>
                  <a:lnTo>
                    <a:pt x="478536" y="245376"/>
                  </a:lnTo>
                  <a:lnTo>
                    <a:pt x="455676" y="257568"/>
                  </a:lnTo>
                  <a:lnTo>
                    <a:pt x="432816" y="271284"/>
                  </a:lnTo>
                  <a:lnTo>
                    <a:pt x="411480" y="283476"/>
                  </a:lnTo>
                  <a:lnTo>
                    <a:pt x="388620" y="295668"/>
                  </a:lnTo>
                  <a:lnTo>
                    <a:pt x="368808" y="309384"/>
                  </a:lnTo>
                  <a:lnTo>
                    <a:pt x="347472" y="323100"/>
                  </a:lnTo>
                  <a:lnTo>
                    <a:pt x="327660" y="336816"/>
                  </a:lnTo>
                  <a:lnTo>
                    <a:pt x="291084" y="364248"/>
                  </a:lnTo>
                  <a:lnTo>
                    <a:pt x="272796" y="379488"/>
                  </a:lnTo>
                  <a:lnTo>
                    <a:pt x="257556" y="394728"/>
                  </a:lnTo>
                  <a:lnTo>
                    <a:pt x="240792" y="409968"/>
                  </a:lnTo>
                  <a:lnTo>
                    <a:pt x="210312" y="440448"/>
                  </a:lnTo>
                  <a:lnTo>
                    <a:pt x="196596" y="455688"/>
                  </a:lnTo>
                  <a:lnTo>
                    <a:pt x="172212" y="489216"/>
                  </a:lnTo>
                  <a:lnTo>
                    <a:pt x="160020" y="504456"/>
                  </a:lnTo>
                  <a:lnTo>
                    <a:pt x="137160" y="537984"/>
                  </a:lnTo>
                  <a:lnTo>
                    <a:pt x="100584" y="608088"/>
                  </a:lnTo>
                  <a:lnTo>
                    <a:pt x="85344" y="643140"/>
                  </a:lnTo>
                  <a:lnTo>
                    <a:pt x="70104" y="679716"/>
                  </a:lnTo>
                  <a:lnTo>
                    <a:pt x="57912" y="716292"/>
                  </a:lnTo>
                  <a:lnTo>
                    <a:pt x="25908" y="826020"/>
                  </a:lnTo>
                  <a:lnTo>
                    <a:pt x="16764" y="864120"/>
                  </a:lnTo>
                  <a:lnTo>
                    <a:pt x="0" y="938796"/>
                  </a:lnTo>
                  <a:lnTo>
                    <a:pt x="38100" y="946416"/>
                  </a:lnTo>
                  <a:lnTo>
                    <a:pt x="54864" y="873264"/>
                  </a:lnTo>
                  <a:lnTo>
                    <a:pt x="82296" y="763536"/>
                  </a:lnTo>
                  <a:lnTo>
                    <a:pt x="106680" y="693432"/>
                  </a:lnTo>
                  <a:lnTo>
                    <a:pt x="134112" y="624852"/>
                  </a:lnTo>
                  <a:lnTo>
                    <a:pt x="170688" y="559320"/>
                  </a:lnTo>
                  <a:lnTo>
                    <a:pt x="179832" y="542556"/>
                  </a:lnTo>
                  <a:lnTo>
                    <a:pt x="190500" y="527316"/>
                  </a:lnTo>
                  <a:lnTo>
                    <a:pt x="202692" y="512076"/>
                  </a:lnTo>
                  <a:lnTo>
                    <a:pt x="213360" y="496836"/>
                  </a:lnTo>
                  <a:lnTo>
                    <a:pt x="252984" y="451116"/>
                  </a:lnTo>
                  <a:lnTo>
                    <a:pt x="281940" y="422160"/>
                  </a:lnTo>
                  <a:lnTo>
                    <a:pt x="313944" y="394728"/>
                  </a:lnTo>
                  <a:lnTo>
                    <a:pt x="350520" y="367296"/>
                  </a:lnTo>
                  <a:lnTo>
                    <a:pt x="368808" y="355104"/>
                  </a:lnTo>
                  <a:lnTo>
                    <a:pt x="388620" y="341388"/>
                  </a:lnTo>
                  <a:lnTo>
                    <a:pt x="408432" y="329196"/>
                  </a:lnTo>
                  <a:lnTo>
                    <a:pt x="451104" y="304812"/>
                  </a:lnTo>
                  <a:lnTo>
                    <a:pt x="473964" y="292620"/>
                  </a:lnTo>
                  <a:lnTo>
                    <a:pt x="495300" y="280428"/>
                  </a:lnTo>
                  <a:lnTo>
                    <a:pt x="542544" y="256044"/>
                  </a:lnTo>
                  <a:lnTo>
                    <a:pt x="592836" y="233184"/>
                  </a:lnTo>
                  <a:lnTo>
                    <a:pt x="643128" y="211848"/>
                  </a:lnTo>
                  <a:lnTo>
                    <a:pt x="694944" y="188988"/>
                  </a:lnTo>
                  <a:lnTo>
                    <a:pt x="749808" y="167652"/>
                  </a:lnTo>
                  <a:lnTo>
                    <a:pt x="804672" y="147840"/>
                  </a:lnTo>
                  <a:lnTo>
                    <a:pt x="861060" y="126504"/>
                  </a:lnTo>
                  <a:lnTo>
                    <a:pt x="970076" y="88684"/>
                  </a:lnTo>
                  <a:lnTo>
                    <a:pt x="937260" y="179844"/>
                  </a:lnTo>
                  <a:lnTo>
                    <a:pt x="1065872" y="47244"/>
                  </a:lnTo>
                  <a:lnTo>
                    <a:pt x="1085100" y="27432"/>
                  </a:lnTo>
                  <a:close/>
                </a:path>
                <a:path w="3041015" h="1245235">
                  <a:moveTo>
                    <a:pt x="1126248" y="338340"/>
                  </a:moveTo>
                  <a:lnTo>
                    <a:pt x="1123200" y="300240"/>
                  </a:lnTo>
                  <a:lnTo>
                    <a:pt x="1097292" y="303288"/>
                  </a:lnTo>
                  <a:lnTo>
                    <a:pt x="1085100" y="303288"/>
                  </a:lnTo>
                  <a:lnTo>
                    <a:pt x="1088148" y="341388"/>
                  </a:lnTo>
                  <a:lnTo>
                    <a:pt x="1100340" y="341388"/>
                  </a:lnTo>
                  <a:lnTo>
                    <a:pt x="1126248" y="338340"/>
                  </a:lnTo>
                  <a:close/>
                </a:path>
                <a:path w="3041015" h="1245235">
                  <a:moveTo>
                    <a:pt x="1150632" y="794016"/>
                  </a:moveTo>
                  <a:lnTo>
                    <a:pt x="1112532" y="790968"/>
                  </a:lnTo>
                  <a:lnTo>
                    <a:pt x="1109484" y="829068"/>
                  </a:lnTo>
                  <a:lnTo>
                    <a:pt x="1147584" y="832116"/>
                  </a:lnTo>
                  <a:lnTo>
                    <a:pt x="1150632" y="794016"/>
                  </a:lnTo>
                  <a:close/>
                </a:path>
                <a:path w="3041015" h="1245235">
                  <a:moveTo>
                    <a:pt x="1200924" y="333768"/>
                  </a:moveTo>
                  <a:lnTo>
                    <a:pt x="1199400" y="295668"/>
                  </a:lnTo>
                  <a:lnTo>
                    <a:pt x="1161300" y="298716"/>
                  </a:lnTo>
                  <a:lnTo>
                    <a:pt x="1162824" y="336816"/>
                  </a:lnTo>
                  <a:lnTo>
                    <a:pt x="1200924" y="333768"/>
                  </a:lnTo>
                  <a:close/>
                </a:path>
                <a:path w="3041015" h="1245235">
                  <a:moveTo>
                    <a:pt x="1225308" y="798588"/>
                  </a:moveTo>
                  <a:lnTo>
                    <a:pt x="1210068" y="798588"/>
                  </a:lnTo>
                  <a:lnTo>
                    <a:pt x="1188732" y="797064"/>
                  </a:lnTo>
                  <a:lnTo>
                    <a:pt x="1185684" y="835164"/>
                  </a:lnTo>
                  <a:lnTo>
                    <a:pt x="1208544" y="835164"/>
                  </a:lnTo>
                  <a:lnTo>
                    <a:pt x="1223784" y="836688"/>
                  </a:lnTo>
                  <a:lnTo>
                    <a:pt x="1225308" y="798588"/>
                  </a:lnTo>
                  <a:close/>
                </a:path>
                <a:path w="3041015" h="1245235">
                  <a:moveTo>
                    <a:pt x="1277124" y="329196"/>
                  </a:moveTo>
                  <a:lnTo>
                    <a:pt x="1275600" y="291096"/>
                  </a:lnTo>
                  <a:lnTo>
                    <a:pt x="1266456" y="292620"/>
                  </a:lnTo>
                  <a:lnTo>
                    <a:pt x="1237500" y="294144"/>
                  </a:lnTo>
                  <a:lnTo>
                    <a:pt x="1239024" y="332244"/>
                  </a:lnTo>
                  <a:lnTo>
                    <a:pt x="1267980" y="330720"/>
                  </a:lnTo>
                  <a:lnTo>
                    <a:pt x="1277124" y="329196"/>
                  </a:lnTo>
                  <a:close/>
                </a:path>
                <a:path w="3041015" h="1245235">
                  <a:moveTo>
                    <a:pt x="1301508" y="801636"/>
                  </a:moveTo>
                  <a:lnTo>
                    <a:pt x="1267980" y="800112"/>
                  </a:lnTo>
                  <a:lnTo>
                    <a:pt x="1263408" y="800112"/>
                  </a:lnTo>
                  <a:lnTo>
                    <a:pt x="1261884" y="838212"/>
                  </a:lnTo>
                  <a:lnTo>
                    <a:pt x="1266456" y="838212"/>
                  </a:lnTo>
                  <a:lnTo>
                    <a:pt x="1299984" y="839736"/>
                  </a:lnTo>
                  <a:lnTo>
                    <a:pt x="1301508" y="801636"/>
                  </a:lnTo>
                  <a:close/>
                </a:path>
                <a:path w="3041015" h="1245235">
                  <a:moveTo>
                    <a:pt x="1353324" y="327672"/>
                  </a:moveTo>
                  <a:lnTo>
                    <a:pt x="1351800" y="289572"/>
                  </a:lnTo>
                  <a:lnTo>
                    <a:pt x="1313700" y="289572"/>
                  </a:lnTo>
                  <a:lnTo>
                    <a:pt x="1315224" y="327672"/>
                  </a:lnTo>
                  <a:lnTo>
                    <a:pt x="1353324" y="327672"/>
                  </a:lnTo>
                  <a:close/>
                </a:path>
                <a:path w="3041015" h="1245235">
                  <a:moveTo>
                    <a:pt x="1377708" y="804684"/>
                  </a:moveTo>
                  <a:lnTo>
                    <a:pt x="1339608" y="803160"/>
                  </a:lnTo>
                  <a:lnTo>
                    <a:pt x="1338084" y="841260"/>
                  </a:lnTo>
                  <a:lnTo>
                    <a:pt x="1376184" y="842784"/>
                  </a:lnTo>
                  <a:lnTo>
                    <a:pt x="1377708" y="804684"/>
                  </a:lnTo>
                  <a:close/>
                </a:path>
                <a:path w="3041015" h="1245235">
                  <a:moveTo>
                    <a:pt x="1429524" y="326148"/>
                  </a:moveTo>
                  <a:lnTo>
                    <a:pt x="1428000" y="288048"/>
                  </a:lnTo>
                  <a:lnTo>
                    <a:pt x="1389900" y="288048"/>
                  </a:lnTo>
                  <a:lnTo>
                    <a:pt x="1391424" y="326148"/>
                  </a:lnTo>
                  <a:lnTo>
                    <a:pt x="1429524" y="326148"/>
                  </a:lnTo>
                  <a:close/>
                </a:path>
                <a:path w="3041015" h="1245235">
                  <a:moveTo>
                    <a:pt x="1453908" y="806208"/>
                  </a:moveTo>
                  <a:lnTo>
                    <a:pt x="1444764" y="806208"/>
                  </a:lnTo>
                  <a:lnTo>
                    <a:pt x="1415808" y="804684"/>
                  </a:lnTo>
                  <a:lnTo>
                    <a:pt x="1415808" y="842784"/>
                  </a:lnTo>
                  <a:lnTo>
                    <a:pt x="1444764" y="844308"/>
                  </a:lnTo>
                  <a:lnTo>
                    <a:pt x="1453908" y="844308"/>
                  </a:lnTo>
                  <a:lnTo>
                    <a:pt x="1453908" y="806208"/>
                  </a:lnTo>
                  <a:close/>
                </a:path>
                <a:path w="3041015" h="1245235">
                  <a:moveTo>
                    <a:pt x="1505724" y="324624"/>
                  </a:moveTo>
                  <a:lnTo>
                    <a:pt x="1504200" y="286524"/>
                  </a:lnTo>
                  <a:lnTo>
                    <a:pt x="1466100" y="286524"/>
                  </a:lnTo>
                  <a:lnTo>
                    <a:pt x="1467624" y="324624"/>
                  </a:lnTo>
                  <a:lnTo>
                    <a:pt x="1505724" y="324624"/>
                  </a:lnTo>
                  <a:close/>
                </a:path>
                <a:path w="3041015" h="1245235">
                  <a:moveTo>
                    <a:pt x="1530108" y="806208"/>
                  </a:moveTo>
                  <a:lnTo>
                    <a:pt x="1492008" y="806208"/>
                  </a:lnTo>
                  <a:lnTo>
                    <a:pt x="1492008" y="844308"/>
                  </a:lnTo>
                  <a:lnTo>
                    <a:pt x="1530108" y="844308"/>
                  </a:lnTo>
                  <a:lnTo>
                    <a:pt x="1530108" y="806208"/>
                  </a:lnTo>
                  <a:close/>
                </a:path>
                <a:path w="3041015" h="1245235">
                  <a:moveTo>
                    <a:pt x="1581924" y="288048"/>
                  </a:moveTo>
                  <a:lnTo>
                    <a:pt x="1565160" y="288048"/>
                  </a:lnTo>
                  <a:lnTo>
                    <a:pt x="1543824" y="286524"/>
                  </a:lnTo>
                  <a:lnTo>
                    <a:pt x="1542300" y="324624"/>
                  </a:lnTo>
                  <a:lnTo>
                    <a:pt x="1565160" y="326148"/>
                  </a:lnTo>
                  <a:lnTo>
                    <a:pt x="1580400" y="326148"/>
                  </a:lnTo>
                  <a:lnTo>
                    <a:pt x="1581924" y="288048"/>
                  </a:lnTo>
                  <a:close/>
                </a:path>
                <a:path w="3041015" h="1245235">
                  <a:moveTo>
                    <a:pt x="1606308" y="804684"/>
                  </a:moveTo>
                  <a:lnTo>
                    <a:pt x="1568208" y="804684"/>
                  </a:lnTo>
                  <a:lnTo>
                    <a:pt x="1568208" y="842784"/>
                  </a:lnTo>
                  <a:lnTo>
                    <a:pt x="1606308" y="842784"/>
                  </a:lnTo>
                  <a:lnTo>
                    <a:pt x="1606308" y="804684"/>
                  </a:lnTo>
                  <a:close/>
                </a:path>
                <a:path w="3041015" h="1245235">
                  <a:moveTo>
                    <a:pt x="1658124" y="289572"/>
                  </a:moveTo>
                  <a:lnTo>
                    <a:pt x="1626120" y="288048"/>
                  </a:lnTo>
                  <a:lnTo>
                    <a:pt x="1620024" y="288048"/>
                  </a:lnTo>
                  <a:lnTo>
                    <a:pt x="1618500" y="326148"/>
                  </a:lnTo>
                  <a:lnTo>
                    <a:pt x="1626120" y="326148"/>
                  </a:lnTo>
                  <a:lnTo>
                    <a:pt x="1656600" y="327672"/>
                  </a:lnTo>
                  <a:lnTo>
                    <a:pt x="1658124" y="289572"/>
                  </a:lnTo>
                  <a:close/>
                </a:path>
                <a:path w="3041015" h="1245235">
                  <a:moveTo>
                    <a:pt x="1682508" y="841260"/>
                  </a:moveTo>
                  <a:lnTo>
                    <a:pt x="1680984" y="803160"/>
                  </a:lnTo>
                  <a:lnTo>
                    <a:pt x="1642884" y="803160"/>
                  </a:lnTo>
                  <a:lnTo>
                    <a:pt x="1644408" y="841260"/>
                  </a:lnTo>
                  <a:lnTo>
                    <a:pt x="1682508" y="841260"/>
                  </a:lnTo>
                  <a:close/>
                </a:path>
                <a:path w="3041015" h="1245235">
                  <a:moveTo>
                    <a:pt x="1734324" y="291096"/>
                  </a:moveTo>
                  <a:lnTo>
                    <a:pt x="1696224" y="289572"/>
                  </a:lnTo>
                  <a:lnTo>
                    <a:pt x="1694700" y="327672"/>
                  </a:lnTo>
                  <a:lnTo>
                    <a:pt x="1732800" y="329196"/>
                  </a:lnTo>
                  <a:lnTo>
                    <a:pt x="1734324" y="291096"/>
                  </a:lnTo>
                  <a:close/>
                </a:path>
                <a:path w="3041015" h="1245235">
                  <a:moveTo>
                    <a:pt x="1758708" y="838212"/>
                  </a:moveTo>
                  <a:lnTo>
                    <a:pt x="1757184" y="800112"/>
                  </a:lnTo>
                  <a:lnTo>
                    <a:pt x="1741944" y="800112"/>
                  </a:lnTo>
                  <a:lnTo>
                    <a:pt x="1719084" y="801636"/>
                  </a:lnTo>
                  <a:lnTo>
                    <a:pt x="1720608" y="839736"/>
                  </a:lnTo>
                  <a:lnTo>
                    <a:pt x="1743468" y="838212"/>
                  </a:lnTo>
                  <a:lnTo>
                    <a:pt x="1758708" y="838212"/>
                  </a:lnTo>
                  <a:close/>
                </a:path>
                <a:path w="3041015" h="1245235">
                  <a:moveTo>
                    <a:pt x="1810524" y="295668"/>
                  </a:moveTo>
                  <a:lnTo>
                    <a:pt x="1801380" y="295668"/>
                  </a:lnTo>
                  <a:lnTo>
                    <a:pt x="1772424" y="294144"/>
                  </a:lnTo>
                  <a:lnTo>
                    <a:pt x="1770900" y="332244"/>
                  </a:lnTo>
                  <a:lnTo>
                    <a:pt x="1799856" y="333768"/>
                  </a:lnTo>
                  <a:lnTo>
                    <a:pt x="1809000" y="333768"/>
                  </a:lnTo>
                  <a:lnTo>
                    <a:pt x="1810524" y="295668"/>
                  </a:lnTo>
                  <a:close/>
                </a:path>
                <a:path w="3041015" h="1245235">
                  <a:moveTo>
                    <a:pt x="1834908" y="833640"/>
                  </a:moveTo>
                  <a:lnTo>
                    <a:pt x="1833384" y="795540"/>
                  </a:lnTo>
                  <a:lnTo>
                    <a:pt x="1798332" y="797064"/>
                  </a:lnTo>
                  <a:lnTo>
                    <a:pt x="1795284" y="798588"/>
                  </a:lnTo>
                  <a:lnTo>
                    <a:pt x="1796808" y="835164"/>
                  </a:lnTo>
                  <a:lnTo>
                    <a:pt x="1801380" y="835164"/>
                  </a:lnTo>
                  <a:lnTo>
                    <a:pt x="1834908" y="833640"/>
                  </a:lnTo>
                  <a:close/>
                </a:path>
                <a:path w="3041015" h="1245235">
                  <a:moveTo>
                    <a:pt x="1886724" y="300240"/>
                  </a:moveTo>
                  <a:lnTo>
                    <a:pt x="1857768" y="298716"/>
                  </a:lnTo>
                  <a:lnTo>
                    <a:pt x="1848624" y="298716"/>
                  </a:lnTo>
                  <a:lnTo>
                    <a:pt x="1845576" y="336816"/>
                  </a:lnTo>
                  <a:lnTo>
                    <a:pt x="1854720" y="336816"/>
                  </a:lnTo>
                  <a:lnTo>
                    <a:pt x="1883676" y="338340"/>
                  </a:lnTo>
                  <a:lnTo>
                    <a:pt x="1886724" y="300240"/>
                  </a:lnTo>
                  <a:close/>
                </a:path>
                <a:path w="3041015" h="1245235">
                  <a:moveTo>
                    <a:pt x="1911108" y="827544"/>
                  </a:moveTo>
                  <a:lnTo>
                    <a:pt x="1909584" y="790968"/>
                  </a:lnTo>
                  <a:lnTo>
                    <a:pt x="1871484" y="792492"/>
                  </a:lnTo>
                  <a:lnTo>
                    <a:pt x="1873008" y="830592"/>
                  </a:lnTo>
                  <a:lnTo>
                    <a:pt x="1911108" y="827544"/>
                  </a:lnTo>
                  <a:close/>
                </a:path>
                <a:path w="3041015" h="1245235">
                  <a:moveTo>
                    <a:pt x="1962924" y="306336"/>
                  </a:moveTo>
                  <a:lnTo>
                    <a:pt x="1924824" y="303288"/>
                  </a:lnTo>
                  <a:lnTo>
                    <a:pt x="1921776" y="341388"/>
                  </a:lnTo>
                  <a:lnTo>
                    <a:pt x="1959876" y="344436"/>
                  </a:lnTo>
                  <a:lnTo>
                    <a:pt x="1962924" y="306336"/>
                  </a:lnTo>
                  <a:close/>
                </a:path>
                <a:path w="3041015" h="1245235">
                  <a:moveTo>
                    <a:pt x="1988832" y="821448"/>
                  </a:moveTo>
                  <a:lnTo>
                    <a:pt x="1984260" y="783348"/>
                  </a:lnTo>
                  <a:lnTo>
                    <a:pt x="1962924" y="784872"/>
                  </a:lnTo>
                  <a:lnTo>
                    <a:pt x="1946160" y="786396"/>
                  </a:lnTo>
                  <a:lnTo>
                    <a:pt x="1949208" y="824496"/>
                  </a:lnTo>
                  <a:lnTo>
                    <a:pt x="1965972" y="822972"/>
                  </a:lnTo>
                  <a:lnTo>
                    <a:pt x="1988832" y="821448"/>
                  </a:lnTo>
                  <a:close/>
                </a:path>
                <a:path w="3041015" h="1245235">
                  <a:moveTo>
                    <a:pt x="2039124" y="315480"/>
                  </a:moveTo>
                  <a:lnTo>
                    <a:pt x="2019312" y="312432"/>
                  </a:lnTo>
                  <a:lnTo>
                    <a:pt x="2001024" y="310908"/>
                  </a:lnTo>
                  <a:lnTo>
                    <a:pt x="1997976" y="349008"/>
                  </a:lnTo>
                  <a:lnTo>
                    <a:pt x="2014740" y="350532"/>
                  </a:lnTo>
                  <a:lnTo>
                    <a:pt x="2034552" y="352056"/>
                  </a:lnTo>
                  <a:lnTo>
                    <a:pt x="2039124" y="315480"/>
                  </a:lnTo>
                  <a:close/>
                </a:path>
                <a:path w="3041015" h="1245235">
                  <a:moveTo>
                    <a:pt x="2063508" y="813828"/>
                  </a:moveTo>
                  <a:lnTo>
                    <a:pt x="2060460" y="775728"/>
                  </a:lnTo>
                  <a:lnTo>
                    <a:pt x="2022360" y="780300"/>
                  </a:lnTo>
                  <a:lnTo>
                    <a:pt x="2026932" y="816876"/>
                  </a:lnTo>
                  <a:lnTo>
                    <a:pt x="2063508" y="813828"/>
                  </a:lnTo>
                  <a:close/>
                </a:path>
                <a:path w="3041015" h="1245235">
                  <a:moveTo>
                    <a:pt x="2115324" y="324624"/>
                  </a:moveTo>
                  <a:lnTo>
                    <a:pt x="2077224" y="320052"/>
                  </a:lnTo>
                  <a:lnTo>
                    <a:pt x="2072652" y="356628"/>
                  </a:lnTo>
                  <a:lnTo>
                    <a:pt x="2110752" y="361200"/>
                  </a:lnTo>
                  <a:lnTo>
                    <a:pt x="2115324" y="324624"/>
                  </a:lnTo>
                  <a:close/>
                </a:path>
                <a:path w="3041015" h="1245235">
                  <a:moveTo>
                    <a:pt x="2139708" y="803160"/>
                  </a:moveTo>
                  <a:lnTo>
                    <a:pt x="2135136" y="765060"/>
                  </a:lnTo>
                  <a:lnTo>
                    <a:pt x="2115324" y="768108"/>
                  </a:lnTo>
                  <a:lnTo>
                    <a:pt x="2097036" y="771156"/>
                  </a:lnTo>
                  <a:lnTo>
                    <a:pt x="2101608" y="807732"/>
                  </a:lnTo>
                  <a:lnTo>
                    <a:pt x="2119896" y="806208"/>
                  </a:lnTo>
                  <a:lnTo>
                    <a:pt x="2139708" y="803160"/>
                  </a:lnTo>
                  <a:close/>
                </a:path>
                <a:path w="3041015" h="1245235">
                  <a:moveTo>
                    <a:pt x="2191524" y="335292"/>
                  </a:moveTo>
                  <a:lnTo>
                    <a:pt x="2168664" y="330720"/>
                  </a:lnTo>
                  <a:lnTo>
                    <a:pt x="2153424" y="329196"/>
                  </a:lnTo>
                  <a:lnTo>
                    <a:pt x="2147328" y="367296"/>
                  </a:lnTo>
                  <a:lnTo>
                    <a:pt x="2162568" y="368820"/>
                  </a:lnTo>
                  <a:lnTo>
                    <a:pt x="2185428" y="373392"/>
                  </a:lnTo>
                  <a:lnTo>
                    <a:pt x="2191524" y="335292"/>
                  </a:lnTo>
                  <a:close/>
                </a:path>
                <a:path w="3041015" h="1245235">
                  <a:moveTo>
                    <a:pt x="2215908" y="792492"/>
                  </a:moveTo>
                  <a:lnTo>
                    <a:pt x="2209812" y="754392"/>
                  </a:lnTo>
                  <a:lnTo>
                    <a:pt x="2208288" y="754392"/>
                  </a:lnTo>
                  <a:lnTo>
                    <a:pt x="2171712" y="760488"/>
                  </a:lnTo>
                  <a:lnTo>
                    <a:pt x="2177808" y="798588"/>
                  </a:lnTo>
                  <a:lnTo>
                    <a:pt x="2214384" y="792492"/>
                  </a:lnTo>
                  <a:lnTo>
                    <a:pt x="2215908" y="792492"/>
                  </a:lnTo>
                  <a:close/>
                </a:path>
                <a:path w="3041015" h="1245235">
                  <a:moveTo>
                    <a:pt x="2267724" y="347484"/>
                  </a:moveTo>
                  <a:lnTo>
                    <a:pt x="2260104" y="345960"/>
                  </a:lnTo>
                  <a:lnTo>
                    <a:pt x="2229624" y="341388"/>
                  </a:lnTo>
                  <a:lnTo>
                    <a:pt x="2222004" y="379488"/>
                  </a:lnTo>
                  <a:lnTo>
                    <a:pt x="2252484" y="384060"/>
                  </a:lnTo>
                  <a:lnTo>
                    <a:pt x="2260104" y="385584"/>
                  </a:lnTo>
                  <a:lnTo>
                    <a:pt x="2267724" y="347484"/>
                  </a:lnTo>
                  <a:close/>
                </a:path>
                <a:path w="3041015" h="1245235">
                  <a:moveTo>
                    <a:pt x="2292108" y="778776"/>
                  </a:moveTo>
                  <a:lnTo>
                    <a:pt x="2284488" y="740676"/>
                  </a:lnTo>
                  <a:lnTo>
                    <a:pt x="2252484" y="746772"/>
                  </a:lnTo>
                  <a:lnTo>
                    <a:pt x="2247912" y="748296"/>
                  </a:lnTo>
                  <a:lnTo>
                    <a:pt x="2254008" y="784872"/>
                  </a:lnTo>
                  <a:lnTo>
                    <a:pt x="2260104" y="784872"/>
                  </a:lnTo>
                  <a:lnTo>
                    <a:pt x="2292108" y="778776"/>
                  </a:lnTo>
                  <a:close/>
                </a:path>
                <a:path w="3041015" h="1245235">
                  <a:moveTo>
                    <a:pt x="2342400" y="362724"/>
                  </a:moveTo>
                  <a:lnTo>
                    <a:pt x="2304300" y="355104"/>
                  </a:lnTo>
                  <a:lnTo>
                    <a:pt x="2296680" y="391680"/>
                  </a:lnTo>
                  <a:lnTo>
                    <a:pt x="2334780" y="400824"/>
                  </a:lnTo>
                  <a:lnTo>
                    <a:pt x="2342400" y="362724"/>
                  </a:lnTo>
                  <a:close/>
                </a:path>
                <a:path w="3041015" h="1245235">
                  <a:moveTo>
                    <a:pt x="2366784" y="762012"/>
                  </a:moveTo>
                  <a:lnTo>
                    <a:pt x="2357640" y="725436"/>
                  </a:lnTo>
                  <a:lnTo>
                    <a:pt x="2336304" y="730008"/>
                  </a:lnTo>
                  <a:lnTo>
                    <a:pt x="2321064" y="733056"/>
                  </a:lnTo>
                  <a:lnTo>
                    <a:pt x="2328684" y="771156"/>
                  </a:lnTo>
                  <a:lnTo>
                    <a:pt x="2343924" y="768108"/>
                  </a:lnTo>
                  <a:lnTo>
                    <a:pt x="2366784" y="762012"/>
                  </a:lnTo>
                  <a:close/>
                </a:path>
                <a:path w="3041015" h="1245235">
                  <a:moveTo>
                    <a:pt x="2417076" y="381012"/>
                  </a:moveTo>
                  <a:lnTo>
                    <a:pt x="2383548" y="371868"/>
                  </a:lnTo>
                  <a:lnTo>
                    <a:pt x="2378976" y="371868"/>
                  </a:lnTo>
                  <a:lnTo>
                    <a:pt x="2371356" y="408444"/>
                  </a:lnTo>
                  <a:lnTo>
                    <a:pt x="2374404" y="409968"/>
                  </a:lnTo>
                  <a:lnTo>
                    <a:pt x="2407932" y="417588"/>
                  </a:lnTo>
                  <a:lnTo>
                    <a:pt x="2417076" y="381012"/>
                  </a:lnTo>
                  <a:close/>
                </a:path>
                <a:path w="3041015" h="1245235">
                  <a:moveTo>
                    <a:pt x="2441460" y="743724"/>
                  </a:moveTo>
                  <a:lnTo>
                    <a:pt x="2430792" y="707148"/>
                  </a:lnTo>
                  <a:lnTo>
                    <a:pt x="2410980" y="711720"/>
                  </a:lnTo>
                  <a:lnTo>
                    <a:pt x="2394216" y="716292"/>
                  </a:lnTo>
                  <a:lnTo>
                    <a:pt x="2404884" y="752868"/>
                  </a:lnTo>
                  <a:lnTo>
                    <a:pt x="2421648" y="748296"/>
                  </a:lnTo>
                  <a:lnTo>
                    <a:pt x="2441460" y="743724"/>
                  </a:lnTo>
                  <a:close/>
                </a:path>
                <a:path w="3041015" h="1245235">
                  <a:moveTo>
                    <a:pt x="2491752" y="402348"/>
                  </a:moveTo>
                  <a:lnTo>
                    <a:pt x="2490228" y="402348"/>
                  </a:lnTo>
                  <a:lnTo>
                    <a:pt x="2456700" y="391680"/>
                  </a:lnTo>
                  <a:lnTo>
                    <a:pt x="2453652" y="391680"/>
                  </a:lnTo>
                  <a:lnTo>
                    <a:pt x="2444508" y="428256"/>
                  </a:lnTo>
                  <a:lnTo>
                    <a:pt x="2446032" y="428256"/>
                  </a:lnTo>
                  <a:lnTo>
                    <a:pt x="2478036" y="438924"/>
                  </a:lnTo>
                  <a:lnTo>
                    <a:pt x="2479560" y="438924"/>
                  </a:lnTo>
                  <a:lnTo>
                    <a:pt x="2491752" y="402348"/>
                  </a:lnTo>
                  <a:close/>
                </a:path>
                <a:path w="3041015" h="1245235">
                  <a:moveTo>
                    <a:pt x="2514612" y="720864"/>
                  </a:moveTo>
                  <a:lnTo>
                    <a:pt x="2502420" y="684288"/>
                  </a:lnTo>
                  <a:lnTo>
                    <a:pt x="2478036" y="691908"/>
                  </a:lnTo>
                  <a:lnTo>
                    <a:pt x="2467368" y="696480"/>
                  </a:lnTo>
                  <a:lnTo>
                    <a:pt x="2478036" y="733056"/>
                  </a:lnTo>
                  <a:lnTo>
                    <a:pt x="2490228" y="728484"/>
                  </a:lnTo>
                  <a:lnTo>
                    <a:pt x="2514612" y="720864"/>
                  </a:lnTo>
                  <a:close/>
                </a:path>
                <a:path w="3041015" h="1245235">
                  <a:moveTo>
                    <a:pt x="2564904" y="429780"/>
                  </a:moveTo>
                  <a:lnTo>
                    <a:pt x="2563380" y="429780"/>
                  </a:lnTo>
                  <a:lnTo>
                    <a:pt x="2549664" y="423684"/>
                  </a:lnTo>
                  <a:lnTo>
                    <a:pt x="2535948" y="419112"/>
                  </a:lnTo>
                  <a:lnTo>
                    <a:pt x="2528328" y="416064"/>
                  </a:lnTo>
                  <a:lnTo>
                    <a:pt x="2514612" y="451116"/>
                  </a:lnTo>
                  <a:lnTo>
                    <a:pt x="2522232" y="454164"/>
                  </a:lnTo>
                  <a:lnTo>
                    <a:pt x="2535948" y="460260"/>
                  </a:lnTo>
                  <a:lnTo>
                    <a:pt x="2549664" y="464832"/>
                  </a:lnTo>
                  <a:lnTo>
                    <a:pt x="2564904" y="429780"/>
                  </a:lnTo>
                  <a:close/>
                </a:path>
                <a:path w="3041015" h="1245235">
                  <a:moveTo>
                    <a:pt x="2584716" y="906792"/>
                  </a:moveTo>
                  <a:lnTo>
                    <a:pt x="2571000" y="871728"/>
                  </a:lnTo>
                  <a:lnTo>
                    <a:pt x="2325624" y="967752"/>
                  </a:lnTo>
                  <a:lnTo>
                    <a:pt x="2244852" y="998232"/>
                  </a:lnTo>
                  <a:lnTo>
                    <a:pt x="2083308" y="1056144"/>
                  </a:lnTo>
                  <a:lnTo>
                    <a:pt x="1926336" y="1107960"/>
                  </a:lnTo>
                  <a:lnTo>
                    <a:pt x="1888236" y="1118628"/>
                  </a:lnTo>
                  <a:lnTo>
                    <a:pt x="1850136" y="1130820"/>
                  </a:lnTo>
                  <a:lnTo>
                    <a:pt x="1812036" y="1139964"/>
                  </a:lnTo>
                  <a:lnTo>
                    <a:pt x="1773936" y="1150632"/>
                  </a:lnTo>
                  <a:lnTo>
                    <a:pt x="1737360" y="1159776"/>
                  </a:lnTo>
                  <a:lnTo>
                    <a:pt x="1626108" y="1182636"/>
                  </a:lnTo>
                  <a:lnTo>
                    <a:pt x="1556004" y="1194828"/>
                  </a:lnTo>
                  <a:lnTo>
                    <a:pt x="1452372" y="1205496"/>
                  </a:lnTo>
                  <a:lnTo>
                    <a:pt x="1418844" y="1207020"/>
                  </a:lnTo>
                  <a:lnTo>
                    <a:pt x="1354836" y="1207020"/>
                  </a:lnTo>
                  <a:lnTo>
                    <a:pt x="1290828" y="1203972"/>
                  </a:lnTo>
                  <a:lnTo>
                    <a:pt x="1200912" y="1191780"/>
                  </a:lnTo>
                  <a:lnTo>
                    <a:pt x="1143000" y="1178064"/>
                  </a:lnTo>
                  <a:lnTo>
                    <a:pt x="1085088" y="1162824"/>
                  </a:lnTo>
                  <a:lnTo>
                    <a:pt x="1002792" y="1132344"/>
                  </a:lnTo>
                  <a:lnTo>
                    <a:pt x="949452" y="1109484"/>
                  </a:lnTo>
                  <a:lnTo>
                    <a:pt x="897636" y="1085100"/>
                  </a:lnTo>
                  <a:lnTo>
                    <a:pt x="845820" y="1057668"/>
                  </a:lnTo>
                  <a:lnTo>
                    <a:pt x="745236" y="996708"/>
                  </a:lnTo>
                  <a:lnTo>
                    <a:pt x="696468" y="964704"/>
                  </a:lnTo>
                  <a:lnTo>
                    <a:pt x="647700" y="931176"/>
                  </a:lnTo>
                  <a:lnTo>
                    <a:pt x="607047" y="901941"/>
                  </a:lnTo>
                  <a:lnTo>
                    <a:pt x="639572" y="893076"/>
                  </a:lnTo>
                  <a:lnTo>
                    <a:pt x="701040" y="876312"/>
                  </a:lnTo>
                  <a:lnTo>
                    <a:pt x="584657" y="856767"/>
                  </a:lnTo>
                  <a:lnTo>
                    <a:pt x="584657" y="908050"/>
                  </a:lnTo>
                  <a:lnTo>
                    <a:pt x="583742" y="909269"/>
                  </a:lnTo>
                  <a:lnTo>
                    <a:pt x="583692" y="908316"/>
                  </a:lnTo>
                  <a:lnTo>
                    <a:pt x="584657" y="908050"/>
                  </a:lnTo>
                  <a:lnTo>
                    <a:pt x="584657" y="856767"/>
                  </a:lnTo>
                  <a:lnTo>
                    <a:pt x="492252" y="841248"/>
                  </a:lnTo>
                  <a:lnTo>
                    <a:pt x="589788" y="1030236"/>
                  </a:lnTo>
                  <a:lnTo>
                    <a:pt x="584936" y="933170"/>
                  </a:lnTo>
                  <a:lnTo>
                    <a:pt x="675132" y="995184"/>
                  </a:lnTo>
                  <a:lnTo>
                    <a:pt x="725424" y="1028712"/>
                  </a:lnTo>
                  <a:lnTo>
                    <a:pt x="775716" y="1060716"/>
                  </a:lnTo>
                  <a:lnTo>
                    <a:pt x="827532" y="1091196"/>
                  </a:lnTo>
                  <a:lnTo>
                    <a:pt x="880872" y="1118628"/>
                  </a:lnTo>
                  <a:lnTo>
                    <a:pt x="906780" y="1132344"/>
                  </a:lnTo>
                  <a:lnTo>
                    <a:pt x="989076" y="1168920"/>
                  </a:lnTo>
                  <a:lnTo>
                    <a:pt x="1018032" y="1179588"/>
                  </a:lnTo>
                  <a:lnTo>
                    <a:pt x="1045464" y="1190256"/>
                  </a:lnTo>
                  <a:lnTo>
                    <a:pt x="1074420" y="1199400"/>
                  </a:lnTo>
                  <a:lnTo>
                    <a:pt x="1103376" y="1207020"/>
                  </a:lnTo>
                  <a:lnTo>
                    <a:pt x="1133856" y="1216164"/>
                  </a:lnTo>
                  <a:lnTo>
                    <a:pt x="1225296" y="1234452"/>
                  </a:lnTo>
                  <a:lnTo>
                    <a:pt x="1255776" y="1239024"/>
                  </a:lnTo>
                  <a:lnTo>
                    <a:pt x="1289304" y="1242072"/>
                  </a:lnTo>
                  <a:lnTo>
                    <a:pt x="1353312" y="1245120"/>
                  </a:lnTo>
                  <a:lnTo>
                    <a:pt x="1421892" y="1245120"/>
                  </a:lnTo>
                  <a:lnTo>
                    <a:pt x="1490472" y="1240548"/>
                  </a:lnTo>
                  <a:lnTo>
                    <a:pt x="1597152" y="1226832"/>
                  </a:lnTo>
                  <a:lnTo>
                    <a:pt x="1700784" y="1207020"/>
                  </a:lnTo>
                  <a:lnTo>
                    <a:pt x="1708404" y="1205496"/>
                  </a:lnTo>
                  <a:lnTo>
                    <a:pt x="1783080" y="1187208"/>
                  </a:lnTo>
                  <a:lnTo>
                    <a:pt x="1821180" y="1176540"/>
                  </a:lnTo>
                  <a:lnTo>
                    <a:pt x="1860804" y="1167396"/>
                  </a:lnTo>
                  <a:lnTo>
                    <a:pt x="1898904" y="1155204"/>
                  </a:lnTo>
                  <a:lnTo>
                    <a:pt x="1938528" y="1144536"/>
                  </a:lnTo>
                  <a:lnTo>
                    <a:pt x="2176272" y="1063764"/>
                  </a:lnTo>
                  <a:lnTo>
                    <a:pt x="2421636" y="972324"/>
                  </a:lnTo>
                  <a:lnTo>
                    <a:pt x="2584716" y="906792"/>
                  </a:lnTo>
                  <a:close/>
                </a:path>
                <a:path w="3041015" h="1245235">
                  <a:moveTo>
                    <a:pt x="2587764" y="690384"/>
                  </a:moveTo>
                  <a:lnTo>
                    <a:pt x="2571000" y="656856"/>
                  </a:lnTo>
                  <a:lnTo>
                    <a:pt x="2561856" y="661428"/>
                  </a:lnTo>
                  <a:lnTo>
                    <a:pt x="2537472" y="670572"/>
                  </a:lnTo>
                  <a:lnTo>
                    <a:pt x="2551188" y="705624"/>
                  </a:lnTo>
                  <a:lnTo>
                    <a:pt x="2564904" y="701052"/>
                  </a:lnTo>
                  <a:lnTo>
                    <a:pt x="2577096" y="694956"/>
                  </a:lnTo>
                  <a:lnTo>
                    <a:pt x="2587764" y="690384"/>
                  </a:lnTo>
                  <a:close/>
                </a:path>
                <a:path w="3041015" h="1245235">
                  <a:moveTo>
                    <a:pt x="2635008" y="466356"/>
                  </a:moveTo>
                  <a:lnTo>
                    <a:pt x="2633484" y="466356"/>
                  </a:lnTo>
                  <a:lnTo>
                    <a:pt x="2624340" y="460260"/>
                  </a:lnTo>
                  <a:lnTo>
                    <a:pt x="2613672" y="454164"/>
                  </a:lnTo>
                  <a:lnTo>
                    <a:pt x="2601480" y="448068"/>
                  </a:lnTo>
                  <a:lnTo>
                    <a:pt x="2599956" y="446544"/>
                  </a:lnTo>
                  <a:lnTo>
                    <a:pt x="2583192" y="480072"/>
                  </a:lnTo>
                  <a:lnTo>
                    <a:pt x="2584716" y="481596"/>
                  </a:lnTo>
                  <a:lnTo>
                    <a:pt x="2595384" y="487692"/>
                  </a:lnTo>
                  <a:lnTo>
                    <a:pt x="2604528" y="492264"/>
                  </a:lnTo>
                  <a:lnTo>
                    <a:pt x="2613672" y="498360"/>
                  </a:lnTo>
                  <a:lnTo>
                    <a:pt x="2635008" y="466356"/>
                  </a:lnTo>
                  <a:close/>
                </a:path>
                <a:path w="3041015" h="1245235">
                  <a:moveTo>
                    <a:pt x="2656344" y="649236"/>
                  </a:moveTo>
                  <a:lnTo>
                    <a:pt x="2631960" y="618756"/>
                  </a:lnTo>
                  <a:lnTo>
                    <a:pt x="2628912" y="621804"/>
                  </a:lnTo>
                  <a:lnTo>
                    <a:pt x="2621292" y="627900"/>
                  </a:lnTo>
                  <a:lnTo>
                    <a:pt x="2613672" y="632472"/>
                  </a:lnTo>
                  <a:lnTo>
                    <a:pt x="2604528" y="638568"/>
                  </a:lnTo>
                  <a:lnTo>
                    <a:pt x="2603004" y="638568"/>
                  </a:lnTo>
                  <a:lnTo>
                    <a:pt x="2622816" y="672096"/>
                  </a:lnTo>
                  <a:lnTo>
                    <a:pt x="2624340" y="670572"/>
                  </a:lnTo>
                  <a:lnTo>
                    <a:pt x="2635008" y="664476"/>
                  </a:lnTo>
                  <a:lnTo>
                    <a:pt x="2644152" y="658380"/>
                  </a:lnTo>
                  <a:lnTo>
                    <a:pt x="2653296" y="650760"/>
                  </a:lnTo>
                  <a:lnTo>
                    <a:pt x="2656344" y="649236"/>
                  </a:lnTo>
                  <a:close/>
                </a:path>
                <a:path w="3041015" h="1245235">
                  <a:moveTo>
                    <a:pt x="2694444" y="525792"/>
                  </a:moveTo>
                  <a:lnTo>
                    <a:pt x="2692920" y="522744"/>
                  </a:lnTo>
                  <a:lnTo>
                    <a:pt x="2688348" y="515124"/>
                  </a:lnTo>
                  <a:lnTo>
                    <a:pt x="2676156" y="499884"/>
                  </a:lnTo>
                  <a:lnTo>
                    <a:pt x="2667012" y="490740"/>
                  </a:lnTo>
                  <a:lnTo>
                    <a:pt x="2641104" y="519696"/>
                  </a:lnTo>
                  <a:lnTo>
                    <a:pt x="2653296" y="531888"/>
                  </a:lnTo>
                  <a:lnTo>
                    <a:pt x="2657868" y="537984"/>
                  </a:lnTo>
                  <a:lnTo>
                    <a:pt x="2660916" y="542556"/>
                  </a:lnTo>
                  <a:lnTo>
                    <a:pt x="2660916" y="544080"/>
                  </a:lnTo>
                  <a:lnTo>
                    <a:pt x="2694444" y="525792"/>
                  </a:lnTo>
                  <a:close/>
                </a:path>
                <a:path w="3041015" h="1245235">
                  <a:moveTo>
                    <a:pt x="2705112" y="573036"/>
                  </a:moveTo>
                  <a:lnTo>
                    <a:pt x="2667012" y="571512"/>
                  </a:lnTo>
                  <a:lnTo>
                    <a:pt x="2662440" y="585228"/>
                  </a:lnTo>
                  <a:lnTo>
                    <a:pt x="2656344" y="594372"/>
                  </a:lnTo>
                  <a:lnTo>
                    <a:pt x="2656344" y="595896"/>
                  </a:lnTo>
                  <a:lnTo>
                    <a:pt x="2686824" y="618756"/>
                  </a:lnTo>
                  <a:lnTo>
                    <a:pt x="2688348" y="615708"/>
                  </a:lnTo>
                  <a:lnTo>
                    <a:pt x="2692920" y="608088"/>
                  </a:lnTo>
                  <a:lnTo>
                    <a:pt x="2697492" y="598944"/>
                  </a:lnTo>
                  <a:lnTo>
                    <a:pt x="2700540" y="591324"/>
                  </a:lnTo>
                  <a:lnTo>
                    <a:pt x="2703588" y="582180"/>
                  </a:lnTo>
                  <a:lnTo>
                    <a:pt x="2705112" y="573036"/>
                  </a:lnTo>
                  <a:close/>
                </a:path>
                <a:path w="3041015" h="1245235">
                  <a:moveTo>
                    <a:pt x="3040392" y="736104"/>
                  </a:moveTo>
                  <a:lnTo>
                    <a:pt x="2979712" y="811326"/>
                  </a:lnTo>
                  <a:lnTo>
                    <a:pt x="2952000" y="716292"/>
                  </a:lnTo>
                  <a:lnTo>
                    <a:pt x="2924568" y="643140"/>
                  </a:lnTo>
                  <a:lnTo>
                    <a:pt x="2909328" y="608088"/>
                  </a:lnTo>
                  <a:lnTo>
                    <a:pt x="2891040" y="573036"/>
                  </a:lnTo>
                  <a:lnTo>
                    <a:pt x="2871228" y="537984"/>
                  </a:lnTo>
                  <a:lnTo>
                    <a:pt x="2849892" y="504456"/>
                  </a:lnTo>
                  <a:lnTo>
                    <a:pt x="2837700" y="489216"/>
                  </a:lnTo>
                  <a:lnTo>
                    <a:pt x="2825508" y="472452"/>
                  </a:lnTo>
                  <a:lnTo>
                    <a:pt x="2784360" y="425208"/>
                  </a:lnTo>
                  <a:lnTo>
                    <a:pt x="2718828" y="364248"/>
                  </a:lnTo>
                  <a:lnTo>
                    <a:pt x="2682252" y="336816"/>
                  </a:lnTo>
                  <a:lnTo>
                    <a:pt x="2641104" y="309384"/>
                  </a:lnTo>
                  <a:lnTo>
                    <a:pt x="2621292" y="295668"/>
                  </a:lnTo>
                  <a:lnTo>
                    <a:pt x="2598432" y="283476"/>
                  </a:lnTo>
                  <a:lnTo>
                    <a:pt x="2577096" y="271284"/>
                  </a:lnTo>
                  <a:lnTo>
                    <a:pt x="2554236" y="257568"/>
                  </a:lnTo>
                  <a:lnTo>
                    <a:pt x="2531376" y="245376"/>
                  </a:lnTo>
                  <a:lnTo>
                    <a:pt x="2482608" y="222516"/>
                  </a:lnTo>
                  <a:lnTo>
                    <a:pt x="2432316" y="198132"/>
                  </a:lnTo>
                  <a:lnTo>
                    <a:pt x="2328684" y="153936"/>
                  </a:lnTo>
                  <a:lnTo>
                    <a:pt x="2273820" y="132600"/>
                  </a:lnTo>
                  <a:lnTo>
                    <a:pt x="2217432" y="111264"/>
                  </a:lnTo>
                  <a:lnTo>
                    <a:pt x="2161044" y="91452"/>
                  </a:lnTo>
                  <a:lnTo>
                    <a:pt x="2104656" y="70116"/>
                  </a:lnTo>
                  <a:lnTo>
                    <a:pt x="1930920" y="10668"/>
                  </a:lnTo>
                  <a:lnTo>
                    <a:pt x="1917204" y="45720"/>
                  </a:lnTo>
                  <a:lnTo>
                    <a:pt x="2148852" y="126504"/>
                  </a:lnTo>
                  <a:lnTo>
                    <a:pt x="2205240" y="147840"/>
                  </a:lnTo>
                  <a:lnTo>
                    <a:pt x="2260104" y="167652"/>
                  </a:lnTo>
                  <a:lnTo>
                    <a:pt x="2313444" y="188988"/>
                  </a:lnTo>
                  <a:lnTo>
                    <a:pt x="2417076" y="233184"/>
                  </a:lnTo>
                  <a:lnTo>
                    <a:pt x="2467368" y="256044"/>
                  </a:lnTo>
                  <a:lnTo>
                    <a:pt x="2514612" y="280428"/>
                  </a:lnTo>
                  <a:lnTo>
                    <a:pt x="2535948" y="292620"/>
                  </a:lnTo>
                  <a:lnTo>
                    <a:pt x="2558808" y="304812"/>
                  </a:lnTo>
                  <a:lnTo>
                    <a:pt x="2601480" y="329196"/>
                  </a:lnTo>
                  <a:lnTo>
                    <a:pt x="2621292" y="341388"/>
                  </a:lnTo>
                  <a:lnTo>
                    <a:pt x="2641104" y="355104"/>
                  </a:lnTo>
                  <a:lnTo>
                    <a:pt x="2659392" y="367296"/>
                  </a:lnTo>
                  <a:lnTo>
                    <a:pt x="2695968" y="394728"/>
                  </a:lnTo>
                  <a:lnTo>
                    <a:pt x="2711208" y="408444"/>
                  </a:lnTo>
                  <a:lnTo>
                    <a:pt x="2727972" y="422160"/>
                  </a:lnTo>
                  <a:lnTo>
                    <a:pt x="2756928" y="451116"/>
                  </a:lnTo>
                  <a:lnTo>
                    <a:pt x="2784360" y="481596"/>
                  </a:lnTo>
                  <a:lnTo>
                    <a:pt x="2796552" y="496836"/>
                  </a:lnTo>
                  <a:lnTo>
                    <a:pt x="2807220" y="512076"/>
                  </a:lnTo>
                  <a:lnTo>
                    <a:pt x="2819412" y="527316"/>
                  </a:lnTo>
                  <a:lnTo>
                    <a:pt x="2830080" y="542556"/>
                  </a:lnTo>
                  <a:lnTo>
                    <a:pt x="2839224" y="559320"/>
                  </a:lnTo>
                  <a:lnTo>
                    <a:pt x="2859036" y="591324"/>
                  </a:lnTo>
                  <a:lnTo>
                    <a:pt x="2889516" y="658380"/>
                  </a:lnTo>
                  <a:lnTo>
                    <a:pt x="2903232" y="693432"/>
                  </a:lnTo>
                  <a:lnTo>
                    <a:pt x="2927616" y="763536"/>
                  </a:lnTo>
                  <a:lnTo>
                    <a:pt x="2941726" y="819975"/>
                  </a:lnTo>
                  <a:lnTo>
                    <a:pt x="2854464" y="778776"/>
                  </a:lnTo>
                  <a:lnTo>
                    <a:pt x="2990100" y="941844"/>
                  </a:lnTo>
                  <a:lnTo>
                    <a:pt x="3015805" y="836688"/>
                  </a:lnTo>
                  <a:lnTo>
                    <a:pt x="3040392" y="73610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650705" y="2352544"/>
            <a:ext cx="2611755" cy="167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44980" marR="92075" indent="-86995">
              <a:lnSpc>
                <a:spcPct val="100000"/>
              </a:lnSpc>
              <a:spcBef>
                <a:spcPts val="100"/>
              </a:spcBef>
            </a:pPr>
            <a:r>
              <a:rPr sz="1800" i="1" spc="-170" dirty="0">
                <a:solidFill>
                  <a:srgbClr val="7E010C"/>
                </a:solidFill>
                <a:latin typeface="Arial"/>
                <a:cs typeface="Arial"/>
              </a:rPr>
              <a:t>R</a:t>
            </a:r>
            <a:r>
              <a:rPr sz="1800" i="1" spc="-30" dirty="0">
                <a:solidFill>
                  <a:srgbClr val="7E010C"/>
                </a:solidFill>
                <a:latin typeface="Arial"/>
                <a:cs typeface="Arial"/>
              </a:rPr>
              <a:t>e</a:t>
            </a:r>
            <a:r>
              <a:rPr sz="1800" i="1" spc="30" dirty="0">
                <a:solidFill>
                  <a:srgbClr val="7E010C"/>
                </a:solidFill>
                <a:latin typeface="Arial"/>
                <a:cs typeface="Arial"/>
              </a:rPr>
              <a:t>c</a:t>
            </a:r>
            <a:r>
              <a:rPr sz="1800" i="1" spc="-70" dirty="0">
                <a:solidFill>
                  <a:srgbClr val="7E010C"/>
                </a:solidFill>
                <a:latin typeface="Arial"/>
                <a:cs typeface="Arial"/>
              </a:rPr>
              <a:t>o</a:t>
            </a:r>
            <a:r>
              <a:rPr sz="1800" i="1" spc="-20" dirty="0">
                <a:solidFill>
                  <a:srgbClr val="7E010C"/>
                </a:solidFill>
                <a:latin typeface="Arial"/>
                <a:cs typeface="Arial"/>
              </a:rPr>
              <a:t>v</a:t>
            </a:r>
            <a:r>
              <a:rPr sz="1800" i="1" spc="-15" dirty="0">
                <a:solidFill>
                  <a:srgbClr val="7E010C"/>
                </a:solidFill>
                <a:latin typeface="Arial"/>
                <a:cs typeface="Arial"/>
              </a:rPr>
              <a:t>e</a:t>
            </a:r>
            <a:r>
              <a:rPr sz="1800" i="1" spc="240" dirty="0">
                <a:solidFill>
                  <a:srgbClr val="7E010C"/>
                </a:solidFill>
                <a:latin typeface="Arial"/>
                <a:cs typeface="Arial"/>
              </a:rPr>
              <a:t>r </a:t>
            </a:r>
            <a:r>
              <a:rPr sz="1800" i="1" spc="220" dirty="0">
                <a:solidFill>
                  <a:srgbClr val="7E010C"/>
                </a:solidFill>
                <a:latin typeface="Arial"/>
                <a:cs typeface="Arial"/>
              </a:rPr>
              <a:t> </a:t>
            </a:r>
            <a:r>
              <a:rPr sz="1800" i="1" spc="-5" dirty="0">
                <a:solidFill>
                  <a:srgbClr val="7E010C"/>
                </a:solidFill>
                <a:latin typeface="Arial"/>
                <a:cs typeface="Arial"/>
              </a:rPr>
              <a:t>design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800" b="1" spc="-5" dirty="0">
                <a:latin typeface="Comic Sans MS"/>
                <a:cs typeface="Comic Sans MS"/>
              </a:rPr>
              <a:t>Speculate about</a:t>
            </a:r>
            <a:r>
              <a:rPr sz="1800" b="1" spc="-50" dirty="0">
                <a:latin typeface="Comic Sans MS"/>
                <a:cs typeface="Comic Sans MS"/>
              </a:rPr>
              <a:t> </a:t>
            </a:r>
            <a:r>
              <a:rPr sz="1800" b="1" spc="-5" dirty="0">
                <a:latin typeface="Comic Sans MS"/>
                <a:cs typeface="Comic Sans MS"/>
              </a:rPr>
              <a:t>Design</a:t>
            </a:r>
            <a:endParaRPr sz="18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450">
              <a:latin typeface="Comic Sans MS"/>
              <a:cs typeface="Comic Sans MS"/>
            </a:endParaRPr>
          </a:p>
          <a:p>
            <a:pPr marL="862965">
              <a:lnSpc>
                <a:spcPct val="100000"/>
              </a:lnSpc>
            </a:pPr>
            <a:r>
              <a:rPr sz="1800" b="1" spc="-5" dirty="0">
                <a:solidFill>
                  <a:srgbClr val="7E010C"/>
                </a:solidFill>
                <a:latin typeface="Comic Sans MS"/>
                <a:cs typeface="Comic Sans MS"/>
              </a:rPr>
              <a:t>ITERATION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17121" y="5476699"/>
            <a:ext cx="9925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7785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solidFill>
                  <a:srgbClr val="7E010C"/>
                </a:solidFill>
                <a:latin typeface="Arial"/>
                <a:cs typeface="Arial"/>
              </a:rPr>
              <a:t>Recover  </a:t>
            </a:r>
            <a:r>
              <a:rPr sz="1800" i="1" spc="55" dirty="0">
                <a:solidFill>
                  <a:srgbClr val="7E010C"/>
                </a:solidFill>
                <a:latin typeface="Arial"/>
                <a:cs typeface="Arial"/>
              </a:rPr>
              <a:t>d</a:t>
            </a:r>
            <a:r>
              <a:rPr sz="1800" i="1" spc="-85" dirty="0">
                <a:solidFill>
                  <a:srgbClr val="7E010C"/>
                </a:solidFill>
                <a:latin typeface="Arial"/>
                <a:cs typeface="Arial"/>
              </a:rPr>
              <a:t>a</a:t>
            </a:r>
            <a:r>
              <a:rPr sz="1800" i="1" spc="340" dirty="0">
                <a:solidFill>
                  <a:srgbClr val="7E010C"/>
                </a:solidFill>
                <a:latin typeface="Arial"/>
                <a:cs typeface="Arial"/>
              </a:rPr>
              <a:t>t</a:t>
            </a:r>
            <a:r>
              <a:rPr sz="1800" i="1" spc="-70" dirty="0">
                <a:solidFill>
                  <a:srgbClr val="7E010C"/>
                </a:solidFill>
                <a:latin typeface="Arial"/>
                <a:cs typeface="Arial"/>
              </a:rPr>
              <a:t>a</a:t>
            </a:r>
            <a:r>
              <a:rPr sz="1800" i="1" spc="55" dirty="0">
                <a:solidFill>
                  <a:srgbClr val="7E010C"/>
                </a:solidFill>
                <a:latin typeface="Arial"/>
                <a:cs typeface="Arial"/>
              </a:rPr>
              <a:t>b</a:t>
            </a:r>
            <a:r>
              <a:rPr sz="1800" i="1" spc="-85" dirty="0">
                <a:solidFill>
                  <a:srgbClr val="7E010C"/>
                </a:solidFill>
                <a:latin typeface="Arial"/>
                <a:cs typeface="Arial"/>
              </a:rPr>
              <a:t>a</a:t>
            </a:r>
            <a:r>
              <a:rPr sz="1800" i="1" spc="-20" dirty="0">
                <a:solidFill>
                  <a:srgbClr val="7E010C"/>
                </a:solidFill>
                <a:latin typeface="Arial"/>
                <a:cs typeface="Arial"/>
              </a:rPr>
              <a:t>s</a:t>
            </a:r>
            <a:r>
              <a:rPr sz="1800" i="1" spc="-15" dirty="0">
                <a:solidFill>
                  <a:srgbClr val="7E010C"/>
                </a:solidFill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857264" y="5476699"/>
            <a:ext cx="9899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400">
              <a:lnSpc>
                <a:spcPct val="100000"/>
              </a:lnSpc>
              <a:spcBef>
                <a:spcPts val="100"/>
              </a:spcBef>
            </a:pPr>
            <a:r>
              <a:rPr sz="1800" i="1" spc="170" dirty="0">
                <a:solidFill>
                  <a:srgbClr val="7E010C"/>
                </a:solidFill>
                <a:latin typeface="Arial"/>
                <a:cs typeface="Arial"/>
              </a:rPr>
              <a:t>Identify  </a:t>
            </a:r>
            <a:r>
              <a:rPr sz="1800" i="1" spc="-50" dirty="0">
                <a:solidFill>
                  <a:srgbClr val="7E010C"/>
                </a:solidFill>
                <a:latin typeface="Arial"/>
                <a:cs typeface="Arial"/>
              </a:rPr>
              <a:t>p</a:t>
            </a:r>
            <a:r>
              <a:rPr sz="1800" i="1" spc="260" dirty="0">
                <a:solidFill>
                  <a:srgbClr val="7E010C"/>
                </a:solidFill>
                <a:latin typeface="Arial"/>
                <a:cs typeface="Arial"/>
              </a:rPr>
              <a:t>r</a:t>
            </a:r>
            <a:r>
              <a:rPr sz="1800" i="1" spc="-50" dirty="0">
                <a:solidFill>
                  <a:srgbClr val="7E010C"/>
                </a:solidFill>
                <a:latin typeface="Arial"/>
                <a:cs typeface="Arial"/>
              </a:rPr>
              <a:t>o</a:t>
            </a:r>
            <a:r>
              <a:rPr sz="1800" i="1" spc="55" dirty="0">
                <a:solidFill>
                  <a:srgbClr val="7E010C"/>
                </a:solidFill>
                <a:latin typeface="Arial"/>
                <a:cs typeface="Arial"/>
              </a:rPr>
              <a:t>b</a:t>
            </a:r>
            <a:r>
              <a:rPr sz="1800" i="1" spc="100" dirty="0">
                <a:solidFill>
                  <a:srgbClr val="7E010C"/>
                </a:solidFill>
                <a:latin typeface="Arial"/>
                <a:cs typeface="Arial"/>
              </a:rPr>
              <a:t>l</a:t>
            </a:r>
            <a:r>
              <a:rPr sz="1800" i="1" spc="-30" dirty="0">
                <a:solidFill>
                  <a:srgbClr val="7E010C"/>
                </a:solidFill>
                <a:latin typeface="Arial"/>
                <a:cs typeface="Arial"/>
              </a:rPr>
              <a:t>e</a:t>
            </a:r>
            <a:r>
              <a:rPr sz="1800" i="1" spc="-100" dirty="0">
                <a:solidFill>
                  <a:srgbClr val="7E010C"/>
                </a:solidFill>
                <a:latin typeface="Arial"/>
                <a:cs typeface="Arial"/>
              </a:rPr>
              <a:t>m</a:t>
            </a:r>
            <a:r>
              <a:rPr sz="1800" i="1" spc="-25" dirty="0">
                <a:solidFill>
                  <a:srgbClr val="7E010C"/>
                </a:solidFill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239418" y="3542725"/>
            <a:ext cx="3654425" cy="118364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800100" marR="5080" indent="-788035">
              <a:lnSpc>
                <a:spcPts val="4320"/>
              </a:lnSpc>
              <a:spcBef>
                <a:spcPts val="640"/>
              </a:spcBef>
            </a:pPr>
            <a:r>
              <a:rPr sz="4000" spc="-254" dirty="0">
                <a:solidFill>
                  <a:srgbClr val="3F3F3F"/>
                </a:solidFill>
                <a:latin typeface="Verdana"/>
                <a:cs typeface="Verdana"/>
              </a:rPr>
              <a:t>Thanks </a:t>
            </a:r>
            <a:r>
              <a:rPr sz="4000" spc="-160" dirty="0">
                <a:solidFill>
                  <a:srgbClr val="3F3F3F"/>
                </a:solidFill>
                <a:latin typeface="Verdana"/>
                <a:cs typeface="Verdana"/>
              </a:rPr>
              <a:t>for</a:t>
            </a:r>
            <a:r>
              <a:rPr sz="4000" spc="-395" dirty="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sz="4000" spc="-165" dirty="0">
                <a:solidFill>
                  <a:srgbClr val="3F3F3F"/>
                </a:solidFill>
                <a:latin typeface="Verdana"/>
                <a:cs typeface="Verdana"/>
              </a:rPr>
              <a:t>your  </a:t>
            </a:r>
            <a:r>
              <a:rPr sz="4000" spc="-90" dirty="0">
                <a:solidFill>
                  <a:srgbClr val="3F3F3F"/>
                </a:solidFill>
                <a:latin typeface="Verdana"/>
                <a:cs typeface="Verdana"/>
              </a:rPr>
              <a:t>attention!</a:t>
            </a:r>
            <a:endParaRPr sz="4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Lecture-1-SRE-Intro</Template>
  <TotalTime>212</TotalTime>
  <Words>1793</Words>
  <Application>Microsoft Office PowerPoint</Application>
  <PresentationFormat>Custom</PresentationFormat>
  <Paragraphs>302</Paragraphs>
  <Slides>32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8" baseType="lpstr">
      <vt:lpstr>-apple-system</vt:lpstr>
      <vt:lpstr>Arial</vt:lpstr>
      <vt:lpstr>Calibri</vt:lpstr>
      <vt:lpstr>Calibri Light</vt:lpstr>
      <vt:lpstr>Comic Sans MS</vt:lpstr>
      <vt:lpstr>Courier New</vt:lpstr>
      <vt:lpstr>Georgia</vt:lpstr>
      <vt:lpstr>Gothic Uralic</vt:lpstr>
      <vt:lpstr>Roboto</vt:lpstr>
      <vt:lpstr>Symbol</vt:lpstr>
      <vt:lpstr>Tahoma</vt:lpstr>
      <vt:lpstr>TeX Gyre Adventor</vt:lpstr>
      <vt:lpstr>Times New Roman</vt:lpstr>
      <vt:lpstr>Verdana</vt:lpstr>
      <vt:lpstr>Wingdings</vt:lpstr>
      <vt:lpstr>Office Theme</vt:lpstr>
      <vt:lpstr>PowerPoint Presentation</vt:lpstr>
      <vt:lpstr>OO Reengineering Patterns</vt:lpstr>
      <vt:lpstr>OO Legacy System!!</vt:lpstr>
      <vt:lpstr>OO System Problems!</vt:lpstr>
      <vt:lpstr>Patterns</vt:lpstr>
      <vt:lpstr>PowerPoint Presentation</vt:lpstr>
      <vt:lpstr>Reengineering Patterns</vt:lpstr>
      <vt:lpstr>Design vs Reengineering  Patterns</vt:lpstr>
      <vt:lpstr>PowerPoint Presentation</vt:lpstr>
      <vt:lpstr>Reverse Engineering</vt:lpstr>
      <vt:lpstr>What and Why ?</vt:lpstr>
      <vt:lpstr>The Reengineering Life-Cycle</vt:lpstr>
      <vt:lpstr>Setting Direction</vt:lpstr>
      <vt:lpstr>Setting Direction Set direction</vt:lpstr>
      <vt:lpstr>Most Valuable First</vt:lpstr>
      <vt:lpstr>First Contact</vt:lpstr>
      <vt:lpstr>First Contact</vt:lpstr>
      <vt:lpstr>Chat with the Maintainers</vt:lpstr>
      <vt:lpstr>Chat with the Maintainers</vt:lpstr>
      <vt:lpstr>Read all the Code in One</vt:lpstr>
      <vt:lpstr>Read all the Code in One</vt:lpstr>
      <vt:lpstr>Initial Understanding</vt:lpstr>
      <vt:lpstr>Initial Understanding</vt:lpstr>
      <vt:lpstr>Analyze the Persistent Data</vt:lpstr>
      <vt:lpstr>Example: One To One</vt:lpstr>
      <vt:lpstr>Example: Rolled Down</vt:lpstr>
      <vt:lpstr>Example: Rolled Up</vt:lpstr>
      <vt:lpstr>Study the Exceptional  Entities</vt:lpstr>
      <vt:lpstr>Questions</vt:lpstr>
      <vt:lpstr>CodeCrawler: Visualizing  Metrics Use simple  metrics and  layout  algorithms.</vt:lpstr>
      <vt:lpstr>Initial Understanding  (revisited)    T op down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week 5 - SReengg [Compatibility Mode]</dc:title>
  <dc:creator>Shumaila Iqbal</dc:creator>
  <cp:lastModifiedBy>zakiya suman</cp:lastModifiedBy>
  <cp:revision>37</cp:revision>
  <dcterms:created xsi:type="dcterms:W3CDTF">2022-04-26T03:20:54Z</dcterms:created>
  <dcterms:modified xsi:type="dcterms:W3CDTF">2025-03-11T05:17:51Z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2021-11-10T00:00:00Z</vt:filetime>
  </property>
  <property fmtid="{D5CDD505-2E9C-101B-9397-08002B2CF9AE}" pid="3" name="LastSaved">
    <vt:filetime>2022-04-26T00:00:00Z</vt:filetime>
  </property>
</Properties>
</file>