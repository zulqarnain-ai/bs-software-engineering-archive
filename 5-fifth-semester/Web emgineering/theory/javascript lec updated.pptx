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65"/>
  </p:notesMasterIdLst>
  <p:sldIdLst>
    <p:sldId id="258" r:id="rId3"/>
    <p:sldId id="260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34" r:id="rId14"/>
    <p:sldId id="335" r:id="rId15"/>
    <p:sldId id="441" r:id="rId16"/>
    <p:sldId id="442" r:id="rId17"/>
    <p:sldId id="443" r:id="rId18"/>
    <p:sldId id="262" r:id="rId19"/>
    <p:sldId id="263" r:id="rId20"/>
    <p:sldId id="264" r:id="rId21"/>
    <p:sldId id="265" r:id="rId22"/>
    <p:sldId id="266" r:id="rId23"/>
    <p:sldId id="268" r:id="rId24"/>
    <p:sldId id="269" r:id="rId25"/>
    <p:sldId id="270" r:id="rId26"/>
    <p:sldId id="271" r:id="rId27"/>
    <p:sldId id="327" r:id="rId28"/>
    <p:sldId id="272" r:id="rId29"/>
    <p:sldId id="470" r:id="rId30"/>
    <p:sldId id="471" r:id="rId31"/>
    <p:sldId id="472" r:id="rId32"/>
    <p:sldId id="473" r:id="rId33"/>
    <p:sldId id="474" r:id="rId34"/>
    <p:sldId id="444" r:id="rId35"/>
    <p:sldId id="445" r:id="rId36"/>
    <p:sldId id="446" r:id="rId37"/>
    <p:sldId id="447" r:id="rId38"/>
    <p:sldId id="452" r:id="rId39"/>
    <p:sldId id="449" r:id="rId40"/>
    <p:sldId id="450" r:id="rId41"/>
    <p:sldId id="453" r:id="rId42"/>
    <p:sldId id="468" r:id="rId43"/>
    <p:sldId id="475" r:id="rId44"/>
    <p:sldId id="476" r:id="rId45"/>
    <p:sldId id="477" r:id="rId46"/>
    <p:sldId id="478" r:id="rId47"/>
    <p:sldId id="479" r:id="rId48"/>
    <p:sldId id="480" r:id="rId49"/>
    <p:sldId id="481" r:id="rId50"/>
    <p:sldId id="482" r:id="rId51"/>
    <p:sldId id="483" r:id="rId52"/>
    <p:sldId id="484" r:id="rId53"/>
    <p:sldId id="485" r:id="rId54"/>
    <p:sldId id="486" r:id="rId55"/>
    <p:sldId id="487" r:id="rId56"/>
    <p:sldId id="488" r:id="rId57"/>
    <p:sldId id="489" r:id="rId58"/>
    <p:sldId id="490" r:id="rId59"/>
    <p:sldId id="491" r:id="rId60"/>
    <p:sldId id="492" r:id="rId61"/>
    <p:sldId id="493" r:id="rId62"/>
    <p:sldId id="494" r:id="rId63"/>
    <p:sldId id="495" r:id="rId64"/>
  </p:sldIdLst>
  <p:sldSz cx="12192000" cy="6858000"/>
  <p:notesSz cx="6858000" cy="9144000"/>
  <p:defaultTextStyle>
    <a:defPPr>
      <a:defRPr lang="x-none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946" autoAdjust="0"/>
  </p:normalViewPr>
  <p:slideViewPr>
    <p:cSldViewPr snapToGrid="0">
      <p:cViewPr>
        <p:scale>
          <a:sx n="66" d="100"/>
          <a:sy n="66" d="100"/>
        </p:scale>
        <p:origin x="-1122" y="-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DC67A6-DDEF-40FE-A08F-E0967E9280F1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24645D9-68E4-45FE-BFB3-00FAEF3626FA}">
      <dgm:prSet/>
      <dgm:spPr/>
      <dgm:t>
        <a:bodyPr/>
        <a:lstStyle/>
        <a:p>
          <a:pPr rtl="0"/>
          <a:r>
            <a:rPr lang="en-US" b="1" dirty="0"/>
            <a:t> Input Out put in JavaScript</a:t>
          </a:r>
          <a:endParaRPr lang="en-US" dirty="0"/>
        </a:p>
      </dgm:t>
    </dgm:pt>
    <dgm:pt modelId="{56AD6B6E-9052-4965-862C-F57FDB7F4C6D}" type="parTrans" cxnId="{8C55706A-9060-40F0-84F4-33B1A132E30E}">
      <dgm:prSet/>
      <dgm:spPr/>
      <dgm:t>
        <a:bodyPr/>
        <a:lstStyle/>
        <a:p>
          <a:endParaRPr lang="en-US"/>
        </a:p>
      </dgm:t>
    </dgm:pt>
    <dgm:pt modelId="{AA60878F-B07A-4ABC-9799-B3ACFB148FED}" type="sibTrans" cxnId="{8C55706A-9060-40F0-84F4-33B1A132E30E}">
      <dgm:prSet/>
      <dgm:spPr/>
      <dgm:t>
        <a:bodyPr/>
        <a:lstStyle/>
        <a:p>
          <a:endParaRPr lang="en-US"/>
        </a:p>
      </dgm:t>
    </dgm:pt>
    <dgm:pt modelId="{BF53E14E-35B9-4844-B3CF-2E30266D250B}" type="pres">
      <dgm:prSet presAssocID="{ACDC67A6-DDEF-40FE-A08F-E0967E9280F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25DD68-706B-4FAB-8ED2-D776459FF666}" type="pres">
      <dgm:prSet presAssocID="{824645D9-68E4-45FE-BFB3-00FAEF3626F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61D9F35-BC1B-48D4-AE9E-6DC17A61548E}" type="presOf" srcId="{ACDC67A6-DDEF-40FE-A08F-E0967E9280F1}" destId="{BF53E14E-35B9-4844-B3CF-2E30266D250B}" srcOrd="0" destOrd="0" presId="urn:microsoft.com/office/officeart/2005/8/layout/vList2"/>
    <dgm:cxn modelId="{8C55706A-9060-40F0-84F4-33B1A132E30E}" srcId="{ACDC67A6-DDEF-40FE-A08F-E0967E9280F1}" destId="{824645D9-68E4-45FE-BFB3-00FAEF3626FA}" srcOrd="0" destOrd="0" parTransId="{56AD6B6E-9052-4965-862C-F57FDB7F4C6D}" sibTransId="{AA60878F-B07A-4ABC-9799-B3ACFB148FED}"/>
    <dgm:cxn modelId="{3D7413AF-A2B5-477E-BF40-0478C9C6C86E}" type="presOf" srcId="{824645D9-68E4-45FE-BFB3-00FAEF3626FA}" destId="{7C25DD68-706B-4FAB-8ED2-D776459FF666}" srcOrd="0" destOrd="0" presId="urn:microsoft.com/office/officeart/2005/8/layout/vList2"/>
    <dgm:cxn modelId="{1F3E0D70-908D-4E0D-B486-7667C41FE697}" type="presParOf" srcId="{BF53E14E-35B9-4844-B3CF-2E30266D250B}" destId="{7C25DD68-706B-4FAB-8ED2-D776459FF66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B62D70-F975-4BFA-94B0-46F70FADFB6A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1BEDD62F-EFB9-4E29-9BB1-D351C3F9AFC9}">
      <dgm:prSet/>
      <dgm:spPr/>
      <dgm:t>
        <a:bodyPr/>
        <a:lstStyle/>
        <a:p>
          <a:pPr rtl="0"/>
          <a:r>
            <a:rPr lang="en-US" b="1" dirty="0"/>
            <a:t> Input Out put in JavaScript…</a:t>
          </a:r>
          <a:endParaRPr lang="en-US" dirty="0"/>
        </a:p>
      </dgm:t>
    </dgm:pt>
    <dgm:pt modelId="{62E54ADE-3F5B-457C-A3D1-EEC7A3F2BD0C}" type="parTrans" cxnId="{9CC2C196-D5AC-4EBC-867E-ADF809168E9D}">
      <dgm:prSet/>
      <dgm:spPr/>
      <dgm:t>
        <a:bodyPr/>
        <a:lstStyle/>
        <a:p>
          <a:endParaRPr lang="en-US"/>
        </a:p>
      </dgm:t>
    </dgm:pt>
    <dgm:pt modelId="{3BDA02AC-76EA-42E9-AECF-F0BD1EF9A503}" type="sibTrans" cxnId="{9CC2C196-D5AC-4EBC-867E-ADF809168E9D}">
      <dgm:prSet/>
      <dgm:spPr/>
      <dgm:t>
        <a:bodyPr/>
        <a:lstStyle/>
        <a:p>
          <a:endParaRPr lang="en-US"/>
        </a:p>
      </dgm:t>
    </dgm:pt>
    <dgm:pt modelId="{A870B9AB-DE4F-4254-9BC8-D9A97D42601A}" type="pres">
      <dgm:prSet presAssocID="{65B62D70-F975-4BFA-94B0-46F70FADFB6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B5B0126-1784-4930-AA36-1841AC7F2B58}" type="pres">
      <dgm:prSet presAssocID="{1BEDD62F-EFB9-4E29-9BB1-D351C3F9AFC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CC2C196-D5AC-4EBC-867E-ADF809168E9D}" srcId="{65B62D70-F975-4BFA-94B0-46F70FADFB6A}" destId="{1BEDD62F-EFB9-4E29-9BB1-D351C3F9AFC9}" srcOrd="0" destOrd="0" parTransId="{62E54ADE-3F5B-457C-A3D1-EEC7A3F2BD0C}" sibTransId="{3BDA02AC-76EA-42E9-AECF-F0BD1EF9A503}"/>
    <dgm:cxn modelId="{28DA0BA2-3707-494B-A2EA-01A14FD51074}" type="presOf" srcId="{1BEDD62F-EFB9-4E29-9BB1-D351C3F9AFC9}" destId="{9B5B0126-1784-4930-AA36-1841AC7F2B58}" srcOrd="0" destOrd="0" presId="urn:microsoft.com/office/officeart/2005/8/layout/vList2"/>
    <dgm:cxn modelId="{45E77E4B-4873-4561-9F72-A088CD287E12}" type="presOf" srcId="{65B62D70-F975-4BFA-94B0-46F70FADFB6A}" destId="{A870B9AB-DE4F-4254-9BC8-D9A97D42601A}" srcOrd="0" destOrd="0" presId="urn:microsoft.com/office/officeart/2005/8/layout/vList2"/>
    <dgm:cxn modelId="{04F5C690-75F9-44B0-B650-B5D8A3082EE6}" type="presParOf" srcId="{A870B9AB-DE4F-4254-9BC8-D9A97D42601A}" destId="{9B5B0126-1784-4930-AA36-1841AC7F2B5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D57EC6-95BA-43F9-9D0B-C660ED601D86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E24FB5A-6FFC-4CE0-A513-7117C8FD486C}">
      <dgm:prSet/>
      <dgm:spPr/>
      <dgm:t>
        <a:bodyPr/>
        <a:lstStyle/>
        <a:p>
          <a:pPr rtl="0"/>
          <a:r>
            <a:rPr lang="en-US" b="1" dirty="0"/>
            <a:t> Writing JavaScript</a:t>
          </a:r>
          <a:endParaRPr lang="en-US" dirty="0"/>
        </a:p>
      </dgm:t>
    </dgm:pt>
    <dgm:pt modelId="{9A55C3FD-A754-45E4-881C-879D382ED03A}" type="parTrans" cxnId="{AA9D1850-BE51-42A3-9229-B6459CE3F1F0}">
      <dgm:prSet/>
      <dgm:spPr/>
      <dgm:t>
        <a:bodyPr/>
        <a:lstStyle/>
        <a:p>
          <a:endParaRPr lang="en-US"/>
        </a:p>
      </dgm:t>
    </dgm:pt>
    <dgm:pt modelId="{4011E61A-9D36-420D-BF6B-D6B0CAE2B392}" type="sibTrans" cxnId="{AA9D1850-BE51-42A3-9229-B6459CE3F1F0}">
      <dgm:prSet/>
      <dgm:spPr/>
      <dgm:t>
        <a:bodyPr/>
        <a:lstStyle/>
        <a:p>
          <a:endParaRPr lang="en-US"/>
        </a:p>
      </dgm:t>
    </dgm:pt>
    <dgm:pt modelId="{7E1585AB-A5DA-4B80-8D25-228BEED892D7}" type="pres">
      <dgm:prSet presAssocID="{B4D57EC6-95BA-43F9-9D0B-C660ED601D8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19F8CFA-AC81-416A-A9F5-4323D2C1826D}" type="pres">
      <dgm:prSet presAssocID="{3E24FB5A-6FFC-4CE0-A513-7117C8FD486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A9D1850-BE51-42A3-9229-B6459CE3F1F0}" srcId="{B4D57EC6-95BA-43F9-9D0B-C660ED601D86}" destId="{3E24FB5A-6FFC-4CE0-A513-7117C8FD486C}" srcOrd="0" destOrd="0" parTransId="{9A55C3FD-A754-45E4-881C-879D382ED03A}" sibTransId="{4011E61A-9D36-420D-BF6B-D6B0CAE2B392}"/>
    <dgm:cxn modelId="{EB6A9DE5-1493-4486-BC74-FA4391DFF483}" type="presOf" srcId="{3E24FB5A-6FFC-4CE0-A513-7117C8FD486C}" destId="{D19F8CFA-AC81-416A-A9F5-4323D2C1826D}" srcOrd="0" destOrd="0" presId="urn:microsoft.com/office/officeart/2005/8/layout/vList2"/>
    <dgm:cxn modelId="{3468D935-9F92-4A27-A243-C8EC9EBAA2BD}" type="presOf" srcId="{B4D57EC6-95BA-43F9-9D0B-C660ED601D86}" destId="{7E1585AB-A5DA-4B80-8D25-228BEED892D7}" srcOrd="0" destOrd="0" presId="urn:microsoft.com/office/officeart/2005/8/layout/vList2"/>
    <dgm:cxn modelId="{67CBF2FD-94E7-4CFE-8162-34665340BCB1}" type="presParOf" srcId="{7E1585AB-A5DA-4B80-8D25-228BEED892D7}" destId="{D19F8CFA-AC81-416A-A9F5-4323D2C1826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D87AC6-13C1-4071-843D-10C0B6158FF3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C3FE2516-2459-4106-B24B-85C4A14E9D25}">
      <dgm:prSet/>
      <dgm:spPr/>
      <dgm:t>
        <a:bodyPr/>
        <a:lstStyle/>
        <a:p>
          <a:pPr rtl="0"/>
          <a:r>
            <a:rPr lang="en-US" b="1" dirty="0"/>
            <a:t>Writing JavaScript…</a:t>
          </a:r>
          <a:endParaRPr lang="en-US" dirty="0"/>
        </a:p>
      </dgm:t>
    </dgm:pt>
    <dgm:pt modelId="{BB6147C4-D43D-4D32-982D-7DAD575A30D2}" type="parTrans" cxnId="{8C2153E6-8235-41DA-862B-E1242410C6FD}">
      <dgm:prSet/>
      <dgm:spPr/>
      <dgm:t>
        <a:bodyPr/>
        <a:lstStyle/>
        <a:p>
          <a:endParaRPr lang="en-US"/>
        </a:p>
      </dgm:t>
    </dgm:pt>
    <dgm:pt modelId="{2FB5BA68-A9C4-4BE4-BFE5-DFDFECE35364}" type="sibTrans" cxnId="{8C2153E6-8235-41DA-862B-E1242410C6FD}">
      <dgm:prSet/>
      <dgm:spPr/>
      <dgm:t>
        <a:bodyPr/>
        <a:lstStyle/>
        <a:p>
          <a:endParaRPr lang="en-US"/>
        </a:p>
      </dgm:t>
    </dgm:pt>
    <dgm:pt modelId="{88001239-2306-47B3-89DA-B325570B84DD}" type="pres">
      <dgm:prSet presAssocID="{B8D87AC6-13C1-4071-843D-10C0B6158FF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BCCCCB1-4016-4455-9E0E-0411282817C4}" type="pres">
      <dgm:prSet presAssocID="{C3FE2516-2459-4106-B24B-85C4A14E9D25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23CB7FF-7E2A-4139-936B-12712236EA11}" type="presOf" srcId="{C3FE2516-2459-4106-B24B-85C4A14E9D25}" destId="{9BCCCCB1-4016-4455-9E0E-0411282817C4}" srcOrd="0" destOrd="0" presId="urn:microsoft.com/office/officeart/2005/8/layout/vList2"/>
    <dgm:cxn modelId="{F70D6EB3-B159-4263-A821-7D38D41B7AEE}" type="presOf" srcId="{B8D87AC6-13C1-4071-843D-10C0B6158FF3}" destId="{88001239-2306-47B3-89DA-B325570B84DD}" srcOrd="0" destOrd="0" presId="urn:microsoft.com/office/officeart/2005/8/layout/vList2"/>
    <dgm:cxn modelId="{8C2153E6-8235-41DA-862B-E1242410C6FD}" srcId="{B8D87AC6-13C1-4071-843D-10C0B6158FF3}" destId="{C3FE2516-2459-4106-B24B-85C4A14E9D25}" srcOrd="0" destOrd="0" parTransId="{BB6147C4-D43D-4D32-982D-7DAD575A30D2}" sibTransId="{2FB5BA68-A9C4-4BE4-BFE5-DFDFECE35364}"/>
    <dgm:cxn modelId="{1A432B4A-5F04-44EC-B13D-C572057B9B12}" type="presParOf" srcId="{88001239-2306-47B3-89DA-B325570B84DD}" destId="{9BCCCCB1-4016-4455-9E0E-0411282817C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AFB2ADB-F622-4F88-BBC8-47912C1877D3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6BEA072A-1E12-4DF9-AA4F-C64675B0BDE8}">
      <dgm:prSet/>
      <dgm:spPr/>
      <dgm:t>
        <a:bodyPr/>
        <a:lstStyle/>
        <a:p>
          <a:pPr rtl="0"/>
          <a:r>
            <a:rPr lang="en-US" b="1" dirty="0"/>
            <a:t> JavaScript Function…</a:t>
          </a:r>
          <a:endParaRPr lang="en-US" dirty="0"/>
        </a:p>
      </dgm:t>
    </dgm:pt>
    <dgm:pt modelId="{69460B1B-7C42-49E3-9C8D-4A623E95E22F}" type="parTrans" cxnId="{F0313F04-4F36-4306-93D5-CE2881E56ABD}">
      <dgm:prSet/>
      <dgm:spPr/>
      <dgm:t>
        <a:bodyPr/>
        <a:lstStyle/>
        <a:p>
          <a:endParaRPr lang="en-US"/>
        </a:p>
      </dgm:t>
    </dgm:pt>
    <dgm:pt modelId="{AB7243AE-0689-46AA-AA55-F6E51309D98A}" type="sibTrans" cxnId="{F0313F04-4F36-4306-93D5-CE2881E56ABD}">
      <dgm:prSet/>
      <dgm:spPr/>
      <dgm:t>
        <a:bodyPr/>
        <a:lstStyle/>
        <a:p>
          <a:endParaRPr lang="en-US"/>
        </a:p>
      </dgm:t>
    </dgm:pt>
    <dgm:pt modelId="{5285D77A-3EDB-4D73-A4CE-F1277E9474C1}" type="pres">
      <dgm:prSet presAssocID="{0AFB2ADB-F622-4F88-BBC8-47912C1877D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7D25B40-D616-4A87-87FB-7324AD922916}" type="pres">
      <dgm:prSet presAssocID="{6BEA072A-1E12-4DF9-AA4F-C64675B0BDE8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AAB165B-71E3-439B-9B06-6E4F37413A65}" type="presOf" srcId="{6BEA072A-1E12-4DF9-AA4F-C64675B0BDE8}" destId="{57D25B40-D616-4A87-87FB-7324AD922916}" srcOrd="0" destOrd="0" presId="urn:microsoft.com/office/officeart/2005/8/layout/vList2"/>
    <dgm:cxn modelId="{F0313F04-4F36-4306-93D5-CE2881E56ABD}" srcId="{0AFB2ADB-F622-4F88-BBC8-47912C1877D3}" destId="{6BEA072A-1E12-4DF9-AA4F-C64675B0BDE8}" srcOrd="0" destOrd="0" parTransId="{69460B1B-7C42-49E3-9C8D-4A623E95E22F}" sibTransId="{AB7243AE-0689-46AA-AA55-F6E51309D98A}"/>
    <dgm:cxn modelId="{27AEEEE4-9692-436C-9F44-F98C534FE4A0}" type="presOf" srcId="{0AFB2ADB-F622-4F88-BBC8-47912C1877D3}" destId="{5285D77A-3EDB-4D73-A4CE-F1277E9474C1}" srcOrd="0" destOrd="0" presId="urn:microsoft.com/office/officeart/2005/8/layout/vList2"/>
    <dgm:cxn modelId="{22538F45-F9CB-4337-B3EA-81B376594BA3}" type="presParOf" srcId="{5285D77A-3EDB-4D73-A4CE-F1277E9474C1}" destId="{57D25B40-D616-4A87-87FB-7324AD92291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5DD68-706B-4FAB-8ED2-D776459FF666}">
      <dsp:nvSpPr>
        <dsp:cNvPr id="0" name=""/>
        <dsp:cNvSpPr/>
      </dsp:nvSpPr>
      <dsp:spPr>
        <a:xfrm>
          <a:off x="0" y="7852"/>
          <a:ext cx="10972800" cy="11272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lvl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b="1" kern="1200" dirty="0"/>
            <a:t> Input Out put in JavaScript</a:t>
          </a:r>
          <a:endParaRPr lang="en-US" sz="4700" kern="1200" dirty="0"/>
        </a:p>
      </dsp:txBody>
      <dsp:txXfrm>
        <a:off x="55030" y="62882"/>
        <a:ext cx="10862740" cy="10172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5B0126-1784-4930-AA36-1841AC7F2B58}">
      <dsp:nvSpPr>
        <dsp:cNvPr id="0" name=""/>
        <dsp:cNvSpPr/>
      </dsp:nvSpPr>
      <dsp:spPr>
        <a:xfrm>
          <a:off x="0" y="7852"/>
          <a:ext cx="10972800" cy="11272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lvl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b="1" kern="1200" dirty="0"/>
            <a:t> Input Out put in JavaScript…</a:t>
          </a:r>
          <a:endParaRPr lang="en-US" sz="4700" kern="1200" dirty="0"/>
        </a:p>
      </dsp:txBody>
      <dsp:txXfrm>
        <a:off x="55030" y="62882"/>
        <a:ext cx="10862740" cy="10172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9F8CFA-AC81-416A-A9F5-4323D2C1826D}">
      <dsp:nvSpPr>
        <dsp:cNvPr id="0" name=""/>
        <dsp:cNvSpPr/>
      </dsp:nvSpPr>
      <dsp:spPr>
        <a:xfrm>
          <a:off x="0" y="7852"/>
          <a:ext cx="10972800" cy="11272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lvl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b="1" kern="1200" dirty="0"/>
            <a:t> Writing JavaScript</a:t>
          </a:r>
          <a:endParaRPr lang="en-US" sz="4700" kern="1200" dirty="0"/>
        </a:p>
      </dsp:txBody>
      <dsp:txXfrm>
        <a:off x="55030" y="62882"/>
        <a:ext cx="10862740" cy="10172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CCCCB1-4016-4455-9E0E-0411282817C4}">
      <dsp:nvSpPr>
        <dsp:cNvPr id="0" name=""/>
        <dsp:cNvSpPr/>
      </dsp:nvSpPr>
      <dsp:spPr>
        <a:xfrm>
          <a:off x="0" y="7852"/>
          <a:ext cx="10972800" cy="11272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lvl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b="1" kern="1200" dirty="0"/>
            <a:t>Writing JavaScript…</a:t>
          </a:r>
          <a:endParaRPr lang="en-US" sz="4700" kern="1200" dirty="0"/>
        </a:p>
      </dsp:txBody>
      <dsp:txXfrm>
        <a:off x="55030" y="62882"/>
        <a:ext cx="10862740" cy="10172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25B40-D616-4A87-87FB-7324AD922916}">
      <dsp:nvSpPr>
        <dsp:cNvPr id="0" name=""/>
        <dsp:cNvSpPr/>
      </dsp:nvSpPr>
      <dsp:spPr>
        <a:xfrm>
          <a:off x="0" y="7852"/>
          <a:ext cx="10972800" cy="11272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lvl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b="1" kern="1200" dirty="0"/>
            <a:t> JavaScript Function…</a:t>
          </a:r>
          <a:endParaRPr lang="en-US" sz="4700" kern="1200" dirty="0"/>
        </a:p>
      </dsp:txBody>
      <dsp:txXfrm>
        <a:off x="55030" y="62882"/>
        <a:ext cx="10862740" cy="1017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0C47A8-3EB6-4444-898C-F695CB4A2953}" type="datetimeFigureOut">
              <a:rPr lang="en-GB" smtClean="0"/>
              <a:t>24/11/2024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ACDC8-CBFC-4647-B755-F3EA88416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020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A86FC80-69A4-2921-2FD4-44964BE3C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4347ACB-079C-8607-B1AC-10E032098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C068BE5-BE98-A032-6A46-DBE4E7680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441A-E52E-4D15-B1EF-F50C6E34A263}" type="datetimeFigureOut">
              <a:rPr lang="x-none" smtClean="0"/>
              <a:t>11/24/2024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BBC9F09-3973-2CDE-DB44-CDF27A40C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98C1958-13E2-3B5E-5EA9-B8614F317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6A0EF-9035-4F11-9C84-67C874D798E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5723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DC2C91-CA69-536A-CC5D-D50EDDBE0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B35C92F-6BC3-BDF3-CEF5-94BAD0570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D678297-8349-62DC-F9FD-5638F78C1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441A-E52E-4D15-B1EF-F50C6E34A263}" type="datetimeFigureOut">
              <a:rPr lang="x-none" smtClean="0"/>
              <a:t>11/24/2024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93D6C4D-C3CA-769A-CC5F-B5495EAEC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5C7EC4E-8F1B-2095-650C-736D1D92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6A0EF-9035-4F11-9C84-67C874D798E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06496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5F7FB43-D22C-1843-E825-23D4A63AD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15F0060-C520-F4C5-A5A8-D76FEF3EA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61D39E4-7A17-E966-61B8-FCA002414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441A-E52E-4D15-B1EF-F50C6E34A263}" type="datetimeFigureOut">
              <a:rPr lang="x-none" smtClean="0"/>
              <a:t>11/24/2024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8FBB762-8C9D-4111-28C4-CAB52F5B7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8402434-B9FF-5025-4F7A-9B1BDCDA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6A0EF-9035-4F11-9C84-67C874D798E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74712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93B690-7163-4244-4E93-3DF166A4C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C7C3397-B558-706D-D4E5-E1232D896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E7E5AB3-A118-4AF8-6B70-6369C02FF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3E67575-DB0E-48AE-F490-0762FF0F6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441A-E52E-4D15-B1EF-F50C6E34A263}" type="datetimeFigureOut">
              <a:rPr lang="x-none" smtClean="0"/>
              <a:t>11/24/2024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855E073-126A-FE86-F00E-F7DF62140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EDB117B-B959-C439-8558-6B4660B3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6A0EF-9035-4F11-9C84-67C874D798E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5985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2E55B0-BA7F-E489-30D5-512672CDD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4C8F426-74AA-97A0-176A-57112C851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EDE639C-2DAF-B7C4-41E2-C16E8A776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1E61525-0A33-F1FC-3EE5-758BD84A0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CC8E7ED3-6D1D-BBDF-9FD1-78AD553CE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270D8EE1-2A4F-821C-B59F-8C9FE0DE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441A-E52E-4D15-B1EF-F50C6E34A263}" type="datetimeFigureOut">
              <a:rPr lang="x-none" smtClean="0"/>
              <a:t>11/24/2024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2F56C25-0C5C-93E9-7F99-8DA3DA47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022CB732-6818-4663-EC89-B958878F0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6A0EF-9035-4F11-9C84-67C874D798E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860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A8FB89F-3605-A810-25DD-B519811A7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A1EED7C-9F33-E349-74C5-992604EF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441A-E52E-4D15-B1EF-F50C6E34A263}" type="datetimeFigureOut">
              <a:rPr lang="x-none" smtClean="0"/>
              <a:t>11/24/2024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2F0D3DD-5555-5281-A5FA-848615B2E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3A4514-FF3E-AC9B-1C90-1B81526B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6A0EF-9035-4F11-9C84-67C874D798E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20410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53129DF9-57C1-6DEF-2943-3065C3B83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441A-E52E-4D15-B1EF-F50C6E34A263}" type="datetimeFigureOut">
              <a:rPr lang="x-none" smtClean="0"/>
              <a:t>11/24/2024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3DDA8A9-516B-9D5F-5197-8B63DD15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B4DBDD3-DDFD-A65F-58F5-4AA814154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6A0EF-9035-4F11-9C84-67C874D798E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2708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3651526-0FE6-B4BE-FFAC-172A4901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F4BFF64-A7FC-C0C3-E648-1A3A23A26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03B2814-73D9-3DA8-5E6B-40498CC1B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500"/>
            </a:lvl2pPr>
            <a:lvl3pPr marL="914377" indent="0">
              <a:buNone/>
              <a:defRPr sz="12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  <a:lvl6pPr marL="2285943" indent="0">
              <a:buNone/>
              <a:defRPr sz="1100"/>
            </a:lvl6pPr>
            <a:lvl7pPr marL="2743131" indent="0">
              <a:buNone/>
              <a:defRPr sz="1100"/>
            </a:lvl7pPr>
            <a:lvl8pPr marL="3200320" indent="0">
              <a:buNone/>
              <a:defRPr sz="1100"/>
            </a:lvl8pPr>
            <a:lvl9pPr marL="3657509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3D71F49-69EA-7F71-0BA8-EEB2A9AA9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441A-E52E-4D15-B1EF-F50C6E34A263}" type="datetimeFigureOut">
              <a:rPr lang="x-none" smtClean="0"/>
              <a:t>11/24/2024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7550FE4-4ED2-E9DC-A410-B1E50B0A1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81DE296-60EE-D279-AC48-A263C797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6A0EF-9035-4F11-9C84-67C874D798E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97461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32B3E8-19F9-7DF7-163C-2F6DAB2F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10D74F8-D1F9-DA8E-B698-58EF919E2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575A068-10BE-A657-D545-360E482FE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500"/>
            </a:lvl2pPr>
            <a:lvl3pPr marL="914377" indent="0">
              <a:buNone/>
              <a:defRPr sz="12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  <a:lvl6pPr marL="2285943" indent="0">
              <a:buNone/>
              <a:defRPr sz="1100"/>
            </a:lvl6pPr>
            <a:lvl7pPr marL="2743131" indent="0">
              <a:buNone/>
              <a:defRPr sz="1100"/>
            </a:lvl7pPr>
            <a:lvl8pPr marL="3200320" indent="0">
              <a:buNone/>
              <a:defRPr sz="1100"/>
            </a:lvl8pPr>
            <a:lvl9pPr marL="3657509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8B6B4A9-9984-9B32-FD40-5F23C946D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441A-E52E-4D15-B1EF-F50C6E34A263}" type="datetimeFigureOut">
              <a:rPr lang="x-none" smtClean="0"/>
              <a:t>11/24/2024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4E5A869-20B4-F68D-E7BF-05F5F48FB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9AEB27E-ECD6-BA0B-4C1F-0F7CCD17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6A0EF-9035-4F11-9C84-67C874D798E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05599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DA01A6-2608-C589-D0AE-9A62B613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B023A7F-0B5B-7BCF-6B1C-DEB2C797B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E95BC5D-203C-E007-C4B0-F8902BC5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441A-E52E-4D15-B1EF-F50C6E34A263}" type="datetimeFigureOut">
              <a:rPr lang="x-none" smtClean="0"/>
              <a:t>11/24/2024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27B2EBB-B687-3F12-3665-C7E26AE50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F4865D5-81B0-2D2F-DC98-678FDA28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6A0EF-9035-4F11-9C84-67C874D798E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73561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51ADFFE-3487-C8B6-45F0-79AF9C59B7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D58C18E-2AD2-053C-2BA1-EB06506B3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0F85569-30AB-266B-5BA7-B308FCAA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441A-E52E-4D15-B1EF-F50C6E34A263}" type="datetimeFigureOut">
              <a:rPr lang="x-none" smtClean="0"/>
              <a:t>11/24/2024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157DDC4-EE6E-1295-657D-0D9650A46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472D8FB-68F5-3E2B-315C-B428BBF0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6A0EF-9035-4F11-9C84-67C874D798E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06317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1"/>
            <a:ext cx="10363200" cy="66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E686C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8832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967" y="597492"/>
            <a:ext cx="7305887" cy="661720"/>
          </a:xfrm>
        </p:spPr>
        <p:txBody>
          <a:bodyPr lIns="0" tIns="0" rIns="0" bIns="0"/>
          <a:lstStyle>
            <a:lvl1pPr>
              <a:defRPr sz="43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0966" y="1645424"/>
            <a:ext cx="6569287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5E686C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663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967" y="597492"/>
            <a:ext cx="7305887" cy="661720"/>
          </a:xfrm>
        </p:spPr>
        <p:txBody>
          <a:bodyPr lIns="0" tIns="0" rIns="0" bIns="0"/>
          <a:lstStyle>
            <a:lvl1pPr>
              <a:defRPr sz="43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1080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pPr defTabSz="914400"/>
            <a:endParaRPr sz="1800" kern="0" smtClea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967" y="597492"/>
            <a:ext cx="7305887" cy="661720"/>
          </a:xfrm>
        </p:spPr>
        <p:txBody>
          <a:bodyPr lIns="0" tIns="0" rIns="0" bIns="0"/>
          <a:lstStyle>
            <a:lvl1pPr>
              <a:defRPr sz="43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131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943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2043C3B-675F-4EE5-81B7-E31E1BB4C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D2C0998-FEBD-B0F7-3763-87FD0C284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74278FA-7DFB-2584-9942-1CA01BD49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F441A-E52E-4D15-B1EF-F50C6E34A263}" type="datetimeFigureOut">
              <a:rPr lang="x-none" smtClean="0"/>
              <a:t>11/24/2024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18B2C1E-8ED9-4DE0-F5ED-DB567762C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1F37984-82A4-1C00-544C-228B59E80C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6A0EF-9035-4F11-9C84-67C874D798EA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3907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27601"/>
            <a:ext cx="12192000" cy="131233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pPr defTabSz="914400"/>
            <a:endParaRPr sz="1800" kern="0" smtClea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2967" y="597492"/>
            <a:ext cx="7305887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0966" y="1645424"/>
            <a:ext cx="65692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sz="1800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1D8BD707-D9CF-40AE-B4C6-C98DA3205C09}" type="datetimeFigureOut">
              <a:rPr lang="en-US" sz="1800" kern="0">
                <a:solidFill>
                  <a:prstClr val="black">
                    <a:tint val="75000"/>
                  </a:prstClr>
                </a:solidFill>
              </a:rPr>
              <a:pPr defTabSz="914400"/>
              <a:t>11/25/2024</a:t>
            </a:fld>
            <a:endParaRPr lang="en-US" sz="1800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B6F15528-21DE-4FAA-801E-634DDDAF4B2B}" type="slidenum">
              <a:rPr sz="1800" ker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sz="1800"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26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9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0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53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8.jp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API/Document/querySelector" TargetMode="Externa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Events" TargetMode="Externa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5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5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5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HTML/Element/script" TargetMode="Externa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://caniuse.com/#search%3Ddefer" TargetMode="External"/><Relationship Id="rId2" Type="http://schemas.openxmlformats.org/officeDocument/2006/relationships/hyperlink" Target="https://developer.mozilla.org/en-US/docs/Web/HTML/Element/script" TargetMode="Externa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698CC4-0A80-E255-FB6B-FD5A0F8C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4CE36C5-DFDC-BF28-7413-19B47961E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x-none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C0780D2-9744-25EA-74BC-1D53432E5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56" y="0"/>
            <a:ext cx="119359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0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D81E68B-0BCD-C6E6-A8C4-726EB8F0F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A235B1CE-FC8E-37E9-A289-1BD6BF2FB2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733" y="0"/>
            <a:ext cx="12075268" cy="6634264"/>
          </a:xfrm>
        </p:spPr>
      </p:pic>
    </p:spTree>
    <p:extLst>
      <p:ext uri="{BB962C8B-B14F-4D97-AF65-F5344CB8AC3E}">
        <p14:creationId xmlns:p14="http://schemas.microsoft.com/office/powerpoint/2010/main" val="6573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265114"/>
            <a:ext cx="11404600" cy="6389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752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1" y="1"/>
            <a:ext cx="11564939" cy="641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041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728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0951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035"/>
            <a:ext cx="11887200" cy="6504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296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1473132" cy="6694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642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28" name="Diagram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9822429"/>
              </p:ext>
            </p:extLst>
          </p:nvPr>
        </p:nvGraphicFramePr>
        <p:xfrm>
          <a:off x="609600" y="274639"/>
          <a:ext cx="109728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48680" name="Content Placeholder 2"/>
          <p:cNvSpPr>
            <a:spLocks noGrp="1"/>
          </p:cNvSpPr>
          <p:nvPr>
            <p:ph idx="1"/>
          </p:nvPr>
        </p:nvSpPr>
        <p:spPr>
          <a:xfrm>
            <a:off x="276045" y="1825625"/>
            <a:ext cx="11077755" cy="4351339"/>
          </a:xfrm>
        </p:spPr>
        <p:txBody>
          <a:bodyPr>
            <a:normAutofit/>
          </a:bodyPr>
          <a:lstStyle/>
          <a:p>
            <a:r>
              <a:rPr lang="en-US" sz="31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write(); </a:t>
            </a:r>
            <a:r>
              <a:rPr lang="en-US" sz="3100" b="1" dirty="0">
                <a:latin typeface="Calibri" pitchFamily="34" charset="0"/>
                <a:cs typeface="Calibri" pitchFamily="34" charset="0"/>
              </a:rPr>
              <a:t>is used to write on browser </a:t>
            </a:r>
          </a:p>
          <a:p>
            <a:pPr lvl="1"/>
            <a:r>
              <a:rPr lang="en-US" sz="2700" b="1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document.write</a:t>
            </a:r>
            <a:r>
              <a:rPr lang="en-US" sz="27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(“hello world”)</a:t>
            </a:r>
          </a:p>
          <a:p>
            <a:pPr lvl="1"/>
            <a:r>
              <a:rPr lang="en-US" sz="2700" b="1" u="sng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document.write</a:t>
            </a:r>
            <a:r>
              <a:rPr lang="en-US" sz="2700" b="1" u="sng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(a)</a:t>
            </a:r>
          </a:p>
          <a:p>
            <a:r>
              <a:rPr lang="en-US" sz="31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prompt(); </a:t>
            </a:r>
            <a:r>
              <a:rPr lang="en-US" sz="3100" b="1" dirty="0">
                <a:latin typeface="Calibri" pitchFamily="34" charset="0"/>
                <a:cs typeface="Calibri" pitchFamily="34" charset="0"/>
              </a:rPr>
              <a:t>is used to take input from users</a:t>
            </a:r>
          </a:p>
          <a:p>
            <a:pPr lvl="1"/>
            <a:r>
              <a:rPr lang="en-US" sz="2700" b="1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var</a:t>
            </a:r>
            <a:r>
              <a:rPr lang="en-US" sz="27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 num = prompt(“Please Enter a Number”)</a:t>
            </a:r>
          </a:p>
        </p:txBody>
      </p:sp>
    </p:spTree>
    <p:extLst>
      <p:ext uri="{BB962C8B-B14F-4D97-AF65-F5344CB8AC3E}">
        <p14:creationId xmlns:p14="http://schemas.microsoft.com/office/powerpoint/2010/main" val="3977771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26" name="Diagram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8455207"/>
              </p:ext>
            </p:extLst>
          </p:nvPr>
        </p:nvGraphicFramePr>
        <p:xfrm>
          <a:off x="609600" y="274639"/>
          <a:ext cx="109728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4867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B0B1-F5A1-4ED6-814D-7F67699B793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097156" name="Content Placeholder 10" descr="input output - Notepad"/>
          <p:cNvPicPr>
            <a:picLocks noGrp="1" noChangeAspect="1"/>
          </p:cNvPicPr>
          <p:nvPr>
            <p:ph idx="1"/>
          </p:nvPr>
        </p:nvPicPr>
        <p:blipFill>
          <a:blip r:embed="rId7" cstate="print"/>
          <a:stretch>
            <a:fillRect/>
          </a:stretch>
        </p:blipFill>
        <p:spPr>
          <a:xfrm>
            <a:off x="609600" y="1647981"/>
            <a:ext cx="10972800" cy="4430407"/>
          </a:xfrm>
        </p:spPr>
      </p:pic>
      <p:cxnSp>
        <p:nvCxnSpPr>
          <p:cNvPr id="3145733" name="Straight Arrow Connector 12"/>
          <p:cNvCxnSpPr>
            <a:cxnSpLocks/>
          </p:cNvCxnSpPr>
          <p:nvPr/>
        </p:nvCxnSpPr>
        <p:spPr>
          <a:xfrm flipH="1">
            <a:off x="2946400" y="3048000"/>
            <a:ext cx="2844800" cy="381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3" name="TextBox 13"/>
          <p:cNvSpPr txBox="1"/>
          <p:nvPr/>
        </p:nvSpPr>
        <p:spPr>
          <a:xfrm>
            <a:off x="5791200" y="2819401"/>
            <a:ext cx="2743200" cy="384719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b="1" dirty="0"/>
              <a:t>Start of JS code</a:t>
            </a:r>
          </a:p>
        </p:txBody>
      </p:sp>
      <p:cxnSp>
        <p:nvCxnSpPr>
          <p:cNvPr id="3145734" name="Straight Arrow Connector 15"/>
          <p:cNvCxnSpPr>
            <a:cxnSpLocks/>
          </p:cNvCxnSpPr>
          <p:nvPr/>
        </p:nvCxnSpPr>
        <p:spPr>
          <a:xfrm flipH="1" flipV="1">
            <a:off x="3556000" y="3886200"/>
            <a:ext cx="4165600" cy="609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4" name="TextBox 17"/>
          <p:cNvSpPr txBox="1"/>
          <p:nvPr/>
        </p:nvSpPr>
        <p:spPr>
          <a:xfrm>
            <a:off x="7924800" y="4343401"/>
            <a:ext cx="2438400" cy="384719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b="1" dirty="0"/>
              <a:t>User input</a:t>
            </a:r>
          </a:p>
        </p:txBody>
      </p:sp>
      <p:cxnSp>
        <p:nvCxnSpPr>
          <p:cNvPr id="3145735" name="Straight Arrow Connector 21"/>
          <p:cNvCxnSpPr>
            <a:cxnSpLocks/>
          </p:cNvCxnSpPr>
          <p:nvPr/>
        </p:nvCxnSpPr>
        <p:spPr>
          <a:xfrm flipH="1" flipV="1">
            <a:off x="2946400" y="4191000"/>
            <a:ext cx="2336800" cy="685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5" name="TextBox 22"/>
          <p:cNvSpPr txBox="1"/>
          <p:nvPr/>
        </p:nvSpPr>
        <p:spPr>
          <a:xfrm>
            <a:off x="5486400" y="4712733"/>
            <a:ext cx="2946400" cy="384719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b="1" dirty="0"/>
              <a:t>Writing on browser</a:t>
            </a:r>
          </a:p>
        </p:txBody>
      </p:sp>
      <p:cxnSp>
        <p:nvCxnSpPr>
          <p:cNvPr id="3145736" name="Straight Arrow Connector 24"/>
          <p:cNvCxnSpPr>
            <a:cxnSpLocks/>
          </p:cNvCxnSpPr>
          <p:nvPr/>
        </p:nvCxnSpPr>
        <p:spPr>
          <a:xfrm flipH="1" flipV="1">
            <a:off x="2540000" y="4533900"/>
            <a:ext cx="101600" cy="36349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6" name="TextBox 25"/>
          <p:cNvSpPr txBox="1"/>
          <p:nvPr/>
        </p:nvSpPr>
        <p:spPr>
          <a:xfrm>
            <a:off x="2438400" y="4897399"/>
            <a:ext cx="1930400" cy="384719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b="1" dirty="0"/>
              <a:t>End of 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45600" y="3657600"/>
            <a:ext cx="4064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73" grpId="0"/>
      <p:bldP spid="1048674" grpId="0"/>
      <p:bldP spid="1048675" grpId="0"/>
      <p:bldP spid="104867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31" name="Diagram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8502453"/>
              </p:ext>
            </p:extLst>
          </p:nvPr>
        </p:nvGraphicFramePr>
        <p:xfrm>
          <a:off x="609600" y="274639"/>
          <a:ext cx="109728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4868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B0B1-F5A1-4ED6-814D-7F67699B793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2097158" name="Picture 10" descr="Hello World - Notepad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08000" y="1447800"/>
            <a:ext cx="11074400" cy="5105400"/>
          </a:xfrm>
          <a:prstGeom prst="rect">
            <a:avLst/>
          </a:prstGeom>
        </p:spPr>
      </p:pic>
      <p:cxnSp>
        <p:nvCxnSpPr>
          <p:cNvPr id="3145738" name="Straight Arrow Connector 14"/>
          <p:cNvCxnSpPr>
            <a:cxnSpLocks/>
          </p:cNvCxnSpPr>
          <p:nvPr/>
        </p:nvCxnSpPr>
        <p:spPr>
          <a:xfrm flipH="1">
            <a:off x="3251200" y="2590800"/>
            <a:ext cx="4165600" cy="457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89" name="TextBox 17"/>
          <p:cNvSpPr txBox="1"/>
          <p:nvPr/>
        </p:nvSpPr>
        <p:spPr>
          <a:xfrm>
            <a:off x="7416800" y="2362201"/>
            <a:ext cx="3048000" cy="384719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b="1" dirty="0"/>
              <a:t>Start of JS script</a:t>
            </a:r>
          </a:p>
        </p:txBody>
      </p:sp>
      <p:cxnSp>
        <p:nvCxnSpPr>
          <p:cNvPr id="3145739" name="Straight Arrow Connector 21"/>
          <p:cNvCxnSpPr>
            <a:cxnSpLocks/>
          </p:cNvCxnSpPr>
          <p:nvPr/>
        </p:nvCxnSpPr>
        <p:spPr>
          <a:xfrm flipH="1" flipV="1">
            <a:off x="2946400" y="3429000"/>
            <a:ext cx="863600" cy="381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90" name="TextBox 22"/>
          <p:cNvSpPr txBox="1"/>
          <p:nvPr/>
        </p:nvSpPr>
        <p:spPr>
          <a:xfrm>
            <a:off x="2927048" y="3823733"/>
            <a:ext cx="3048000" cy="384719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b="1" dirty="0"/>
              <a:t>Writing on webpage</a:t>
            </a:r>
          </a:p>
        </p:txBody>
      </p:sp>
      <p:cxnSp>
        <p:nvCxnSpPr>
          <p:cNvPr id="3145740" name="Straight Arrow Connector 24"/>
          <p:cNvCxnSpPr>
            <a:cxnSpLocks/>
          </p:cNvCxnSpPr>
          <p:nvPr/>
        </p:nvCxnSpPr>
        <p:spPr>
          <a:xfrm flipH="1" flipV="1">
            <a:off x="4673600" y="3429000"/>
            <a:ext cx="4064000" cy="533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91" name="TextBox 25"/>
          <p:cNvSpPr txBox="1"/>
          <p:nvPr/>
        </p:nvSpPr>
        <p:spPr>
          <a:xfrm>
            <a:off x="8940800" y="3810002"/>
            <a:ext cx="2336800" cy="384719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b="1" dirty="0"/>
              <a:t>HTML code in JS</a:t>
            </a:r>
          </a:p>
        </p:txBody>
      </p:sp>
      <p:cxnSp>
        <p:nvCxnSpPr>
          <p:cNvPr id="3145741" name="Straight Arrow Connector 28"/>
          <p:cNvCxnSpPr>
            <a:cxnSpLocks/>
          </p:cNvCxnSpPr>
          <p:nvPr/>
        </p:nvCxnSpPr>
        <p:spPr>
          <a:xfrm flipH="1" flipV="1">
            <a:off x="1828800" y="3581400"/>
            <a:ext cx="711200" cy="1219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92" name="TextBox 29"/>
          <p:cNvSpPr txBox="1"/>
          <p:nvPr/>
        </p:nvSpPr>
        <p:spPr>
          <a:xfrm>
            <a:off x="2438400" y="4953002"/>
            <a:ext cx="2235200" cy="384719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b="1" dirty="0"/>
              <a:t>End of JS script</a:t>
            </a:r>
          </a:p>
        </p:txBody>
      </p:sp>
    </p:spTree>
    <p:extLst>
      <p:ext uri="{BB962C8B-B14F-4D97-AF65-F5344CB8AC3E}">
        <p14:creationId xmlns:p14="http://schemas.microsoft.com/office/powerpoint/2010/main" val="381345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9" grpId="0"/>
      <p:bldP spid="1048690" grpId="0"/>
      <p:bldP spid="1048691" grpId="0"/>
      <p:bldP spid="104869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30" name="Diagram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7579212"/>
              </p:ext>
            </p:extLst>
          </p:nvPr>
        </p:nvGraphicFramePr>
        <p:xfrm>
          <a:off x="609600" y="274639"/>
          <a:ext cx="109728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97157" name="Content Placeholder 4" descr="Hello World. - Google Chrome"/>
          <p:cNvPicPr>
            <a:picLocks noGrp="1" noChangeAspect="1"/>
          </p:cNvPicPr>
          <p:nvPr>
            <p:ph idx="1"/>
          </p:nvPr>
        </p:nvPicPr>
        <p:blipFill>
          <a:blip r:embed="rId7" cstate="print"/>
          <a:stretch>
            <a:fillRect/>
          </a:stretch>
        </p:blipFill>
        <p:spPr>
          <a:xfrm>
            <a:off x="609600" y="1647981"/>
            <a:ext cx="10972800" cy="4430407"/>
          </a:xfrm>
        </p:spPr>
      </p:pic>
      <p:sp>
        <p:nvSpPr>
          <p:cNvPr id="104868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B0B1-F5A1-4ED6-814D-7F67699B7935}" type="slidenum">
              <a:rPr lang="en-US" smtClean="0"/>
              <a:pPr/>
              <a:t>11</a:t>
            </a:fld>
            <a:endParaRPr lang="en-US" dirty="0"/>
          </a:p>
        </p:txBody>
      </p:sp>
      <p:cxnSp>
        <p:nvCxnSpPr>
          <p:cNvPr id="3145737" name="Straight Arrow Connector 7"/>
          <p:cNvCxnSpPr>
            <a:cxnSpLocks/>
          </p:cNvCxnSpPr>
          <p:nvPr/>
        </p:nvCxnSpPr>
        <p:spPr>
          <a:xfrm flipH="1" flipV="1">
            <a:off x="1828800" y="2286000"/>
            <a:ext cx="1016000" cy="304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86" name="TextBox 8"/>
          <p:cNvSpPr txBox="1"/>
          <p:nvPr/>
        </p:nvSpPr>
        <p:spPr>
          <a:xfrm>
            <a:off x="2844800" y="2438401"/>
            <a:ext cx="3251200" cy="384719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b="1" dirty="0"/>
              <a:t>Out put of the JS code</a:t>
            </a:r>
          </a:p>
        </p:txBody>
      </p:sp>
    </p:spTree>
    <p:extLst>
      <p:ext uri="{BB962C8B-B14F-4D97-AF65-F5344CB8AC3E}">
        <p14:creationId xmlns:p14="http://schemas.microsoft.com/office/powerpoint/2010/main" val="189678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69354"/>
            <a:ext cx="11507639" cy="6490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036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096207" cy="7039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718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Alert box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83" y="3313168"/>
            <a:ext cx="4829360" cy="2133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43" y="2143125"/>
            <a:ext cx="3538311" cy="857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243" y="5417821"/>
            <a:ext cx="4857661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0903" y="1716134"/>
            <a:ext cx="6061167" cy="709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24"/>
          <a:stretch/>
        </p:blipFill>
        <p:spPr bwMode="auto">
          <a:xfrm>
            <a:off x="5590904" y="3000375"/>
            <a:ext cx="6145213" cy="299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753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Confirmation message 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43" t="38131"/>
          <a:stretch/>
        </p:blipFill>
        <p:spPr bwMode="auto">
          <a:xfrm>
            <a:off x="540327" y="1745672"/>
            <a:ext cx="5389419" cy="2658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549" y="1558204"/>
            <a:ext cx="5428715" cy="464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39" y="4600144"/>
            <a:ext cx="4591051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88" b="-1"/>
          <a:stretch/>
        </p:blipFill>
        <p:spPr bwMode="auto">
          <a:xfrm>
            <a:off x="6329630" y="5444837"/>
            <a:ext cx="4400551" cy="581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653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Prompt 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13" y="1844642"/>
            <a:ext cx="5803115" cy="151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87" y="3953742"/>
            <a:ext cx="560070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88" y="4788045"/>
            <a:ext cx="46196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882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5082A3-F94A-8587-A2A2-6FC8B60F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85F998FD-5D79-259F-7285-36184C9591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665" y="1"/>
            <a:ext cx="11586259" cy="6701743"/>
          </a:xfr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678EE97-BC34-4BF0-BB3A-DB8484513502}"/>
              </a:ext>
            </a:extLst>
          </p:cNvPr>
          <p:cNvSpPr/>
          <p:nvPr/>
        </p:nvSpPr>
        <p:spPr>
          <a:xfrm>
            <a:off x="6578601" y="3733800"/>
            <a:ext cx="825500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38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F07F54-9F2C-AA4F-3567-5256ADD51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6C6ED3-F5A0-FE50-631F-2103BA291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1CBC22F-ECA4-139A-D36F-1A0018E56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765"/>
            <a:ext cx="11907520" cy="707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7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F08AAA62-C115-6979-1100-E58E28B3C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610" y="1"/>
            <a:ext cx="11752591" cy="6109252"/>
          </a:xfrm>
        </p:spPr>
      </p:pic>
    </p:spTree>
    <p:extLst>
      <p:ext uri="{BB962C8B-B14F-4D97-AF65-F5344CB8AC3E}">
        <p14:creationId xmlns:p14="http://schemas.microsoft.com/office/powerpoint/2010/main" val="318082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1D1988-1B4E-8DBF-DB79-14207705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5F1544B4-CF14-B106-6555-7246CA997E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92875"/>
          </a:xfrm>
        </p:spPr>
      </p:pic>
    </p:spTree>
    <p:extLst>
      <p:ext uri="{BB962C8B-B14F-4D97-AF65-F5344CB8AC3E}">
        <p14:creationId xmlns:p14="http://schemas.microsoft.com/office/powerpoint/2010/main" val="260082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F6B83E-AAC9-318D-30FF-D1DA2698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BCAC83C-1E73-7A68-3E59-D23855390D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"/>
            <a:ext cx="12049247" cy="6492875"/>
          </a:xfrm>
        </p:spPr>
      </p:pic>
    </p:spTree>
    <p:extLst>
      <p:ext uri="{BB962C8B-B14F-4D97-AF65-F5344CB8AC3E}">
        <p14:creationId xmlns:p14="http://schemas.microsoft.com/office/powerpoint/2010/main" val="63471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81DD021-BD34-A089-A9FE-A4A6B3931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06DE5D09-EDA8-B327-8298-B4C627F90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91" y="0"/>
            <a:ext cx="12053104" cy="6492875"/>
          </a:xfrm>
        </p:spPr>
      </p:pic>
    </p:spTree>
    <p:extLst>
      <p:ext uri="{BB962C8B-B14F-4D97-AF65-F5344CB8AC3E}">
        <p14:creationId xmlns:p14="http://schemas.microsoft.com/office/powerpoint/2010/main" val="89099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48D888-1264-B81A-F372-E4A45FA9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48BC9A7-043E-C5C8-52DE-F324D9370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1734800" cy="6858000"/>
          </a:xfrm>
        </p:spPr>
      </p:pic>
    </p:spTree>
    <p:extLst>
      <p:ext uri="{BB962C8B-B14F-4D97-AF65-F5344CB8AC3E}">
        <p14:creationId xmlns:p14="http://schemas.microsoft.com/office/powerpoint/2010/main" val="329649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B9131C-E1C9-44A0-4C29-19C0C8D43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BCD24C39-037E-B067-BA5C-50F950EC5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97167"/>
            <a:ext cx="12192000" cy="6783101"/>
          </a:xfrm>
        </p:spPr>
      </p:pic>
    </p:spTree>
    <p:extLst>
      <p:ext uri="{BB962C8B-B14F-4D97-AF65-F5344CB8AC3E}">
        <p14:creationId xmlns:p14="http://schemas.microsoft.com/office/powerpoint/2010/main" val="1312760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91458D-C81F-2AF6-AAB2-4C0CD11A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7BEB8BEE-A70A-103D-7349-42477C360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324" y="0"/>
            <a:ext cx="11516387" cy="6492875"/>
          </a:xfrm>
        </p:spPr>
      </p:pic>
    </p:spTree>
    <p:extLst>
      <p:ext uri="{BB962C8B-B14F-4D97-AF65-F5344CB8AC3E}">
        <p14:creationId xmlns:p14="http://schemas.microsoft.com/office/powerpoint/2010/main" val="78899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US" dirty="0" err="1"/>
              <a:t>boolean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B0B1-F5A1-4ED6-814D-7F67699B793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3200" y="1524000"/>
            <a:ext cx="9753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3339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D9E6E4-C8B8-5838-8876-C53AFD635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D337A04-DB62-85F7-776C-A8455EB79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45E47C1-EC0C-5A8D-1EA0-B11AAFCB2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14" y="685563"/>
            <a:ext cx="10539373" cy="54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6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8EBD10-78E0-E310-E72F-D71EE2AE1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 operators</a:t>
            </a:r>
            <a:endParaRPr lang="x-non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1" y="1428749"/>
            <a:ext cx="10706100" cy="5048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1878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 (modulus)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Basharat Mahmood, Department of Computer Science, CIIT, Islamabad, Pakistan.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B0B1-F5A1-4ED6-814D-7F67699B793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676400"/>
            <a:ext cx="10769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3501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B0B1-F5A1-4ED6-814D-7F67699B793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1200" y="1600200"/>
            <a:ext cx="10058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8576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15BBBC7-8EAE-D45E-2E67-25468E67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DA39C879-EF3A-93E2-257F-79BC9AC8CF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8426"/>
            <a:ext cx="11816080" cy="5631815"/>
          </a:xfrm>
        </p:spPr>
      </p:pic>
    </p:spTree>
    <p:extLst>
      <p:ext uri="{BB962C8B-B14F-4D97-AF65-F5344CB8AC3E}">
        <p14:creationId xmlns:p14="http://schemas.microsoft.com/office/powerpoint/2010/main" val="358387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B0B1-F5A1-4ED6-814D-7F67699B793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t="4000"/>
          <a:stretch>
            <a:fillRect/>
          </a:stretch>
        </p:blipFill>
        <p:spPr bwMode="auto">
          <a:xfrm>
            <a:off x="406400" y="1676400"/>
            <a:ext cx="10668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0968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783E6B-41C0-79A1-13CD-ED54FFA37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4CBEBE8-16F0-35E7-9EE2-628778D293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572" y="138427"/>
            <a:ext cx="11631805" cy="6354448"/>
          </a:xfrm>
        </p:spPr>
      </p:pic>
    </p:spTree>
    <p:extLst>
      <p:ext uri="{BB962C8B-B14F-4D97-AF65-F5344CB8AC3E}">
        <p14:creationId xmlns:p14="http://schemas.microsoft.com/office/powerpoint/2010/main" val="360941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BB67A8-87F1-E4E4-1326-4C2F9992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93272D32-0542-E747-FB98-C8D9F138C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867" y="87261"/>
            <a:ext cx="11845133" cy="6405615"/>
          </a:xfrm>
        </p:spPr>
      </p:pic>
    </p:spTree>
    <p:extLst>
      <p:ext uri="{BB962C8B-B14F-4D97-AF65-F5344CB8AC3E}">
        <p14:creationId xmlns:p14="http://schemas.microsoft.com/office/powerpoint/2010/main" val="183355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2EE5A3-B077-7096-9E3B-7F5D5FC95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91B87566-63CB-BE7F-A24E-E0B415F1E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516" y="-271305"/>
            <a:ext cx="11410861" cy="6079253"/>
          </a:xfrm>
        </p:spPr>
      </p:pic>
    </p:spTree>
    <p:extLst>
      <p:ext uri="{BB962C8B-B14F-4D97-AF65-F5344CB8AC3E}">
        <p14:creationId xmlns:p14="http://schemas.microsoft.com/office/powerpoint/2010/main" val="7645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77D170-DD7D-AB28-78C0-D4E250C4B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B362C6F-5C56-BBD8-8EE8-64C8E2293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978" y="1"/>
            <a:ext cx="11578177" cy="6426927"/>
          </a:xfrm>
        </p:spPr>
      </p:pic>
    </p:spTree>
    <p:extLst>
      <p:ext uri="{BB962C8B-B14F-4D97-AF65-F5344CB8AC3E}">
        <p14:creationId xmlns:p14="http://schemas.microsoft.com/office/powerpoint/2010/main" val="144309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39" y="666479"/>
            <a:ext cx="7467275" cy="1959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31" y="3462441"/>
            <a:ext cx="6440488" cy="1847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814" y="3657600"/>
            <a:ext cx="4162425" cy="1390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707931" y="5697835"/>
            <a:ext cx="6096000" cy="969494"/>
          </a:xfrm>
          <a:prstGeom prst="rect">
            <a:avLst/>
          </a:prstGeom>
        </p:spPr>
        <p:txBody>
          <a:bodyPr lIns="91438" tIns="45719" rIns="91438" bIns="45719">
            <a:spAutoFit/>
          </a:bodyPr>
          <a:lstStyle/>
          <a:p>
            <a:r>
              <a:rPr lang="en-US" dirty="0"/>
              <a:t>The confirm() function displays a confirmation dialog with "OK" and "Cancel" </a:t>
            </a:r>
            <a:r>
              <a:rPr lang="en-US" dirty="0" err="1"/>
              <a:t>buttons.If</a:t>
            </a:r>
            <a:r>
              <a:rPr lang="en-US" dirty="0"/>
              <a:t> the user clicks OK, it returns </a:t>
            </a:r>
            <a:r>
              <a:rPr lang="en-US" dirty="0" err="1"/>
              <a:t>true.If</a:t>
            </a:r>
            <a:r>
              <a:rPr lang="en-US" dirty="0"/>
              <a:t> the user clicks Cancel, it returns false.</a:t>
            </a:r>
          </a:p>
        </p:txBody>
      </p:sp>
    </p:spTree>
    <p:extLst>
      <p:ext uri="{BB962C8B-B14F-4D97-AF65-F5344CB8AC3E}">
        <p14:creationId xmlns:p14="http://schemas.microsoft.com/office/powerpoint/2010/main" val="101907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D74011-5B70-FEA0-D401-E24EEB167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A7DB1CF-C6C0-F937-C26B-66C76EF82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1D30556-42B5-0B9A-04FF-2431C52F4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62" y="282300"/>
            <a:ext cx="11502375" cy="621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53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ABB4EF-9A8F-16FA-EB0D-4EACEA93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1AC4CB0-6B8D-3386-3BAE-E0C3C5AB2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x-none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CBC943D-D589-4AA5-6752-32CA2DAC7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3" y="209903"/>
            <a:ext cx="11489451" cy="628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5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50" y="481829"/>
            <a:ext cx="4112940" cy="37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"/>
          <a:stretch/>
        </p:blipFill>
        <p:spPr bwMode="auto">
          <a:xfrm>
            <a:off x="613954" y="4431711"/>
            <a:ext cx="6479177" cy="1002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6" descr="https://miro.medium.com/v2/resize:fit:720/format:webp/1*_MExZKc_enRzXiOfaulDgQ.png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43" b="35193"/>
          <a:stretch/>
        </p:blipFill>
        <p:spPr bwMode="auto">
          <a:xfrm>
            <a:off x="5120685" y="640080"/>
            <a:ext cx="6992939" cy="2651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64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36" name="Diagram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5447797"/>
              </p:ext>
            </p:extLst>
          </p:nvPr>
        </p:nvGraphicFramePr>
        <p:xfrm>
          <a:off x="609600" y="274639"/>
          <a:ext cx="109728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487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B0B1-F5A1-4ED6-814D-7F67699B7935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2097159" name="Content Placeholder 6" descr="function - Notepad"/>
          <p:cNvPicPr>
            <a:picLocks noGrp="1" noChangeAspect="1"/>
          </p:cNvPicPr>
          <p:nvPr>
            <p:ph idx="1"/>
          </p:nvPr>
        </p:nvPicPr>
        <p:blipFill>
          <a:blip r:embed="rId7" cstate="print"/>
          <a:stretch>
            <a:fillRect/>
          </a:stretch>
        </p:blipFill>
        <p:spPr>
          <a:xfrm>
            <a:off x="609600" y="1447802"/>
            <a:ext cx="10972800" cy="4630585"/>
          </a:xfrm>
        </p:spPr>
      </p:pic>
      <p:cxnSp>
        <p:nvCxnSpPr>
          <p:cNvPr id="3145742" name="Straight Arrow Connector 8"/>
          <p:cNvCxnSpPr>
            <a:cxnSpLocks/>
          </p:cNvCxnSpPr>
          <p:nvPr/>
        </p:nvCxnSpPr>
        <p:spPr>
          <a:xfrm flipH="1">
            <a:off x="4876800" y="2819400"/>
            <a:ext cx="17272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11" name="TextBox 9"/>
          <p:cNvSpPr txBox="1"/>
          <p:nvPr/>
        </p:nvSpPr>
        <p:spPr>
          <a:xfrm>
            <a:off x="6807200" y="2667001"/>
            <a:ext cx="2946400" cy="384719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b="1" dirty="0"/>
              <a:t>Start of the function</a:t>
            </a:r>
          </a:p>
        </p:txBody>
      </p:sp>
      <p:cxnSp>
        <p:nvCxnSpPr>
          <p:cNvPr id="3145743" name="Straight Arrow Connector 11"/>
          <p:cNvCxnSpPr>
            <a:cxnSpLocks/>
          </p:cNvCxnSpPr>
          <p:nvPr/>
        </p:nvCxnSpPr>
        <p:spPr>
          <a:xfrm flipH="1" flipV="1">
            <a:off x="3962400" y="3429000"/>
            <a:ext cx="4978400" cy="685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12" name="TextBox 12"/>
          <p:cNvSpPr txBox="1"/>
          <p:nvPr/>
        </p:nvSpPr>
        <p:spPr>
          <a:xfrm>
            <a:off x="8940800" y="3791637"/>
            <a:ext cx="1930400" cy="67710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b="1" dirty="0"/>
              <a:t>Asks user to enter name</a:t>
            </a:r>
          </a:p>
        </p:txBody>
      </p:sp>
      <p:cxnSp>
        <p:nvCxnSpPr>
          <p:cNvPr id="3145744" name="Straight Arrow Connector 15"/>
          <p:cNvCxnSpPr>
            <a:cxnSpLocks/>
          </p:cNvCxnSpPr>
          <p:nvPr/>
        </p:nvCxnSpPr>
        <p:spPr>
          <a:xfrm flipH="1" flipV="1">
            <a:off x="3962400" y="3791634"/>
            <a:ext cx="3759200" cy="93276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13" name="TextBox 17"/>
          <p:cNvSpPr txBox="1"/>
          <p:nvPr/>
        </p:nvSpPr>
        <p:spPr>
          <a:xfrm>
            <a:off x="7924800" y="4572002"/>
            <a:ext cx="2540000" cy="67710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b="1" dirty="0"/>
              <a:t>Writes name on the webpage</a:t>
            </a:r>
          </a:p>
        </p:txBody>
      </p:sp>
      <p:cxnSp>
        <p:nvCxnSpPr>
          <p:cNvPr id="3145745" name="Straight Arrow Connector 19"/>
          <p:cNvCxnSpPr>
            <a:cxnSpLocks/>
          </p:cNvCxnSpPr>
          <p:nvPr/>
        </p:nvCxnSpPr>
        <p:spPr>
          <a:xfrm flipH="1" flipV="1">
            <a:off x="3759200" y="4895165"/>
            <a:ext cx="914400" cy="6674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14" name="TextBox 21"/>
          <p:cNvSpPr txBox="1"/>
          <p:nvPr/>
        </p:nvSpPr>
        <p:spPr>
          <a:xfrm>
            <a:off x="4216400" y="5562600"/>
            <a:ext cx="2997200" cy="38100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n-US" b="1" dirty="0"/>
              <a:t>Calling a function</a:t>
            </a:r>
          </a:p>
        </p:txBody>
      </p:sp>
    </p:spTree>
    <p:extLst>
      <p:ext uri="{BB962C8B-B14F-4D97-AF65-F5344CB8AC3E}">
        <p14:creationId xmlns:p14="http://schemas.microsoft.com/office/powerpoint/2010/main" val="255914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11" grpId="0"/>
      <p:bldP spid="1048712" grpId="0"/>
      <p:bldP spid="1048713" grpId="0"/>
      <p:bldP spid="10487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67994" y="2558905"/>
            <a:ext cx="2456180" cy="10092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6400" b="0" spc="-13" dirty="0">
                <a:solidFill>
                  <a:srgbClr val="FFFFFF"/>
                </a:solidFill>
                <a:latin typeface="Tahoma"/>
                <a:cs typeface="Tahoma"/>
              </a:rPr>
              <a:t>Events</a:t>
            </a:r>
            <a:endParaRPr sz="64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16879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9" y="597492"/>
            <a:ext cx="7305887" cy="6788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160" dirty="0"/>
              <a:t>Event-</a:t>
            </a:r>
            <a:r>
              <a:rPr spc="152" dirty="0"/>
              <a:t>driven</a:t>
            </a:r>
            <a:r>
              <a:rPr spc="-40" dirty="0"/>
              <a:t> </a:t>
            </a:r>
            <a:r>
              <a:rPr spc="167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0968" y="1592084"/>
            <a:ext cx="9360745" cy="2130213"/>
          </a:xfrm>
          <a:prstGeom prst="rect">
            <a:avLst/>
          </a:prstGeom>
        </p:spPr>
        <p:txBody>
          <a:bodyPr vert="horz" wrap="square" lIns="0" tIns="70269" rIns="0" bIns="0" rtlCol="0">
            <a:spAutoFit/>
          </a:bodyPr>
          <a:lstStyle/>
          <a:p>
            <a:pPr marL="16933" defTabSz="1219170">
              <a:spcBef>
                <a:spcPts val="552"/>
              </a:spcBef>
            </a:pPr>
            <a:r>
              <a:rPr sz="2400" kern="0" spc="107" dirty="0">
                <a:solidFill>
                  <a:srgbClr val="5E686C"/>
                </a:solidFill>
                <a:latin typeface="Tahoma"/>
                <a:cs typeface="Tahoma"/>
              </a:rPr>
              <a:t>Most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written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browser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2400" kern="0" spc="-14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47" dirty="0">
                <a:solidFill>
                  <a:srgbClr val="5E686C"/>
                </a:solidFill>
                <a:latin typeface="Tahoma"/>
                <a:cs typeface="Tahoma"/>
              </a:rPr>
              <a:t>event-</a:t>
            </a:r>
            <a:r>
              <a:rPr sz="2400" b="1" kern="0" spc="-13" dirty="0">
                <a:solidFill>
                  <a:srgbClr val="5E686C"/>
                </a:solidFill>
                <a:latin typeface="Tahoma"/>
                <a:cs typeface="Tahoma"/>
              </a:rPr>
              <a:t>driven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: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16933" defTabSz="1219170">
              <a:spcBef>
                <a:spcPts val="420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code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doesn't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run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right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60" dirty="0">
                <a:solidFill>
                  <a:srgbClr val="5E686C"/>
                </a:solidFill>
                <a:latin typeface="Tahoma"/>
                <a:cs typeface="Tahoma"/>
              </a:rPr>
              <a:t>away,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but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73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executes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after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27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fires.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defTabSz="1219170"/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defTabSz="1219170">
              <a:spcBef>
                <a:spcPts val="1225"/>
              </a:spcBef>
            </a:pP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5724874" defTabSz="1219170"/>
            <a:r>
              <a:rPr sz="2400" b="1" kern="0" spc="-13" dirty="0">
                <a:solidFill>
                  <a:srgbClr val="5E686C"/>
                </a:solidFill>
                <a:latin typeface="Tahoma"/>
                <a:cs typeface="Tahoma"/>
              </a:rPr>
              <a:t>Example: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65633" y="3815576"/>
            <a:ext cx="3025987" cy="729827"/>
            <a:chOff x="1699224" y="2861681"/>
            <a:chExt cx="2269490" cy="547370"/>
          </a:xfrm>
        </p:grpSpPr>
        <p:sp>
          <p:nvSpPr>
            <p:cNvPr id="5" name="object 5"/>
            <p:cNvSpPr/>
            <p:nvPr/>
          </p:nvSpPr>
          <p:spPr>
            <a:xfrm>
              <a:off x="1718274" y="2880731"/>
              <a:ext cx="2231390" cy="509270"/>
            </a:xfrm>
            <a:custGeom>
              <a:avLst/>
              <a:gdLst/>
              <a:ahLst/>
              <a:cxnLst/>
              <a:rect l="l" t="t" r="r" b="b"/>
              <a:pathLst>
                <a:path w="2231390" h="509270">
                  <a:moveTo>
                    <a:pt x="1976399" y="508799"/>
                  </a:moveTo>
                  <a:lnTo>
                    <a:pt x="254399" y="508799"/>
                  </a:lnTo>
                  <a:lnTo>
                    <a:pt x="208671" y="504701"/>
                  </a:lnTo>
                  <a:lnTo>
                    <a:pt x="165631" y="492884"/>
                  </a:lnTo>
                  <a:lnTo>
                    <a:pt x="125999" y="474066"/>
                  </a:lnTo>
                  <a:lnTo>
                    <a:pt x="90493" y="448968"/>
                  </a:lnTo>
                  <a:lnTo>
                    <a:pt x="59831" y="418306"/>
                  </a:lnTo>
                  <a:lnTo>
                    <a:pt x="34733" y="382800"/>
                  </a:lnTo>
                  <a:lnTo>
                    <a:pt x="15915" y="343168"/>
                  </a:lnTo>
                  <a:lnTo>
                    <a:pt x="4098" y="300128"/>
                  </a:lnTo>
                  <a:lnTo>
                    <a:pt x="0" y="254399"/>
                  </a:lnTo>
                  <a:lnTo>
                    <a:pt x="4098" y="208671"/>
                  </a:lnTo>
                  <a:lnTo>
                    <a:pt x="15915" y="165631"/>
                  </a:lnTo>
                  <a:lnTo>
                    <a:pt x="34733" y="125999"/>
                  </a:lnTo>
                  <a:lnTo>
                    <a:pt x="59831" y="90493"/>
                  </a:lnTo>
                  <a:lnTo>
                    <a:pt x="90493" y="59831"/>
                  </a:lnTo>
                  <a:lnTo>
                    <a:pt x="125999" y="34733"/>
                  </a:lnTo>
                  <a:lnTo>
                    <a:pt x="165631" y="15915"/>
                  </a:lnTo>
                  <a:lnTo>
                    <a:pt x="208671" y="4098"/>
                  </a:lnTo>
                  <a:lnTo>
                    <a:pt x="254399" y="0"/>
                  </a:lnTo>
                  <a:lnTo>
                    <a:pt x="1976399" y="0"/>
                  </a:lnTo>
                  <a:lnTo>
                    <a:pt x="2026262" y="4933"/>
                  </a:lnTo>
                  <a:lnTo>
                    <a:pt x="2073754" y="19365"/>
                  </a:lnTo>
                  <a:lnTo>
                    <a:pt x="2117541" y="42742"/>
                  </a:lnTo>
                  <a:lnTo>
                    <a:pt x="2156287" y="74512"/>
                  </a:lnTo>
                  <a:lnTo>
                    <a:pt x="2188057" y="113258"/>
                  </a:lnTo>
                  <a:lnTo>
                    <a:pt x="2211434" y="157045"/>
                  </a:lnTo>
                  <a:lnTo>
                    <a:pt x="2225866" y="204537"/>
                  </a:lnTo>
                  <a:lnTo>
                    <a:pt x="2230799" y="254399"/>
                  </a:lnTo>
                  <a:lnTo>
                    <a:pt x="2226701" y="300128"/>
                  </a:lnTo>
                  <a:lnTo>
                    <a:pt x="2214884" y="343168"/>
                  </a:lnTo>
                  <a:lnTo>
                    <a:pt x="2196066" y="382800"/>
                  </a:lnTo>
                  <a:lnTo>
                    <a:pt x="2170968" y="418306"/>
                  </a:lnTo>
                  <a:lnTo>
                    <a:pt x="2140306" y="448968"/>
                  </a:lnTo>
                  <a:lnTo>
                    <a:pt x="2104800" y="474066"/>
                  </a:lnTo>
                  <a:lnTo>
                    <a:pt x="2065168" y="492884"/>
                  </a:lnTo>
                  <a:lnTo>
                    <a:pt x="2022128" y="504701"/>
                  </a:lnTo>
                  <a:lnTo>
                    <a:pt x="1976399" y="50879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718274" y="2880731"/>
              <a:ext cx="2231390" cy="509270"/>
            </a:xfrm>
            <a:custGeom>
              <a:avLst/>
              <a:gdLst/>
              <a:ahLst/>
              <a:cxnLst/>
              <a:rect l="l" t="t" r="r" b="b"/>
              <a:pathLst>
                <a:path w="2231390" h="509270">
                  <a:moveTo>
                    <a:pt x="0" y="254399"/>
                  </a:moveTo>
                  <a:lnTo>
                    <a:pt x="4098" y="208671"/>
                  </a:lnTo>
                  <a:lnTo>
                    <a:pt x="15915" y="165631"/>
                  </a:lnTo>
                  <a:lnTo>
                    <a:pt x="34733" y="125999"/>
                  </a:lnTo>
                  <a:lnTo>
                    <a:pt x="59831" y="90493"/>
                  </a:lnTo>
                  <a:lnTo>
                    <a:pt x="90493" y="59831"/>
                  </a:lnTo>
                  <a:lnTo>
                    <a:pt x="125999" y="34733"/>
                  </a:lnTo>
                  <a:lnTo>
                    <a:pt x="165631" y="15915"/>
                  </a:lnTo>
                  <a:lnTo>
                    <a:pt x="208671" y="4098"/>
                  </a:lnTo>
                  <a:lnTo>
                    <a:pt x="254399" y="0"/>
                  </a:lnTo>
                  <a:lnTo>
                    <a:pt x="1976399" y="0"/>
                  </a:lnTo>
                  <a:lnTo>
                    <a:pt x="2026262" y="4933"/>
                  </a:lnTo>
                  <a:lnTo>
                    <a:pt x="2073754" y="19365"/>
                  </a:lnTo>
                  <a:lnTo>
                    <a:pt x="2117541" y="42742"/>
                  </a:lnTo>
                  <a:lnTo>
                    <a:pt x="2156287" y="74512"/>
                  </a:lnTo>
                  <a:lnTo>
                    <a:pt x="2188057" y="113258"/>
                  </a:lnTo>
                  <a:lnTo>
                    <a:pt x="2211434" y="157045"/>
                  </a:lnTo>
                  <a:lnTo>
                    <a:pt x="2225866" y="204537"/>
                  </a:lnTo>
                  <a:lnTo>
                    <a:pt x="2230799" y="254399"/>
                  </a:lnTo>
                  <a:lnTo>
                    <a:pt x="2226701" y="300128"/>
                  </a:lnTo>
                  <a:lnTo>
                    <a:pt x="2214884" y="343168"/>
                  </a:lnTo>
                  <a:lnTo>
                    <a:pt x="2196066" y="382800"/>
                  </a:lnTo>
                  <a:lnTo>
                    <a:pt x="2170968" y="418306"/>
                  </a:lnTo>
                  <a:lnTo>
                    <a:pt x="2140306" y="448968"/>
                  </a:lnTo>
                  <a:lnTo>
                    <a:pt x="2104800" y="474066"/>
                  </a:lnTo>
                  <a:lnTo>
                    <a:pt x="2065168" y="492884"/>
                  </a:lnTo>
                  <a:lnTo>
                    <a:pt x="2022128" y="504701"/>
                  </a:lnTo>
                  <a:lnTo>
                    <a:pt x="1976399" y="508799"/>
                  </a:lnTo>
                  <a:lnTo>
                    <a:pt x="254399" y="508799"/>
                  </a:lnTo>
                  <a:lnTo>
                    <a:pt x="208671" y="504701"/>
                  </a:lnTo>
                  <a:lnTo>
                    <a:pt x="165631" y="492884"/>
                  </a:lnTo>
                  <a:lnTo>
                    <a:pt x="125999" y="474066"/>
                  </a:lnTo>
                  <a:lnTo>
                    <a:pt x="90493" y="448968"/>
                  </a:lnTo>
                  <a:lnTo>
                    <a:pt x="59831" y="418306"/>
                  </a:lnTo>
                  <a:lnTo>
                    <a:pt x="34733" y="382800"/>
                  </a:lnTo>
                  <a:lnTo>
                    <a:pt x="15915" y="343168"/>
                  </a:lnTo>
                  <a:lnTo>
                    <a:pt x="4098" y="300128"/>
                  </a:lnTo>
                  <a:lnTo>
                    <a:pt x="0" y="254399"/>
                  </a:lnTo>
                  <a:close/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92243" y="3966900"/>
            <a:ext cx="1371600" cy="3996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Click</a:t>
            </a:r>
            <a:r>
              <a:rPr sz="2400" b="1" kern="0" spc="-33" dirty="0">
                <a:solidFill>
                  <a:sysClr val="windowText" lastClr="000000"/>
                </a:solidFill>
                <a:latin typeface="Arial"/>
                <a:cs typeface="Arial"/>
              </a:rPr>
              <a:t> Me!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2633" y="4766425"/>
            <a:ext cx="763499" cy="7634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849869" y="3954412"/>
            <a:ext cx="4468705" cy="8720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4599"/>
              </a:lnSpc>
              <a:spcBef>
                <a:spcPts val="133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Here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60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UI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27" dirty="0">
                <a:solidFill>
                  <a:srgbClr val="5E686C"/>
                </a:solidFill>
                <a:latin typeface="Tahoma"/>
                <a:cs typeface="Tahoma"/>
              </a:rPr>
              <a:t>user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2400" kern="0" spc="-17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interact</a:t>
            </a:r>
            <a:r>
              <a:rPr sz="2400" kern="0" spc="-17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with.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75479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65633" y="3815576"/>
            <a:ext cx="3025987" cy="729827"/>
            <a:chOff x="1699224" y="2861681"/>
            <a:chExt cx="2269490" cy="547370"/>
          </a:xfrm>
        </p:grpSpPr>
        <p:sp>
          <p:nvSpPr>
            <p:cNvPr id="3" name="object 3"/>
            <p:cNvSpPr/>
            <p:nvPr/>
          </p:nvSpPr>
          <p:spPr>
            <a:xfrm>
              <a:off x="1718274" y="2880731"/>
              <a:ext cx="2231390" cy="509270"/>
            </a:xfrm>
            <a:custGeom>
              <a:avLst/>
              <a:gdLst/>
              <a:ahLst/>
              <a:cxnLst/>
              <a:rect l="l" t="t" r="r" b="b"/>
              <a:pathLst>
                <a:path w="2231390" h="509270">
                  <a:moveTo>
                    <a:pt x="1976399" y="508799"/>
                  </a:moveTo>
                  <a:lnTo>
                    <a:pt x="254399" y="508799"/>
                  </a:lnTo>
                  <a:lnTo>
                    <a:pt x="208671" y="504701"/>
                  </a:lnTo>
                  <a:lnTo>
                    <a:pt x="165631" y="492884"/>
                  </a:lnTo>
                  <a:lnTo>
                    <a:pt x="125999" y="474066"/>
                  </a:lnTo>
                  <a:lnTo>
                    <a:pt x="90493" y="448968"/>
                  </a:lnTo>
                  <a:lnTo>
                    <a:pt x="59831" y="418306"/>
                  </a:lnTo>
                  <a:lnTo>
                    <a:pt x="34733" y="382800"/>
                  </a:lnTo>
                  <a:lnTo>
                    <a:pt x="15915" y="343168"/>
                  </a:lnTo>
                  <a:lnTo>
                    <a:pt x="4098" y="300128"/>
                  </a:lnTo>
                  <a:lnTo>
                    <a:pt x="0" y="254399"/>
                  </a:lnTo>
                  <a:lnTo>
                    <a:pt x="4098" y="208671"/>
                  </a:lnTo>
                  <a:lnTo>
                    <a:pt x="15915" y="165631"/>
                  </a:lnTo>
                  <a:lnTo>
                    <a:pt x="34733" y="125999"/>
                  </a:lnTo>
                  <a:lnTo>
                    <a:pt x="59831" y="90493"/>
                  </a:lnTo>
                  <a:lnTo>
                    <a:pt x="90493" y="59831"/>
                  </a:lnTo>
                  <a:lnTo>
                    <a:pt x="125999" y="34733"/>
                  </a:lnTo>
                  <a:lnTo>
                    <a:pt x="165631" y="15915"/>
                  </a:lnTo>
                  <a:lnTo>
                    <a:pt x="208671" y="4098"/>
                  </a:lnTo>
                  <a:lnTo>
                    <a:pt x="254399" y="0"/>
                  </a:lnTo>
                  <a:lnTo>
                    <a:pt x="1976399" y="0"/>
                  </a:lnTo>
                  <a:lnTo>
                    <a:pt x="2026262" y="4933"/>
                  </a:lnTo>
                  <a:lnTo>
                    <a:pt x="2073754" y="19365"/>
                  </a:lnTo>
                  <a:lnTo>
                    <a:pt x="2117541" y="42742"/>
                  </a:lnTo>
                  <a:lnTo>
                    <a:pt x="2156287" y="74512"/>
                  </a:lnTo>
                  <a:lnTo>
                    <a:pt x="2188057" y="113258"/>
                  </a:lnTo>
                  <a:lnTo>
                    <a:pt x="2211434" y="157045"/>
                  </a:lnTo>
                  <a:lnTo>
                    <a:pt x="2225866" y="204537"/>
                  </a:lnTo>
                  <a:lnTo>
                    <a:pt x="2230799" y="254399"/>
                  </a:lnTo>
                  <a:lnTo>
                    <a:pt x="2226701" y="300128"/>
                  </a:lnTo>
                  <a:lnTo>
                    <a:pt x="2214884" y="343168"/>
                  </a:lnTo>
                  <a:lnTo>
                    <a:pt x="2196066" y="382800"/>
                  </a:lnTo>
                  <a:lnTo>
                    <a:pt x="2170968" y="418306"/>
                  </a:lnTo>
                  <a:lnTo>
                    <a:pt x="2140306" y="448968"/>
                  </a:lnTo>
                  <a:lnTo>
                    <a:pt x="2104800" y="474066"/>
                  </a:lnTo>
                  <a:lnTo>
                    <a:pt x="2065168" y="492884"/>
                  </a:lnTo>
                  <a:lnTo>
                    <a:pt x="2022128" y="504701"/>
                  </a:lnTo>
                  <a:lnTo>
                    <a:pt x="1976399" y="50879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718274" y="2880731"/>
              <a:ext cx="2231390" cy="509270"/>
            </a:xfrm>
            <a:custGeom>
              <a:avLst/>
              <a:gdLst/>
              <a:ahLst/>
              <a:cxnLst/>
              <a:rect l="l" t="t" r="r" b="b"/>
              <a:pathLst>
                <a:path w="2231390" h="509270">
                  <a:moveTo>
                    <a:pt x="0" y="254399"/>
                  </a:moveTo>
                  <a:lnTo>
                    <a:pt x="4098" y="208671"/>
                  </a:lnTo>
                  <a:lnTo>
                    <a:pt x="15915" y="165631"/>
                  </a:lnTo>
                  <a:lnTo>
                    <a:pt x="34733" y="125999"/>
                  </a:lnTo>
                  <a:lnTo>
                    <a:pt x="59831" y="90493"/>
                  </a:lnTo>
                  <a:lnTo>
                    <a:pt x="90493" y="59831"/>
                  </a:lnTo>
                  <a:lnTo>
                    <a:pt x="125999" y="34733"/>
                  </a:lnTo>
                  <a:lnTo>
                    <a:pt x="165631" y="15915"/>
                  </a:lnTo>
                  <a:lnTo>
                    <a:pt x="208671" y="4098"/>
                  </a:lnTo>
                  <a:lnTo>
                    <a:pt x="254399" y="0"/>
                  </a:lnTo>
                  <a:lnTo>
                    <a:pt x="1976399" y="0"/>
                  </a:lnTo>
                  <a:lnTo>
                    <a:pt x="2026262" y="4933"/>
                  </a:lnTo>
                  <a:lnTo>
                    <a:pt x="2073754" y="19365"/>
                  </a:lnTo>
                  <a:lnTo>
                    <a:pt x="2117541" y="42742"/>
                  </a:lnTo>
                  <a:lnTo>
                    <a:pt x="2156287" y="74512"/>
                  </a:lnTo>
                  <a:lnTo>
                    <a:pt x="2188057" y="113258"/>
                  </a:lnTo>
                  <a:lnTo>
                    <a:pt x="2211434" y="157045"/>
                  </a:lnTo>
                  <a:lnTo>
                    <a:pt x="2225866" y="204537"/>
                  </a:lnTo>
                  <a:lnTo>
                    <a:pt x="2230799" y="254399"/>
                  </a:lnTo>
                  <a:lnTo>
                    <a:pt x="2226701" y="300128"/>
                  </a:lnTo>
                  <a:lnTo>
                    <a:pt x="2214884" y="343168"/>
                  </a:lnTo>
                  <a:lnTo>
                    <a:pt x="2196066" y="382800"/>
                  </a:lnTo>
                  <a:lnTo>
                    <a:pt x="2170968" y="418306"/>
                  </a:lnTo>
                  <a:lnTo>
                    <a:pt x="2140306" y="448968"/>
                  </a:lnTo>
                  <a:lnTo>
                    <a:pt x="2104800" y="474066"/>
                  </a:lnTo>
                  <a:lnTo>
                    <a:pt x="2065168" y="492884"/>
                  </a:lnTo>
                  <a:lnTo>
                    <a:pt x="2022128" y="504701"/>
                  </a:lnTo>
                  <a:lnTo>
                    <a:pt x="1976399" y="508799"/>
                  </a:lnTo>
                  <a:lnTo>
                    <a:pt x="254399" y="508799"/>
                  </a:lnTo>
                  <a:lnTo>
                    <a:pt x="208671" y="504701"/>
                  </a:lnTo>
                  <a:lnTo>
                    <a:pt x="165631" y="492884"/>
                  </a:lnTo>
                  <a:lnTo>
                    <a:pt x="125999" y="474066"/>
                  </a:lnTo>
                  <a:lnTo>
                    <a:pt x="90493" y="448968"/>
                  </a:lnTo>
                  <a:lnTo>
                    <a:pt x="59831" y="418306"/>
                  </a:lnTo>
                  <a:lnTo>
                    <a:pt x="34733" y="382800"/>
                  </a:lnTo>
                  <a:lnTo>
                    <a:pt x="15915" y="343168"/>
                  </a:lnTo>
                  <a:lnTo>
                    <a:pt x="4098" y="300128"/>
                  </a:lnTo>
                  <a:lnTo>
                    <a:pt x="0" y="254399"/>
                  </a:lnTo>
                  <a:close/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092243" y="3966900"/>
            <a:ext cx="1371600" cy="3996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Click</a:t>
            </a:r>
            <a:r>
              <a:rPr sz="2400" b="1" kern="0" spc="-33" dirty="0">
                <a:solidFill>
                  <a:sysClr val="windowText" lastClr="000000"/>
                </a:solidFill>
                <a:latin typeface="Arial"/>
                <a:cs typeface="Arial"/>
              </a:rPr>
              <a:t> Me!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2969" y="597492"/>
            <a:ext cx="7305887" cy="6788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160" dirty="0"/>
              <a:t>Event-</a:t>
            </a:r>
            <a:r>
              <a:rPr spc="152" dirty="0"/>
              <a:t>driven</a:t>
            </a:r>
            <a:r>
              <a:rPr spc="-40" dirty="0"/>
              <a:t> </a:t>
            </a:r>
            <a:r>
              <a:rPr spc="167" dirty="0"/>
              <a:t>programming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0968" y="1592084"/>
            <a:ext cx="9360745" cy="872067"/>
          </a:xfrm>
          <a:prstGeom prst="rect">
            <a:avLst/>
          </a:prstGeom>
        </p:spPr>
        <p:txBody>
          <a:bodyPr vert="horz" wrap="square" lIns="0" tIns="70269" rIns="0" bIns="0" rtlCol="0">
            <a:spAutoFit/>
          </a:bodyPr>
          <a:lstStyle/>
          <a:p>
            <a:pPr marL="16933" defTabSz="1219170">
              <a:spcBef>
                <a:spcPts val="552"/>
              </a:spcBef>
            </a:pPr>
            <a:r>
              <a:rPr sz="2400" kern="0" spc="107" dirty="0">
                <a:solidFill>
                  <a:srgbClr val="5E686C"/>
                </a:solidFill>
                <a:latin typeface="Tahoma"/>
                <a:cs typeface="Tahoma"/>
              </a:rPr>
              <a:t>Most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written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browser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2400" kern="0" spc="-14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47" dirty="0">
                <a:solidFill>
                  <a:srgbClr val="5E686C"/>
                </a:solidFill>
                <a:latin typeface="Tahoma"/>
                <a:cs typeface="Tahoma"/>
              </a:rPr>
              <a:t>event-</a:t>
            </a:r>
            <a:r>
              <a:rPr sz="2400" b="1" kern="0" spc="-13" dirty="0">
                <a:solidFill>
                  <a:srgbClr val="5E686C"/>
                </a:solidFill>
                <a:latin typeface="Tahoma"/>
                <a:cs typeface="Tahoma"/>
              </a:rPr>
              <a:t>driven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: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16933" defTabSz="1219170">
              <a:spcBef>
                <a:spcPts val="420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code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doesn't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run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right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60" dirty="0">
                <a:solidFill>
                  <a:srgbClr val="5E686C"/>
                </a:solidFill>
                <a:latin typeface="Tahoma"/>
                <a:cs typeface="Tahoma"/>
              </a:rPr>
              <a:t>away,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but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73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executes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after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27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fires.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4068" y="4223825"/>
            <a:ext cx="763499" cy="7634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64902" y="5296449"/>
            <a:ext cx="4440767" cy="3996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2400" kern="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17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2400" kern="0" spc="-17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clicks</a:t>
            </a:r>
            <a:r>
              <a:rPr sz="2400" kern="0" spc="-17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button...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2884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9" y="597492"/>
            <a:ext cx="7305887" cy="6788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160" dirty="0"/>
              <a:t>Event-</a:t>
            </a:r>
            <a:r>
              <a:rPr spc="152" dirty="0"/>
              <a:t>driven</a:t>
            </a:r>
            <a:r>
              <a:rPr spc="-40" dirty="0"/>
              <a:t> </a:t>
            </a:r>
            <a:r>
              <a:rPr spc="167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0968" y="1592084"/>
            <a:ext cx="9360745" cy="872067"/>
          </a:xfrm>
          <a:prstGeom prst="rect">
            <a:avLst/>
          </a:prstGeom>
        </p:spPr>
        <p:txBody>
          <a:bodyPr vert="horz" wrap="square" lIns="0" tIns="70269" rIns="0" bIns="0" rtlCol="0">
            <a:spAutoFit/>
          </a:bodyPr>
          <a:lstStyle/>
          <a:p>
            <a:pPr marL="16933" defTabSz="1219170">
              <a:spcBef>
                <a:spcPts val="552"/>
              </a:spcBef>
            </a:pPr>
            <a:r>
              <a:rPr sz="2400" kern="0" spc="107" dirty="0">
                <a:solidFill>
                  <a:srgbClr val="5E686C"/>
                </a:solidFill>
                <a:latin typeface="Tahoma"/>
                <a:cs typeface="Tahoma"/>
              </a:rPr>
              <a:t>Most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written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browser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2400" kern="0" spc="-14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47" dirty="0">
                <a:solidFill>
                  <a:srgbClr val="5E686C"/>
                </a:solidFill>
                <a:latin typeface="Tahoma"/>
                <a:cs typeface="Tahoma"/>
              </a:rPr>
              <a:t>event-</a:t>
            </a:r>
            <a:r>
              <a:rPr sz="2400" b="1" kern="0" spc="-13" dirty="0">
                <a:solidFill>
                  <a:srgbClr val="5E686C"/>
                </a:solidFill>
                <a:latin typeface="Tahoma"/>
                <a:cs typeface="Tahoma"/>
              </a:rPr>
              <a:t>driven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: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16933" defTabSz="1219170">
              <a:spcBef>
                <a:spcPts val="420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code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doesn't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run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right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60" dirty="0">
                <a:solidFill>
                  <a:srgbClr val="5E686C"/>
                </a:solidFill>
                <a:latin typeface="Tahoma"/>
                <a:cs typeface="Tahoma"/>
              </a:rPr>
              <a:t>away,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but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73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executes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after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27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fires.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65634" y="2814874"/>
            <a:ext cx="5512647" cy="2172547"/>
            <a:chOff x="1699224" y="2111156"/>
            <a:chExt cx="4134485" cy="1629410"/>
          </a:xfrm>
        </p:grpSpPr>
        <p:sp>
          <p:nvSpPr>
            <p:cNvPr id="5" name="object 5"/>
            <p:cNvSpPr/>
            <p:nvPr/>
          </p:nvSpPr>
          <p:spPr>
            <a:xfrm>
              <a:off x="1718274" y="2880731"/>
              <a:ext cx="2231390" cy="509270"/>
            </a:xfrm>
            <a:custGeom>
              <a:avLst/>
              <a:gdLst/>
              <a:ahLst/>
              <a:cxnLst/>
              <a:rect l="l" t="t" r="r" b="b"/>
              <a:pathLst>
                <a:path w="2231390" h="509270">
                  <a:moveTo>
                    <a:pt x="1976399" y="508799"/>
                  </a:moveTo>
                  <a:lnTo>
                    <a:pt x="254399" y="508799"/>
                  </a:lnTo>
                  <a:lnTo>
                    <a:pt x="208671" y="504701"/>
                  </a:lnTo>
                  <a:lnTo>
                    <a:pt x="165631" y="492884"/>
                  </a:lnTo>
                  <a:lnTo>
                    <a:pt x="125999" y="474066"/>
                  </a:lnTo>
                  <a:lnTo>
                    <a:pt x="90493" y="448968"/>
                  </a:lnTo>
                  <a:lnTo>
                    <a:pt x="59831" y="418306"/>
                  </a:lnTo>
                  <a:lnTo>
                    <a:pt x="34733" y="382800"/>
                  </a:lnTo>
                  <a:lnTo>
                    <a:pt x="15915" y="343168"/>
                  </a:lnTo>
                  <a:lnTo>
                    <a:pt x="4098" y="300128"/>
                  </a:lnTo>
                  <a:lnTo>
                    <a:pt x="0" y="254399"/>
                  </a:lnTo>
                  <a:lnTo>
                    <a:pt x="4098" y="208671"/>
                  </a:lnTo>
                  <a:lnTo>
                    <a:pt x="15915" y="165631"/>
                  </a:lnTo>
                  <a:lnTo>
                    <a:pt x="34733" y="125999"/>
                  </a:lnTo>
                  <a:lnTo>
                    <a:pt x="59831" y="90493"/>
                  </a:lnTo>
                  <a:lnTo>
                    <a:pt x="90493" y="59831"/>
                  </a:lnTo>
                  <a:lnTo>
                    <a:pt x="125999" y="34733"/>
                  </a:lnTo>
                  <a:lnTo>
                    <a:pt x="165631" y="15915"/>
                  </a:lnTo>
                  <a:lnTo>
                    <a:pt x="208671" y="4098"/>
                  </a:lnTo>
                  <a:lnTo>
                    <a:pt x="254399" y="0"/>
                  </a:lnTo>
                  <a:lnTo>
                    <a:pt x="1976399" y="0"/>
                  </a:lnTo>
                  <a:lnTo>
                    <a:pt x="2026262" y="4933"/>
                  </a:lnTo>
                  <a:lnTo>
                    <a:pt x="2073754" y="19365"/>
                  </a:lnTo>
                  <a:lnTo>
                    <a:pt x="2117541" y="42742"/>
                  </a:lnTo>
                  <a:lnTo>
                    <a:pt x="2156287" y="74512"/>
                  </a:lnTo>
                  <a:lnTo>
                    <a:pt x="2188057" y="113258"/>
                  </a:lnTo>
                  <a:lnTo>
                    <a:pt x="2211434" y="157045"/>
                  </a:lnTo>
                  <a:lnTo>
                    <a:pt x="2225866" y="204537"/>
                  </a:lnTo>
                  <a:lnTo>
                    <a:pt x="2230799" y="254399"/>
                  </a:lnTo>
                  <a:lnTo>
                    <a:pt x="2226701" y="300128"/>
                  </a:lnTo>
                  <a:lnTo>
                    <a:pt x="2214884" y="343168"/>
                  </a:lnTo>
                  <a:lnTo>
                    <a:pt x="2196066" y="382800"/>
                  </a:lnTo>
                  <a:lnTo>
                    <a:pt x="2170968" y="418306"/>
                  </a:lnTo>
                  <a:lnTo>
                    <a:pt x="2140306" y="448968"/>
                  </a:lnTo>
                  <a:lnTo>
                    <a:pt x="2104800" y="474066"/>
                  </a:lnTo>
                  <a:lnTo>
                    <a:pt x="2065168" y="492884"/>
                  </a:lnTo>
                  <a:lnTo>
                    <a:pt x="2022128" y="504701"/>
                  </a:lnTo>
                  <a:lnTo>
                    <a:pt x="1976399" y="508799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718274" y="2880731"/>
              <a:ext cx="2231390" cy="509270"/>
            </a:xfrm>
            <a:custGeom>
              <a:avLst/>
              <a:gdLst/>
              <a:ahLst/>
              <a:cxnLst/>
              <a:rect l="l" t="t" r="r" b="b"/>
              <a:pathLst>
                <a:path w="2231390" h="509270">
                  <a:moveTo>
                    <a:pt x="0" y="254399"/>
                  </a:moveTo>
                  <a:lnTo>
                    <a:pt x="4098" y="208671"/>
                  </a:lnTo>
                  <a:lnTo>
                    <a:pt x="15915" y="165631"/>
                  </a:lnTo>
                  <a:lnTo>
                    <a:pt x="34733" y="125999"/>
                  </a:lnTo>
                  <a:lnTo>
                    <a:pt x="59831" y="90493"/>
                  </a:lnTo>
                  <a:lnTo>
                    <a:pt x="90493" y="59831"/>
                  </a:lnTo>
                  <a:lnTo>
                    <a:pt x="125999" y="34733"/>
                  </a:lnTo>
                  <a:lnTo>
                    <a:pt x="165631" y="15915"/>
                  </a:lnTo>
                  <a:lnTo>
                    <a:pt x="208671" y="4098"/>
                  </a:lnTo>
                  <a:lnTo>
                    <a:pt x="254399" y="0"/>
                  </a:lnTo>
                  <a:lnTo>
                    <a:pt x="1976399" y="0"/>
                  </a:lnTo>
                  <a:lnTo>
                    <a:pt x="2026262" y="4933"/>
                  </a:lnTo>
                  <a:lnTo>
                    <a:pt x="2073754" y="19365"/>
                  </a:lnTo>
                  <a:lnTo>
                    <a:pt x="2117541" y="42742"/>
                  </a:lnTo>
                  <a:lnTo>
                    <a:pt x="2156287" y="74512"/>
                  </a:lnTo>
                  <a:lnTo>
                    <a:pt x="2188057" y="113258"/>
                  </a:lnTo>
                  <a:lnTo>
                    <a:pt x="2211434" y="157045"/>
                  </a:lnTo>
                  <a:lnTo>
                    <a:pt x="2225866" y="204537"/>
                  </a:lnTo>
                  <a:lnTo>
                    <a:pt x="2230799" y="254399"/>
                  </a:lnTo>
                  <a:lnTo>
                    <a:pt x="2226701" y="300128"/>
                  </a:lnTo>
                  <a:lnTo>
                    <a:pt x="2214884" y="343168"/>
                  </a:lnTo>
                  <a:lnTo>
                    <a:pt x="2196066" y="382800"/>
                  </a:lnTo>
                  <a:lnTo>
                    <a:pt x="2170968" y="418306"/>
                  </a:lnTo>
                  <a:lnTo>
                    <a:pt x="2140306" y="448968"/>
                  </a:lnTo>
                  <a:lnTo>
                    <a:pt x="2104800" y="474066"/>
                  </a:lnTo>
                  <a:lnTo>
                    <a:pt x="2065168" y="492884"/>
                  </a:lnTo>
                  <a:lnTo>
                    <a:pt x="2022128" y="504701"/>
                  </a:lnTo>
                  <a:lnTo>
                    <a:pt x="1976399" y="508799"/>
                  </a:lnTo>
                  <a:lnTo>
                    <a:pt x="254399" y="508799"/>
                  </a:lnTo>
                  <a:lnTo>
                    <a:pt x="208671" y="504701"/>
                  </a:lnTo>
                  <a:lnTo>
                    <a:pt x="165631" y="492884"/>
                  </a:lnTo>
                  <a:lnTo>
                    <a:pt x="125999" y="474066"/>
                  </a:lnTo>
                  <a:lnTo>
                    <a:pt x="90493" y="448968"/>
                  </a:lnTo>
                  <a:lnTo>
                    <a:pt x="59831" y="418306"/>
                  </a:lnTo>
                  <a:lnTo>
                    <a:pt x="34733" y="382800"/>
                  </a:lnTo>
                  <a:lnTo>
                    <a:pt x="15915" y="343168"/>
                  </a:lnTo>
                  <a:lnTo>
                    <a:pt x="4098" y="300128"/>
                  </a:lnTo>
                  <a:lnTo>
                    <a:pt x="0" y="254399"/>
                  </a:lnTo>
                  <a:close/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93050" y="3167868"/>
              <a:ext cx="572624" cy="5726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949075" y="2111156"/>
              <a:ext cx="1884680" cy="1102360"/>
            </a:xfrm>
            <a:custGeom>
              <a:avLst/>
              <a:gdLst/>
              <a:ahLst/>
              <a:cxnLst/>
              <a:rect l="l" t="t" r="r" b="b"/>
              <a:pathLst>
                <a:path w="1884679" h="1102360">
                  <a:moveTo>
                    <a:pt x="428884" y="1102031"/>
                  </a:moveTo>
                  <a:lnTo>
                    <a:pt x="419115" y="930604"/>
                  </a:lnTo>
                  <a:lnTo>
                    <a:pt x="112083" y="909431"/>
                  </a:lnTo>
                  <a:lnTo>
                    <a:pt x="290459" y="784177"/>
                  </a:lnTo>
                  <a:lnTo>
                    <a:pt x="0" y="656984"/>
                  </a:lnTo>
                  <a:lnTo>
                    <a:pt x="343230" y="591423"/>
                  </a:lnTo>
                  <a:lnTo>
                    <a:pt x="102227" y="421935"/>
                  </a:lnTo>
                  <a:lnTo>
                    <a:pt x="468572" y="398823"/>
                  </a:lnTo>
                  <a:lnTo>
                    <a:pt x="392686" y="184947"/>
                  </a:lnTo>
                  <a:lnTo>
                    <a:pt x="745773" y="325609"/>
                  </a:lnTo>
                  <a:lnTo>
                    <a:pt x="848001" y="96274"/>
                  </a:lnTo>
                  <a:lnTo>
                    <a:pt x="999772" y="221528"/>
                  </a:lnTo>
                  <a:lnTo>
                    <a:pt x="1290057" y="0"/>
                  </a:lnTo>
                  <a:lnTo>
                    <a:pt x="1266942" y="294742"/>
                  </a:lnTo>
                  <a:lnTo>
                    <a:pt x="1570660" y="161835"/>
                  </a:lnTo>
                  <a:lnTo>
                    <a:pt x="1428745" y="333262"/>
                  </a:lnTo>
                  <a:lnTo>
                    <a:pt x="1884059" y="339027"/>
                  </a:lnTo>
                  <a:lnTo>
                    <a:pt x="1481516" y="479689"/>
                  </a:lnTo>
                  <a:lnTo>
                    <a:pt x="1593600" y="576015"/>
                  </a:lnTo>
                  <a:lnTo>
                    <a:pt x="1428745" y="628056"/>
                  </a:lnTo>
                  <a:lnTo>
                    <a:pt x="1646546" y="797544"/>
                  </a:lnTo>
                  <a:lnTo>
                    <a:pt x="1276973" y="732136"/>
                  </a:lnTo>
                  <a:lnTo>
                    <a:pt x="1303315" y="886217"/>
                  </a:lnTo>
                  <a:lnTo>
                    <a:pt x="1062400" y="813003"/>
                  </a:lnTo>
                  <a:lnTo>
                    <a:pt x="1012856" y="961318"/>
                  </a:lnTo>
                  <a:lnTo>
                    <a:pt x="861084" y="886217"/>
                  </a:lnTo>
                  <a:lnTo>
                    <a:pt x="758857" y="1005706"/>
                  </a:lnTo>
                  <a:lnTo>
                    <a:pt x="656542" y="924737"/>
                  </a:lnTo>
                  <a:lnTo>
                    <a:pt x="428884" y="1102031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987564" y="3407836"/>
            <a:ext cx="755227" cy="3094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b="1" kern="0" spc="-13" dirty="0">
                <a:solidFill>
                  <a:sysClr val="windowText" lastClr="000000"/>
                </a:solidFill>
                <a:cs typeface="Calibri"/>
              </a:rPr>
              <a:t>EVENT!</a:t>
            </a:r>
            <a:endParaRPr kern="0">
              <a:solidFill>
                <a:sysClr val="windowText" lastClr="000000"/>
              </a:solidFill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4900" y="3966901"/>
            <a:ext cx="6184053" cy="26044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443495" defTabSz="1219170">
              <a:spcBef>
                <a:spcPts val="133"/>
              </a:spcBef>
            </a:pPr>
            <a:r>
              <a:rPr sz="24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Click</a:t>
            </a:r>
            <a:r>
              <a:rPr sz="2400" b="1" kern="0" spc="-33" dirty="0">
                <a:solidFill>
                  <a:sysClr val="windowText" lastClr="000000"/>
                </a:solidFill>
                <a:latin typeface="Arial"/>
                <a:cs typeface="Arial"/>
              </a:rPr>
              <a:t> Me!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defTabSz="1219170"/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defTabSz="1219170">
              <a:spcBef>
                <a:spcPts val="1647"/>
              </a:spcBef>
            </a:pP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933" marR="6773" defTabSz="1219170">
              <a:lnSpc>
                <a:spcPct val="114599"/>
              </a:lnSpc>
            </a:pPr>
            <a:r>
              <a:rPr sz="2400" kern="0" spc="-113" dirty="0">
                <a:solidFill>
                  <a:srgbClr val="5E686C"/>
                </a:solidFill>
                <a:latin typeface="Tahoma"/>
                <a:cs typeface="Tahoma"/>
              </a:rPr>
              <a:t>...the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button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emits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27" dirty="0">
                <a:solidFill>
                  <a:srgbClr val="5E686C"/>
                </a:solidFill>
                <a:latin typeface="Tahoma"/>
                <a:cs typeface="Tahoma"/>
              </a:rPr>
              <a:t>"</a:t>
            </a:r>
            <a:r>
              <a:rPr sz="2400" b="1" kern="0" spc="-127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2400" kern="0" spc="-127" dirty="0">
                <a:solidFill>
                  <a:srgbClr val="5E686C"/>
                </a:solidFill>
                <a:latin typeface="Tahoma"/>
                <a:cs typeface="Tahoma"/>
              </a:rPr>
              <a:t>,"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which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like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an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announcement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27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interesting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thing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has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occurred.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82308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9" y="597492"/>
            <a:ext cx="7305887" cy="6788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160" dirty="0"/>
              <a:t>Event-</a:t>
            </a:r>
            <a:r>
              <a:rPr spc="152" dirty="0"/>
              <a:t>driven</a:t>
            </a:r>
            <a:r>
              <a:rPr spc="-40" dirty="0"/>
              <a:t> </a:t>
            </a:r>
            <a:r>
              <a:rPr spc="167" dirty="0"/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0968" y="1592084"/>
            <a:ext cx="9360745" cy="872067"/>
          </a:xfrm>
          <a:prstGeom prst="rect">
            <a:avLst/>
          </a:prstGeom>
        </p:spPr>
        <p:txBody>
          <a:bodyPr vert="horz" wrap="square" lIns="0" tIns="70269" rIns="0" bIns="0" rtlCol="0">
            <a:spAutoFit/>
          </a:bodyPr>
          <a:lstStyle/>
          <a:p>
            <a:pPr marL="16933" defTabSz="1219170">
              <a:spcBef>
                <a:spcPts val="552"/>
              </a:spcBef>
            </a:pPr>
            <a:r>
              <a:rPr sz="2400" kern="0" spc="107" dirty="0">
                <a:solidFill>
                  <a:srgbClr val="5E686C"/>
                </a:solidFill>
                <a:latin typeface="Tahoma"/>
                <a:cs typeface="Tahoma"/>
              </a:rPr>
              <a:t>Most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written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browser</a:t>
            </a:r>
            <a:r>
              <a:rPr sz="2400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2400" kern="0" spc="-14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47" dirty="0">
                <a:solidFill>
                  <a:srgbClr val="5E686C"/>
                </a:solidFill>
                <a:latin typeface="Tahoma"/>
                <a:cs typeface="Tahoma"/>
              </a:rPr>
              <a:t>event-</a:t>
            </a:r>
            <a:r>
              <a:rPr sz="2400" b="1" kern="0" spc="-13" dirty="0">
                <a:solidFill>
                  <a:srgbClr val="5E686C"/>
                </a:solidFill>
                <a:latin typeface="Tahoma"/>
                <a:cs typeface="Tahoma"/>
              </a:rPr>
              <a:t>driven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: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16933" defTabSz="1219170">
              <a:spcBef>
                <a:spcPts val="420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code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doesn't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run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right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60" dirty="0">
                <a:solidFill>
                  <a:srgbClr val="5E686C"/>
                </a:solidFill>
                <a:latin typeface="Tahoma"/>
                <a:cs typeface="Tahoma"/>
              </a:rPr>
              <a:t>away,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but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73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executes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after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27" dirty="0">
                <a:solidFill>
                  <a:srgbClr val="5E686C"/>
                </a:solidFill>
                <a:latin typeface="Tahoma"/>
                <a:cs typeface="Tahoma"/>
              </a:rPr>
              <a:t>some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fires.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65633" y="3815576"/>
            <a:ext cx="3025987" cy="729827"/>
            <a:chOff x="1699224" y="2861681"/>
            <a:chExt cx="2269490" cy="547370"/>
          </a:xfrm>
        </p:grpSpPr>
        <p:sp>
          <p:nvSpPr>
            <p:cNvPr id="5" name="object 5"/>
            <p:cNvSpPr/>
            <p:nvPr/>
          </p:nvSpPr>
          <p:spPr>
            <a:xfrm>
              <a:off x="1718274" y="2880731"/>
              <a:ext cx="2231390" cy="509270"/>
            </a:xfrm>
            <a:custGeom>
              <a:avLst/>
              <a:gdLst/>
              <a:ahLst/>
              <a:cxnLst/>
              <a:rect l="l" t="t" r="r" b="b"/>
              <a:pathLst>
                <a:path w="2231390" h="509270">
                  <a:moveTo>
                    <a:pt x="1976399" y="508799"/>
                  </a:moveTo>
                  <a:lnTo>
                    <a:pt x="254399" y="508799"/>
                  </a:lnTo>
                  <a:lnTo>
                    <a:pt x="208671" y="504701"/>
                  </a:lnTo>
                  <a:lnTo>
                    <a:pt x="165631" y="492884"/>
                  </a:lnTo>
                  <a:lnTo>
                    <a:pt x="125999" y="474066"/>
                  </a:lnTo>
                  <a:lnTo>
                    <a:pt x="90493" y="448968"/>
                  </a:lnTo>
                  <a:lnTo>
                    <a:pt x="59831" y="418306"/>
                  </a:lnTo>
                  <a:lnTo>
                    <a:pt x="34733" y="382800"/>
                  </a:lnTo>
                  <a:lnTo>
                    <a:pt x="15915" y="343168"/>
                  </a:lnTo>
                  <a:lnTo>
                    <a:pt x="4098" y="300128"/>
                  </a:lnTo>
                  <a:lnTo>
                    <a:pt x="0" y="254399"/>
                  </a:lnTo>
                  <a:lnTo>
                    <a:pt x="4098" y="208671"/>
                  </a:lnTo>
                  <a:lnTo>
                    <a:pt x="15915" y="165631"/>
                  </a:lnTo>
                  <a:lnTo>
                    <a:pt x="34733" y="125999"/>
                  </a:lnTo>
                  <a:lnTo>
                    <a:pt x="59831" y="90493"/>
                  </a:lnTo>
                  <a:lnTo>
                    <a:pt x="90493" y="59831"/>
                  </a:lnTo>
                  <a:lnTo>
                    <a:pt x="125999" y="34733"/>
                  </a:lnTo>
                  <a:lnTo>
                    <a:pt x="165631" y="15915"/>
                  </a:lnTo>
                  <a:lnTo>
                    <a:pt x="208671" y="4098"/>
                  </a:lnTo>
                  <a:lnTo>
                    <a:pt x="254399" y="0"/>
                  </a:lnTo>
                  <a:lnTo>
                    <a:pt x="1976399" y="0"/>
                  </a:lnTo>
                  <a:lnTo>
                    <a:pt x="2026262" y="4933"/>
                  </a:lnTo>
                  <a:lnTo>
                    <a:pt x="2073754" y="19365"/>
                  </a:lnTo>
                  <a:lnTo>
                    <a:pt x="2117541" y="42742"/>
                  </a:lnTo>
                  <a:lnTo>
                    <a:pt x="2156287" y="74512"/>
                  </a:lnTo>
                  <a:lnTo>
                    <a:pt x="2188057" y="113258"/>
                  </a:lnTo>
                  <a:lnTo>
                    <a:pt x="2211434" y="157045"/>
                  </a:lnTo>
                  <a:lnTo>
                    <a:pt x="2225866" y="204537"/>
                  </a:lnTo>
                  <a:lnTo>
                    <a:pt x="2230799" y="254399"/>
                  </a:lnTo>
                  <a:lnTo>
                    <a:pt x="2226701" y="300128"/>
                  </a:lnTo>
                  <a:lnTo>
                    <a:pt x="2214884" y="343168"/>
                  </a:lnTo>
                  <a:lnTo>
                    <a:pt x="2196066" y="382800"/>
                  </a:lnTo>
                  <a:lnTo>
                    <a:pt x="2170968" y="418306"/>
                  </a:lnTo>
                  <a:lnTo>
                    <a:pt x="2140306" y="448968"/>
                  </a:lnTo>
                  <a:lnTo>
                    <a:pt x="2104800" y="474066"/>
                  </a:lnTo>
                  <a:lnTo>
                    <a:pt x="2065168" y="492884"/>
                  </a:lnTo>
                  <a:lnTo>
                    <a:pt x="2022128" y="504701"/>
                  </a:lnTo>
                  <a:lnTo>
                    <a:pt x="1976399" y="508799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718274" y="2880731"/>
              <a:ext cx="2231390" cy="509270"/>
            </a:xfrm>
            <a:custGeom>
              <a:avLst/>
              <a:gdLst/>
              <a:ahLst/>
              <a:cxnLst/>
              <a:rect l="l" t="t" r="r" b="b"/>
              <a:pathLst>
                <a:path w="2231390" h="509270">
                  <a:moveTo>
                    <a:pt x="0" y="254399"/>
                  </a:moveTo>
                  <a:lnTo>
                    <a:pt x="4098" y="208671"/>
                  </a:lnTo>
                  <a:lnTo>
                    <a:pt x="15915" y="165631"/>
                  </a:lnTo>
                  <a:lnTo>
                    <a:pt x="34733" y="125999"/>
                  </a:lnTo>
                  <a:lnTo>
                    <a:pt x="59831" y="90493"/>
                  </a:lnTo>
                  <a:lnTo>
                    <a:pt x="90493" y="59831"/>
                  </a:lnTo>
                  <a:lnTo>
                    <a:pt x="125999" y="34733"/>
                  </a:lnTo>
                  <a:lnTo>
                    <a:pt x="165631" y="15915"/>
                  </a:lnTo>
                  <a:lnTo>
                    <a:pt x="208671" y="4098"/>
                  </a:lnTo>
                  <a:lnTo>
                    <a:pt x="254399" y="0"/>
                  </a:lnTo>
                  <a:lnTo>
                    <a:pt x="1976399" y="0"/>
                  </a:lnTo>
                  <a:lnTo>
                    <a:pt x="2026262" y="4933"/>
                  </a:lnTo>
                  <a:lnTo>
                    <a:pt x="2073754" y="19365"/>
                  </a:lnTo>
                  <a:lnTo>
                    <a:pt x="2117541" y="42742"/>
                  </a:lnTo>
                  <a:lnTo>
                    <a:pt x="2156287" y="74512"/>
                  </a:lnTo>
                  <a:lnTo>
                    <a:pt x="2188057" y="113258"/>
                  </a:lnTo>
                  <a:lnTo>
                    <a:pt x="2211434" y="157045"/>
                  </a:lnTo>
                  <a:lnTo>
                    <a:pt x="2225866" y="204537"/>
                  </a:lnTo>
                  <a:lnTo>
                    <a:pt x="2230799" y="254399"/>
                  </a:lnTo>
                  <a:lnTo>
                    <a:pt x="2226701" y="300128"/>
                  </a:lnTo>
                  <a:lnTo>
                    <a:pt x="2214884" y="343168"/>
                  </a:lnTo>
                  <a:lnTo>
                    <a:pt x="2196066" y="382800"/>
                  </a:lnTo>
                  <a:lnTo>
                    <a:pt x="2170968" y="418306"/>
                  </a:lnTo>
                  <a:lnTo>
                    <a:pt x="2140306" y="448968"/>
                  </a:lnTo>
                  <a:lnTo>
                    <a:pt x="2104800" y="474066"/>
                  </a:lnTo>
                  <a:lnTo>
                    <a:pt x="2065168" y="492884"/>
                  </a:lnTo>
                  <a:lnTo>
                    <a:pt x="2022128" y="504701"/>
                  </a:lnTo>
                  <a:lnTo>
                    <a:pt x="1976399" y="508799"/>
                  </a:lnTo>
                  <a:lnTo>
                    <a:pt x="254399" y="508799"/>
                  </a:lnTo>
                  <a:lnTo>
                    <a:pt x="208671" y="504701"/>
                  </a:lnTo>
                  <a:lnTo>
                    <a:pt x="165631" y="492884"/>
                  </a:lnTo>
                  <a:lnTo>
                    <a:pt x="125999" y="474066"/>
                  </a:lnTo>
                  <a:lnTo>
                    <a:pt x="90493" y="448968"/>
                  </a:lnTo>
                  <a:lnTo>
                    <a:pt x="59831" y="418306"/>
                  </a:lnTo>
                  <a:lnTo>
                    <a:pt x="34733" y="382800"/>
                  </a:lnTo>
                  <a:lnTo>
                    <a:pt x="15915" y="343168"/>
                  </a:lnTo>
                  <a:lnTo>
                    <a:pt x="4098" y="300128"/>
                  </a:lnTo>
                  <a:lnTo>
                    <a:pt x="0" y="254399"/>
                  </a:lnTo>
                  <a:close/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92243" y="3966900"/>
            <a:ext cx="1371600" cy="3996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Click</a:t>
            </a:r>
            <a:r>
              <a:rPr sz="2400" b="1" kern="0" spc="-33" dirty="0">
                <a:solidFill>
                  <a:sysClr val="windowText" lastClr="000000"/>
                </a:solidFill>
                <a:latin typeface="Arial"/>
                <a:cs typeface="Arial"/>
              </a:rPr>
              <a:t> Me!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46233" y="2433874"/>
            <a:ext cx="2512907" cy="2553547"/>
            <a:chOff x="3034675" y="1825406"/>
            <a:chExt cx="1884680" cy="19151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93050" y="3167868"/>
              <a:ext cx="572624" cy="5726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34675" y="1825406"/>
              <a:ext cx="1884680" cy="1102360"/>
            </a:xfrm>
            <a:custGeom>
              <a:avLst/>
              <a:gdLst/>
              <a:ahLst/>
              <a:cxnLst/>
              <a:rect l="l" t="t" r="r" b="b"/>
              <a:pathLst>
                <a:path w="1884679" h="1102360">
                  <a:moveTo>
                    <a:pt x="428884" y="1102031"/>
                  </a:moveTo>
                  <a:lnTo>
                    <a:pt x="419115" y="930604"/>
                  </a:lnTo>
                  <a:lnTo>
                    <a:pt x="112084" y="909431"/>
                  </a:lnTo>
                  <a:lnTo>
                    <a:pt x="290459" y="784177"/>
                  </a:lnTo>
                  <a:lnTo>
                    <a:pt x="0" y="656984"/>
                  </a:lnTo>
                  <a:lnTo>
                    <a:pt x="343230" y="591423"/>
                  </a:lnTo>
                  <a:lnTo>
                    <a:pt x="102227" y="421935"/>
                  </a:lnTo>
                  <a:lnTo>
                    <a:pt x="468572" y="398823"/>
                  </a:lnTo>
                  <a:lnTo>
                    <a:pt x="392686" y="184947"/>
                  </a:lnTo>
                  <a:lnTo>
                    <a:pt x="745773" y="325609"/>
                  </a:lnTo>
                  <a:lnTo>
                    <a:pt x="848001" y="96274"/>
                  </a:lnTo>
                  <a:lnTo>
                    <a:pt x="999772" y="221528"/>
                  </a:lnTo>
                  <a:lnTo>
                    <a:pt x="1290057" y="0"/>
                  </a:lnTo>
                  <a:lnTo>
                    <a:pt x="1266942" y="294742"/>
                  </a:lnTo>
                  <a:lnTo>
                    <a:pt x="1570660" y="161835"/>
                  </a:lnTo>
                  <a:lnTo>
                    <a:pt x="1428745" y="333262"/>
                  </a:lnTo>
                  <a:lnTo>
                    <a:pt x="1884059" y="339027"/>
                  </a:lnTo>
                  <a:lnTo>
                    <a:pt x="1481516" y="479689"/>
                  </a:lnTo>
                  <a:lnTo>
                    <a:pt x="1593600" y="576015"/>
                  </a:lnTo>
                  <a:lnTo>
                    <a:pt x="1428745" y="628056"/>
                  </a:lnTo>
                  <a:lnTo>
                    <a:pt x="1646546" y="797544"/>
                  </a:lnTo>
                  <a:lnTo>
                    <a:pt x="1276973" y="732136"/>
                  </a:lnTo>
                  <a:lnTo>
                    <a:pt x="1303315" y="886217"/>
                  </a:lnTo>
                  <a:lnTo>
                    <a:pt x="1062400" y="813003"/>
                  </a:lnTo>
                  <a:lnTo>
                    <a:pt x="1012856" y="961318"/>
                  </a:lnTo>
                  <a:lnTo>
                    <a:pt x="861084" y="886217"/>
                  </a:lnTo>
                  <a:lnTo>
                    <a:pt x="758857" y="1005706"/>
                  </a:lnTo>
                  <a:lnTo>
                    <a:pt x="656542" y="924737"/>
                  </a:lnTo>
                  <a:lnTo>
                    <a:pt x="428884" y="1102031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68364" y="3026836"/>
            <a:ext cx="755227" cy="3094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b="1" kern="0" spc="-13" dirty="0">
                <a:solidFill>
                  <a:sysClr val="windowText" lastClr="000000"/>
                </a:solidFill>
                <a:cs typeface="Calibri"/>
              </a:rPr>
              <a:t>EVENT!</a:t>
            </a:r>
            <a:endParaRPr kern="0">
              <a:solidFill>
                <a:sysClr val="windowText" lastClr="000000"/>
              </a:solidFill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76532" y="2937451"/>
            <a:ext cx="4868333" cy="1313177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101595" rIns="0" bIns="0" rtlCol="0">
            <a:spAutoFit/>
          </a:bodyPr>
          <a:lstStyle/>
          <a:p>
            <a:pPr marL="114294" defTabSz="1219170">
              <a:spcBef>
                <a:spcPts val="800"/>
              </a:spcBef>
            </a:pPr>
            <a:r>
              <a:rPr sz="2400" kern="0" dirty="0">
                <a:solidFill>
                  <a:srgbClr val="434343"/>
                </a:solidFill>
                <a:latin typeface="Courier New"/>
                <a:cs typeface="Courier New"/>
              </a:rPr>
              <a:t>function</a:t>
            </a:r>
            <a:r>
              <a:rPr sz="2400" kern="0" spc="-6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Courier New"/>
                <a:cs typeface="Courier New"/>
              </a:rPr>
              <a:t>onClick()</a:t>
            </a:r>
            <a:r>
              <a:rPr sz="2400" kern="0" spc="-5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sz="2400" kern="0" spc="-67" dirty="0">
                <a:solidFill>
                  <a:srgbClr val="434343"/>
                </a:solidFill>
                <a:latin typeface="Courier New"/>
                <a:cs typeface="Courier New"/>
              </a:rPr>
              <a:t>{</a:t>
            </a:r>
            <a:endParaRPr sz="2400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480036" defTabSz="1219170">
              <a:spcBef>
                <a:spcPts val="420"/>
              </a:spcBef>
            </a:pPr>
            <a:r>
              <a:rPr sz="2400" kern="0" spc="-33" dirty="0">
                <a:solidFill>
                  <a:srgbClr val="434343"/>
                </a:solidFill>
                <a:latin typeface="Courier New"/>
                <a:cs typeface="Courier New"/>
              </a:rPr>
              <a:t>...</a:t>
            </a:r>
            <a:endParaRPr sz="2400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14294" defTabSz="1219170">
              <a:spcBef>
                <a:spcPts val="420"/>
              </a:spcBef>
            </a:pPr>
            <a:r>
              <a:rPr sz="2400" kern="0" spc="-67" dirty="0">
                <a:solidFill>
                  <a:srgbClr val="434343"/>
                </a:solidFill>
                <a:latin typeface="Courier New"/>
                <a:cs typeface="Courier New"/>
              </a:rPr>
              <a:t>}</a:t>
            </a:r>
            <a:endParaRPr sz="2400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63902" y="3142295"/>
            <a:ext cx="1162473" cy="219287"/>
            <a:chOff x="4547925" y="2356720"/>
            <a:chExt cx="871855" cy="164465"/>
          </a:xfrm>
        </p:grpSpPr>
        <p:sp>
          <p:nvSpPr>
            <p:cNvPr id="14" name="object 14"/>
            <p:cNvSpPr/>
            <p:nvPr/>
          </p:nvSpPr>
          <p:spPr>
            <a:xfrm>
              <a:off x="4566975" y="2430449"/>
              <a:ext cx="661035" cy="8255"/>
            </a:xfrm>
            <a:custGeom>
              <a:avLst/>
              <a:gdLst/>
              <a:ahLst/>
              <a:cxnLst/>
              <a:rect l="l" t="t" r="r" b="b"/>
              <a:pathLst>
                <a:path w="661035" h="8255">
                  <a:moveTo>
                    <a:pt x="0" y="0"/>
                  </a:moveTo>
                  <a:lnTo>
                    <a:pt x="660617" y="8246"/>
                  </a:lnTo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7757" y="2356720"/>
              <a:ext cx="211773" cy="16395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669243" y="5019169"/>
            <a:ext cx="7266940" cy="872067"/>
          </a:xfrm>
          <a:prstGeom prst="rect">
            <a:avLst/>
          </a:prstGeom>
        </p:spPr>
        <p:txBody>
          <a:bodyPr vert="horz" wrap="square" lIns="0" tIns="70269" rIns="0" bIns="0" rtlCol="0">
            <a:spAutoFit/>
          </a:bodyPr>
          <a:lstStyle/>
          <a:p>
            <a:pPr marR="6773" algn="r" defTabSz="1219170">
              <a:spcBef>
                <a:spcPts val="552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Any</a:t>
            </a:r>
            <a:r>
              <a:rPr sz="2400" kern="0" spc="-16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function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listening</a:t>
            </a:r>
            <a:r>
              <a:rPr sz="2400" kern="0" spc="-16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2400" kern="0" spc="-16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now</a:t>
            </a:r>
            <a:r>
              <a:rPr sz="2400" kern="0" spc="-16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executes.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27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R="6773" algn="r" defTabSz="1219170">
              <a:spcBef>
                <a:spcPts val="420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function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called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27" dirty="0">
                <a:solidFill>
                  <a:srgbClr val="5E686C"/>
                </a:solidFill>
                <a:latin typeface="Tahoma"/>
                <a:cs typeface="Tahoma"/>
              </a:rPr>
              <a:t>"</a:t>
            </a:r>
            <a:r>
              <a:rPr sz="2400" b="1" kern="0" spc="-127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2400" b="1" kern="0" spc="-152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3" dirty="0">
                <a:solidFill>
                  <a:srgbClr val="5E686C"/>
                </a:solidFill>
                <a:latin typeface="Tahoma"/>
                <a:cs typeface="Tahoma"/>
              </a:rPr>
              <a:t>handler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."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22366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9" y="597492"/>
            <a:ext cx="7305887" cy="6788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247" dirty="0"/>
              <a:t>A</a:t>
            </a:r>
            <a:r>
              <a:rPr spc="-73" dirty="0"/>
              <a:t> </a:t>
            </a:r>
            <a:r>
              <a:rPr spc="187" dirty="0"/>
              <a:t>few</a:t>
            </a:r>
            <a:r>
              <a:rPr spc="-147" dirty="0"/>
              <a:t> </a:t>
            </a:r>
            <a:r>
              <a:rPr spc="213" dirty="0"/>
              <a:t>more</a:t>
            </a:r>
            <a:r>
              <a:rPr spc="-107" dirty="0"/>
              <a:t> </a:t>
            </a:r>
            <a:r>
              <a:rPr spc="-27" dirty="0"/>
              <a:t>HTML</a:t>
            </a:r>
            <a:r>
              <a:rPr spc="-107" dirty="0"/>
              <a:t> </a:t>
            </a:r>
            <a:r>
              <a:rPr spc="200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0967" y="1645417"/>
            <a:ext cx="1176020" cy="3996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Buttons: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35" y="2155367"/>
            <a:ext cx="6095999" cy="6667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35" y="3713090"/>
            <a:ext cx="7019924" cy="8000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2567" y="3321817"/>
            <a:ext cx="2861733" cy="3996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Single-line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input: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5035" y="5494593"/>
            <a:ext cx="7315199" cy="9143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42565" y="5061665"/>
            <a:ext cx="2778760" cy="3996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Multi-line</a:t>
            </a:r>
            <a:r>
              <a:rPr sz="2400" kern="0" spc="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text</a:t>
            </a:r>
            <a:r>
              <a:rPr sz="2400" kern="0" spc="1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input: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65157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9" y="597492"/>
            <a:ext cx="7305887" cy="6788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140" dirty="0"/>
              <a:t>Using</a:t>
            </a:r>
            <a:r>
              <a:rPr spc="-53" dirty="0"/>
              <a:t> </a:t>
            </a:r>
            <a:r>
              <a:rPr spc="152" dirty="0"/>
              <a:t>event</a:t>
            </a:r>
            <a:r>
              <a:rPr spc="-53" dirty="0"/>
              <a:t> </a:t>
            </a:r>
            <a:r>
              <a:rPr spc="187" dirty="0"/>
              <a:t>listeners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0968" y="1592077"/>
            <a:ext cx="9371753" cy="8720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4599"/>
              </a:lnSpc>
              <a:spcBef>
                <a:spcPts val="133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Let's</a:t>
            </a:r>
            <a:r>
              <a:rPr sz="2400" kern="0" spc="-16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print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"Clicked"</a:t>
            </a:r>
            <a:r>
              <a:rPr sz="2400" kern="0" spc="-16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73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2400" kern="0" spc="-16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Console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16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clicks</a:t>
            </a:r>
            <a:r>
              <a:rPr sz="2400" kern="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16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given button: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2" y="2773343"/>
            <a:ext cx="6019799" cy="8953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0965" y="4388617"/>
            <a:ext cx="6394027" cy="3996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kern="0" spc="12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need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listener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button...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1521" y="5760217"/>
            <a:ext cx="7605607" cy="39962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40" dirty="0">
                <a:solidFill>
                  <a:srgbClr val="5E686C"/>
                </a:solidFill>
                <a:latin typeface="Tahoma"/>
                <a:cs typeface="Tahoma"/>
              </a:rPr>
              <a:t>How</a:t>
            </a:r>
            <a:r>
              <a:rPr sz="2400" b="1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47" dirty="0">
                <a:solidFill>
                  <a:srgbClr val="5E686C"/>
                </a:solidFill>
                <a:latin typeface="Tahoma"/>
                <a:cs typeface="Tahoma"/>
              </a:rPr>
              <a:t>do</a:t>
            </a:r>
            <a:r>
              <a:rPr sz="2400" b="1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207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2400" b="1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20" dirty="0">
                <a:solidFill>
                  <a:srgbClr val="5E686C"/>
                </a:solidFill>
                <a:latin typeface="Tahoma"/>
                <a:cs typeface="Tahoma"/>
              </a:rPr>
              <a:t>talk</a:t>
            </a:r>
            <a:r>
              <a:rPr sz="2400" b="1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13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2400" b="1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93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2400" b="1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67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2400" b="1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4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2400" b="1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47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2400" b="1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40" dirty="0">
                <a:solidFill>
                  <a:srgbClr val="5E686C"/>
                </a:solidFill>
                <a:latin typeface="Tahoma"/>
                <a:cs typeface="Tahoma"/>
              </a:rPr>
              <a:t>from</a:t>
            </a:r>
            <a:r>
              <a:rPr sz="2400" b="1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33" dirty="0">
                <a:solidFill>
                  <a:srgbClr val="5E686C"/>
                </a:solidFill>
                <a:latin typeface="Tahoma"/>
                <a:cs typeface="Tahoma"/>
              </a:rPr>
              <a:t>JavaScript?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23206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9" y="597492"/>
            <a:ext cx="7305887" cy="6788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140" dirty="0"/>
              <a:t>The</a:t>
            </a:r>
            <a:r>
              <a:rPr spc="-67" dirty="0"/>
              <a:t> </a:t>
            </a:r>
            <a:r>
              <a:rPr spc="33" dirty="0"/>
              <a:t>DOM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5110" y="2455251"/>
            <a:ext cx="3067049" cy="39719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78735" y="1592128"/>
            <a:ext cx="9276927" cy="441113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78737" marR="6773" defTabSz="1219170">
              <a:lnSpc>
                <a:spcPct val="114599"/>
              </a:lnSpc>
              <a:spcBef>
                <a:spcPts val="133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Every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60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60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accessible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through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27" dirty="0">
                <a:solidFill>
                  <a:srgbClr val="5E686C"/>
                </a:solidFill>
                <a:latin typeface="Tahoma"/>
                <a:cs typeface="Tahoma"/>
              </a:rPr>
              <a:t>DOM</a:t>
            </a:r>
            <a:r>
              <a:rPr sz="2400" kern="0" spc="-27" dirty="0">
                <a:solidFill>
                  <a:srgbClr val="5E686C"/>
                </a:solidFill>
                <a:latin typeface="Tahoma"/>
                <a:cs typeface="Tahoma"/>
              </a:rPr>
              <a:t>: </a:t>
            </a:r>
            <a:r>
              <a:rPr sz="2400" b="1" kern="0" spc="-147" dirty="0">
                <a:solidFill>
                  <a:srgbClr val="5E686C"/>
                </a:solidFill>
                <a:latin typeface="Tahoma"/>
                <a:cs typeface="Tahoma"/>
              </a:rPr>
              <a:t>Document</a:t>
            </a:r>
            <a:r>
              <a:rPr sz="2400" b="1" kern="0" spc="-18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27" dirty="0">
                <a:solidFill>
                  <a:srgbClr val="5E686C"/>
                </a:solidFill>
                <a:latin typeface="Tahoma"/>
                <a:cs typeface="Tahoma"/>
              </a:rPr>
              <a:t>Object</a:t>
            </a:r>
            <a:r>
              <a:rPr sz="2400" b="1" kern="0" spc="-18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3" dirty="0">
                <a:solidFill>
                  <a:srgbClr val="5E686C"/>
                </a:solidFill>
                <a:latin typeface="Tahoma"/>
                <a:cs typeface="Tahoma"/>
              </a:rPr>
              <a:t>Model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defTabSz="1219170">
              <a:spcBef>
                <a:spcPts val="160"/>
              </a:spcBef>
            </a:pP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426699" marR="3767478" indent="-410612" defTabSz="1219170">
              <a:lnSpc>
                <a:spcPct val="114599"/>
              </a:lnSpc>
              <a:spcBef>
                <a:spcPts val="7"/>
              </a:spcBef>
              <a:buFontTx/>
              <a:buChar char="-"/>
              <a:tabLst>
                <a:tab pos="426699" algn="l"/>
              </a:tabLst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240" dirty="0">
                <a:solidFill>
                  <a:srgbClr val="5E686C"/>
                </a:solidFill>
                <a:latin typeface="Tahoma"/>
                <a:cs typeface="Tahoma"/>
              </a:rPr>
              <a:t>DOM</a:t>
            </a:r>
            <a:r>
              <a:rPr sz="2400" kern="0" spc="-2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tree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2400" kern="0" spc="-2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nodes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corresponding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133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67" dirty="0">
                <a:solidFill>
                  <a:srgbClr val="5E686C"/>
                </a:solidFill>
                <a:latin typeface="Tahoma"/>
                <a:cs typeface="Tahoma"/>
              </a:rPr>
              <a:t>a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page.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426699" marR="3782717" indent="-408920" defTabSz="1219170">
              <a:lnSpc>
                <a:spcPct val="114700"/>
              </a:lnSpc>
              <a:spcBef>
                <a:spcPts val="1267"/>
              </a:spcBef>
              <a:buClr>
                <a:srgbClr val="434343"/>
              </a:buClr>
              <a:buSzPct val="111111"/>
              <a:buFont typeface="Calibri"/>
              <a:buChar char="-"/>
              <a:tabLst>
                <a:tab pos="426699" algn="l"/>
              </a:tabLst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2400" kern="0" spc="-2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modify,</a:t>
            </a:r>
            <a:r>
              <a:rPr sz="2400" kern="0" spc="-2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2400" kern="0" spc="-2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remove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nodes</a:t>
            </a:r>
            <a:r>
              <a:rPr sz="2400" kern="0" spc="-2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on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113" dirty="0">
                <a:solidFill>
                  <a:srgbClr val="5E686C"/>
                </a:solidFill>
                <a:latin typeface="Tahoma"/>
                <a:cs typeface="Tahoma"/>
              </a:rPr>
              <a:t>DOM,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which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modify,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80" dirty="0">
                <a:solidFill>
                  <a:srgbClr val="5E686C"/>
                </a:solidFill>
                <a:latin typeface="Tahoma"/>
                <a:cs typeface="Tahoma"/>
              </a:rPr>
              <a:t>add,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or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remove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corresponding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on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27" dirty="0">
                <a:solidFill>
                  <a:srgbClr val="5E686C"/>
                </a:solidFill>
                <a:latin typeface="Tahoma"/>
                <a:cs typeface="Tahoma"/>
              </a:rPr>
              <a:t>page.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6749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9" y="597492"/>
            <a:ext cx="7305887" cy="6788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113" dirty="0"/>
              <a:t>Getting</a:t>
            </a:r>
            <a:r>
              <a:rPr spc="-60" dirty="0"/>
              <a:t> </a:t>
            </a:r>
            <a:r>
              <a:rPr spc="67" dirty="0"/>
              <a:t>DOM</a:t>
            </a:r>
            <a:r>
              <a:rPr spc="-53" dirty="0"/>
              <a:t> </a:t>
            </a:r>
            <a:r>
              <a:rPr spc="127" dirty="0"/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0967" y="1592129"/>
            <a:ext cx="8591973" cy="19769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4599"/>
              </a:lnSpc>
              <a:spcBef>
                <a:spcPts val="133"/>
              </a:spcBef>
            </a:pPr>
            <a:r>
              <a:rPr sz="2400" kern="0" spc="12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2400" kern="0" spc="-25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2400" kern="0" spc="-25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access</a:t>
            </a:r>
            <a:r>
              <a:rPr sz="2400" kern="0" spc="-25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2400" kern="0" spc="-25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133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2400" kern="0" spc="-25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element's</a:t>
            </a:r>
            <a:r>
              <a:rPr sz="2400" kern="0" spc="-25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corresponding</a:t>
            </a:r>
            <a:r>
              <a:rPr sz="2400" kern="0" spc="-25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240" dirty="0">
                <a:solidFill>
                  <a:srgbClr val="5E686C"/>
                </a:solidFill>
                <a:latin typeface="Tahoma"/>
                <a:cs typeface="Tahoma"/>
              </a:rPr>
              <a:t>DOM</a:t>
            </a:r>
            <a:r>
              <a:rPr sz="2400" kern="0" spc="-25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object</a:t>
            </a:r>
            <a:r>
              <a:rPr sz="2400" kern="0" spc="-25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in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via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u="heavy" kern="0" spc="-13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Consolas"/>
                <a:cs typeface="Consolas"/>
                <a:hlinkClick r:id="rId2"/>
              </a:rPr>
              <a:t>querySelector</a:t>
            </a:r>
            <a:r>
              <a:rPr sz="2400" kern="0" spc="-760" dirty="0">
                <a:solidFill>
                  <a:srgbClr val="AE4345"/>
                </a:solidFill>
                <a:latin typeface="Consolas"/>
                <a:cs typeface="Consolas"/>
                <a:hlinkClick r:id="rId2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function: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defTabSz="1219170"/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defTabSz="1219170">
              <a:spcBef>
                <a:spcPts val="20"/>
              </a:spcBef>
            </a:pP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16933" defTabSz="1219170">
              <a:spcBef>
                <a:spcPts val="7"/>
              </a:spcBef>
            </a:pPr>
            <a:r>
              <a:rPr sz="2400" kern="0" spc="-33" dirty="0">
                <a:solidFill>
                  <a:srgbClr val="5E686C"/>
                </a:solidFill>
                <a:latin typeface="Consolas"/>
                <a:cs typeface="Consolas"/>
              </a:rPr>
              <a:t>document.querySelector('</a:t>
            </a:r>
            <a:r>
              <a:rPr sz="2400" b="1" i="1" kern="0" spc="-33" dirty="0">
                <a:solidFill>
                  <a:srgbClr val="5E686C"/>
                </a:solidFill>
                <a:latin typeface="Trebuchet MS"/>
                <a:cs typeface="Trebuchet MS"/>
              </a:rPr>
              <a:t>css</a:t>
            </a:r>
            <a:r>
              <a:rPr sz="2400" b="1" i="1" kern="0" spc="27" dirty="0">
                <a:solidFill>
                  <a:srgbClr val="5E686C"/>
                </a:solidFill>
                <a:latin typeface="Trebuchet MS"/>
                <a:cs typeface="Trebuchet MS"/>
              </a:rPr>
              <a:t> </a:t>
            </a:r>
            <a:r>
              <a:rPr sz="2400" b="1" i="1" kern="0" spc="-13" dirty="0">
                <a:solidFill>
                  <a:srgbClr val="5E686C"/>
                </a:solidFill>
                <a:latin typeface="Trebuchet MS"/>
                <a:cs typeface="Trebuchet MS"/>
              </a:rPr>
              <a:t>selector</a:t>
            </a:r>
            <a:r>
              <a:rPr sz="2400" kern="0" spc="-13" dirty="0">
                <a:solidFill>
                  <a:srgbClr val="5E686C"/>
                </a:solidFill>
                <a:latin typeface="Consolas"/>
                <a:cs typeface="Consolas"/>
              </a:rPr>
              <a:t>');</a:t>
            </a:r>
            <a:endParaRPr sz="24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0968" y="4541067"/>
            <a:ext cx="9326033" cy="18618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15889" defTabSz="1219170">
              <a:spcBef>
                <a:spcPts val="133"/>
              </a:spcBef>
              <a:tabLst>
                <a:tab pos="625655" algn="l"/>
              </a:tabLst>
            </a:pPr>
            <a:r>
              <a:rPr sz="2400" kern="0" spc="-67" dirty="0">
                <a:solidFill>
                  <a:srgbClr val="5E686C"/>
                </a:solidFill>
                <a:latin typeface="Tahoma"/>
                <a:cs typeface="Tahoma"/>
              </a:rPr>
              <a:t>-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	This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returns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b="1" kern="0" spc="-107" dirty="0">
                <a:solidFill>
                  <a:srgbClr val="5E686C"/>
                </a:solidFill>
                <a:latin typeface="Tahoma"/>
                <a:cs typeface="Tahoma"/>
              </a:rPr>
              <a:t>first</a:t>
            </a:r>
            <a:r>
              <a:rPr sz="2400" b="1" kern="0" spc="-16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matches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given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selector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16933" defTabSz="1219170">
              <a:spcBef>
                <a:spcPts val="2507"/>
              </a:spcBef>
            </a:pPr>
            <a:r>
              <a:rPr sz="2700" kern="0" dirty="0">
                <a:solidFill>
                  <a:srgbClr val="37761C"/>
                </a:solidFill>
                <a:latin typeface="Consolas"/>
                <a:cs typeface="Consolas"/>
              </a:rPr>
              <a:t>//</a:t>
            </a:r>
            <a:r>
              <a:rPr sz="2700" kern="0" spc="-100" dirty="0">
                <a:solidFill>
                  <a:srgbClr val="37761C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37761C"/>
                </a:solidFill>
                <a:latin typeface="Consolas"/>
                <a:cs typeface="Consolas"/>
              </a:rPr>
              <a:t>Returns</a:t>
            </a:r>
            <a:r>
              <a:rPr sz="2700" kern="0" spc="-100" dirty="0">
                <a:solidFill>
                  <a:srgbClr val="37761C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37761C"/>
                </a:solidFill>
                <a:latin typeface="Consolas"/>
                <a:cs typeface="Consolas"/>
              </a:rPr>
              <a:t>the</a:t>
            </a:r>
            <a:r>
              <a:rPr sz="2700" kern="0" spc="-100" dirty="0">
                <a:solidFill>
                  <a:srgbClr val="37761C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37761C"/>
                </a:solidFill>
                <a:latin typeface="Consolas"/>
                <a:cs typeface="Consolas"/>
              </a:rPr>
              <a:t>element</a:t>
            </a:r>
            <a:r>
              <a:rPr sz="2700" kern="0" spc="-93" dirty="0">
                <a:solidFill>
                  <a:srgbClr val="37761C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37761C"/>
                </a:solidFill>
                <a:latin typeface="Consolas"/>
                <a:cs typeface="Consolas"/>
              </a:rPr>
              <a:t>with</a:t>
            </a:r>
            <a:r>
              <a:rPr sz="2700" kern="0" spc="-100" dirty="0">
                <a:solidFill>
                  <a:srgbClr val="37761C"/>
                </a:solidFill>
                <a:latin typeface="Consolas"/>
                <a:cs typeface="Consolas"/>
              </a:rPr>
              <a:t> </a:t>
            </a:r>
            <a:r>
              <a:rPr sz="2700" kern="0" spc="-13" dirty="0">
                <a:solidFill>
                  <a:srgbClr val="37761C"/>
                </a:solidFill>
                <a:latin typeface="Consolas"/>
                <a:cs typeface="Consolas"/>
              </a:rPr>
              <a:t>id="button"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>
              <a:spcBef>
                <a:spcPts val="2600"/>
              </a:spcBef>
            </a:pPr>
            <a:r>
              <a:rPr sz="2700" kern="0" dirty="0">
                <a:solidFill>
                  <a:srgbClr val="5E686C"/>
                </a:solidFill>
                <a:latin typeface="Consolas"/>
                <a:cs typeface="Consolas"/>
              </a:rPr>
              <a:t>let</a:t>
            </a:r>
            <a:r>
              <a:rPr sz="2700" kern="0" spc="-80" dirty="0">
                <a:solidFill>
                  <a:srgbClr val="5E686C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5E686C"/>
                </a:solidFill>
                <a:latin typeface="Consolas"/>
                <a:cs typeface="Consolas"/>
              </a:rPr>
              <a:t>element</a:t>
            </a:r>
            <a:r>
              <a:rPr sz="2700" kern="0" spc="-80" dirty="0">
                <a:solidFill>
                  <a:srgbClr val="5E686C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5E686C"/>
                </a:solidFill>
                <a:latin typeface="Consolas"/>
                <a:cs typeface="Consolas"/>
              </a:rPr>
              <a:t>=</a:t>
            </a:r>
            <a:r>
              <a:rPr sz="2700" kern="0" spc="-80" dirty="0">
                <a:solidFill>
                  <a:srgbClr val="5E686C"/>
                </a:solidFill>
                <a:latin typeface="Consolas"/>
                <a:cs typeface="Consolas"/>
              </a:rPr>
              <a:t> </a:t>
            </a:r>
            <a:r>
              <a:rPr sz="2700" kern="0" spc="-13" dirty="0">
                <a:solidFill>
                  <a:srgbClr val="5E686C"/>
                </a:solidFill>
                <a:latin typeface="Consolas"/>
                <a:cs typeface="Consolas"/>
              </a:rPr>
              <a:t>document.querySelector('#button');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9772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9" y="597492"/>
            <a:ext cx="7305887" cy="6788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107" dirty="0"/>
              <a:t>Adding</a:t>
            </a:r>
            <a:r>
              <a:rPr spc="-53" dirty="0"/>
              <a:t> </a:t>
            </a:r>
            <a:r>
              <a:rPr spc="152" dirty="0"/>
              <a:t>event</a:t>
            </a:r>
            <a:r>
              <a:rPr spc="-53" dirty="0"/>
              <a:t> </a:t>
            </a:r>
            <a:r>
              <a:rPr spc="187" dirty="0"/>
              <a:t>listeners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0968" y="1645469"/>
            <a:ext cx="8853593" cy="120395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Each</a:t>
            </a:r>
            <a:r>
              <a:rPr sz="2400" kern="0" spc="-2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240" dirty="0">
                <a:solidFill>
                  <a:srgbClr val="5E686C"/>
                </a:solidFill>
                <a:latin typeface="Tahoma"/>
                <a:cs typeface="Tahoma"/>
              </a:rPr>
              <a:t>DOM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object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47" dirty="0">
                <a:solidFill>
                  <a:srgbClr val="5E686C"/>
                </a:solidFill>
                <a:latin typeface="Tahoma"/>
                <a:cs typeface="Tahoma"/>
              </a:rPr>
              <a:t>has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following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function: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16933" defTabSz="1219170">
              <a:spcBef>
                <a:spcPts val="2485"/>
              </a:spcBef>
            </a:pPr>
            <a:r>
              <a:rPr sz="3200" kern="0" spc="-80" dirty="0">
                <a:solidFill>
                  <a:srgbClr val="5E686C"/>
                </a:solidFill>
                <a:latin typeface="Consolas"/>
                <a:cs typeface="Consolas"/>
              </a:rPr>
              <a:t>addEventListener(</a:t>
            </a:r>
            <a:r>
              <a:rPr sz="3200" b="1" i="1" kern="0" spc="-80" dirty="0">
                <a:solidFill>
                  <a:srgbClr val="5E686C"/>
                </a:solidFill>
                <a:latin typeface="Trebuchet MS"/>
                <a:cs typeface="Trebuchet MS"/>
              </a:rPr>
              <a:t>event</a:t>
            </a:r>
            <a:r>
              <a:rPr sz="3200" b="1" i="1" kern="0" spc="-227" dirty="0">
                <a:solidFill>
                  <a:srgbClr val="5E686C"/>
                </a:solidFill>
                <a:latin typeface="Trebuchet MS"/>
                <a:cs typeface="Trebuchet MS"/>
              </a:rPr>
              <a:t> </a:t>
            </a:r>
            <a:r>
              <a:rPr sz="3200" b="1" i="1" kern="0" spc="-253" dirty="0">
                <a:solidFill>
                  <a:srgbClr val="5E686C"/>
                </a:solidFill>
                <a:latin typeface="Trebuchet MS"/>
                <a:cs typeface="Trebuchet MS"/>
              </a:rPr>
              <a:t>name</a:t>
            </a:r>
            <a:r>
              <a:rPr sz="3200" i="1" kern="0" spc="-253" dirty="0">
                <a:solidFill>
                  <a:srgbClr val="5E686C"/>
                </a:solidFill>
                <a:latin typeface="Trebuchet MS"/>
                <a:cs typeface="Trebuchet MS"/>
              </a:rPr>
              <a:t>,</a:t>
            </a:r>
            <a:r>
              <a:rPr sz="3200" i="1" kern="0" spc="-213" dirty="0">
                <a:solidFill>
                  <a:srgbClr val="5E686C"/>
                </a:solidFill>
                <a:latin typeface="Trebuchet MS"/>
                <a:cs typeface="Trebuchet MS"/>
              </a:rPr>
              <a:t> </a:t>
            </a:r>
            <a:r>
              <a:rPr sz="3200" b="1" i="1" kern="0" spc="-207" dirty="0">
                <a:solidFill>
                  <a:srgbClr val="5E686C"/>
                </a:solidFill>
                <a:latin typeface="Trebuchet MS"/>
                <a:cs typeface="Trebuchet MS"/>
              </a:rPr>
              <a:t>function</a:t>
            </a:r>
            <a:r>
              <a:rPr sz="3200" b="1" i="1" kern="0" spc="-220" dirty="0">
                <a:solidFill>
                  <a:srgbClr val="5E686C"/>
                </a:solidFill>
                <a:latin typeface="Trebuchet MS"/>
                <a:cs typeface="Trebuchet MS"/>
              </a:rPr>
              <a:t> </a:t>
            </a:r>
            <a:r>
              <a:rPr sz="3200" b="1" i="1" kern="0" spc="-27" dirty="0">
                <a:solidFill>
                  <a:srgbClr val="5E686C"/>
                </a:solidFill>
                <a:latin typeface="Trebuchet MS"/>
                <a:cs typeface="Trebuchet MS"/>
              </a:rPr>
              <a:t>name</a:t>
            </a:r>
            <a:r>
              <a:rPr sz="3200" kern="0" spc="-27" dirty="0">
                <a:solidFill>
                  <a:srgbClr val="5E686C"/>
                </a:solidFill>
                <a:latin typeface="Consolas"/>
                <a:cs typeface="Consolas"/>
              </a:rPr>
              <a:t>);</a:t>
            </a:r>
            <a:endParaRPr sz="32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0002" y="3928929"/>
            <a:ext cx="9039012" cy="22055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6699" marR="6773" indent="-402993" defTabSz="1219170">
              <a:lnSpc>
                <a:spcPct val="114599"/>
              </a:lnSpc>
              <a:spcBef>
                <a:spcPts val="133"/>
              </a:spcBef>
              <a:tabLst>
                <a:tab pos="426699" algn="l"/>
              </a:tabLst>
            </a:pPr>
            <a:r>
              <a:rPr sz="2400" i="1" kern="0" spc="-67" dirty="0">
                <a:solidFill>
                  <a:srgbClr val="5E686C"/>
                </a:solidFill>
                <a:latin typeface="Trebuchet MS"/>
                <a:cs typeface="Trebuchet MS"/>
              </a:rPr>
              <a:t>-</a:t>
            </a:r>
            <a:r>
              <a:rPr sz="2400" i="1" kern="0" dirty="0">
                <a:solidFill>
                  <a:srgbClr val="5E686C"/>
                </a:solidFill>
                <a:latin typeface="Trebuchet MS"/>
                <a:cs typeface="Trebuchet MS"/>
              </a:rPr>
              <a:t>	</a:t>
            </a:r>
            <a:r>
              <a:rPr sz="2400" b="1" i="1" kern="0" spc="-167" dirty="0">
                <a:solidFill>
                  <a:srgbClr val="5E686C"/>
                </a:solidFill>
                <a:latin typeface="Trebuchet MS"/>
                <a:cs typeface="Trebuchet MS"/>
              </a:rPr>
              <a:t>event</a:t>
            </a:r>
            <a:r>
              <a:rPr sz="2400" b="1" i="1" kern="0" spc="-207" dirty="0">
                <a:solidFill>
                  <a:srgbClr val="5E686C"/>
                </a:solidFill>
                <a:latin typeface="Trebuchet MS"/>
                <a:cs typeface="Trebuchet MS"/>
              </a:rPr>
              <a:t> </a:t>
            </a:r>
            <a:r>
              <a:rPr sz="2400" b="1" i="1" kern="0" spc="-147" dirty="0">
                <a:solidFill>
                  <a:srgbClr val="5E686C"/>
                </a:solidFill>
                <a:latin typeface="Trebuchet MS"/>
                <a:cs typeface="Trebuchet MS"/>
              </a:rPr>
              <a:t>name</a:t>
            </a:r>
            <a:r>
              <a:rPr sz="2400" b="1" i="1" kern="0" spc="-187" dirty="0">
                <a:solidFill>
                  <a:srgbClr val="5E686C"/>
                </a:solidFill>
                <a:latin typeface="Trebuchet MS"/>
                <a:cs typeface="Trebuchet MS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string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40" dirty="0">
                <a:solidFill>
                  <a:srgbClr val="5E686C"/>
                </a:solidFill>
                <a:latin typeface="Tahoma"/>
                <a:cs typeface="Tahoma"/>
              </a:rPr>
              <a:t>name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u="heavy" kern="0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JavaScript</a:t>
            </a:r>
            <a:r>
              <a:rPr sz="2400" u="heavy" kern="0" spc="-227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2400" u="heavy" kern="0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event</a:t>
            </a:r>
            <a:r>
              <a:rPr sz="2400" kern="0" spc="-213" dirty="0">
                <a:solidFill>
                  <a:srgbClr val="AE4345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want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47" dirty="0">
                <a:solidFill>
                  <a:srgbClr val="5E686C"/>
                </a:solidFill>
                <a:latin typeface="Tahoma"/>
                <a:cs typeface="Tahoma"/>
              </a:rPr>
              <a:t>to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listen</a:t>
            </a:r>
            <a:r>
              <a:rPr sz="2400" kern="0" spc="-1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649361" defTabSz="1219170">
              <a:spcBef>
                <a:spcPts val="440"/>
              </a:spcBef>
              <a:tabLst>
                <a:tab pos="1036269" algn="l"/>
              </a:tabLst>
            </a:pPr>
            <a:r>
              <a:rPr kern="0" spc="-67" dirty="0">
                <a:solidFill>
                  <a:srgbClr val="5E686C"/>
                </a:solidFill>
                <a:latin typeface="Tahoma"/>
                <a:cs typeface="Tahoma"/>
              </a:rPr>
              <a:t>-</a:t>
            </a:r>
            <a:r>
              <a:rPr kern="0" dirty="0">
                <a:solidFill>
                  <a:srgbClr val="5E686C"/>
                </a:solidFill>
                <a:latin typeface="Tahoma"/>
                <a:cs typeface="Tahoma"/>
              </a:rPr>
              <a:t>	Common</a:t>
            </a:r>
            <a:r>
              <a:rPr kern="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kern="0" spc="-53" dirty="0">
                <a:solidFill>
                  <a:srgbClr val="5E686C"/>
                </a:solidFill>
                <a:latin typeface="Tahoma"/>
                <a:cs typeface="Tahoma"/>
              </a:rPr>
              <a:t>ones:</a:t>
            </a:r>
            <a:r>
              <a:rPr kern="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kern="0" spc="-13" dirty="0">
                <a:solidFill>
                  <a:srgbClr val="5E686C"/>
                </a:solidFill>
                <a:latin typeface="Tahoma"/>
                <a:cs typeface="Tahoma"/>
              </a:rPr>
              <a:t>click,</a:t>
            </a:r>
            <a:r>
              <a:rPr kern="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kern="0" spc="-33" dirty="0">
                <a:solidFill>
                  <a:srgbClr val="5E686C"/>
                </a:solidFill>
                <a:latin typeface="Tahoma"/>
                <a:cs typeface="Tahoma"/>
              </a:rPr>
              <a:t>focus,</a:t>
            </a:r>
            <a:r>
              <a:rPr kern="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kern="0" spc="-13" dirty="0">
                <a:solidFill>
                  <a:srgbClr val="5E686C"/>
                </a:solidFill>
                <a:latin typeface="Tahoma"/>
                <a:cs typeface="Tahoma"/>
              </a:rPr>
              <a:t>blur,</a:t>
            </a:r>
            <a:r>
              <a:rPr kern="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kern="0" spc="-33" dirty="0">
                <a:solidFill>
                  <a:srgbClr val="5E686C"/>
                </a:solidFill>
                <a:latin typeface="Tahoma"/>
                <a:cs typeface="Tahoma"/>
              </a:rPr>
              <a:t>etc</a:t>
            </a:r>
            <a:endParaRPr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426699" marR="129534" indent="-410612" defTabSz="1219170">
              <a:lnSpc>
                <a:spcPct val="113399"/>
              </a:lnSpc>
              <a:spcBef>
                <a:spcPts val="1287"/>
              </a:spcBef>
              <a:tabLst>
                <a:tab pos="426699" algn="l"/>
              </a:tabLst>
            </a:pPr>
            <a:r>
              <a:rPr sz="2400" kern="0" spc="-67" dirty="0">
                <a:solidFill>
                  <a:srgbClr val="5E686C"/>
                </a:solidFill>
                <a:latin typeface="Tahoma"/>
                <a:cs typeface="Tahoma"/>
              </a:rPr>
              <a:t>-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	</a:t>
            </a:r>
            <a:r>
              <a:rPr sz="2400" b="1" i="1" kern="0" spc="-147" dirty="0">
                <a:solidFill>
                  <a:srgbClr val="5E686C"/>
                </a:solidFill>
                <a:latin typeface="Trebuchet MS"/>
                <a:cs typeface="Trebuchet MS"/>
              </a:rPr>
              <a:t>function</a:t>
            </a:r>
            <a:r>
              <a:rPr sz="2400" b="1" i="1" kern="0" spc="-193" dirty="0">
                <a:solidFill>
                  <a:srgbClr val="5E686C"/>
                </a:solidFill>
                <a:latin typeface="Trebuchet MS"/>
                <a:cs typeface="Trebuchet MS"/>
              </a:rPr>
              <a:t> </a:t>
            </a:r>
            <a:r>
              <a:rPr sz="2400" b="1" i="1" kern="0" spc="-147" dirty="0">
                <a:solidFill>
                  <a:srgbClr val="5E686C"/>
                </a:solidFill>
                <a:latin typeface="Trebuchet MS"/>
                <a:cs typeface="Trebuchet MS"/>
              </a:rPr>
              <a:t>name</a:t>
            </a:r>
            <a:r>
              <a:rPr sz="2400" b="1" i="1" kern="0" spc="-173" dirty="0">
                <a:solidFill>
                  <a:srgbClr val="5E686C"/>
                </a:solidFill>
                <a:latin typeface="Trebuchet MS"/>
                <a:cs typeface="Trebuchet MS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40" dirty="0">
                <a:solidFill>
                  <a:srgbClr val="5E686C"/>
                </a:solidFill>
                <a:latin typeface="Tahoma"/>
                <a:cs typeface="Tahoma"/>
              </a:rPr>
              <a:t>name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JavaScript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function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2400" kern="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want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47" dirty="0">
                <a:solidFill>
                  <a:srgbClr val="5E686C"/>
                </a:solidFill>
                <a:latin typeface="Tahoma"/>
                <a:cs typeface="Tahoma"/>
              </a:rPr>
              <a:t>to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execute</a:t>
            </a:r>
            <a:r>
              <a:rPr sz="2400" kern="0" spc="-24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2400" kern="0" spc="-2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2400" kern="0" spc="-2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fires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72365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4036" y="327676"/>
            <a:ext cx="5632873" cy="3476413"/>
            <a:chOff x="370525" y="245756"/>
            <a:chExt cx="4224655" cy="26073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268" y="283856"/>
              <a:ext cx="3910614" cy="23436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9575" y="264806"/>
              <a:ext cx="4186554" cy="2569210"/>
            </a:xfrm>
            <a:custGeom>
              <a:avLst/>
              <a:gdLst/>
              <a:ahLst/>
              <a:cxnLst/>
              <a:rect l="l" t="t" r="r" b="b"/>
              <a:pathLst>
                <a:path w="4186554" h="2569210">
                  <a:moveTo>
                    <a:pt x="0" y="0"/>
                  </a:moveTo>
                  <a:lnTo>
                    <a:pt x="4186275" y="0"/>
                  </a:lnTo>
                  <a:lnTo>
                    <a:pt x="4186275" y="2569030"/>
                  </a:lnTo>
                  <a:lnTo>
                    <a:pt x="0" y="256903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94033" y="4035524"/>
            <a:ext cx="7455747" cy="2125133"/>
            <a:chOff x="370525" y="3026643"/>
            <a:chExt cx="5591810" cy="15938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625" y="3064743"/>
              <a:ext cx="5515293" cy="13740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9575" y="3045693"/>
              <a:ext cx="5553710" cy="1555750"/>
            </a:xfrm>
            <a:custGeom>
              <a:avLst/>
              <a:gdLst/>
              <a:ahLst/>
              <a:cxnLst/>
              <a:rect l="l" t="t" r="r" b="b"/>
              <a:pathLst>
                <a:path w="5553710" h="1555750">
                  <a:moveTo>
                    <a:pt x="0" y="0"/>
                  </a:moveTo>
                  <a:lnTo>
                    <a:pt x="5553393" y="0"/>
                  </a:lnTo>
                  <a:lnTo>
                    <a:pt x="5553393" y="1555274"/>
                  </a:lnTo>
                  <a:lnTo>
                    <a:pt x="0" y="1555274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4976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" y="3017276"/>
            <a:ext cx="8940800" cy="2028613"/>
            <a:chOff x="114300" y="2262956"/>
            <a:chExt cx="6705600" cy="1521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2301056"/>
              <a:ext cx="6629402" cy="13495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3350" y="2282006"/>
              <a:ext cx="6667500" cy="1483360"/>
            </a:xfrm>
            <a:custGeom>
              <a:avLst/>
              <a:gdLst/>
              <a:ahLst/>
              <a:cxnLst/>
              <a:rect l="l" t="t" r="r" b="b"/>
              <a:pathLst>
                <a:path w="6667500" h="1483360">
                  <a:moveTo>
                    <a:pt x="0" y="0"/>
                  </a:moveTo>
                  <a:lnTo>
                    <a:pt x="6667502" y="0"/>
                  </a:lnTo>
                  <a:lnTo>
                    <a:pt x="6667502" y="1483263"/>
                  </a:lnTo>
                  <a:lnTo>
                    <a:pt x="0" y="1483263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52402" y="710452"/>
            <a:ext cx="6445673" cy="2276685"/>
            <a:chOff x="114300" y="532839"/>
            <a:chExt cx="4834255" cy="170751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570939"/>
              <a:ext cx="4757888" cy="16312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3350" y="551889"/>
              <a:ext cx="4796155" cy="1669414"/>
            </a:xfrm>
            <a:custGeom>
              <a:avLst/>
              <a:gdLst/>
              <a:ahLst/>
              <a:cxnLst/>
              <a:rect l="l" t="t" r="r" b="b"/>
              <a:pathLst>
                <a:path w="4796155" h="1669414">
                  <a:moveTo>
                    <a:pt x="0" y="0"/>
                  </a:moveTo>
                  <a:lnTo>
                    <a:pt x="4795988" y="0"/>
                  </a:lnTo>
                  <a:lnTo>
                    <a:pt x="4795988" y="1669387"/>
                  </a:lnTo>
                  <a:lnTo>
                    <a:pt x="0" y="1669387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547925" y="5348353"/>
            <a:ext cx="3092873" cy="7653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800" b="1" kern="0" dirty="0">
                <a:solidFill>
                  <a:srgbClr val="1368F1"/>
                </a:solidFill>
                <a:cs typeface="Calibri"/>
              </a:rPr>
              <a:t>Error!</a:t>
            </a:r>
            <a:r>
              <a:rPr sz="4800" b="1" kern="0" spc="-40" dirty="0">
                <a:solidFill>
                  <a:srgbClr val="1368F1"/>
                </a:solidFill>
                <a:cs typeface="Calibri"/>
              </a:rPr>
              <a:t> </a:t>
            </a:r>
            <a:r>
              <a:rPr sz="4800" b="1" kern="0" spc="-27" dirty="0">
                <a:solidFill>
                  <a:srgbClr val="1368F1"/>
                </a:solidFill>
                <a:cs typeface="Calibri"/>
              </a:rPr>
              <a:t>Why?</a:t>
            </a:r>
            <a:endParaRPr sz="4800" kern="0">
              <a:solidFill>
                <a:sysClr val="windowText" lastClr="00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741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4367" y="3636226"/>
            <a:ext cx="2200485" cy="1560407"/>
            <a:chOff x="355774" y="2727168"/>
            <a:chExt cx="1650364" cy="1170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774" y="2727168"/>
              <a:ext cx="1212599" cy="11702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21786" y="2941837"/>
              <a:ext cx="622935" cy="426720"/>
            </a:xfrm>
            <a:custGeom>
              <a:avLst/>
              <a:gdLst/>
              <a:ahLst/>
              <a:cxnLst/>
              <a:rect l="l" t="t" r="r" b="b"/>
              <a:pathLst>
                <a:path w="622935" h="426720">
                  <a:moveTo>
                    <a:pt x="0" y="426170"/>
                  </a:moveTo>
                  <a:lnTo>
                    <a:pt x="622563" y="0"/>
                  </a:lnTo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9752" y="2825120"/>
              <a:ext cx="216322" cy="187696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762859" y="3449070"/>
            <a:ext cx="1971040" cy="1385147"/>
            <a:chOff x="2072144" y="2586803"/>
            <a:chExt cx="1478280" cy="10388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1194" y="2605853"/>
              <a:ext cx="1439554" cy="10003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81669" y="2596328"/>
              <a:ext cx="1459230" cy="1019810"/>
            </a:xfrm>
            <a:custGeom>
              <a:avLst/>
              <a:gdLst/>
              <a:ahLst/>
              <a:cxnLst/>
              <a:rect l="l" t="t" r="r" b="b"/>
              <a:pathLst>
                <a:path w="1459229" h="1019810">
                  <a:moveTo>
                    <a:pt x="0" y="0"/>
                  </a:moveTo>
                  <a:lnTo>
                    <a:pt x="1458604" y="0"/>
                  </a:lnTo>
                  <a:lnTo>
                    <a:pt x="1458604" y="1019411"/>
                  </a:lnTo>
                  <a:lnTo>
                    <a:pt x="0" y="101941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56099" y="1047024"/>
            <a:ext cx="2533524" cy="25335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08860" y="3655579"/>
            <a:ext cx="1014749" cy="10147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69224" y="681540"/>
            <a:ext cx="8216053" cy="2415189"/>
          </a:xfrm>
          <a:prstGeom prst="rect">
            <a:avLst/>
          </a:prstGeom>
        </p:spPr>
        <p:txBody>
          <a:bodyPr vert="horz" wrap="square" lIns="0" tIns="80429" rIns="0" bIns="0" rtlCol="0">
            <a:spAutoFit/>
          </a:bodyPr>
          <a:lstStyle/>
          <a:p>
            <a:pPr marL="16933" defTabSz="1219170">
              <a:spcBef>
                <a:spcPts val="633"/>
              </a:spcBef>
            </a:pPr>
            <a:r>
              <a:rPr sz="2700" kern="0" spc="-13" dirty="0">
                <a:solidFill>
                  <a:sysClr val="windowText" lastClr="000000"/>
                </a:solidFill>
                <a:latin typeface="Consolas"/>
                <a:cs typeface="Consolas"/>
              </a:rPr>
              <a:t>&lt;head&gt;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389448" defTabSz="1219170">
              <a:spcBef>
                <a:spcPts val="500"/>
              </a:spcBef>
            </a:pPr>
            <a:r>
              <a:rPr sz="27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&lt;title&gt;CGS</a:t>
            </a:r>
            <a:r>
              <a:rPr sz="2700" kern="0" spc="-213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700" kern="0" spc="-13" dirty="0">
                <a:solidFill>
                  <a:sysClr val="windowText" lastClr="000000"/>
                </a:solidFill>
                <a:latin typeface="Consolas"/>
                <a:cs typeface="Consolas"/>
              </a:rPr>
              <a:t>3066&lt;/title&gt;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389448" defTabSz="1219170">
              <a:spcBef>
                <a:spcPts val="500"/>
              </a:spcBef>
            </a:pPr>
            <a:r>
              <a:rPr sz="27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&lt;link</a:t>
            </a:r>
            <a:r>
              <a:rPr sz="2700" kern="0" spc="-267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rel="stylesheet"</a:t>
            </a:r>
            <a:r>
              <a:rPr sz="2700" kern="0" spc="-260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ysClr val="windowText" lastClr="000000"/>
                </a:solidFill>
                <a:latin typeface="Consolas"/>
                <a:cs typeface="Consolas"/>
              </a:rPr>
              <a:t>href="style.css"</a:t>
            </a:r>
            <a:r>
              <a:rPr sz="2700" kern="0" spc="-267" dirty="0">
                <a:solidFill>
                  <a:sysClr val="windowText" lastClr="000000"/>
                </a:solidFill>
                <a:latin typeface="Consolas"/>
                <a:cs typeface="Consolas"/>
              </a:rPr>
              <a:t> </a:t>
            </a:r>
            <a:r>
              <a:rPr sz="2700" kern="0" spc="-33" dirty="0">
                <a:solidFill>
                  <a:sysClr val="windowText" lastClr="000000"/>
                </a:solidFill>
                <a:latin typeface="Consolas"/>
                <a:cs typeface="Consolas"/>
              </a:rPr>
              <a:t>/&gt;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389448" defTabSz="1219170">
              <a:spcBef>
                <a:spcPts val="500"/>
              </a:spcBef>
            </a:pPr>
            <a:r>
              <a:rPr sz="2700" b="1" kern="0" dirty="0">
                <a:solidFill>
                  <a:srgbClr val="3368E7"/>
                </a:solidFill>
                <a:latin typeface="Consolas"/>
                <a:cs typeface="Consolas"/>
              </a:rPr>
              <a:t>&lt;script</a:t>
            </a:r>
            <a:r>
              <a:rPr sz="2700" b="1" kern="0" spc="-152" dirty="0">
                <a:solidFill>
                  <a:srgbClr val="3368E7"/>
                </a:solidFill>
                <a:latin typeface="Consolas"/>
                <a:cs typeface="Consolas"/>
              </a:rPr>
              <a:t> </a:t>
            </a:r>
            <a:r>
              <a:rPr sz="2700" b="1" kern="0" spc="-13" dirty="0">
                <a:solidFill>
                  <a:srgbClr val="3368E7"/>
                </a:solidFill>
                <a:latin typeface="Consolas"/>
                <a:cs typeface="Consolas"/>
              </a:rPr>
              <a:t>src="</a:t>
            </a:r>
            <a:r>
              <a:rPr sz="2700" b="1" kern="0" spc="-13" dirty="0">
                <a:solidFill>
                  <a:srgbClr val="F45E61"/>
                </a:solidFill>
                <a:latin typeface="Consolas"/>
                <a:cs typeface="Consolas"/>
              </a:rPr>
              <a:t>script.js</a:t>
            </a:r>
            <a:r>
              <a:rPr sz="2700" b="1" kern="0" spc="-13" dirty="0">
                <a:solidFill>
                  <a:srgbClr val="3368E7"/>
                </a:solidFill>
                <a:latin typeface="Consolas"/>
                <a:cs typeface="Consolas"/>
              </a:rPr>
              <a:t>"&gt;&lt;/script&gt;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>
              <a:spcBef>
                <a:spcPts val="500"/>
              </a:spcBef>
            </a:pPr>
            <a:r>
              <a:rPr sz="2700" kern="0" spc="-13" dirty="0">
                <a:solidFill>
                  <a:sysClr val="windowText" lastClr="000000"/>
                </a:solidFill>
                <a:latin typeface="Consolas"/>
                <a:cs typeface="Consolas"/>
              </a:rPr>
              <a:t>&lt;/head&gt;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17238" y="2735236"/>
            <a:ext cx="219287" cy="1048173"/>
            <a:chOff x="2862927" y="2051426"/>
            <a:chExt cx="164465" cy="786130"/>
          </a:xfrm>
        </p:grpSpPr>
        <p:sp>
          <p:nvSpPr>
            <p:cNvPr id="13" name="object 13"/>
            <p:cNvSpPr/>
            <p:nvPr/>
          </p:nvSpPr>
          <p:spPr>
            <a:xfrm>
              <a:off x="2937177" y="2243362"/>
              <a:ext cx="8255" cy="574675"/>
            </a:xfrm>
            <a:custGeom>
              <a:avLst/>
              <a:gdLst/>
              <a:ahLst/>
              <a:cxnLst/>
              <a:rect l="l" t="t" r="r" b="b"/>
              <a:pathLst>
                <a:path w="8255" h="574675">
                  <a:moveTo>
                    <a:pt x="0" y="574520"/>
                  </a:moveTo>
                  <a:lnTo>
                    <a:pt x="7726" y="0"/>
                  </a:lnTo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62927" y="2051426"/>
              <a:ext cx="163950" cy="211832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180867" y="1778551"/>
            <a:ext cx="542712" cy="362373"/>
          </a:xfrm>
          <a:custGeom>
            <a:avLst/>
            <a:gdLst/>
            <a:ahLst/>
            <a:cxnLst/>
            <a:rect l="l" t="t" r="r" b="b"/>
            <a:pathLst>
              <a:path w="407034" h="271780">
                <a:moveTo>
                  <a:pt x="271049" y="271499"/>
                </a:moveTo>
                <a:lnTo>
                  <a:pt x="271049" y="203624"/>
                </a:lnTo>
                <a:lnTo>
                  <a:pt x="0" y="203624"/>
                </a:lnTo>
                <a:lnTo>
                  <a:pt x="0" y="67874"/>
                </a:lnTo>
                <a:lnTo>
                  <a:pt x="271049" y="67874"/>
                </a:lnTo>
                <a:lnTo>
                  <a:pt x="271049" y="0"/>
                </a:lnTo>
                <a:lnTo>
                  <a:pt x="406799" y="135749"/>
                </a:lnTo>
                <a:lnTo>
                  <a:pt x="271049" y="271499"/>
                </a:lnTo>
                <a:close/>
              </a:path>
            </a:pathLst>
          </a:custGeom>
          <a:solidFill>
            <a:srgbClr val="85200C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01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4367" y="3941026"/>
            <a:ext cx="2200485" cy="1560407"/>
            <a:chOff x="355774" y="2955768"/>
            <a:chExt cx="1650364" cy="1170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774" y="2955768"/>
              <a:ext cx="1212599" cy="11702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21786" y="3399036"/>
              <a:ext cx="622935" cy="426720"/>
            </a:xfrm>
            <a:custGeom>
              <a:avLst/>
              <a:gdLst/>
              <a:ahLst/>
              <a:cxnLst/>
              <a:rect l="l" t="t" r="r" b="b"/>
              <a:pathLst>
                <a:path w="622935" h="426720">
                  <a:moveTo>
                    <a:pt x="0" y="426170"/>
                  </a:moveTo>
                  <a:lnTo>
                    <a:pt x="622563" y="0"/>
                  </a:lnTo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9752" y="3282320"/>
              <a:ext cx="216322" cy="187696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762859" y="3753872"/>
            <a:ext cx="1971040" cy="1385147"/>
            <a:chOff x="2072144" y="2815403"/>
            <a:chExt cx="1478280" cy="10388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1194" y="2834453"/>
              <a:ext cx="1439554" cy="10003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81669" y="2824928"/>
              <a:ext cx="1459230" cy="1019810"/>
            </a:xfrm>
            <a:custGeom>
              <a:avLst/>
              <a:gdLst/>
              <a:ahLst/>
              <a:cxnLst/>
              <a:rect l="l" t="t" r="r" b="b"/>
              <a:pathLst>
                <a:path w="1459229" h="1019810">
                  <a:moveTo>
                    <a:pt x="0" y="0"/>
                  </a:moveTo>
                  <a:lnTo>
                    <a:pt x="1458604" y="0"/>
                  </a:lnTo>
                  <a:lnTo>
                    <a:pt x="1458604" y="1019411"/>
                  </a:lnTo>
                  <a:lnTo>
                    <a:pt x="0" y="101941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56099" y="1047024"/>
            <a:ext cx="2533524" cy="25335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08860" y="4061979"/>
            <a:ext cx="1014749" cy="10147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69224" y="681540"/>
            <a:ext cx="8216053" cy="2415189"/>
          </a:xfrm>
          <a:prstGeom prst="rect">
            <a:avLst/>
          </a:prstGeom>
        </p:spPr>
        <p:txBody>
          <a:bodyPr vert="horz" wrap="square" lIns="0" tIns="80429" rIns="0" bIns="0" rtlCol="0">
            <a:spAutoFit/>
          </a:bodyPr>
          <a:lstStyle/>
          <a:p>
            <a:pPr marL="16933" defTabSz="1219170">
              <a:spcBef>
                <a:spcPts val="633"/>
              </a:spcBef>
            </a:pPr>
            <a:r>
              <a:rPr sz="2700" kern="0" spc="-13" dirty="0">
                <a:solidFill>
                  <a:srgbClr val="F45E61"/>
                </a:solidFill>
                <a:latin typeface="Consolas"/>
                <a:cs typeface="Consolas"/>
              </a:rPr>
              <a:t>&lt;head&gt;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389448" defTabSz="1219170">
              <a:spcBef>
                <a:spcPts val="500"/>
              </a:spcBef>
            </a:pP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&lt;title&gt;CSGS</a:t>
            </a:r>
            <a:r>
              <a:rPr sz="2700" kern="0" spc="-240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spc="-13" dirty="0">
                <a:solidFill>
                  <a:srgbClr val="F45E61"/>
                </a:solidFill>
                <a:latin typeface="Consolas"/>
                <a:cs typeface="Consolas"/>
              </a:rPr>
              <a:t>3066&lt;/title&gt;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389448" defTabSz="1219170">
              <a:spcBef>
                <a:spcPts val="500"/>
              </a:spcBef>
            </a:pP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&lt;link</a:t>
            </a:r>
            <a:r>
              <a:rPr sz="2700" kern="0" spc="-267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rel="stylesheet"</a:t>
            </a:r>
            <a:r>
              <a:rPr sz="2700" kern="0" spc="-260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href="style.css"</a:t>
            </a:r>
            <a:r>
              <a:rPr sz="2700" kern="0" spc="-267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spc="-33" dirty="0">
                <a:solidFill>
                  <a:srgbClr val="F45E61"/>
                </a:solidFill>
                <a:latin typeface="Consolas"/>
                <a:cs typeface="Consolas"/>
              </a:rPr>
              <a:t>/&gt;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389448" defTabSz="1219170">
              <a:spcBef>
                <a:spcPts val="500"/>
              </a:spcBef>
            </a:pPr>
            <a:r>
              <a:rPr sz="2700" b="1" kern="0" dirty="0">
                <a:solidFill>
                  <a:srgbClr val="3368E7"/>
                </a:solidFill>
                <a:latin typeface="Consolas"/>
                <a:cs typeface="Consolas"/>
              </a:rPr>
              <a:t>&lt;script</a:t>
            </a:r>
            <a:r>
              <a:rPr sz="2700" b="1" kern="0" spc="-152" dirty="0">
                <a:solidFill>
                  <a:srgbClr val="3368E7"/>
                </a:solidFill>
                <a:latin typeface="Consolas"/>
                <a:cs typeface="Consolas"/>
              </a:rPr>
              <a:t> </a:t>
            </a:r>
            <a:r>
              <a:rPr sz="2700" b="1" kern="0" spc="-13" dirty="0">
                <a:solidFill>
                  <a:srgbClr val="3368E7"/>
                </a:solidFill>
                <a:latin typeface="Consolas"/>
                <a:cs typeface="Consolas"/>
              </a:rPr>
              <a:t>src="</a:t>
            </a:r>
            <a:r>
              <a:rPr sz="2700" b="1" kern="0" spc="-13" dirty="0">
                <a:solidFill>
                  <a:srgbClr val="F45E61"/>
                </a:solidFill>
                <a:latin typeface="Consolas"/>
                <a:cs typeface="Consolas"/>
              </a:rPr>
              <a:t>script.js</a:t>
            </a:r>
            <a:r>
              <a:rPr sz="2700" b="1" kern="0" spc="-13" dirty="0">
                <a:solidFill>
                  <a:srgbClr val="3368E7"/>
                </a:solidFill>
                <a:latin typeface="Consolas"/>
                <a:cs typeface="Consolas"/>
              </a:rPr>
              <a:t>"&gt;&lt;/script&gt;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>
              <a:spcBef>
                <a:spcPts val="500"/>
              </a:spcBef>
            </a:pPr>
            <a:r>
              <a:rPr sz="2700" kern="0" spc="-13" dirty="0">
                <a:solidFill>
                  <a:srgbClr val="F45E61"/>
                </a:solidFill>
                <a:latin typeface="Consolas"/>
                <a:cs typeface="Consolas"/>
              </a:rPr>
              <a:t>&lt;/head&gt;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17238" y="3040036"/>
            <a:ext cx="219287" cy="1048173"/>
            <a:chOff x="2862927" y="2280026"/>
            <a:chExt cx="164465" cy="786130"/>
          </a:xfrm>
        </p:grpSpPr>
        <p:sp>
          <p:nvSpPr>
            <p:cNvPr id="13" name="object 13"/>
            <p:cNvSpPr/>
            <p:nvPr/>
          </p:nvSpPr>
          <p:spPr>
            <a:xfrm>
              <a:off x="2937177" y="2471962"/>
              <a:ext cx="8255" cy="574675"/>
            </a:xfrm>
            <a:custGeom>
              <a:avLst/>
              <a:gdLst/>
              <a:ahLst/>
              <a:cxnLst/>
              <a:rect l="l" t="t" r="r" b="b"/>
              <a:pathLst>
                <a:path w="8255" h="574675">
                  <a:moveTo>
                    <a:pt x="0" y="574520"/>
                  </a:moveTo>
                  <a:lnTo>
                    <a:pt x="7726" y="0"/>
                  </a:lnTo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62927" y="2280026"/>
              <a:ext cx="163950" cy="21183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5333081" y="2158458"/>
            <a:ext cx="4312920" cy="1929553"/>
            <a:chOff x="3999811" y="1618842"/>
            <a:chExt cx="3234690" cy="1447165"/>
          </a:xfrm>
        </p:grpSpPr>
        <p:sp>
          <p:nvSpPr>
            <p:cNvPr id="16" name="object 16"/>
            <p:cNvSpPr/>
            <p:nvPr/>
          </p:nvSpPr>
          <p:spPr>
            <a:xfrm>
              <a:off x="5066462" y="2047571"/>
              <a:ext cx="1491615" cy="904240"/>
            </a:xfrm>
            <a:custGeom>
              <a:avLst/>
              <a:gdLst/>
              <a:ahLst/>
              <a:cxnLst/>
              <a:rect l="l" t="t" r="r" b="b"/>
              <a:pathLst>
                <a:path w="1491615" h="904239">
                  <a:moveTo>
                    <a:pt x="1285836" y="48762"/>
                  </a:moveTo>
                  <a:lnTo>
                    <a:pt x="1030866" y="48762"/>
                  </a:lnTo>
                  <a:lnTo>
                    <a:pt x="1066557" y="22729"/>
                  </a:lnTo>
                  <a:lnTo>
                    <a:pt x="1108843" y="6242"/>
                  </a:lnTo>
                  <a:lnTo>
                    <a:pt x="1155016" y="0"/>
                  </a:lnTo>
                  <a:lnTo>
                    <a:pt x="1202364" y="4696"/>
                  </a:lnTo>
                  <a:lnTo>
                    <a:pt x="1246198" y="20159"/>
                  </a:lnTo>
                  <a:lnTo>
                    <a:pt x="1282353" y="44604"/>
                  </a:lnTo>
                  <a:lnTo>
                    <a:pt x="1285836" y="48762"/>
                  </a:lnTo>
                  <a:close/>
                </a:path>
                <a:path w="1491615" h="904239">
                  <a:moveTo>
                    <a:pt x="1302514" y="68676"/>
                  </a:moveTo>
                  <a:lnTo>
                    <a:pt x="776067" y="68676"/>
                  </a:lnTo>
                  <a:lnTo>
                    <a:pt x="797442" y="42341"/>
                  </a:lnTo>
                  <a:lnTo>
                    <a:pt x="825697" y="21598"/>
                  </a:lnTo>
                  <a:lnTo>
                    <a:pt x="859312" y="7307"/>
                  </a:lnTo>
                  <a:lnTo>
                    <a:pt x="896770" y="327"/>
                  </a:lnTo>
                  <a:lnTo>
                    <a:pt x="935149" y="1380"/>
                  </a:lnTo>
                  <a:lnTo>
                    <a:pt x="971416" y="10209"/>
                  </a:lnTo>
                  <a:lnTo>
                    <a:pt x="1003884" y="26207"/>
                  </a:lnTo>
                  <a:lnTo>
                    <a:pt x="1030866" y="48762"/>
                  </a:lnTo>
                  <a:lnTo>
                    <a:pt x="1285836" y="48762"/>
                  </a:lnTo>
                  <a:lnTo>
                    <a:pt x="1302514" y="68676"/>
                  </a:lnTo>
                  <a:close/>
                </a:path>
                <a:path w="1491615" h="904239">
                  <a:moveTo>
                    <a:pt x="1320783" y="105730"/>
                  </a:moveTo>
                  <a:lnTo>
                    <a:pt x="484174" y="105730"/>
                  </a:lnTo>
                  <a:lnTo>
                    <a:pt x="508645" y="76517"/>
                  </a:lnTo>
                  <a:lnTo>
                    <a:pt x="540195" y="53059"/>
                  </a:lnTo>
                  <a:lnTo>
                    <a:pt x="577408" y="36186"/>
                  </a:lnTo>
                  <a:lnTo>
                    <a:pt x="618866" y="26729"/>
                  </a:lnTo>
                  <a:lnTo>
                    <a:pt x="661850" y="25466"/>
                  </a:lnTo>
                  <a:lnTo>
                    <a:pt x="703480" y="32331"/>
                  </a:lnTo>
                  <a:lnTo>
                    <a:pt x="742103" y="46881"/>
                  </a:lnTo>
                  <a:lnTo>
                    <a:pt x="776067" y="68676"/>
                  </a:lnTo>
                  <a:lnTo>
                    <a:pt x="1302514" y="68676"/>
                  </a:lnTo>
                  <a:lnTo>
                    <a:pt x="1308909" y="76310"/>
                  </a:lnTo>
                  <a:lnTo>
                    <a:pt x="1320783" y="105730"/>
                  </a:lnTo>
                  <a:close/>
                </a:path>
                <a:path w="1491615" h="904239">
                  <a:moveTo>
                    <a:pt x="417723" y="850039"/>
                  </a:moveTo>
                  <a:lnTo>
                    <a:pt x="365137" y="843253"/>
                  </a:lnTo>
                  <a:lnTo>
                    <a:pt x="315226" y="827960"/>
                  </a:lnTo>
                  <a:lnTo>
                    <a:pt x="270388" y="805023"/>
                  </a:lnTo>
                  <a:lnTo>
                    <a:pt x="231876" y="775236"/>
                  </a:lnTo>
                  <a:lnTo>
                    <a:pt x="200939" y="739390"/>
                  </a:lnTo>
                  <a:lnTo>
                    <a:pt x="154713" y="737975"/>
                  </a:lnTo>
                  <a:lnTo>
                    <a:pt x="112091" y="725471"/>
                  </a:lnTo>
                  <a:lnTo>
                    <a:pt x="75898" y="703126"/>
                  </a:lnTo>
                  <a:lnTo>
                    <a:pt x="48959" y="672190"/>
                  </a:lnTo>
                  <a:lnTo>
                    <a:pt x="34687" y="635989"/>
                  </a:lnTo>
                  <a:lnTo>
                    <a:pt x="34313" y="598763"/>
                  </a:lnTo>
                  <a:lnTo>
                    <a:pt x="47382" y="563122"/>
                  </a:lnTo>
                  <a:lnTo>
                    <a:pt x="73438" y="531677"/>
                  </a:lnTo>
                  <a:lnTo>
                    <a:pt x="36811" y="506698"/>
                  </a:lnTo>
                  <a:lnTo>
                    <a:pt x="11865" y="474318"/>
                  </a:lnTo>
                  <a:lnTo>
                    <a:pt x="0" y="437174"/>
                  </a:lnTo>
                  <a:lnTo>
                    <a:pt x="2610" y="397907"/>
                  </a:lnTo>
                  <a:lnTo>
                    <a:pt x="19845" y="361269"/>
                  </a:lnTo>
                  <a:lnTo>
                    <a:pt x="49195" y="331537"/>
                  </a:lnTo>
                  <a:lnTo>
                    <a:pt x="88072" y="310633"/>
                  </a:lnTo>
                  <a:lnTo>
                    <a:pt x="133886" y="300478"/>
                  </a:lnTo>
                  <a:lnTo>
                    <a:pt x="135142" y="297661"/>
                  </a:lnTo>
                  <a:lnTo>
                    <a:pt x="133974" y="254222"/>
                  </a:lnTo>
                  <a:lnTo>
                    <a:pt x="144367" y="212431"/>
                  </a:lnTo>
                  <a:lnTo>
                    <a:pt x="165519" y="173758"/>
                  </a:lnTo>
                  <a:lnTo>
                    <a:pt x="196625" y="139673"/>
                  </a:lnTo>
                  <a:lnTo>
                    <a:pt x="236879" y="111649"/>
                  </a:lnTo>
                  <a:lnTo>
                    <a:pt x="283723" y="91778"/>
                  </a:lnTo>
                  <a:lnTo>
                    <a:pt x="333830" y="81204"/>
                  </a:lnTo>
                  <a:lnTo>
                    <a:pt x="385245" y="79973"/>
                  </a:lnTo>
                  <a:lnTo>
                    <a:pt x="436011" y="88133"/>
                  </a:lnTo>
                  <a:lnTo>
                    <a:pt x="484174" y="105730"/>
                  </a:lnTo>
                  <a:lnTo>
                    <a:pt x="1320783" y="105730"/>
                  </a:lnTo>
                  <a:lnTo>
                    <a:pt x="1323943" y="113558"/>
                  </a:lnTo>
                  <a:lnTo>
                    <a:pt x="1360739" y="125470"/>
                  </a:lnTo>
                  <a:lnTo>
                    <a:pt x="1393276" y="143365"/>
                  </a:lnTo>
                  <a:lnTo>
                    <a:pt x="1420514" y="166530"/>
                  </a:lnTo>
                  <a:lnTo>
                    <a:pt x="1441418" y="194251"/>
                  </a:lnTo>
                  <a:lnTo>
                    <a:pt x="1454689" y="225018"/>
                  </a:lnTo>
                  <a:lnTo>
                    <a:pt x="1459704" y="257055"/>
                  </a:lnTo>
                  <a:lnTo>
                    <a:pt x="1456433" y="289245"/>
                  </a:lnTo>
                  <a:lnTo>
                    <a:pt x="1444844" y="320474"/>
                  </a:lnTo>
                  <a:lnTo>
                    <a:pt x="1475488" y="364241"/>
                  </a:lnTo>
                  <a:lnTo>
                    <a:pt x="1491168" y="412255"/>
                  </a:lnTo>
                  <a:lnTo>
                    <a:pt x="1491466" y="461980"/>
                  </a:lnTo>
                  <a:lnTo>
                    <a:pt x="1475969" y="510879"/>
                  </a:lnTo>
                  <a:lnTo>
                    <a:pt x="1452730" y="546637"/>
                  </a:lnTo>
                  <a:lnTo>
                    <a:pt x="1421500" y="577147"/>
                  </a:lnTo>
                  <a:lnTo>
                    <a:pt x="1383531" y="601603"/>
                  </a:lnTo>
                  <a:lnTo>
                    <a:pt x="1340074" y="619198"/>
                  </a:lnTo>
                  <a:lnTo>
                    <a:pt x="1292383" y="629126"/>
                  </a:lnTo>
                  <a:lnTo>
                    <a:pt x="1284865" y="672588"/>
                  </a:lnTo>
                  <a:lnTo>
                    <a:pt x="1264138" y="712231"/>
                  </a:lnTo>
                  <a:lnTo>
                    <a:pt x="1231633" y="746078"/>
                  </a:lnTo>
                  <a:lnTo>
                    <a:pt x="1196410" y="767511"/>
                  </a:lnTo>
                  <a:lnTo>
                    <a:pt x="986761" y="767511"/>
                  </a:lnTo>
                  <a:lnTo>
                    <a:pt x="965643" y="807907"/>
                  </a:lnTo>
                  <a:lnTo>
                    <a:pt x="955923" y="818820"/>
                  </a:lnTo>
                  <a:lnTo>
                    <a:pt x="569672" y="818820"/>
                  </a:lnTo>
                  <a:lnTo>
                    <a:pt x="521550" y="837636"/>
                  </a:lnTo>
                  <a:lnTo>
                    <a:pt x="470380" y="848105"/>
                  </a:lnTo>
                  <a:lnTo>
                    <a:pt x="417723" y="850039"/>
                  </a:lnTo>
                  <a:close/>
                </a:path>
                <a:path w="1491615" h="904239">
                  <a:moveTo>
                    <a:pt x="1087007" y="792436"/>
                  </a:moveTo>
                  <a:lnTo>
                    <a:pt x="1035297" y="785592"/>
                  </a:lnTo>
                  <a:lnTo>
                    <a:pt x="986761" y="767511"/>
                  </a:lnTo>
                  <a:lnTo>
                    <a:pt x="1196410" y="767511"/>
                  </a:lnTo>
                  <a:lnTo>
                    <a:pt x="1188782" y="772153"/>
                  </a:lnTo>
                  <a:lnTo>
                    <a:pt x="1139099" y="787978"/>
                  </a:lnTo>
                  <a:lnTo>
                    <a:pt x="1087007" y="792436"/>
                  </a:lnTo>
                  <a:close/>
                </a:path>
                <a:path w="1491615" h="904239">
                  <a:moveTo>
                    <a:pt x="744684" y="903897"/>
                  </a:moveTo>
                  <a:lnTo>
                    <a:pt x="693435" y="895598"/>
                  </a:lnTo>
                  <a:lnTo>
                    <a:pt x="645955" y="878203"/>
                  </a:lnTo>
                  <a:lnTo>
                    <a:pt x="604087" y="852385"/>
                  </a:lnTo>
                  <a:lnTo>
                    <a:pt x="569672" y="818820"/>
                  </a:lnTo>
                  <a:lnTo>
                    <a:pt x="955923" y="818820"/>
                  </a:lnTo>
                  <a:lnTo>
                    <a:pt x="895363" y="870758"/>
                  </a:lnTo>
                  <a:lnTo>
                    <a:pt x="849251" y="891034"/>
                  </a:lnTo>
                  <a:lnTo>
                    <a:pt x="797859" y="902424"/>
                  </a:lnTo>
                  <a:lnTo>
                    <a:pt x="744684" y="903897"/>
                  </a:lnTo>
                  <a:close/>
                </a:path>
              </a:pathLst>
            </a:custGeom>
            <a:solidFill>
              <a:srgbClr val="B4A7D6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018861" y="2660263"/>
              <a:ext cx="910590" cy="386715"/>
            </a:xfrm>
            <a:custGeom>
              <a:avLst/>
              <a:gdLst/>
              <a:ahLst/>
              <a:cxnLst/>
              <a:rect l="l" t="t" r="r" b="b"/>
              <a:pathLst>
                <a:path w="910589" h="386714">
                  <a:moveTo>
                    <a:pt x="0" y="386218"/>
                  </a:moveTo>
                  <a:lnTo>
                    <a:pt x="910355" y="0"/>
                  </a:lnTo>
                </a:path>
              </a:pathLst>
            </a:custGeom>
            <a:ln w="38099">
              <a:solidFill>
                <a:srgbClr val="9900FF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85588" y="2573686"/>
              <a:ext cx="221847" cy="16356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145761" y="1705420"/>
              <a:ext cx="910590" cy="386715"/>
            </a:xfrm>
            <a:custGeom>
              <a:avLst/>
              <a:gdLst/>
              <a:ahLst/>
              <a:cxnLst/>
              <a:rect l="l" t="t" r="r" b="b"/>
              <a:pathLst>
                <a:path w="910590" h="386714">
                  <a:moveTo>
                    <a:pt x="0" y="386218"/>
                  </a:moveTo>
                  <a:lnTo>
                    <a:pt x="910355" y="0"/>
                  </a:lnTo>
                </a:path>
              </a:pathLst>
            </a:custGeom>
            <a:ln w="38099">
              <a:solidFill>
                <a:srgbClr val="9900FF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12488" y="1618842"/>
              <a:ext cx="221847" cy="16356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180867" y="2184951"/>
            <a:ext cx="542712" cy="362373"/>
          </a:xfrm>
          <a:custGeom>
            <a:avLst/>
            <a:gdLst/>
            <a:ahLst/>
            <a:cxnLst/>
            <a:rect l="l" t="t" r="r" b="b"/>
            <a:pathLst>
              <a:path w="407034" h="271780">
                <a:moveTo>
                  <a:pt x="271049" y="271499"/>
                </a:moveTo>
                <a:lnTo>
                  <a:pt x="271049" y="203624"/>
                </a:lnTo>
                <a:lnTo>
                  <a:pt x="0" y="203624"/>
                </a:lnTo>
                <a:lnTo>
                  <a:pt x="0" y="67874"/>
                </a:lnTo>
                <a:lnTo>
                  <a:pt x="271049" y="67874"/>
                </a:lnTo>
                <a:lnTo>
                  <a:pt x="271049" y="0"/>
                </a:lnTo>
                <a:lnTo>
                  <a:pt x="406799" y="135749"/>
                </a:lnTo>
                <a:lnTo>
                  <a:pt x="271049" y="27149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45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4367" y="3941026"/>
            <a:ext cx="2200485" cy="1560407"/>
            <a:chOff x="355774" y="2955768"/>
            <a:chExt cx="1650364" cy="1170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774" y="2955768"/>
              <a:ext cx="1212599" cy="11702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21786" y="3399036"/>
              <a:ext cx="622935" cy="426720"/>
            </a:xfrm>
            <a:custGeom>
              <a:avLst/>
              <a:gdLst/>
              <a:ahLst/>
              <a:cxnLst/>
              <a:rect l="l" t="t" r="r" b="b"/>
              <a:pathLst>
                <a:path w="622935" h="426720">
                  <a:moveTo>
                    <a:pt x="0" y="426170"/>
                  </a:moveTo>
                  <a:lnTo>
                    <a:pt x="622563" y="0"/>
                  </a:lnTo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9752" y="3282320"/>
              <a:ext cx="216322" cy="187696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762859" y="3753872"/>
            <a:ext cx="1971040" cy="1385147"/>
            <a:chOff x="2072144" y="2815403"/>
            <a:chExt cx="1478280" cy="10388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1194" y="2834453"/>
              <a:ext cx="1439554" cy="10003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81669" y="2824928"/>
              <a:ext cx="1459230" cy="1019810"/>
            </a:xfrm>
            <a:custGeom>
              <a:avLst/>
              <a:gdLst/>
              <a:ahLst/>
              <a:cxnLst/>
              <a:rect l="l" t="t" r="r" b="b"/>
              <a:pathLst>
                <a:path w="1459229" h="1019810">
                  <a:moveTo>
                    <a:pt x="0" y="0"/>
                  </a:moveTo>
                  <a:lnTo>
                    <a:pt x="1458604" y="0"/>
                  </a:lnTo>
                  <a:lnTo>
                    <a:pt x="1458604" y="1019411"/>
                  </a:lnTo>
                  <a:lnTo>
                    <a:pt x="0" y="101941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56099" y="1047024"/>
            <a:ext cx="2533524" cy="25335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08860" y="4061979"/>
            <a:ext cx="1014749" cy="10147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69224" y="681540"/>
            <a:ext cx="8216053" cy="2415189"/>
          </a:xfrm>
          <a:prstGeom prst="rect">
            <a:avLst/>
          </a:prstGeom>
        </p:spPr>
        <p:txBody>
          <a:bodyPr vert="horz" wrap="square" lIns="0" tIns="80429" rIns="0" bIns="0" rtlCol="0">
            <a:spAutoFit/>
          </a:bodyPr>
          <a:lstStyle/>
          <a:p>
            <a:pPr marL="16933" defTabSz="1219170">
              <a:spcBef>
                <a:spcPts val="633"/>
              </a:spcBef>
            </a:pPr>
            <a:r>
              <a:rPr sz="2700" kern="0" spc="-13" dirty="0">
                <a:solidFill>
                  <a:srgbClr val="F45E61"/>
                </a:solidFill>
                <a:latin typeface="Consolas"/>
                <a:cs typeface="Consolas"/>
              </a:rPr>
              <a:t>&lt;head&gt;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389448" defTabSz="1219170">
              <a:spcBef>
                <a:spcPts val="500"/>
              </a:spcBef>
            </a:pP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&lt;title&gt;CSGS</a:t>
            </a:r>
            <a:r>
              <a:rPr sz="2700" kern="0" spc="-240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spc="-13" dirty="0">
                <a:solidFill>
                  <a:srgbClr val="F45E61"/>
                </a:solidFill>
                <a:latin typeface="Consolas"/>
                <a:cs typeface="Consolas"/>
              </a:rPr>
              <a:t>3066&lt;/title&gt;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389448" defTabSz="1219170">
              <a:spcBef>
                <a:spcPts val="500"/>
              </a:spcBef>
            </a:pP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&lt;link</a:t>
            </a:r>
            <a:r>
              <a:rPr sz="2700" kern="0" spc="-267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rel="stylesheet"</a:t>
            </a:r>
            <a:r>
              <a:rPr sz="2700" kern="0" spc="-260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href="style.css"</a:t>
            </a:r>
            <a:r>
              <a:rPr sz="2700" kern="0" spc="-267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spc="-33" dirty="0">
                <a:solidFill>
                  <a:srgbClr val="F45E61"/>
                </a:solidFill>
                <a:latin typeface="Consolas"/>
                <a:cs typeface="Consolas"/>
              </a:rPr>
              <a:t>/&gt;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389448" defTabSz="1219170">
              <a:spcBef>
                <a:spcPts val="500"/>
              </a:spcBef>
            </a:pPr>
            <a:r>
              <a:rPr sz="2700" b="1" kern="0" dirty="0">
                <a:solidFill>
                  <a:srgbClr val="3368E7"/>
                </a:solidFill>
                <a:latin typeface="Consolas"/>
                <a:cs typeface="Consolas"/>
              </a:rPr>
              <a:t>&lt;script</a:t>
            </a:r>
            <a:r>
              <a:rPr sz="2700" b="1" kern="0" spc="-152" dirty="0">
                <a:solidFill>
                  <a:srgbClr val="3368E7"/>
                </a:solidFill>
                <a:latin typeface="Consolas"/>
                <a:cs typeface="Consolas"/>
              </a:rPr>
              <a:t> </a:t>
            </a:r>
            <a:r>
              <a:rPr sz="2700" b="1" kern="0" spc="-13" dirty="0">
                <a:solidFill>
                  <a:srgbClr val="3368E7"/>
                </a:solidFill>
                <a:latin typeface="Consolas"/>
                <a:cs typeface="Consolas"/>
              </a:rPr>
              <a:t>src="</a:t>
            </a:r>
            <a:r>
              <a:rPr sz="2700" b="1" kern="0" spc="-13" dirty="0">
                <a:solidFill>
                  <a:srgbClr val="F45E61"/>
                </a:solidFill>
                <a:latin typeface="Consolas"/>
                <a:cs typeface="Consolas"/>
              </a:rPr>
              <a:t>script.js</a:t>
            </a:r>
            <a:r>
              <a:rPr sz="2700" b="1" kern="0" spc="-13" dirty="0">
                <a:solidFill>
                  <a:srgbClr val="3368E7"/>
                </a:solidFill>
                <a:latin typeface="Consolas"/>
                <a:cs typeface="Consolas"/>
              </a:rPr>
              <a:t>"&gt;&lt;/script&gt;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>
              <a:spcBef>
                <a:spcPts val="500"/>
              </a:spcBef>
            </a:pPr>
            <a:r>
              <a:rPr sz="2700" kern="0" spc="-13" dirty="0">
                <a:solidFill>
                  <a:srgbClr val="F45E61"/>
                </a:solidFill>
                <a:latin typeface="Consolas"/>
                <a:cs typeface="Consolas"/>
              </a:rPr>
              <a:t>&lt;/head&gt;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17238" y="3040036"/>
            <a:ext cx="219287" cy="1048173"/>
            <a:chOff x="2862927" y="2280026"/>
            <a:chExt cx="164465" cy="786130"/>
          </a:xfrm>
        </p:grpSpPr>
        <p:sp>
          <p:nvSpPr>
            <p:cNvPr id="13" name="object 13"/>
            <p:cNvSpPr/>
            <p:nvPr/>
          </p:nvSpPr>
          <p:spPr>
            <a:xfrm>
              <a:off x="2937177" y="2471962"/>
              <a:ext cx="8255" cy="574675"/>
            </a:xfrm>
            <a:custGeom>
              <a:avLst/>
              <a:gdLst/>
              <a:ahLst/>
              <a:cxnLst/>
              <a:rect l="l" t="t" r="r" b="b"/>
              <a:pathLst>
                <a:path w="8255" h="574675">
                  <a:moveTo>
                    <a:pt x="0" y="574520"/>
                  </a:moveTo>
                  <a:lnTo>
                    <a:pt x="7726" y="0"/>
                  </a:lnTo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62927" y="2280026"/>
              <a:ext cx="163950" cy="211832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180867" y="2184951"/>
            <a:ext cx="542712" cy="362373"/>
          </a:xfrm>
          <a:custGeom>
            <a:avLst/>
            <a:gdLst/>
            <a:ahLst/>
            <a:cxnLst/>
            <a:rect l="l" t="t" r="r" b="b"/>
            <a:pathLst>
              <a:path w="407034" h="271780">
                <a:moveTo>
                  <a:pt x="271049" y="271499"/>
                </a:moveTo>
                <a:lnTo>
                  <a:pt x="271049" y="203624"/>
                </a:lnTo>
                <a:lnTo>
                  <a:pt x="0" y="203624"/>
                </a:lnTo>
                <a:lnTo>
                  <a:pt x="0" y="67874"/>
                </a:lnTo>
                <a:lnTo>
                  <a:pt x="271049" y="67874"/>
                </a:lnTo>
                <a:lnTo>
                  <a:pt x="271049" y="0"/>
                </a:lnTo>
                <a:lnTo>
                  <a:pt x="406799" y="135749"/>
                </a:lnTo>
                <a:lnTo>
                  <a:pt x="271049" y="27149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333081" y="2158456"/>
            <a:ext cx="4428067" cy="2379133"/>
            <a:chOff x="3999811" y="1618842"/>
            <a:chExt cx="3321050" cy="1784350"/>
          </a:xfrm>
        </p:grpSpPr>
        <p:sp>
          <p:nvSpPr>
            <p:cNvPr id="17" name="object 17"/>
            <p:cNvSpPr/>
            <p:nvPr/>
          </p:nvSpPr>
          <p:spPr>
            <a:xfrm>
              <a:off x="5066462" y="2047571"/>
              <a:ext cx="1491615" cy="904240"/>
            </a:xfrm>
            <a:custGeom>
              <a:avLst/>
              <a:gdLst/>
              <a:ahLst/>
              <a:cxnLst/>
              <a:rect l="l" t="t" r="r" b="b"/>
              <a:pathLst>
                <a:path w="1491615" h="904239">
                  <a:moveTo>
                    <a:pt x="1285836" y="48762"/>
                  </a:moveTo>
                  <a:lnTo>
                    <a:pt x="1030866" y="48762"/>
                  </a:lnTo>
                  <a:lnTo>
                    <a:pt x="1066557" y="22729"/>
                  </a:lnTo>
                  <a:lnTo>
                    <a:pt x="1108843" y="6242"/>
                  </a:lnTo>
                  <a:lnTo>
                    <a:pt x="1155016" y="0"/>
                  </a:lnTo>
                  <a:lnTo>
                    <a:pt x="1202364" y="4696"/>
                  </a:lnTo>
                  <a:lnTo>
                    <a:pt x="1246198" y="20159"/>
                  </a:lnTo>
                  <a:lnTo>
                    <a:pt x="1282353" y="44604"/>
                  </a:lnTo>
                  <a:lnTo>
                    <a:pt x="1285836" y="48762"/>
                  </a:lnTo>
                  <a:close/>
                </a:path>
                <a:path w="1491615" h="904239">
                  <a:moveTo>
                    <a:pt x="1302514" y="68676"/>
                  </a:moveTo>
                  <a:lnTo>
                    <a:pt x="776067" y="68676"/>
                  </a:lnTo>
                  <a:lnTo>
                    <a:pt x="797442" y="42341"/>
                  </a:lnTo>
                  <a:lnTo>
                    <a:pt x="825697" y="21598"/>
                  </a:lnTo>
                  <a:lnTo>
                    <a:pt x="859312" y="7307"/>
                  </a:lnTo>
                  <a:lnTo>
                    <a:pt x="896770" y="327"/>
                  </a:lnTo>
                  <a:lnTo>
                    <a:pt x="935149" y="1380"/>
                  </a:lnTo>
                  <a:lnTo>
                    <a:pt x="971416" y="10209"/>
                  </a:lnTo>
                  <a:lnTo>
                    <a:pt x="1003884" y="26207"/>
                  </a:lnTo>
                  <a:lnTo>
                    <a:pt x="1030866" y="48762"/>
                  </a:lnTo>
                  <a:lnTo>
                    <a:pt x="1285836" y="48762"/>
                  </a:lnTo>
                  <a:lnTo>
                    <a:pt x="1302514" y="68676"/>
                  </a:lnTo>
                  <a:close/>
                </a:path>
                <a:path w="1491615" h="904239">
                  <a:moveTo>
                    <a:pt x="1320783" y="105730"/>
                  </a:moveTo>
                  <a:lnTo>
                    <a:pt x="484174" y="105730"/>
                  </a:lnTo>
                  <a:lnTo>
                    <a:pt x="508645" y="76517"/>
                  </a:lnTo>
                  <a:lnTo>
                    <a:pt x="540195" y="53059"/>
                  </a:lnTo>
                  <a:lnTo>
                    <a:pt x="577408" y="36186"/>
                  </a:lnTo>
                  <a:lnTo>
                    <a:pt x="618866" y="26729"/>
                  </a:lnTo>
                  <a:lnTo>
                    <a:pt x="661850" y="25466"/>
                  </a:lnTo>
                  <a:lnTo>
                    <a:pt x="703480" y="32331"/>
                  </a:lnTo>
                  <a:lnTo>
                    <a:pt x="742103" y="46881"/>
                  </a:lnTo>
                  <a:lnTo>
                    <a:pt x="776067" y="68676"/>
                  </a:lnTo>
                  <a:lnTo>
                    <a:pt x="1302514" y="68676"/>
                  </a:lnTo>
                  <a:lnTo>
                    <a:pt x="1308909" y="76310"/>
                  </a:lnTo>
                  <a:lnTo>
                    <a:pt x="1320783" y="105730"/>
                  </a:lnTo>
                  <a:close/>
                </a:path>
                <a:path w="1491615" h="904239">
                  <a:moveTo>
                    <a:pt x="417723" y="850039"/>
                  </a:moveTo>
                  <a:lnTo>
                    <a:pt x="365137" y="843253"/>
                  </a:lnTo>
                  <a:lnTo>
                    <a:pt x="315226" y="827960"/>
                  </a:lnTo>
                  <a:lnTo>
                    <a:pt x="270388" y="805023"/>
                  </a:lnTo>
                  <a:lnTo>
                    <a:pt x="231876" y="775236"/>
                  </a:lnTo>
                  <a:lnTo>
                    <a:pt x="200939" y="739390"/>
                  </a:lnTo>
                  <a:lnTo>
                    <a:pt x="154713" y="737975"/>
                  </a:lnTo>
                  <a:lnTo>
                    <a:pt x="112091" y="725471"/>
                  </a:lnTo>
                  <a:lnTo>
                    <a:pt x="75898" y="703126"/>
                  </a:lnTo>
                  <a:lnTo>
                    <a:pt x="48959" y="672190"/>
                  </a:lnTo>
                  <a:lnTo>
                    <a:pt x="34687" y="635989"/>
                  </a:lnTo>
                  <a:lnTo>
                    <a:pt x="34313" y="598763"/>
                  </a:lnTo>
                  <a:lnTo>
                    <a:pt x="47382" y="563122"/>
                  </a:lnTo>
                  <a:lnTo>
                    <a:pt x="73438" y="531677"/>
                  </a:lnTo>
                  <a:lnTo>
                    <a:pt x="36811" y="506698"/>
                  </a:lnTo>
                  <a:lnTo>
                    <a:pt x="11865" y="474318"/>
                  </a:lnTo>
                  <a:lnTo>
                    <a:pt x="0" y="437174"/>
                  </a:lnTo>
                  <a:lnTo>
                    <a:pt x="2610" y="397907"/>
                  </a:lnTo>
                  <a:lnTo>
                    <a:pt x="19845" y="361269"/>
                  </a:lnTo>
                  <a:lnTo>
                    <a:pt x="49195" y="331537"/>
                  </a:lnTo>
                  <a:lnTo>
                    <a:pt x="88072" y="310633"/>
                  </a:lnTo>
                  <a:lnTo>
                    <a:pt x="133886" y="300478"/>
                  </a:lnTo>
                  <a:lnTo>
                    <a:pt x="135142" y="297661"/>
                  </a:lnTo>
                  <a:lnTo>
                    <a:pt x="133974" y="254222"/>
                  </a:lnTo>
                  <a:lnTo>
                    <a:pt x="144367" y="212431"/>
                  </a:lnTo>
                  <a:lnTo>
                    <a:pt x="165519" y="173758"/>
                  </a:lnTo>
                  <a:lnTo>
                    <a:pt x="196625" y="139673"/>
                  </a:lnTo>
                  <a:lnTo>
                    <a:pt x="236879" y="111649"/>
                  </a:lnTo>
                  <a:lnTo>
                    <a:pt x="283723" y="91778"/>
                  </a:lnTo>
                  <a:lnTo>
                    <a:pt x="333830" y="81204"/>
                  </a:lnTo>
                  <a:lnTo>
                    <a:pt x="385245" y="79973"/>
                  </a:lnTo>
                  <a:lnTo>
                    <a:pt x="436011" y="88133"/>
                  </a:lnTo>
                  <a:lnTo>
                    <a:pt x="484174" y="105730"/>
                  </a:lnTo>
                  <a:lnTo>
                    <a:pt x="1320783" y="105730"/>
                  </a:lnTo>
                  <a:lnTo>
                    <a:pt x="1323943" y="113558"/>
                  </a:lnTo>
                  <a:lnTo>
                    <a:pt x="1360739" y="125470"/>
                  </a:lnTo>
                  <a:lnTo>
                    <a:pt x="1393276" y="143365"/>
                  </a:lnTo>
                  <a:lnTo>
                    <a:pt x="1420514" y="166530"/>
                  </a:lnTo>
                  <a:lnTo>
                    <a:pt x="1441418" y="194251"/>
                  </a:lnTo>
                  <a:lnTo>
                    <a:pt x="1454689" y="225018"/>
                  </a:lnTo>
                  <a:lnTo>
                    <a:pt x="1459704" y="257055"/>
                  </a:lnTo>
                  <a:lnTo>
                    <a:pt x="1456433" y="289245"/>
                  </a:lnTo>
                  <a:lnTo>
                    <a:pt x="1444844" y="320474"/>
                  </a:lnTo>
                  <a:lnTo>
                    <a:pt x="1475488" y="364241"/>
                  </a:lnTo>
                  <a:lnTo>
                    <a:pt x="1491168" y="412255"/>
                  </a:lnTo>
                  <a:lnTo>
                    <a:pt x="1491466" y="461980"/>
                  </a:lnTo>
                  <a:lnTo>
                    <a:pt x="1475969" y="510879"/>
                  </a:lnTo>
                  <a:lnTo>
                    <a:pt x="1452730" y="546637"/>
                  </a:lnTo>
                  <a:lnTo>
                    <a:pt x="1421500" y="577147"/>
                  </a:lnTo>
                  <a:lnTo>
                    <a:pt x="1383531" y="601603"/>
                  </a:lnTo>
                  <a:lnTo>
                    <a:pt x="1340074" y="619198"/>
                  </a:lnTo>
                  <a:lnTo>
                    <a:pt x="1292383" y="629126"/>
                  </a:lnTo>
                  <a:lnTo>
                    <a:pt x="1284865" y="672588"/>
                  </a:lnTo>
                  <a:lnTo>
                    <a:pt x="1264138" y="712231"/>
                  </a:lnTo>
                  <a:lnTo>
                    <a:pt x="1231633" y="746078"/>
                  </a:lnTo>
                  <a:lnTo>
                    <a:pt x="1196410" y="767511"/>
                  </a:lnTo>
                  <a:lnTo>
                    <a:pt x="986761" y="767511"/>
                  </a:lnTo>
                  <a:lnTo>
                    <a:pt x="965643" y="807907"/>
                  </a:lnTo>
                  <a:lnTo>
                    <a:pt x="955923" y="818820"/>
                  </a:lnTo>
                  <a:lnTo>
                    <a:pt x="569672" y="818820"/>
                  </a:lnTo>
                  <a:lnTo>
                    <a:pt x="521550" y="837636"/>
                  </a:lnTo>
                  <a:lnTo>
                    <a:pt x="470380" y="848105"/>
                  </a:lnTo>
                  <a:lnTo>
                    <a:pt x="417723" y="850039"/>
                  </a:lnTo>
                  <a:close/>
                </a:path>
                <a:path w="1491615" h="904239">
                  <a:moveTo>
                    <a:pt x="1087007" y="792436"/>
                  </a:moveTo>
                  <a:lnTo>
                    <a:pt x="1035297" y="785592"/>
                  </a:lnTo>
                  <a:lnTo>
                    <a:pt x="986761" y="767511"/>
                  </a:lnTo>
                  <a:lnTo>
                    <a:pt x="1196410" y="767511"/>
                  </a:lnTo>
                  <a:lnTo>
                    <a:pt x="1188782" y="772153"/>
                  </a:lnTo>
                  <a:lnTo>
                    <a:pt x="1139099" y="787978"/>
                  </a:lnTo>
                  <a:lnTo>
                    <a:pt x="1087007" y="792436"/>
                  </a:lnTo>
                  <a:close/>
                </a:path>
                <a:path w="1491615" h="904239">
                  <a:moveTo>
                    <a:pt x="744684" y="903897"/>
                  </a:moveTo>
                  <a:lnTo>
                    <a:pt x="693435" y="895598"/>
                  </a:lnTo>
                  <a:lnTo>
                    <a:pt x="645955" y="878203"/>
                  </a:lnTo>
                  <a:lnTo>
                    <a:pt x="604087" y="852385"/>
                  </a:lnTo>
                  <a:lnTo>
                    <a:pt x="569672" y="818820"/>
                  </a:lnTo>
                  <a:lnTo>
                    <a:pt x="955923" y="818820"/>
                  </a:lnTo>
                  <a:lnTo>
                    <a:pt x="895363" y="870758"/>
                  </a:lnTo>
                  <a:lnTo>
                    <a:pt x="849251" y="891034"/>
                  </a:lnTo>
                  <a:lnTo>
                    <a:pt x="797859" y="902424"/>
                  </a:lnTo>
                  <a:lnTo>
                    <a:pt x="744684" y="903897"/>
                  </a:lnTo>
                  <a:close/>
                </a:path>
              </a:pathLst>
            </a:custGeom>
            <a:solidFill>
              <a:srgbClr val="B4A7D6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018861" y="2660263"/>
              <a:ext cx="910590" cy="386715"/>
            </a:xfrm>
            <a:custGeom>
              <a:avLst/>
              <a:gdLst/>
              <a:ahLst/>
              <a:cxnLst/>
              <a:rect l="l" t="t" r="r" b="b"/>
              <a:pathLst>
                <a:path w="910589" h="386714">
                  <a:moveTo>
                    <a:pt x="0" y="386218"/>
                  </a:moveTo>
                  <a:lnTo>
                    <a:pt x="910355" y="0"/>
                  </a:lnTo>
                </a:path>
              </a:pathLst>
            </a:custGeom>
            <a:ln w="38099">
              <a:solidFill>
                <a:srgbClr val="9900FF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85588" y="2573686"/>
              <a:ext cx="221847" cy="16356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45761" y="1705420"/>
              <a:ext cx="910590" cy="386715"/>
            </a:xfrm>
            <a:custGeom>
              <a:avLst/>
              <a:gdLst/>
              <a:ahLst/>
              <a:cxnLst/>
              <a:rect l="l" t="t" r="r" b="b"/>
              <a:pathLst>
                <a:path w="910590" h="386714">
                  <a:moveTo>
                    <a:pt x="0" y="386218"/>
                  </a:moveTo>
                  <a:lnTo>
                    <a:pt x="910355" y="0"/>
                  </a:lnTo>
                </a:path>
              </a:pathLst>
            </a:custGeom>
            <a:ln w="38099">
              <a:solidFill>
                <a:srgbClr val="9900FF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12488" y="1618842"/>
              <a:ext cx="221847" cy="16356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90931" y="1887188"/>
              <a:ext cx="910590" cy="386715"/>
            </a:xfrm>
            <a:custGeom>
              <a:avLst/>
              <a:gdLst/>
              <a:ahLst/>
              <a:cxnLst/>
              <a:rect l="l" t="t" r="r" b="b"/>
              <a:pathLst>
                <a:path w="910590" h="386714">
                  <a:moveTo>
                    <a:pt x="910355" y="0"/>
                  </a:moveTo>
                  <a:lnTo>
                    <a:pt x="0" y="386218"/>
                  </a:lnTo>
                </a:path>
              </a:pathLst>
            </a:custGeom>
            <a:ln w="38099">
              <a:solidFill>
                <a:srgbClr val="9900FF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12711" y="2196424"/>
              <a:ext cx="221847" cy="16356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264031" y="2842032"/>
              <a:ext cx="910590" cy="386715"/>
            </a:xfrm>
            <a:custGeom>
              <a:avLst/>
              <a:gdLst/>
              <a:ahLst/>
              <a:cxnLst/>
              <a:rect l="l" t="t" r="r" b="b"/>
              <a:pathLst>
                <a:path w="910589" h="386714">
                  <a:moveTo>
                    <a:pt x="910355" y="0"/>
                  </a:moveTo>
                  <a:lnTo>
                    <a:pt x="0" y="386218"/>
                  </a:lnTo>
                </a:path>
              </a:pathLst>
            </a:custGeom>
            <a:ln w="38099">
              <a:solidFill>
                <a:srgbClr val="9900FF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85811" y="3151268"/>
              <a:ext cx="221847" cy="1635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99775" y="2998144"/>
              <a:ext cx="404511" cy="404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338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4367" y="3737826"/>
            <a:ext cx="2200485" cy="1560407"/>
            <a:chOff x="355774" y="2803368"/>
            <a:chExt cx="1650364" cy="1170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774" y="2803368"/>
              <a:ext cx="1212599" cy="11702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21786" y="3246637"/>
              <a:ext cx="622935" cy="426720"/>
            </a:xfrm>
            <a:custGeom>
              <a:avLst/>
              <a:gdLst/>
              <a:ahLst/>
              <a:cxnLst/>
              <a:rect l="l" t="t" r="r" b="b"/>
              <a:pathLst>
                <a:path w="622935" h="426720">
                  <a:moveTo>
                    <a:pt x="0" y="426170"/>
                  </a:moveTo>
                  <a:lnTo>
                    <a:pt x="622563" y="0"/>
                  </a:lnTo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9752" y="3129920"/>
              <a:ext cx="216322" cy="187696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762859" y="3550672"/>
            <a:ext cx="1971040" cy="1385147"/>
            <a:chOff x="2072144" y="2663003"/>
            <a:chExt cx="1478280" cy="10388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1194" y="2682053"/>
              <a:ext cx="1439554" cy="10003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81669" y="2672528"/>
              <a:ext cx="1459230" cy="1019810"/>
            </a:xfrm>
            <a:custGeom>
              <a:avLst/>
              <a:gdLst/>
              <a:ahLst/>
              <a:cxnLst/>
              <a:rect l="l" t="t" r="r" b="b"/>
              <a:pathLst>
                <a:path w="1459229" h="1019810">
                  <a:moveTo>
                    <a:pt x="0" y="0"/>
                  </a:moveTo>
                  <a:lnTo>
                    <a:pt x="1458604" y="0"/>
                  </a:lnTo>
                  <a:lnTo>
                    <a:pt x="1458604" y="1019411"/>
                  </a:lnTo>
                  <a:lnTo>
                    <a:pt x="0" y="101941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6645" y="2817883"/>
              <a:ext cx="761062" cy="761062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69224" y="681539"/>
            <a:ext cx="4497493" cy="883998"/>
          </a:xfrm>
          <a:prstGeom prst="rect">
            <a:avLst/>
          </a:prstGeom>
        </p:spPr>
        <p:txBody>
          <a:bodyPr vert="horz" wrap="square" lIns="0" tIns="80429" rIns="0" bIns="0" rtlCol="0">
            <a:spAutoFit/>
          </a:bodyPr>
          <a:lstStyle/>
          <a:p>
            <a:pPr marL="16933">
              <a:spcBef>
                <a:spcPts val="633"/>
              </a:spcBef>
            </a:pPr>
            <a:r>
              <a:rPr sz="2400" b="0" spc="-13" dirty="0">
                <a:latin typeface="Consolas"/>
                <a:cs typeface="Consolas"/>
              </a:rPr>
              <a:t>&lt;head&gt;</a:t>
            </a:r>
            <a:endParaRPr sz="2400" dirty="0">
              <a:latin typeface="Consolas"/>
              <a:cs typeface="Consolas"/>
            </a:endParaRPr>
          </a:p>
          <a:p>
            <a:pPr marL="389448">
              <a:spcBef>
                <a:spcPts val="500"/>
              </a:spcBef>
            </a:pPr>
            <a:r>
              <a:rPr sz="2400" b="0" dirty="0">
                <a:latin typeface="Consolas"/>
                <a:cs typeface="Consolas"/>
              </a:rPr>
              <a:t>&lt;title&gt;CS</a:t>
            </a:r>
            <a:r>
              <a:rPr sz="2400" b="0" spc="-193" dirty="0">
                <a:latin typeface="Consolas"/>
                <a:cs typeface="Consolas"/>
              </a:rPr>
              <a:t> </a:t>
            </a:r>
            <a:r>
              <a:rPr sz="2400" b="0" spc="-13" dirty="0">
                <a:latin typeface="Consolas"/>
                <a:cs typeface="Consolas"/>
              </a:rPr>
              <a:t>193X&lt;/title&gt;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9224" y="1621341"/>
            <a:ext cx="8216053" cy="1443567"/>
          </a:xfrm>
          <a:prstGeom prst="rect">
            <a:avLst/>
          </a:prstGeom>
        </p:spPr>
        <p:txBody>
          <a:bodyPr vert="horz" wrap="square" lIns="0" tIns="80429" rIns="0" bIns="0" rtlCol="0">
            <a:spAutoFit/>
          </a:bodyPr>
          <a:lstStyle/>
          <a:p>
            <a:pPr marL="389448" defTabSz="1219170">
              <a:spcBef>
                <a:spcPts val="633"/>
              </a:spcBef>
            </a:pP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&lt;link</a:t>
            </a:r>
            <a:r>
              <a:rPr sz="2700" kern="0" spc="-267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rel="stylesheet"</a:t>
            </a:r>
            <a:r>
              <a:rPr sz="2700" kern="0" spc="-260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href</a:t>
            </a: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="style.css"</a:t>
            </a:r>
            <a:r>
              <a:rPr sz="2700" kern="0" spc="-267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spc="-33" dirty="0">
                <a:solidFill>
                  <a:srgbClr val="F45E61"/>
                </a:solidFill>
                <a:latin typeface="Consolas"/>
                <a:cs typeface="Consolas"/>
              </a:rPr>
              <a:t>/&gt;</a:t>
            </a:r>
            <a:endParaRPr sz="27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389448" defTabSz="1219170">
              <a:spcBef>
                <a:spcPts val="500"/>
              </a:spcBef>
            </a:pPr>
            <a:r>
              <a:rPr sz="2700" b="1" kern="0" dirty="0">
                <a:solidFill>
                  <a:srgbClr val="3368E7"/>
                </a:solidFill>
                <a:latin typeface="Consolas"/>
                <a:cs typeface="Consolas"/>
              </a:rPr>
              <a:t>&lt;script</a:t>
            </a:r>
            <a:r>
              <a:rPr sz="2700" b="1" kern="0" spc="-152" dirty="0">
                <a:solidFill>
                  <a:srgbClr val="3368E7"/>
                </a:solidFill>
                <a:latin typeface="Consolas"/>
                <a:cs typeface="Consolas"/>
              </a:rPr>
              <a:t> </a:t>
            </a:r>
            <a:r>
              <a:rPr sz="2700" b="1" kern="0" spc="-13" dirty="0">
                <a:solidFill>
                  <a:srgbClr val="3368E7"/>
                </a:solidFill>
                <a:latin typeface="Consolas"/>
                <a:cs typeface="Consolas"/>
              </a:rPr>
              <a:t>src</a:t>
            </a:r>
            <a:r>
              <a:rPr sz="2700" b="1" kern="0" spc="-13" dirty="0">
                <a:solidFill>
                  <a:srgbClr val="3368E7"/>
                </a:solidFill>
                <a:latin typeface="Consolas"/>
                <a:cs typeface="Consolas"/>
              </a:rPr>
              <a:t>="</a:t>
            </a:r>
            <a:r>
              <a:rPr sz="2700" b="1" kern="0" spc="-13" dirty="0">
                <a:solidFill>
                  <a:srgbClr val="F45E61"/>
                </a:solidFill>
                <a:latin typeface="Consolas"/>
                <a:cs typeface="Consolas"/>
              </a:rPr>
              <a:t>script.js</a:t>
            </a:r>
            <a:r>
              <a:rPr sz="2700" b="1" kern="0" spc="-13" dirty="0">
                <a:solidFill>
                  <a:srgbClr val="3368E7"/>
                </a:solidFill>
                <a:latin typeface="Consolas"/>
                <a:cs typeface="Consolas"/>
              </a:rPr>
              <a:t>"&gt;&lt;/script&gt;</a:t>
            </a:r>
            <a:endParaRPr sz="27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>
              <a:spcBef>
                <a:spcPts val="500"/>
              </a:spcBef>
            </a:pPr>
            <a:r>
              <a:rPr sz="2700" kern="0" spc="-13" dirty="0">
                <a:solidFill>
                  <a:srgbClr val="F45E61"/>
                </a:solidFill>
                <a:latin typeface="Consolas"/>
                <a:cs typeface="Consolas"/>
              </a:rPr>
              <a:t>&lt;/head&gt;</a:t>
            </a:r>
            <a:endParaRPr sz="2700" kern="0" dirty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17238" y="2836836"/>
            <a:ext cx="1507913" cy="1890607"/>
            <a:chOff x="2862927" y="2127626"/>
            <a:chExt cx="1130935" cy="1417955"/>
          </a:xfrm>
        </p:grpSpPr>
        <p:sp>
          <p:nvSpPr>
            <p:cNvPr id="13" name="object 13"/>
            <p:cNvSpPr/>
            <p:nvPr/>
          </p:nvSpPr>
          <p:spPr>
            <a:xfrm>
              <a:off x="2937177" y="2319562"/>
              <a:ext cx="8255" cy="574675"/>
            </a:xfrm>
            <a:custGeom>
              <a:avLst/>
              <a:gdLst/>
              <a:ahLst/>
              <a:cxnLst/>
              <a:rect l="l" t="t" r="r" b="b"/>
              <a:pathLst>
                <a:path w="8255" h="574675">
                  <a:moveTo>
                    <a:pt x="0" y="574520"/>
                  </a:moveTo>
                  <a:lnTo>
                    <a:pt x="7726" y="0"/>
                  </a:lnTo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62927" y="2127626"/>
              <a:ext cx="163950" cy="2118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8975" y="3140788"/>
              <a:ext cx="404511" cy="40451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367200" y="3331435"/>
            <a:ext cx="5825067" cy="3472743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58417" rIns="0" bIns="0" rtlCol="0">
            <a:spAutoFit/>
          </a:bodyPr>
          <a:lstStyle/>
          <a:p>
            <a:pPr marL="398761" marR="2143653" indent="-284466" defTabSz="1219170">
              <a:lnSpc>
                <a:spcPct val="116100"/>
              </a:lnSpc>
              <a:spcBef>
                <a:spcPts val="460"/>
              </a:spcBef>
            </a:pPr>
            <a:r>
              <a:rPr kern="0" dirty="0">
                <a:solidFill>
                  <a:srgbClr val="434343"/>
                </a:solidFill>
                <a:latin typeface="Courier New"/>
                <a:cs typeface="Courier New"/>
              </a:rPr>
              <a:t>function</a:t>
            </a:r>
            <a:r>
              <a:rPr kern="0" spc="-6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kern="0" dirty="0">
                <a:solidFill>
                  <a:srgbClr val="434343"/>
                </a:solidFill>
                <a:latin typeface="Courier New"/>
                <a:cs typeface="Courier New"/>
              </a:rPr>
              <a:t>onClick()</a:t>
            </a:r>
            <a:r>
              <a:rPr kern="0" spc="-5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kern="0" spc="-67" dirty="0">
                <a:solidFill>
                  <a:srgbClr val="434343"/>
                </a:solidFill>
                <a:latin typeface="Courier New"/>
                <a:cs typeface="Courier New"/>
              </a:rPr>
              <a:t>{ </a:t>
            </a:r>
            <a:r>
              <a:rPr kern="0" spc="-13" dirty="0">
                <a:solidFill>
                  <a:srgbClr val="434343"/>
                </a:solidFill>
                <a:latin typeface="Courier New"/>
                <a:cs typeface="Courier New"/>
              </a:rPr>
              <a:t>console.log('clicked');</a:t>
            </a:r>
            <a:endParaRPr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14294" defTabSz="1219170">
              <a:spcBef>
                <a:spcPts val="360"/>
              </a:spcBef>
            </a:pPr>
            <a:r>
              <a:rPr kern="0" spc="-67" dirty="0">
                <a:solidFill>
                  <a:srgbClr val="434343"/>
                </a:solidFill>
                <a:latin typeface="Courier New"/>
                <a:cs typeface="Courier New"/>
              </a:rPr>
              <a:t>}</a:t>
            </a:r>
            <a:endParaRPr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defTabSz="1219170">
              <a:spcBef>
                <a:spcPts val="487"/>
              </a:spcBef>
            </a:pPr>
            <a:endParaRPr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14294" marR="1005790" defTabSz="1219170">
              <a:lnSpc>
                <a:spcPct val="116100"/>
              </a:lnSpc>
            </a:pPr>
            <a:r>
              <a:rPr kern="0" dirty="0">
                <a:solidFill>
                  <a:srgbClr val="434343"/>
                </a:solidFill>
                <a:latin typeface="Courier New"/>
                <a:cs typeface="Courier New"/>
              </a:rPr>
              <a:t>const</a:t>
            </a:r>
            <a:r>
              <a:rPr kern="0" spc="-4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kern="0" dirty="0">
                <a:solidFill>
                  <a:srgbClr val="434343"/>
                </a:solidFill>
                <a:latin typeface="Courier New"/>
                <a:cs typeface="Courier New"/>
              </a:rPr>
              <a:t>button</a:t>
            </a:r>
            <a:r>
              <a:rPr kern="0" spc="-3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kern="0" spc="-67" dirty="0">
                <a:solidFill>
                  <a:srgbClr val="434343"/>
                </a:solidFill>
                <a:latin typeface="Courier New"/>
                <a:cs typeface="Courier New"/>
              </a:rPr>
              <a:t>= </a:t>
            </a:r>
            <a:r>
              <a:rPr kern="0" spc="-13" dirty="0">
                <a:solidFill>
                  <a:srgbClr val="434343"/>
                </a:solidFill>
                <a:latin typeface="Courier New"/>
                <a:cs typeface="Courier New"/>
              </a:rPr>
              <a:t>document.querySelector('button'); button.addEventListener('click', onClick);</a:t>
            </a:r>
            <a:endParaRPr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0867" y="2184951"/>
            <a:ext cx="542712" cy="362373"/>
          </a:xfrm>
          <a:custGeom>
            <a:avLst/>
            <a:gdLst/>
            <a:ahLst/>
            <a:cxnLst/>
            <a:rect l="l" t="t" r="r" b="b"/>
            <a:pathLst>
              <a:path w="407034" h="271780">
                <a:moveTo>
                  <a:pt x="271049" y="271499"/>
                </a:moveTo>
                <a:lnTo>
                  <a:pt x="271049" y="203624"/>
                </a:lnTo>
                <a:lnTo>
                  <a:pt x="0" y="203624"/>
                </a:lnTo>
                <a:lnTo>
                  <a:pt x="0" y="67874"/>
                </a:lnTo>
                <a:lnTo>
                  <a:pt x="271049" y="67874"/>
                </a:lnTo>
                <a:lnTo>
                  <a:pt x="271049" y="0"/>
                </a:lnTo>
                <a:lnTo>
                  <a:pt x="406799" y="135749"/>
                </a:lnTo>
                <a:lnTo>
                  <a:pt x="271049" y="27149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25800" y="4276392"/>
            <a:ext cx="542712" cy="362373"/>
          </a:xfrm>
          <a:custGeom>
            <a:avLst/>
            <a:gdLst/>
            <a:ahLst/>
            <a:cxnLst/>
            <a:rect l="l" t="t" r="r" b="b"/>
            <a:pathLst>
              <a:path w="407035" h="271779">
                <a:moveTo>
                  <a:pt x="271049" y="271499"/>
                </a:moveTo>
                <a:lnTo>
                  <a:pt x="271049" y="203624"/>
                </a:lnTo>
                <a:lnTo>
                  <a:pt x="0" y="203624"/>
                </a:lnTo>
                <a:lnTo>
                  <a:pt x="0" y="67874"/>
                </a:lnTo>
                <a:lnTo>
                  <a:pt x="271049" y="67874"/>
                </a:lnTo>
                <a:lnTo>
                  <a:pt x="271049" y="0"/>
                </a:lnTo>
                <a:lnTo>
                  <a:pt x="406799" y="135749"/>
                </a:lnTo>
                <a:lnTo>
                  <a:pt x="271049" y="271499"/>
                </a:lnTo>
                <a:close/>
              </a:path>
            </a:pathLst>
          </a:custGeom>
          <a:solidFill>
            <a:srgbClr val="85200C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02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4367" y="3737826"/>
            <a:ext cx="2200485" cy="1560407"/>
            <a:chOff x="355774" y="2803368"/>
            <a:chExt cx="1650364" cy="1170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774" y="2803368"/>
              <a:ext cx="1212599" cy="11702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21786" y="3246637"/>
              <a:ext cx="622935" cy="426720"/>
            </a:xfrm>
            <a:custGeom>
              <a:avLst/>
              <a:gdLst/>
              <a:ahLst/>
              <a:cxnLst/>
              <a:rect l="l" t="t" r="r" b="b"/>
              <a:pathLst>
                <a:path w="622935" h="426720">
                  <a:moveTo>
                    <a:pt x="0" y="426170"/>
                  </a:moveTo>
                  <a:lnTo>
                    <a:pt x="622563" y="0"/>
                  </a:lnTo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9752" y="3129920"/>
              <a:ext cx="216322" cy="187696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762859" y="3550672"/>
            <a:ext cx="1971040" cy="1385147"/>
            <a:chOff x="2072144" y="2663003"/>
            <a:chExt cx="1478280" cy="10388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1194" y="2682053"/>
              <a:ext cx="1439554" cy="10003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81669" y="2672528"/>
              <a:ext cx="1459230" cy="1019810"/>
            </a:xfrm>
            <a:custGeom>
              <a:avLst/>
              <a:gdLst/>
              <a:ahLst/>
              <a:cxnLst/>
              <a:rect l="l" t="t" r="r" b="b"/>
              <a:pathLst>
                <a:path w="1459229" h="1019810">
                  <a:moveTo>
                    <a:pt x="0" y="0"/>
                  </a:moveTo>
                  <a:lnTo>
                    <a:pt x="1458604" y="0"/>
                  </a:lnTo>
                  <a:lnTo>
                    <a:pt x="1458604" y="1019411"/>
                  </a:lnTo>
                  <a:lnTo>
                    <a:pt x="0" y="101941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6645" y="2817883"/>
              <a:ext cx="761062" cy="761062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69224" y="681539"/>
            <a:ext cx="4497493" cy="883998"/>
          </a:xfrm>
          <a:prstGeom prst="rect">
            <a:avLst/>
          </a:prstGeom>
        </p:spPr>
        <p:txBody>
          <a:bodyPr vert="horz" wrap="square" lIns="0" tIns="80429" rIns="0" bIns="0" rtlCol="0">
            <a:spAutoFit/>
          </a:bodyPr>
          <a:lstStyle/>
          <a:p>
            <a:pPr marL="16933">
              <a:spcBef>
                <a:spcPts val="633"/>
              </a:spcBef>
            </a:pPr>
            <a:r>
              <a:rPr sz="2400" b="0" spc="-13" dirty="0">
                <a:latin typeface="Consolas"/>
                <a:cs typeface="Consolas"/>
              </a:rPr>
              <a:t>&lt;head&gt;</a:t>
            </a:r>
            <a:endParaRPr sz="2400" dirty="0">
              <a:latin typeface="Consolas"/>
              <a:cs typeface="Consolas"/>
            </a:endParaRPr>
          </a:p>
          <a:p>
            <a:pPr marL="389448">
              <a:spcBef>
                <a:spcPts val="500"/>
              </a:spcBef>
            </a:pPr>
            <a:r>
              <a:rPr sz="2400" b="0" dirty="0">
                <a:latin typeface="Consolas"/>
                <a:cs typeface="Consolas"/>
              </a:rPr>
              <a:t>&lt;title&gt;CS</a:t>
            </a:r>
            <a:r>
              <a:rPr sz="2400" b="0" spc="-193" dirty="0">
                <a:latin typeface="Consolas"/>
                <a:cs typeface="Consolas"/>
              </a:rPr>
              <a:t> </a:t>
            </a:r>
            <a:r>
              <a:rPr sz="2400" b="0" spc="-13" dirty="0">
                <a:latin typeface="Consolas"/>
                <a:cs typeface="Consolas"/>
              </a:rPr>
              <a:t>193X&lt;/title&gt;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9224" y="1621341"/>
            <a:ext cx="8216053" cy="1443567"/>
          </a:xfrm>
          <a:prstGeom prst="rect">
            <a:avLst/>
          </a:prstGeom>
        </p:spPr>
        <p:txBody>
          <a:bodyPr vert="horz" wrap="square" lIns="0" tIns="80429" rIns="0" bIns="0" rtlCol="0">
            <a:spAutoFit/>
          </a:bodyPr>
          <a:lstStyle/>
          <a:p>
            <a:pPr marL="389448" defTabSz="1219170">
              <a:spcBef>
                <a:spcPts val="633"/>
              </a:spcBef>
            </a:pP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&lt;link</a:t>
            </a:r>
            <a:r>
              <a:rPr sz="2700" kern="0" spc="-267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rel="stylesheet"</a:t>
            </a:r>
            <a:r>
              <a:rPr sz="2700" kern="0" spc="-260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href="style.css"</a:t>
            </a:r>
            <a:r>
              <a:rPr sz="2700" kern="0" spc="-267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spc="-33" dirty="0">
                <a:solidFill>
                  <a:srgbClr val="F45E61"/>
                </a:solidFill>
                <a:latin typeface="Consolas"/>
                <a:cs typeface="Consolas"/>
              </a:rPr>
              <a:t>/&gt;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389448" defTabSz="1219170">
              <a:spcBef>
                <a:spcPts val="500"/>
              </a:spcBef>
            </a:pPr>
            <a:r>
              <a:rPr sz="2700" b="1" kern="0" dirty="0">
                <a:solidFill>
                  <a:srgbClr val="3368E7"/>
                </a:solidFill>
                <a:latin typeface="Consolas"/>
                <a:cs typeface="Consolas"/>
              </a:rPr>
              <a:t>&lt;script</a:t>
            </a:r>
            <a:r>
              <a:rPr sz="2700" b="1" kern="0" spc="-152" dirty="0">
                <a:solidFill>
                  <a:srgbClr val="3368E7"/>
                </a:solidFill>
                <a:latin typeface="Consolas"/>
                <a:cs typeface="Consolas"/>
              </a:rPr>
              <a:t> </a:t>
            </a:r>
            <a:r>
              <a:rPr sz="2700" b="1" kern="0" spc="-13" dirty="0">
                <a:solidFill>
                  <a:srgbClr val="3368E7"/>
                </a:solidFill>
                <a:latin typeface="Consolas"/>
                <a:cs typeface="Consolas"/>
              </a:rPr>
              <a:t>src="</a:t>
            </a:r>
            <a:r>
              <a:rPr sz="2700" b="1" kern="0" spc="-13" dirty="0">
                <a:solidFill>
                  <a:srgbClr val="F45E61"/>
                </a:solidFill>
                <a:latin typeface="Consolas"/>
                <a:cs typeface="Consolas"/>
              </a:rPr>
              <a:t>script.js</a:t>
            </a:r>
            <a:r>
              <a:rPr sz="2700" b="1" kern="0" spc="-13" dirty="0">
                <a:solidFill>
                  <a:srgbClr val="3368E7"/>
                </a:solidFill>
                <a:latin typeface="Consolas"/>
                <a:cs typeface="Consolas"/>
              </a:rPr>
              <a:t>"&gt;&lt;/script&gt;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>
              <a:spcBef>
                <a:spcPts val="500"/>
              </a:spcBef>
            </a:pPr>
            <a:r>
              <a:rPr sz="2700" kern="0" spc="-13" dirty="0">
                <a:solidFill>
                  <a:srgbClr val="F45E61"/>
                </a:solidFill>
                <a:latin typeface="Consolas"/>
                <a:cs typeface="Consolas"/>
              </a:rPr>
              <a:t>&lt;/head&gt;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17238" y="2836836"/>
            <a:ext cx="1507913" cy="1890607"/>
            <a:chOff x="2862927" y="2127626"/>
            <a:chExt cx="1130935" cy="1417955"/>
          </a:xfrm>
        </p:grpSpPr>
        <p:sp>
          <p:nvSpPr>
            <p:cNvPr id="13" name="object 13"/>
            <p:cNvSpPr/>
            <p:nvPr/>
          </p:nvSpPr>
          <p:spPr>
            <a:xfrm>
              <a:off x="2937177" y="2319562"/>
              <a:ext cx="8255" cy="574675"/>
            </a:xfrm>
            <a:custGeom>
              <a:avLst/>
              <a:gdLst/>
              <a:ahLst/>
              <a:cxnLst/>
              <a:rect l="l" t="t" r="r" b="b"/>
              <a:pathLst>
                <a:path w="8255" h="574675">
                  <a:moveTo>
                    <a:pt x="0" y="574520"/>
                  </a:moveTo>
                  <a:lnTo>
                    <a:pt x="7726" y="0"/>
                  </a:lnTo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62927" y="2127626"/>
              <a:ext cx="163950" cy="2118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8975" y="3140788"/>
              <a:ext cx="404511" cy="40451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367200" y="3331435"/>
            <a:ext cx="5825067" cy="3472743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58417" rIns="0" bIns="0" rtlCol="0">
            <a:spAutoFit/>
          </a:bodyPr>
          <a:lstStyle/>
          <a:p>
            <a:pPr marL="398761" marR="2143653" indent="-284466" defTabSz="1219170">
              <a:lnSpc>
                <a:spcPct val="116100"/>
              </a:lnSpc>
              <a:spcBef>
                <a:spcPts val="460"/>
              </a:spcBef>
            </a:pPr>
            <a:r>
              <a:rPr kern="0" dirty="0">
                <a:solidFill>
                  <a:srgbClr val="434343"/>
                </a:solidFill>
                <a:latin typeface="Courier New"/>
                <a:cs typeface="Courier New"/>
              </a:rPr>
              <a:t>function</a:t>
            </a:r>
            <a:r>
              <a:rPr kern="0" spc="-6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kern="0" dirty="0">
                <a:solidFill>
                  <a:srgbClr val="434343"/>
                </a:solidFill>
                <a:latin typeface="Courier New"/>
                <a:cs typeface="Courier New"/>
              </a:rPr>
              <a:t>onClick()</a:t>
            </a:r>
            <a:r>
              <a:rPr kern="0" spc="-5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kern="0" spc="-67" dirty="0">
                <a:solidFill>
                  <a:srgbClr val="434343"/>
                </a:solidFill>
                <a:latin typeface="Courier New"/>
                <a:cs typeface="Courier New"/>
              </a:rPr>
              <a:t>{ </a:t>
            </a:r>
            <a:r>
              <a:rPr kern="0" spc="-13" dirty="0">
                <a:solidFill>
                  <a:srgbClr val="434343"/>
                </a:solidFill>
                <a:latin typeface="Courier New"/>
                <a:cs typeface="Courier New"/>
              </a:rPr>
              <a:t>console.log('clicked');</a:t>
            </a:r>
            <a:endParaRPr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14294" defTabSz="1219170">
              <a:spcBef>
                <a:spcPts val="360"/>
              </a:spcBef>
            </a:pPr>
            <a:r>
              <a:rPr kern="0" spc="-67" dirty="0">
                <a:solidFill>
                  <a:srgbClr val="434343"/>
                </a:solidFill>
                <a:latin typeface="Courier New"/>
                <a:cs typeface="Courier New"/>
              </a:rPr>
              <a:t>}</a:t>
            </a:r>
            <a:endParaRPr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defTabSz="1219170">
              <a:spcBef>
                <a:spcPts val="487"/>
              </a:spcBef>
            </a:pPr>
            <a:endParaRPr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14294" marR="1005790" defTabSz="1219170">
              <a:lnSpc>
                <a:spcPct val="116100"/>
              </a:lnSpc>
            </a:pPr>
            <a:r>
              <a:rPr kern="0" dirty="0">
                <a:solidFill>
                  <a:srgbClr val="434343"/>
                </a:solidFill>
                <a:latin typeface="Courier New"/>
                <a:cs typeface="Courier New"/>
              </a:rPr>
              <a:t>const</a:t>
            </a:r>
            <a:r>
              <a:rPr kern="0" spc="-4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kern="0" dirty="0">
                <a:solidFill>
                  <a:srgbClr val="434343"/>
                </a:solidFill>
                <a:latin typeface="Courier New"/>
                <a:cs typeface="Courier New"/>
              </a:rPr>
              <a:t>button</a:t>
            </a:r>
            <a:r>
              <a:rPr kern="0" spc="-3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kern="0" spc="-67" dirty="0">
                <a:solidFill>
                  <a:srgbClr val="434343"/>
                </a:solidFill>
                <a:latin typeface="Courier New"/>
                <a:cs typeface="Courier New"/>
              </a:rPr>
              <a:t>= </a:t>
            </a:r>
            <a:r>
              <a:rPr kern="0" spc="-13" dirty="0">
                <a:solidFill>
                  <a:srgbClr val="434343"/>
                </a:solidFill>
                <a:latin typeface="Courier New"/>
                <a:cs typeface="Courier New"/>
              </a:rPr>
              <a:t>document.querySelector('button'); button.addEventListener('click', onClick);</a:t>
            </a:r>
            <a:endParaRPr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0867" y="2184951"/>
            <a:ext cx="542712" cy="362373"/>
          </a:xfrm>
          <a:custGeom>
            <a:avLst/>
            <a:gdLst/>
            <a:ahLst/>
            <a:cxnLst/>
            <a:rect l="l" t="t" r="r" b="b"/>
            <a:pathLst>
              <a:path w="407034" h="271780">
                <a:moveTo>
                  <a:pt x="271049" y="271499"/>
                </a:moveTo>
                <a:lnTo>
                  <a:pt x="271049" y="203624"/>
                </a:lnTo>
                <a:lnTo>
                  <a:pt x="0" y="203624"/>
                </a:lnTo>
                <a:lnTo>
                  <a:pt x="0" y="67874"/>
                </a:lnTo>
                <a:lnTo>
                  <a:pt x="271049" y="67874"/>
                </a:lnTo>
                <a:lnTo>
                  <a:pt x="271049" y="0"/>
                </a:lnTo>
                <a:lnTo>
                  <a:pt x="406799" y="135749"/>
                </a:lnTo>
                <a:lnTo>
                  <a:pt x="271049" y="27149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25800" y="4276392"/>
            <a:ext cx="542712" cy="362373"/>
          </a:xfrm>
          <a:custGeom>
            <a:avLst/>
            <a:gdLst/>
            <a:ahLst/>
            <a:cxnLst/>
            <a:rect l="l" t="t" r="r" b="b"/>
            <a:pathLst>
              <a:path w="407035" h="271779">
                <a:moveTo>
                  <a:pt x="271049" y="271499"/>
                </a:moveTo>
                <a:lnTo>
                  <a:pt x="271049" y="203624"/>
                </a:lnTo>
                <a:lnTo>
                  <a:pt x="0" y="203624"/>
                </a:lnTo>
                <a:lnTo>
                  <a:pt x="0" y="67874"/>
                </a:lnTo>
                <a:lnTo>
                  <a:pt x="271049" y="67874"/>
                </a:lnTo>
                <a:lnTo>
                  <a:pt x="271049" y="0"/>
                </a:lnTo>
                <a:lnTo>
                  <a:pt x="406799" y="135749"/>
                </a:lnTo>
                <a:lnTo>
                  <a:pt x="271049" y="271499"/>
                </a:lnTo>
                <a:close/>
              </a:path>
            </a:pathLst>
          </a:custGeom>
          <a:solidFill>
            <a:srgbClr val="85200C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9069" y="5238137"/>
            <a:ext cx="5652347" cy="12911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ctr" defTabSz="1219170">
              <a:lnSpc>
                <a:spcPct val="114599"/>
              </a:lnSpc>
              <a:spcBef>
                <a:spcPts val="133"/>
              </a:spcBef>
            </a:pPr>
            <a:r>
              <a:rPr sz="2400" kern="0" dirty="0">
                <a:solidFill>
                  <a:srgbClr val="434343"/>
                </a:solidFill>
                <a:cs typeface="Calibri"/>
              </a:rPr>
              <a:t>We</a:t>
            </a:r>
            <a:r>
              <a:rPr sz="2400" kern="0" spc="-73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dirty="0">
                <a:solidFill>
                  <a:srgbClr val="434343"/>
                </a:solidFill>
                <a:cs typeface="Calibri"/>
              </a:rPr>
              <a:t>are</a:t>
            </a:r>
            <a:r>
              <a:rPr sz="2400" kern="0" spc="-40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dirty="0">
                <a:solidFill>
                  <a:srgbClr val="434343"/>
                </a:solidFill>
                <a:cs typeface="Calibri"/>
              </a:rPr>
              <a:t>only</a:t>
            </a:r>
            <a:r>
              <a:rPr sz="2400" kern="0" spc="-40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dirty="0">
                <a:solidFill>
                  <a:srgbClr val="434343"/>
                </a:solidFill>
                <a:cs typeface="Calibri"/>
              </a:rPr>
              <a:t>at</a:t>
            </a:r>
            <a:r>
              <a:rPr sz="2400" kern="0" spc="-33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dirty="0">
                <a:solidFill>
                  <a:srgbClr val="434343"/>
                </a:solidFill>
                <a:cs typeface="Calibri"/>
              </a:rPr>
              <a:t>the</a:t>
            </a:r>
            <a:r>
              <a:rPr sz="2400" kern="0" spc="-13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Consolas"/>
                <a:cs typeface="Consolas"/>
              </a:rPr>
              <a:t>&lt;script&gt;</a:t>
            </a:r>
            <a:r>
              <a:rPr sz="2400" kern="0" spc="-767" dirty="0">
                <a:solidFill>
                  <a:srgbClr val="434343"/>
                </a:solidFill>
                <a:latin typeface="Consolas"/>
                <a:cs typeface="Consolas"/>
              </a:rPr>
              <a:t> </a:t>
            </a:r>
            <a:r>
              <a:rPr sz="2400" kern="0" dirty="0">
                <a:solidFill>
                  <a:srgbClr val="434343"/>
                </a:solidFill>
                <a:cs typeface="Calibri"/>
              </a:rPr>
              <a:t>tag,</a:t>
            </a:r>
            <a:r>
              <a:rPr sz="2400" kern="0" spc="-40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dirty="0">
                <a:solidFill>
                  <a:srgbClr val="434343"/>
                </a:solidFill>
                <a:cs typeface="Calibri"/>
              </a:rPr>
              <a:t>which</a:t>
            </a:r>
            <a:r>
              <a:rPr sz="2400" kern="0" spc="-40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dirty="0">
                <a:solidFill>
                  <a:srgbClr val="434343"/>
                </a:solidFill>
                <a:cs typeface="Calibri"/>
              </a:rPr>
              <a:t>is</a:t>
            </a:r>
            <a:r>
              <a:rPr sz="2400" kern="0" spc="-40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spc="-33" dirty="0">
                <a:solidFill>
                  <a:srgbClr val="434343"/>
                </a:solidFill>
                <a:cs typeface="Calibri"/>
              </a:rPr>
              <a:t>at </a:t>
            </a:r>
            <a:r>
              <a:rPr sz="2400" kern="0" dirty="0">
                <a:solidFill>
                  <a:srgbClr val="434343"/>
                </a:solidFill>
                <a:cs typeface="Calibri"/>
              </a:rPr>
              <a:t>the</a:t>
            </a:r>
            <a:r>
              <a:rPr sz="2400" kern="0" spc="-47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dirty="0">
                <a:solidFill>
                  <a:srgbClr val="434343"/>
                </a:solidFill>
                <a:cs typeface="Calibri"/>
              </a:rPr>
              <a:t>top</a:t>
            </a:r>
            <a:r>
              <a:rPr sz="2400" kern="0" spc="-33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dirty="0">
                <a:solidFill>
                  <a:srgbClr val="434343"/>
                </a:solidFill>
                <a:cs typeface="Calibri"/>
              </a:rPr>
              <a:t>of</a:t>
            </a:r>
            <a:r>
              <a:rPr sz="2400" kern="0" spc="-40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dirty="0">
                <a:solidFill>
                  <a:srgbClr val="434343"/>
                </a:solidFill>
                <a:cs typeface="Calibri"/>
              </a:rPr>
              <a:t>the</a:t>
            </a:r>
            <a:r>
              <a:rPr sz="2400" kern="0" spc="-40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spc="-13" dirty="0">
                <a:solidFill>
                  <a:srgbClr val="434343"/>
                </a:solidFill>
                <a:cs typeface="Calibri"/>
              </a:rPr>
              <a:t>document</a:t>
            </a:r>
            <a:r>
              <a:rPr sz="2400" kern="0" spc="-13" dirty="0">
                <a:solidFill>
                  <a:srgbClr val="434343"/>
                </a:solidFill>
                <a:latin typeface="Arial MT"/>
                <a:cs typeface="Arial MT"/>
              </a:rPr>
              <a:t>…</a:t>
            </a:r>
            <a:r>
              <a:rPr sz="2400" kern="0" spc="-152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2400" kern="0" dirty="0">
                <a:solidFill>
                  <a:srgbClr val="434343"/>
                </a:solidFill>
                <a:cs typeface="Calibri"/>
              </a:rPr>
              <a:t>so</a:t>
            </a:r>
            <a:r>
              <a:rPr sz="2400" kern="0" spc="-33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dirty="0">
                <a:solidFill>
                  <a:srgbClr val="434343"/>
                </a:solidFill>
                <a:cs typeface="Calibri"/>
              </a:rPr>
              <a:t>the</a:t>
            </a:r>
            <a:r>
              <a:rPr sz="2400" kern="0" spc="-33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Consolas"/>
                <a:cs typeface="Consolas"/>
              </a:rPr>
              <a:t>&lt;button&gt; </a:t>
            </a:r>
            <a:r>
              <a:rPr sz="2400" kern="0" dirty="0">
                <a:solidFill>
                  <a:srgbClr val="434343"/>
                </a:solidFill>
                <a:cs typeface="Calibri"/>
              </a:rPr>
              <a:t>isn't</a:t>
            </a:r>
            <a:r>
              <a:rPr sz="2400" kern="0" spc="-33" dirty="0">
                <a:solidFill>
                  <a:srgbClr val="434343"/>
                </a:solidFill>
                <a:cs typeface="Calibri"/>
              </a:rPr>
              <a:t> </a:t>
            </a:r>
            <a:r>
              <a:rPr sz="2400" kern="0" spc="-13" dirty="0">
                <a:solidFill>
                  <a:srgbClr val="434343"/>
                </a:solidFill>
                <a:cs typeface="Calibri"/>
              </a:rPr>
              <a:t>available</a:t>
            </a:r>
            <a:r>
              <a:rPr sz="2400" kern="0" spc="-27" dirty="0">
                <a:solidFill>
                  <a:srgbClr val="434343"/>
                </a:solidFill>
                <a:cs typeface="Calibri"/>
              </a:rPr>
              <a:t> yet.</a:t>
            </a:r>
            <a:endParaRPr sz="2400" kern="0">
              <a:solidFill>
                <a:sysClr val="windowText" lastClr="00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453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4367" y="3737826"/>
            <a:ext cx="2200485" cy="1560407"/>
            <a:chOff x="355774" y="2803368"/>
            <a:chExt cx="1650364" cy="1170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774" y="2803368"/>
              <a:ext cx="1212599" cy="11702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21786" y="3246637"/>
              <a:ext cx="622935" cy="426720"/>
            </a:xfrm>
            <a:custGeom>
              <a:avLst/>
              <a:gdLst/>
              <a:ahLst/>
              <a:cxnLst/>
              <a:rect l="l" t="t" r="r" b="b"/>
              <a:pathLst>
                <a:path w="622935" h="426720">
                  <a:moveTo>
                    <a:pt x="0" y="426170"/>
                  </a:moveTo>
                  <a:lnTo>
                    <a:pt x="622563" y="0"/>
                  </a:lnTo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9752" y="3129920"/>
              <a:ext cx="216322" cy="187696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762859" y="3550672"/>
            <a:ext cx="1971040" cy="1385147"/>
            <a:chOff x="2072144" y="2663003"/>
            <a:chExt cx="1478280" cy="10388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1194" y="2682053"/>
              <a:ext cx="1439554" cy="10003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81669" y="2672528"/>
              <a:ext cx="1459230" cy="1019810"/>
            </a:xfrm>
            <a:custGeom>
              <a:avLst/>
              <a:gdLst/>
              <a:ahLst/>
              <a:cxnLst/>
              <a:rect l="l" t="t" r="r" b="b"/>
              <a:pathLst>
                <a:path w="1459229" h="1019810">
                  <a:moveTo>
                    <a:pt x="0" y="0"/>
                  </a:moveTo>
                  <a:lnTo>
                    <a:pt x="1458604" y="0"/>
                  </a:lnTo>
                  <a:lnTo>
                    <a:pt x="1458604" y="1019411"/>
                  </a:lnTo>
                  <a:lnTo>
                    <a:pt x="0" y="101941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6645" y="2817883"/>
              <a:ext cx="761062" cy="761062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69224" y="745040"/>
            <a:ext cx="1149773" cy="4402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700" b="0" spc="-13" dirty="0">
                <a:latin typeface="Consolas"/>
                <a:cs typeface="Consolas"/>
              </a:rPr>
              <a:t>&lt;head&gt;</a:t>
            </a:r>
            <a:endParaRPr sz="27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9224" y="1151439"/>
            <a:ext cx="8216053" cy="1935571"/>
          </a:xfrm>
          <a:prstGeom prst="rect">
            <a:avLst/>
          </a:prstGeom>
        </p:spPr>
        <p:txBody>
          <a:bodyPr vert="horz" wrap="square" lIns="0" tIns="80429" rIns="0" bIns="0" rtlCol="0">
            <a:spAutoFit/>
          </a:bodyPr>
          <a:lstStyle/>
          <a:p>
            <a:pPr marL="389448" defTabSz="1219170">
              <a:spcBef>
                <a:spcPts val="633"/>
              </a:spcBef>
            </a:pP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&lt;title&gt;CS</a:t>
            </a:r>
            <a:r>
              <a:rPr sz="2700" kern="0" spc="-193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spc="-13" dirty="0">
                <a:solidFill>
                  <a:srgbClr val="F45E61"/>
                </a:solidFill>
                <a:latin typeface="Consolas"/>
                <a:cs typeface="Consolas"/>
              </a:rPr>
              <a:t>193X&lt;/title&gt;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389448" defTabSz="1219170">
              <a:spcBef>
                <a:spcPts val="500"/>
              </a:spcBef>
            </a:pP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&lt;link</a:t>
            </a:r>
            <a:r>
              <a:rPr sz="2700" kern="0" spc="-267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rel="stylesheet"</a:t>
            </a:r>
            <a:r>
              <a:rPr sz="2700" kern="0" spc="-260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dirty="0">
                <a:solidFill>
                  <a:srgbClr val="F45E61"/>
                </a:solidFill>
                <a:latin typeface="Consolas"/>
                <a:cs typeface="Consolas"/>
              </a:rPr>
              <a:t>href="style.css"</a:t>
            </a:r>
            <a:r>
              <a:rPr sz="2700" kern="0" spc="-267" dirty="0">
                <a:solidFill>
                  <a:srgbClr val="F45E61"/>
                </a:solidFill>
                <a:latin typeface="Consolas"/>
                <a:cs typeface="Consolas"/>
              </a:rPr>
              <a:t> </a:t>
            </a:r>
            <a:r>
              <a:rPr sz="2700" kern="0" spc="-33" dirty="0">
                <a:solidFill>
                  <a:srgbClr val="F45E61"/>
                </a:solidFill>
                <a:latin typeface="Consolas"/>
                <a:cs typeface="Consolas"/>
              </a:rPr>
              <a:t>/&gt;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389448" defTabSz="1219170">
              <a:spcBef>
                <a:spcPts val="500"/>
              </a:spcBef>
            </a:pPr>
            <a:r>
              <a:rPr sz="2700" b="1" kern="0" dirty="0">
                <a:solidFill>
                  <a:srgbClr val="3368E7"/>
                </a:solidFill>
                <a:latin typeface="Consolas"/>
                <a:cs typeface="Consolas"/>
              </a:rPr>
              <a:t>&lt;script</a:t>
            </a:r>
            <a:r>
              <a:rPr sz="2700" b="1" kern="0" spc="-152" dirty="0">
                <a:solidFill>
                  <a:srgbClr val="3368E7"/>
                </a:solidFill>
                <a:latin typeface="Consolas"/>
                <a:cs typeface="Consolas"/>
              </a:rPr>
              <a:t> </a:t>
            </a:r>
            <a:r>
              <a:rPr sz="2700" b="1" kern="0" spc="-13" dirty="0">
                <a:solidFill>
                  <a:srgbClr val="3368E7"/>
                </a:solidFill>
                <a:latin typeface="Consolas"/>
                <a:cs typeface="Consolas"/>
              </a:rPr>
              <a:t>src="</a:t>
            </a:r>
            <a:r>
              <a:rPr sz="2700" b="1" kern="0" spc="-13" dirty="0">
                <a:solidFill>
                  <a:srgbClr val="F45E61"/>
                </a:solidFill>
                <a:latin typeface="Consolas"/>
                <a:cs typeface="Consolas"/>
              </a:rPr>
              <a:t>script.js</a:t>
            </a:r>
            <a:r>
              <a:rPr sz="2700" b="1" kern="0" spc="-13" dirty="0">
                <a:solidFill>
                  <a:srgbClr val="3368E7"/>
                </a:solidFill>
                <a:latin typeface="Consolas"/>
                <a:cs typeface="Consolas"/>
              </a:rPr>
              <a:t>"&gt;&lt;/script&gt;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>
              <a:spcBef>
                <a:spcPts val="500"/>
              </a:spcBef>
            </a:pPr>
            <a:r>
              <a:rPr sz="2700" kern="0" spc="-13" dirty="0">
                <a:solidFill>
                  <a:srgbClr val="F45E61"/>
                </a:solidFill>
                <a:latin typeface="Consolas"/>
                <a:cs typeface="Consolas"/>
              </a:rPr>
              <a:t>&lt;/head&gt;</a:t>
            </a:r>
            <a:endParaRPr sz="27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17238" y="2836836"/>
            <a:ext cx="1507913" cy="1890607"/>
            <a:chOff x="2862927" y="2127626"/>
            <a:chExt cx="1130935" cy="1417955"/>
          </a:xfrm>
        </p:grpSpPr>
        <p:sp>
          <p:nvSpPr>
            <p:cNvPr id="13" name="object 13"/>
            <p:cNvSpPr/>
            <p:nvPr/>
          </p:nvSpPr>
          <p:spPr>
            <a:xfrm>
              <a:off x="2937177" y="2319562"/>
              <a:ext cx="8255" cy="574675"/>
            </a:xfrm>
            <a:custGeom>
              <a:avLst/>
              <a:gdLst/>
              <a:ahLst/>
              <a:cxnLst/>
              <a:rect l="l" t="t" r="r" b="b"/>
              <a:pathLst>
                <a:path w="8255" h="574675">
                  <a:moveTo>
                    <a:pt x="0" y="574520"/>
                  </a:moveTo>
                  <a:lnTo>
                    <a:pt x="7726" y="0"/>
                  </a:lnTo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62927" y="2127626"/>
              <a:ext cx="163950" cy="2118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8975" y="3140788"/>
              <a:ext cx="404511" cy="40451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367200" y="3331435"/>
            <a:ext cx="5825067" cy="3472743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58417" rIns="0" bIns="0" rtlCol="0">
            <a:spAutoFit/>
          </a:bodyPr>
          <a:lstStyle/>
          <a:p>
            <a:pPr marL="398761" marR="2143653" indent="-284466" defTabSz="1219170">
              <a:lnSpc>
                <a:spcPct val="116100"/>
              </a:lnSpc>
              <a:spcBef>
                <a:spcPts val="460"/>
              </a:spcBef>
            </a:pPr>
            <a:r>
              <a:rPr kern="0" dirty="0">
                <a:solidFill>
                  <a:srgbClr val="434343"/>
                </a:solidFill>
                <a:latin typeface="Courier New"/>
                <a:cs typeface="Courier New"/>
              </a:rPr>
              <a:t>function</a:t>
            </a:r>
            <a:r>
              <a:rPr kern="0" spc="-6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kern="0" dirty="0">
                <a:solidFill>
                  <a:srgbClr val="434343"/>
                </a:solidFill>
                <a:latin typeface="Courier New"/>
                <a:cs typeface="Courier New"/>
              </a:rPr>
              <a:t>onClick()</a:t>
            </a:r>
            <a:r>
              <a:rPr kern="0" spc="-5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kern="0" spc="-67" dirty="0">
                <a:solidFill>
                  <a:srgbClr val="434343"/>
                </a:solidFill>
                <a:latin typeface="Courier New"/>
                <a:cs typeface="Courier New"/>
              </a:rPr>
              <a:t>{ </a:t>
            </a:r>
            <a:r>
              <a:rPr kern="0" spc="-13" dirty="0">
                <a:solidFill>
                  <a:srgbClr val="434343"/>
                </a:solidFill>
                <a:latin typeface="Courier New"/>
                <a:cs typeface="Courier New"/>
              </a:rPr>
              <a:t>console.log('clicked');</a:t>
            </a:r>
            <a:endParaRPr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14294" defTabSz="1219170">
              <a:spcBef>
                <a:spcPts val="360"/>
              </a:spcBef>
            </a:pPr>
            <a:r>
              <a:rPr kern="0" spc="-67" dirty="0">
                <a:solidFill>
                  <a:srgbClr val="434343"/>
                </a:solidFill>
                <a:latin typeface="Courier New"/>
                <a:cs typeface="Courier New"/>
              </a:rPr>
              <a:t>}</a:t>
            </a:r>
            <a:endParaRPr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defTabSz="1219170">
              <a:spcBef>
                <a:spcPts val="487"/>
              </a:spcBef>
            </a:pPr>
            <a:endParaRPr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14294" marR="1005790" defTabSz="1219170">
              <a:lnSpc>
                <a:spcPct val="116100"/>
              </a:lnSpc>
            </a:pPr>
            <a:r>
              <a:rPr kern="0" dirty="0">
                <a:solidFill>
                  <a:srgbClr val="434343"/>
                </a:solidFill>
                <a:latin typeface="Courier New"/>
                <a:cs typeface="Courier New"/>
              </a:rPr>
              <a:t>const</a:t>
            </a:r>
            <a:r>
              <a:rPr kern="0" spc="-40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kern="0" dirty="0">
                <a:solidFill>
                  <a:srgbClr val="434343"/>
                </a:solidFill>
                <a:latin typeface="Courier New"/>
                <a:cs typeface="Courier New"/>
              </a:rPr>
              <a:t>button</a:t>
            </a:r>
            <a:r>
              <a:rPr kern="0" spc="-33" dirty="0">
                <a:solidFill>
                  <a:srgbClr val="434343"/>
                </a:solidFill>
                <a:latin typeface="Courier New"/>
                <a:cs typeface="Courier New"/>
              </a:rPr>
              <a:t> </a:t>
            </a:r>
            <a:r>
              <a:rPr kern="0" spc="-67" dirty="0">
                <a:solidFill>
                  <a:srgbClr val="434343"/>
                </a:solidFill>
                <a:latin typeface="Courier New"/>
                <a:cs typeface="Courier New"/>
              </a:rPr>
              <a:t>= </a:t>
            </a:r>
            <a:r>
              <a:rPr kern="0" spc="-13" dirty="0">
                <a:solidFill>
                  <a:srgbClr val="434343"/>
                </a:solidFill>
                <a:latin typeface="Courier New"/>
                <a:cs typeface="Courier New"/>
              </a:rPr>
              <a:t>document.querySelector('button'); button.addEventListener('click', onClick);</a:t>
            </a:r>
            <a:endParaRPr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0867" y="2184951"/>
            <a:ext cx="542712" cy="362373"/>
          </a:xfrm>
          <a:custGeom>
            <a:avLst/>
            <a:gdLst/>
            <a:ahLst/>
            <a:cxnLst/>
            <a:rect l="l" t="t" r="r" b="b"/>
            <a:pathLst>
              <a:path w="407034" h="271780">
                <a:moveTo>
                  <a:pt x="271049" y="271499"/>
                </a:moveTo>
                <a:lnTo>
                  <a:pt x="271049" y="203624"/>
                </a:lnTo>
                <a:lnTo>
                  <a:pt x="0" y="203624"/>
                </a:lnTo>
                <a:lnTo>
                  <a:pt x="0" y="67874"/>
                </a:lnTo>
                <a:lnTo>
                  <a:pt x="271049" y="67874"/>
                </a:lnTo>
                <a:lnTo>
                  <a:pt x="271049" y="0"/>
                </a:lnTo>
                <a:lnTo>
                  <a:pt x="406799" y="135749"/>
                </a:lnTo>
                <a:lnTo>
                  <a:pt x="271049" y="27149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25800" y="4276392"/>
            <a:ext cx="542712" cy="362373"/>
          </a:xfrm>
          <a:custGeom>
            <a:avLst/>
            <a:gdLst/>
            <a:ahLst/>
            <a:cxnLst/>
            <a:rect l="l" t="t" r="r" b="b"/>
            <a:pathLst>
              <a:path w="407035" h="271779">
                <a:moveTo>
                  <a:pt x="271049" y="271499"/>
                </a:moveTo>
                <a:lnTo>
                  <a:pt x="271049" y="203624"/>
                </a:lnTo>
                <a:lnTo>
                  <a:pt x="0" y="203624"/>
                </a:lnTo>
                <a:lnTo>
                  <a:pt x="0" y="67874"/>
                </a:lnTo>
                <a:lnTo>
                  <a:pt x="271049" y="67874"/>
                </a:lnTo>
                <a:lnTo>
                  <a:pt x="271049" y="0"/>
                </a:lnTo>
                <a:lnTo>
                  <a:pt x="406799" y="135749"/>
                </a:lnTo>
                <a:lnTo>
                  <a:pt x="271049" y="271499"/>
                </a:lnTo>
                <a:close/>
              </a:path>
            </a:pathLst>
          </a:custGeom>
          <a:solidFill>
            <a:srgbClr val="85200C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2008" y="5227805"/>
            <a:ext cx="5742093" cy="15578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086" marR="6773" indent="847" algn="ctr" defTabSz="1219170">
              <a:lnSpc>
                <a:spcPct val="113599"/>
              </a:lnSpc>
              <a:spcBef>
                <a:spcPts val="133"/>
              </a:spcBef>
            </a:pPr>
            <a:r>
              <a:rPr sz="2900" kern="0" spc="-13" dirty="0">
                <a:solidFill>
                  <a:srgbClr val="434343"/>
                </a:solidFill>
                <a:cs typeface="Calibri"/>
              </a:rPr>
              <a:t>Therefore</a:t>
            </a:r>
            <a:r>
              <a:rPr sz="2900" kern="0" spc="-67" dirty="0">
                <a:solidFill>
                  <a:srgbClr val="434343"/>
                </a:solidFill>
                <a:cs typeface="Calibri"/>
              </a:rPr>
              <a:t> </a:t>
            </a:r>
            <a:r>
              <a:rPr sz="2900" kern="0" dirty="0">
                <a:solidFill>
                  <a:srgbClr val="434343"/>
                </a:solidFill>
                <a:cs typeface="Calibri"/>
              </a:rPr>
              <a:t>querySelector</a:t>
            </a:r>
            <a:r>
              <a:rPr sz="2900" kern="0" spc="-67" dirty="0">
                <a:solidFill>
                  <a:srgbClr val="434343"/>
                </a:solidFill>
                <a:cs typeface="Calibri"/>
              </a:rPr>
              <a:t> </a:t>
            </a:r>
            <a:r>
              <a:rPr sz="2900" kern="0" dirty="0">
                <a:solidFill>
                  <a:srgbClr val="434343"/>
                </a:solidFill>
                <a:cs typeface="Calibri"/>
              </a:rPr>
              <a:t>returns</a:t>
            </a:r>
            <a:r>
              <a:rPr sz="2900" kern="0" spc="-60" dirty="0">
                <a:solidFill>
                  <a:srgbClr val="434343"/>
                </a:solidFill>
                <a:cs typeface="Calibri"/>
              </a:rPr>
              <a:t> </a:t>
            </a:r>
            <a:r>
              <a:rPr sz="2900" kern="0" spc="-13" dirty="0">
                <a:solidFill>
                  <a:srgbClr val="434343"/>
                </a:solidFill>
                <a:cs typeface="Calibri"/>
              </a:rPr>
              <a:t>null, </a:t>
            </a:r>
            <a:r>
              <a:rPr sz="2900" kern="0" dirty="0">
                <a:solidFill>
                  <a:srgbClr val="434343"/>
                </a:solidFill>
                <a:cs typeface="Calibri"/>
              </a:rPr>
              <a:t>and</a:t>
            </a:r>
            <a:r>
              <a:rPr sz="2900" kern="0" spc="-53" dirty="0">
                <a:solidFill>
                  <a:srgbClr val="434343"/>
                </a:solidFill>
                <a:cs typeface="Calibri"/>
              </a:rPr>
              <a:t> </a:t>
            </a:r>
            <a:r>
              <a:rPr sz="2900" kern="0" dirty="0">
                <a:solidFill>
                  <a:srgbClr val="434343"/>
                </a:solidFill>
                <a:cs typeface="Calibri"/>
              </a:rPr>
              <a:t>we</a:t>
            </a:r>
            <a:r>
              <a:rPr sz="2900" kern="0" spc="-47" dirty="0">
                <a:solidFill>
                  <a:srgbClr val="434343"/>
                </a:solidFill>
                <a:cs typeface="Calibri"/>
              </a:rPr>
              <a:t> </a:t>
            </a:r>
            <a:r>
              <a:rPr sz="2900" kern="0" dirty="0">
                <a:solidFill>
                  <a:srgbClr val="434343"/>
                </a:solidFill>
                <a:cs typeface="Calibri"/>
              </a:rPr>
              <a:t>can't</a:t>
            </a:r>
            <a:r>
              <a:rPr sz="2900" kern="0" spc="-47" dirty="0">
                <a:solidFill>
                  <a:srgbClr val="434343"/>
                </a:solidFill>
                <a:cs typeface="Calibri"/>
              </a:rPr>
              <a:t> </a:t>
            </a:r>
            <a:r>
              <a:rPr sz="2900" kern="0" dirty="0">
                <a:solidFill>
                  <a:srgbClr val="434343"/>
                </a:solidFill>
                <a:cs typeface="Calibri"/>
              </a:rPr>
              <a:t>call</a:t>
            </a:r>
            <a:r>
              <a:rPr sz="2900" kern="0" spc="-47" dirty="0">
                <a:solidFill>
                  <a:srgbClr val="434343"/>
                </a:solidFill>
                <a:cs typeface="Calibri"/>
              </a:rPr>
              <a:t> </a:t>
            </a:r>
            <a:r>
              <a:rPr sz="2900" kern="0" dirty="0">
                <a:solidFill>
                  <a:srgbClr val="434343"/>
                </a:solidFill>
                <a:cs typeface="Calibri"/>
              </a:rPr>
              <a:t>addEventListener</a:t>
            </a:r>
            <a:r>
              <a:rPr sz="2900" kern="0" spc="-47" dirty="0">
                <a:solidFill>
                  <a:srgbClr val="434343"/>
                </a:solidFill>
                <a:cs typeface="Calibri"/>
              </a:rPr>
              <a:t> </a:t>
            </a:r>
            <a:r>
              <a:rPr sz="2900" kern="0" spc="-33" dirty="0">
                <a:solidFill>
                  <a:srgbClr val="434343"/>
                </a:solidFill>
                <a:cs typeface="Calibri"/>
              </a:rPr>
              <a:t>on </a:t>
            </a:r>
            <a:r>
              <a:rPr sz="2900" kern="0" spc="-13" dirty="0">
                <a:solidFill>
                  <a:srgbClr val="434343"/>
                </a:solidFill>
                <a:cs typeface="Calibri"/>
              </a:rPr>
              <a:t>null.</a:t>
            </a:r>
            <a:endParaRPr sz="2900" kern="0">
              <a:solidFill>
                <a:sysClr val="windowText" lastClr="00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299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9" y="597492"/>
            <a:ext cx="7305887" cy="6788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127" dirty="0"/>
              <a:t>Use</a:t>
            </a:r>
            <a:r>
              <a:rPr spc="-67" dirty="0"/>
              <a:t> </a:t>
            </a:r>
            <a:r>
              <a:rPr spc="-27" dirty="0">
                <a:latin typeface="Consolas"/>
                <a:cs typeface="Consolas"/>
              </a:rPr>
              <a:t>defer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0965" y="1592077"/>
            <a:ext cx="9697720" cy="20709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4599"/>
              </a:lnSpc>
              <a:spcBef>
                <a:spcPts val="133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18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Consolas"/>
                <a:cs typeface="Consolas"/>
              </a:rPr>
              <a:t>defer</a:t>
            </a:r>
            <a:r>
              <a:rPr sz="2400" kern="0" spc="-747" dirty="0">
                <a:solidFill>
                  <a:srgbClr val="5E686C"/>
                </a:solidFill>
                <a:latin typeface="Consolas"/>
                <a:cs typeface="Consolas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onto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script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tag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so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JavaScript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doesn't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execute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until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after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240" dirty="0">
                <a:solidFill>
                  <a:srgbClr val="5E686C"/>
                </a:solidFill>
                <a:latin typeface="Tahoma"/>
                <a:cs typeface="Tahoma"/>
              </a:rPr>
              <a:t>DOM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loaded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(</a:t>
            </a:r>
            <a:r>
              <a:rPr sz="2400" u="heavy" kern="0" spc="-13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mdn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):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defTabSz="1219170">
              <a:spcBef>
                <a:spcPts val="2700"/>
              </a:spcBef>
            </a:pP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16933" defTabSz="1219170"/>
            <a:r>
              <a:rPr sz="3200" kern="0" dirty="0">
                <a:solidFill>
                  <a:srgbClr val="434343"/>
                </a:solidFill>
                <a:latin typeface="Consolas"/>
                <a:cs typeface="Consolas"/>
              </a:rPr>
              <a:t>&lt;script</a:t>
            </a:r>
            <a:r>
              <a:rPr sz="3200" kern="0" spc="-267" dirty="0">
                <a:solidFill>
                  <a:srgbClr val="434343"/>
                </a:solidFill>
                <a:latin typeface="Consolas"/>
                <a:cs typeface="Consolas"/>
              </a:rPr>
              <a:t> </a:t>
            </a:r>
            <a:r>
              <a:rPr sz="3200" kern="0" dirty="0">
                <a:solidFill>
                  <a:srgbClr val="434343"/>
                </a:solidFill>
                <a:latin typeface="Consolas"/>
                <a:cs typeface="Consolas"/>
              </a:rPr>
              <a:t>src="script.js"</a:t>
            </a:r>
            <a:r>
              <a:rPr sz="3200" kern="0" spc="-213" dirty="0">
                <a:solidFill>
                  <a:srgbClr val="434343"/>
                </a:solidFill>
                <a:latin typeface="Consolas"/>
                <a:cs typeface="Consolas"/>
              </a:rPr>
              <a:t> </a:t>
            </a:r>
            <a:r>
              <a:rPr sz="3200" b="1" kern="0" spc="-13" dirty="0">
                <a:solidFill>
                  <a:srgbClr val="9900FF"/>
                </a:solidFill>
                <a:latin typeface="Consolas"/>
                <a:cs typeface="Consolas"/>
              </a:rPr>
              <a:t>defer</a:t>
            </a:r>
            <a:r>
              <a:rPr sz="3200" kern="0" spc="-13" dirty="0">
                <a:solidFill>
                  <a:srgbClr val="434343"/>
                </a:solidFill>
                <a:latin typeface="Consolas"/>
                <a:cs typeface="Consolas"/>
              </a:rPr>
              <a:t>&gt;&lt;/script&gt;</a:t>
            </a:r>
            <a:endParaRPr sz="3200" kern="0">
              <a:solidFill>
                <a:sysClr val="windowText" lastClr="000000"/>
              </a:solidFill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21774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9" y="597492"/>
            <a:ext cx="7305887" cy="6788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127" dirty="0"/>
              <a:t>Use</a:t>
            </a:r>
            <a:r>
              <a:rPr spc="-67" dirty="0"/>
              <a:t> </a:t>
            </a:r>
            <a:r>
              <a:rPr spc="-27" dirty="0">
                <a:latin typeface="Consolas"/>
                <a:cs typeface="Consolas"/>
              </a:rPr>
              <a:t>defer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0965" y="1592078"/>
            <a:ext cx="9697720" cy="51773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4599"/>
              </a:lnSpc>
              <a:spcBef>
                <a:spcPts val="133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add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18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Consolas"/>
                <a:cs typeface="Consolas"/>
              </a:rPr>
              <a:t>defer</a:t>
            </a:r>
            <a:r>
              <a:rPr sz="2400" kern="0" spc="-747" dirty="0">
                <a:solidFill>
                  <a:srgbClr val="5E686C"/>
                </a:solidFill>
                <a:latin typeface="Consolas"/>
                <a:cs typeface="Consolas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onto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script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tag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so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JavaScript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doesn't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execute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until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after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240" dirty="0">
                <a:solidFill>
                  <a:srgbClr val="5E686C"/>
                </a:solidFill>
                <a:latin typeface="Tahoma"/>
                <a:cs typeface="Tahoma"/>
              </a:rPr>
              <a:t>DOM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loaded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(</a:t>
            </a:r>
            <a:r>
              <a:rPr sz="2400" u="heavy" kern="0" spc="-13" dirty="0">
                <a:solidFill>
                  <a:srgbClr val="AE4345"/>
                </a:solidFill>
                <a:uFill>
                  <a:solidFill>
                    <a:srgbClr val="AE4345"/>
                  </a:solidFill>
                </a:uFill>
                <a:latin typeface="Tahoma"/>
                <a:cs typeface="Tahoma"/>
                <a:hlinkClick r:id="rId2"/>
              </a:rPr>
              <a:t>mdn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):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defTabSz="1219170">
              <a:spcBef>
                <a:spcPts val="2700"/>
              </a:spcBef>
            </a:pP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16933" defTabSz="1219170"/>
            <a:r>
              <a:rPr sz="3200" kern="0" dirty="0">
                <a:solidFill>
                  <a:srgbClr val="434343"/>
                </a:solidFill>
                <a:latin typeface="Consolas"/>
                <a:cs typeface="Consolas"/>
              </a:rPr>
              <a:t>&lt;script</a:t>
            </a:r>
            <a:r>
              <a:rPr sz="3200" kern="0" spc="-267" dirty="0">
                <a:solidFill>
                  <a:srgbClr val="434343"/>
                </a:solidFill>
                <a:latin typeface="Consolas"/>
                <a:cs typeface="Consolas"/>
              </a:rPr>
              <a:t> </a:t>
            </a:r>
            <a:r>
              <a:rPr sz="3200" kern="0" dirty="0">
                <a:solidFill>
                  <a:srgbClr val="434343"/>
                </a:solidFill>
                <a:latin typeface="Consolas"/>
                <a:cs typeface="Consolas"/>
              </a:rPr>
              <a:t>src="script.js"</a:t>
            </a:r>
            <a:r>
              <a:rPr sz="3200" kern="0" spc="-213" dirty="0">
                <a:solidFill>
                  <a:srgbClr val="434343"/>
                </a:solidFill>
                <a:latin typeface="Consolas"/>
                <a:cs typeface="Consolas"/>
              </a:rPr>
              <a:t> </a:t>
            </a:r>
            <a:r>
              <a:rPr sz="3200" b="1" kern="0" spc="-13" dirty="0">
                <a:solidFill>
                  <a:srgbClr val="9900FF"/>
                </a:solidFill>
                <a:latin typeface="Consolas"/>
                <a:cs typeface="Consolas"/>
              </a:rPr>
              <a:t>defer</a:t>
            </a:r>
            <a:r>
              <a:rPr sz="3200" kern="0" spc="-13" dirty="0">
                <a:solidFill>
                  <a:srgbClr val="434343"/>
                </a:solidFill>
                <a:latin typeface="Consolas"/>
                <a:cs typeface="Consolas"/>
              </a:rPr>
              <a:t>&gt;&lt;/script&gt;</a:t>
            </a:r>
            <a:endParaRPr sz="32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defTabSz="1219170">
              <a:spcBef>
                <a:spcPts val="433"/>
              </a:spcBef>
            </a:pPr>
            <a:endParaRPr sz="3200" kern="0">
              <a:solidFill>
                <a:sysClr val="windowText" lastClr="000000"/>
              </a:solidFill>
              <a:latin typeface="Consolas"/>
              <a:cs typeface="Consolas"/>
            </a:endParaRPr>
          </a:p>
          <a:p>
            <a:pPr marL="16933" defTabSz="1219170"/>
            <a:r>
              <a:rPr sz="2400" kern="0" spc="67" dirty="0">
                <a:solidFill>
                  <a:srgbClr val="5E686C"/>
                </a:solidFill>
                <a:latin typeface="Tahoma"/>
                <a:cs typeface="Tahoma"/>
              </a:rPr>
              <a:t>Other</a:t>
            </a:r>
            <a:r>
              <a:rPr sz="2400" kern="0" spc="-24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old-school</a:t>
            </a:r>
            <a:r>
              <a:rPr sz="2400" kern="0" spc="-24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ways</a:t>
            </a:r>
            <a:r>
              <a:rPr sz="2400" kern="0" spc="-24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2400" kern="0" spc="-24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doing</a:t>
            </a:r>
            <a:r>
              <a:rPr sz="2400" kern="0" spc="-24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2400" kern="0" spc="-24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47" dirty="0">
                <a:solidFill>
                  <a:srgbClr val="5E686C"/>
                </a:solidFill>
                <a:latin typeface="Tahoma"/>
                <a:cs typeface="Tahoma"/>
              </a:rPr>
              <a:t>(</a:t>
            </a:r>
            <a:r>
              <a:rPr sz="2400" b="1" kern="0" spc="-147" dirty="0">
                <a:solidFill>
                  <a:srgbClr val="FF0000"/>
                </a:solidFill>
                <a:latin typeface="Tahoma"/>
                <a:cs typeface="Tahoma"/>
              </a:rPr>
              <a:t>don't</a:t>
            </a:r>
            <a:r>
              <a:rPr sz="2400" b="1" kern="0" spc="-187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b="1" kern="0" spc="-147" dirty="0">
                <a:solidFill>
                  <a:srgbClr val="FF0000"/>
                </a:solidFill>
                <a:latin typeface="Tahoma"/>
                <a:cs typeface="Tahoma"/>
              </a:rPr>
              <a:t>do</a:t>
            </a:r>
            <a:r>
              <a:rPr sz="2400" b="1" kern="0" spc="-2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b="1" kern="0" spc="-13" dirty="0">
                <a:solidFill>
                  <a:srgbClr val="FF0000"/>
                </a:solidFill>
                <a:latin typeface="Tahoma"/>
                <a:cs typeface="Tahoma"/>
              </a:rPr>
              <a:t>these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):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625655" indent="-409766" defTabSz="1219170">
              <a:spcBef>
                <a:spcPts val="2519"/>
              </a:spcBef>
              <a:buFontTx/>
              <a:buChar char="-"/>
              <a:tabLst>
                <a:tab pos="625655" algn="l"/>
              </a:tabLst>
            </a:pPr>
            <a:r>
              <a:rPr sz="2400" kern="0" spc="80" dirty="0">
                <a:solidFill>
                  <a:srgbClr val="5E686C"/>
                </a:solidFill>
                <a:latin typeface="Tahoma"/>
                <a:cs typeface="Tahoma"/>
              </a:rPr>
              <a:t>Put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Consolas"/>
                <a:cs typeface="Consolas"/>
              </a:rPr>
              <a:t>&lt;script&gt;</a:t>
            </a:r>
            <a:r>
              <a:rPr sz="2400" kern="0" spc="-787" dirty="0">
                <a:solidFill>
                  <a:srgbClr val="5E686C"/>
                </a:solidFill>
                <a:latin typeface="Consolas"/>
                <a:cs typeface="Consolas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tag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at</a:t>
            </a:r>
            <a:r>
              <a:rPr sz="2400" kern="0" spc="-22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bottom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3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27" dirty="0">
                <a:solidFill>
                  <a:srgbClr val="5E686C"/>
                </a:solidFill>
                <a:latin typeface="Tahoma"/>
                <a:cs typeface="Tahoma"/>
              </a:rPr>
              <a:t>page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625655" indent="-409766" defTabSz="1219170">
              <a:spcBef>
                <a:spcPts val="420"/>
              </a:spcBef>
              <a:buFontTx/>
              <a:buChar char="-"/>
              <a:tabLst>
                <a:tab pos="625655" algn="l"/>
              </a:tabLst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Listen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"</a:t>
            </a:r>
            <a:r>
              <a:rPr sz="2400" kern="0" spc="-13" dirty="0">
                <a:solidFill>
                  <a:srgbClr val="5E686C"/>
                </a:solidFill>
                <a:latin typeface="Consolas"/>
                <a:cs typeface="Consolas"/>
              </a:rPr>
              <a:t>load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"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event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window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object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marL="16933" marR="79583" defTabSz="1219170">
              <a:lnSpc>
                <a:spcPct val="114599"/>
              </a:lnSpc>
              <a:spcBef>
                <a:spcPts val="2100"/>
              </a:spcBef>
            </a:pP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see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tons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examples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internet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do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27" dirty="0">
                <a:solidFill>
                  <a:srgbClr val="5E686C"/>
                </a:solidFill>
                <a:latin typeface="Tahoma"/>
                <a:cs typeface="Tahoma"/>
              </a:rPr>
              <a:t>this.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They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2400" kern="0" spc="-20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out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of </a:t>
            </a:r>
            <a:r>
              <a:rPr sz="2400" kern="0" spc="-53" dirty="0">
                <a:solidFill>
                  <a:srgbClr val="5E686C"/>
                </a:solidFill>
                <a:latin typeface="Tahoma"/>
                <a:cs typeface="Tahoma"/>
              </a:rPr>
              <a:t>date.</a:t>
            </a:r>
            <a:r>
              <a:rPr sz="2400" kern="0" spc="-21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defer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2400" kern="0" spc="-193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dirty="0">
                <a:solidFill>
                  <a:srgbClr val="AE4345"/>
                </a:solidFill>
                <a:latin typeface="Tahoma"/>
                <a:cs typeface="Tahoma"/>
                <a:hlinkClick r:id="rId3"/>
              </a:rPr>
              <a:t>widely</a:t>
            </a:r>
            <a:r>
              <a:rPr sz="2400" kern="0" spc="-207" dirty="0">
                <a:solidFill>
                  <a:srgbClr val="AE4345"/>
                </a:solidFill>
                <a:latin typeface="Tahoma"/>
                <a:cs typeface="Tahoma"/>
                <a:hlinkClick r:id="rId3"/>
              </a:rPr>
              <a:t> </a:t>
            </a:r>
            <a:r>
              <a:rPr sz="2400" kern="0" dirty="0">
                <a:solidFill>
                  <a:srgbClr val="AE4345"/>
                </a:solidFill>
                <a:latin typeface="Tahoma"/>
                <a:cs typeface="Tahoma"/>
                <a:hlinkClick r:id="rId3"/>
              </a:rPr>
              <a:t>supported</a:t>
            </a:r>
            <a:r>
              <a:rPr sz="2400" kern="0" spc="-200" dirty="0">
                <a:solidFill>
                  <a:srgbClr val="AE4345"/>
                </a:solidFill>
                <a:latin typeface="Tahoma"/>
                <a:cs typeface="Tahoma"/>
              </a:rPr>
              <a:t> </a:t>
            </a:r>
            <a:r>
              <a:rPr sz="2400" kern="0" spc="-33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2400" kern="0" spc="-207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2400" kern="0" spc="-13" dirty="0">
                <a:solidFill>
                  <a:srgbClr val="5E686C"/>
                </a:solidFill>
                <a:latin typeface="Tahoma"/>
                <a:cs typeface="Tahoma"/>
              </a:rPr>
              <a:t>better.</a:t>
            </a:r>
            <a:endParaRPr sz="2400" kern="0">
              <a:solidFill>
                <a:sysClr val="windowText" lastClr="000000"/>
              </a:solidFill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23009" y="6711367"/>
            <a:ext cx="2309707" cy="27940"/>
          </a:xfrm>
          <a:custGeom>
            <a:avLst/>
            <a:gdLst/>
            <a:ahLst/>
            <a:cxnLst/>
            <a:rect l="l" t="t" r="r" b="b"/>
            <a:pathLst>
              <a:path w="1732279" h="20954">
                <a:moveTo>
                  <a:pt x="1731657" y="20574"/>
                </a:moveTo>
                <a:lnTo>
                  <a:pt x="0" y="20574"/>
                </a:lnTo>
                <a:lnTo>
                  <a:pt x="0" y="0"/>
                </a:lnTo>
                <a:lnTo>
                  <a:pt x="1731657" y="0"/>
                </a:lnTo>
                <a:lnTo>
                  <a:pt x="1731657" y="20574"/>
                </a:lnTo>
                <a:close/>
              </a:path>
            </a:pathLst>
          </a:custGeom>
          <a:solidFill>
            <a:srgbClr val="AE4345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933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06817" y="3053415"/>
            <a:ext cx="5109633" cy="1479127"/>
            <a:chOff x="2030111" y="2290060"/>
            <a:chExt cx="3832225" cy="11093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8211" y="2328160"/>
              <a:ext cx="3755687" cy="93566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49161" y="2309110"/>
              <a:ext cx="3794125" cy="1071245"/>
            </a:xfrm>
            <a:custGeom>
              <a:avLst/>
              <a:gdLst/>
              <a:ahLst/>
              <a:cxnLst/>
              <a:rect l="l" t="t" r="r" b="b"/>
              <a:pathLst>
                <a:path w="3794125" h="1071245">
                  <a:moveTo>
                    <a:pt x="0" y="0"/>
                  </a:moveTo>
                  <a:lnTo>
                    <a:pt x="3793787" y="0"/>
                  </a:lnTo>
                  <a:lnTo>
                    <a:pt x="3793787" y="1071233"/>
                  </a:lnTo>
                  <a:lnTo>
                    <a:pt x="0" y="1071233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681985" y="232775"/>
            <a:ext cx="5146887" cy="2677160"/>
            <a:chOff x="2011487" y="174581"/>
            <a:chExt cx="3860165" cy="200787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5742" y="212681"/>
              <a:ext cx="3589772" cy="18953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030537" y="193631"/>
              <a:ext cx="3822065" cy="1969770"/>
            </a:xfrm>
            <a:custGeom>
              <a:avLst/>
              <a:gdLst/>
              <a:ahLst/>
              <a:cxnLst/>
              <a:rect l="l" t="t" r="r" b="b"/>
              <a:pathLst>
                <a:path w="3822065" h="1969770">
                  <a:moveTo>
                    <a:pt x="0" y="0"/>
                  </a:moveTo>
                  <a:lnTo>
                    <a:pt x="3821720" y="0"/>
                  </a:lnTo>
                  <a:lnTo>
                    <a:pt x="3821720" y="1969396"/>
                  </a:lnTo>
                  <a:lnTo>
                    <a:pt x="0" y="1969396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310251" y="4674849"/>
            <a:ext cx="9571567" cy="1827107"/>
            <a:chOff x="982687" y="3506137"/>
            <a:chExt cx="7178675" cy="137033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0787" y="3544237"/>
              <a:ext cx="7102425" cy="12940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01737" y="3525187"/>
              <a:ext cx="7140575" cy="1332230"/>
            </a:xfrm>
            <a:custGeom>
              <a:avLst/>
              <a:gdLst/>
              <a:ahLst/>
              <a:cxnLst/>
              <a:rect l="l" t="t" r="r" b="b"/>
              <a:pathLst>
                <a:path w="7140575" h="1332229">
                  <a:moveTo>
                    <a:pt x="0" y="0"/>
                  </a:moveTo>
                  <a:lnTo>
                    <a:pt x="7140525" y="0"/>
                  </a:lnTo>
                  <a:lnTo>
                    <a:pt x="7140525" y="1332150"/>
                  </a:lnTo>
                  <a:lnTo>
                    <a:pt x="0" y="133215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43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6341</TotalTime>
  <Words>955</Words>
  <Application>Microsoft Office PowerPoint</Application>
  <PresentationFormat>Custom</PresentationFormat>
  <Paragraphs>158</Paragraphs>
  <Slides>62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64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Alert box</vt:lpstr>
      <vt:lpstr>Confirmation message </vt:lpstr>
      <vt:lpstr>Prompt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Javascript boolean</vt:lpstr>
      <vt:lpstr>PowerPoint Presentation</vt:lpstr>
      <vt:lpstr>JavaScript operators</vt:lpstr>
      <vt:lpstr>Reminder (modulus)</vt:lpstr>
      <vt:lpstr>exponentiation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Events</vt:lpstr>
      <vt:lpstr>Event-driven programming</vt:lpstr>
      <vt:lpstr>Event-driven programming</vt:lpstr>
      <vt:lpstr>Event-driven programming</vt:lpstr>
      <vt:lpstr>Event-driven programming</vt:lpstr>
      <vt:lpstr>A few more HTML elements</vt:lpstr>
      <vt:lpstr>Using event listeners</vt:lpstr>
      <vt:lpstr>The DOM</vt:lpstr>
      <vt:lpstr>Getting DOM objects</vt:lpstr>
      <vt:lpstr>Adding event listeners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&lt;head&gt; &lt;title&gt;CS 193X&lt;/title&gt;</vt:lpstr>
      <vt:lpstr>&lt;head&gt; &lt;title&gt;CS 193X&lt;/title&gt;</vt:lpstr>
      <vt:lpstr>&lt;head&gt;</vt:lpstr>
      <vt:lpstr>Use defer</vt:lpstr>
      <vt:lpstr>Use defer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Iron Usman</dc:creator>
  <cp:lastModifiedBy>Sadi Shabbit</cp:lastModifiedBy>
  <cp:revision>43</cp:revision>
  <dcterms:created xsi:type="dcterms:W3CDTF">2023-04-25T13:10:35Z</dcterms:created>
  <dcterms:modified xsi:type="dcterms:W3CDTF">2024-11-25T19:20:47Z</dcterms:modified>
</cp:coreProperties>
</file>