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30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4942A-0877-4896-828E-5B61A110FF96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836EE-8D0D-440B-8420-82B38DDA9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051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76421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87085-99F4-4688-8E9C-6D8801F8BFB8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59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6D79-610C-47AE-94D4-36AD298DA03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853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EC0FA-76BA-4B95-8866-0FB7AC9CED3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0000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F2BB3-617F-45EE-851A-48D0BB3B8B60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179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1995-E1AF-4D40-895C-97FF175E45F8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1111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3E14-BE6D-47CD-AF19-6BC6B5E6E80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534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FEAD-6BA5-46DA-A03F-52978887C4C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85983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7C2F1-35A2-4DB2-BF38-28CEEAF7D4D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2934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701-9594-4839-A040-21C26C833F1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0766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45069-AA5D-475C-A774-7325BC49DD7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685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B3DF5-934F-4365-B4C1-8627BF978DD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532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88A1B-2899-4282-8EC5-003CB9AEFF7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7E520-84D4-4D68-B9ED-5D2A9880F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65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Class </a:t>
            </a:r>
            <a:r>
              <a:rPr lang="en-US" dirty="0" smtClean="0">
                <a:solidFill>
                  <a:srgbClr val="3380E6"/>
                </a:solidFill>
                <a:latin typeface="Consolas" panose="020B0609020204030204" pitchFamily="49" charset="0"/>
              </a:rPr>
              <a:t>string</a:t>
            </a: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 and String Stream Processing: </a:t>
            </a:r>
            <a:br>
              <a:rPr lang="en-US" dirty="0" smtClean="0">
                <a:solidFill>
                  <a:srgbClr val="3380E6"/>
                </a:solidFill>
                <a:latin typeface="Goudy Sans Medium"/>
              </a:rPr>
            </a:b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A Deeper Look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21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4777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1838" y="0"/>
            <a:ext cx="107283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23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9488" y="0"/>
            <a:ext cx="102330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282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7778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312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7436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6075"/>
            <a:ext cx="12192000" cy="6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2302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30413"/>
            <a:ext cx="12192000" cy="27955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28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9900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91532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81344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6298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03614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13006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25525"/>
            <a:ext cx="12192000" cy="4805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53206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3675"/>
            <a:ext cx="12192000" cy="646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48931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19419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35100"/>
            <a:ext cx="12192000" cy="3986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558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53625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75410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81063" y="0"/>
            <a:ext cx="104282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14986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44600" y="0"/>
            <a:ext cx="97012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91967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50571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49581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6075"/>
            <a:ext cx="12192000" cy="6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58637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514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0920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0846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1607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96995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2871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0588"/>
            <a:ext cx="12192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3780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80939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3026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43088"/>
            <a:ext cx="1219200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408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00263"/>
            <a:ext cx="121920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67365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74610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116138"/>
            <a:ext cx="12192000" cy="2624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226716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89075"/>
            <a:ext cx="12192000" cy="387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21651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76275"/>
            <a:ext cx="12192000" cy="55038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8316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9538"/>
            <a:ext cx="12192000" cy="6637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99049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23963"/>
            <a:ext cx="1219200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218161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85189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981279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15950"/>
            <a:ext cx="12192000" cy="56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37300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27044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963389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62050"/>
            <a:ext cx="1219200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192535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21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33400"/>
            <a:ext cx="12192000" cy="57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1227116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cpphtp10_11</Template>
  <TotalTime>0</TotalTime>
  <Words>608</Words>
  <Application>Microsoft Office PowerPoint</Application>
  <PresentationFormat>Custom</PresentationFormat>
  <Paragraphs>52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Theme1</vt:lpstr>
      <vt:lpstr>Class string and String Stream Processing:  A Deeper Look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string and String Stream Processing:  A Deeper Look</dc:title>
  <dc:creator>Paul Deitel</dc:creator>
  <cp:lastModifiedBy>Binod</cp:lastModifiedBy>
  <cp:revision>2</cp:revision>
  <dcterms:created xsi:type="dcterms:W3CDTF">2016-07-20T20:45:40Z</dcterms:created>
  <dcterms:modified xsi:type="dcterms:W3CDTF">2016-09-22T10:21:25Z</dcterms:modified>
</cp:coreProperties>
</file>