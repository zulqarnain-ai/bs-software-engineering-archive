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 id="2147483716" r:id="rId4"/>
  </p:sldMasterIdLst>
  <p:notesMasterIdLst>
    <p:notesMasterId r:id="rId40"/>
  </p:notesMasterIdLst>
  <p:sldIdLst>
    <p:sldId id="349" r:id="rId5"/>
    <p:sldId id="353" r:id="rId6"/>
    <p:sldId id="358" r:id="rId7"/>
    <p:sldId id="260" r:id="rId8"/>
    <p:sldId id="356" r:id="rId9"/>
    <p:sldId id="359" r:id="rId10"/>
    <p:sldId id="360" r:id="rId11"/>
    <p:sldId id="361" r:id="rId12"/>
    <p:sldId id="362" r:id="rId13"/>
    <p:sldId id="363" r:id="rId14"/>
    <p:sldId id="364" r:id="rId15"/>
    <p:sldId id="310" r:id="rId16"/>
    <p:sldId id="312" r:id="rId17"/>
    <p:sldId id="365" r:id="rId18"/>
    <p:sldId id="366" r:id="rId19"/>
    <p:sldId id="367" r:id="rId20"/>
    <p:sldId id="368" r:id="rId21"/>
    <p:sldId id="369" r:id="rId22"/>
    <p:sldId id="370" r:id="rId23"/>
    <p:sldId id="371" r:id="rId24"/>
    <p:sldId id="372" r:id="rId25"/>
    <p:sldId id="373" r:id="rId26"/>
    <p:sldId id="374" r:id="rId27"/>
    <p:sldId id="375" r:id="rId28"/>
    <p:sldId id="385" r:id="rId29"/>
    <p:sldId id="377" r:id="rId30"/>
    <p:sldId id="379" r:id="rId31"/>
    <p:sldId id="384" r:id="rId32"/>
    <p:sldId id="386" r:id="rId33"/>
    <p:sldId id="380" r:id="rId34"/>
    <p:sldId id="381" r:id="rId35"/>
    <p:sldId id="382" r:id="rId36"/>
    <p:sldId id="378" r:id="rId37"/>
    <p:sldId id="383" r:id="rId38"/>
    <p:sldId id="34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56" autoAdjust="0"/>
  </p:normalViewPr>
  <p:slideViewPr>
    <p:cSldViewPr snapToGrid="0" showGuides="1">
      <p:cViewPr varScale="1">
        <p:scale>
          <a:sx n="61" d="100"/>
          <a:sy n="61" d="100"/>
        </p:scale>
        <p:origin x="884" y="60"/>
      </p:cViewPr>
      <p:guideLst>
        <p:guide orient="horz" pos="2136"/>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4/11/2025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4496944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Picture Placeholder 2">
            <a:extLst>
              <a:ext uri="{FF2B5EF4-FFF2-40B4-BE49-F238E27FC236}">
                <a16:creationId xmlns:a16="http://schemas.microsoft.com/office/drawing/2014/main" id="{CB93A692-6FE4-459D-971B-4D9666573565}"/>
              </a:ext>
            </a:extLst>
          </p:cNvPr>
          <p:cNvSpPr>
            <a:spLocks noGrp="1"/>
          </p:cNvSpPr>
          <p:nvPr>
            <p:ph type="pic" idx="15" hasCustomPrompt="1"/>
          </p:nvPr>
        </p:nvSpPr>
        <p:spPr>
          <a:xfrm>
            <a:off x="3650190"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CE149D9E-74F2-422A-9403-DE25D7880EE3}"/>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0B5A09A4-9D5C-43E2-B67D-0F7F764E33B2}"/>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63E81662-E3DD-4893-A0D0-8BE33B2D3F55}"/>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686641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8_Contents slide layout">
    <p:bg>
      <p:bgPr>
        <a:solidFill>
          <a:schemeClr val="bg1"/>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DA1A32-608F-4870-B9EC-CDE9C3F551EF}"/>
              </a:ext>
            </a:extLst>
          </p:cNvPr>
          <p:cNvSpPr>
            <a:spLocks noGrp="1"/>
          </p:cNvSpPr>
          <p:nvPr>
            <p:ph type="pic" sz="quarter" idx="11" hasCustomPrompt="1"/>
          </p:nvPr>
        </p:nvSpPr>
        <p:spPr>
          <a:xfrm>
            <a:off x="5622521" y="0"/>
            <a:ext cx="6569479" cy="6858000"/>
          </a:xfrm>
          <a:custGeom>
            <a:avLst/>
            <a:gdLst>
              <a:gd name="connsiteX0" fmla="*/ 3702233 w 9854218"/>
              <a:gd name="connsiteY0" fmla="*/ 10176083 h 10287000"/>
              <a:gd name="connsiteX1" fmla="*/ 3789992 w 9854218"/>
              <a:gd name="connsiteY1" fmla="*/ 10255622 h 10287000"/>
              <a:gd name="connsiteX2" fmla="*/ 3816186 w 9854218"/>
              <a:gd name="connsiteY2" fmla="*/ 10287000 h 10287000"/>
              <a:gd name="connsiteX3" fmla="*/ 3772988 w 9854218"/>
              <a:gd name="connsiteY3" fmla="*/ 10287000 h 10287000"/>
              <a:gd name="connsiteX4" fmla="*/ 3756533 w 9854218"/>
              <a:gd name="connsiteY4" fmla="*/ 10269543 h 10287000"/>
              <a:gd name="connsiteX5" fmla="*/ 3678386 w 9854218"/>
              <a:gd name="connsiteY5" fmla="*/ 10176729 h 10287000"/>
              <a:gd name="connsiteX6" fmla="*/ 3702233 w 9854218"/>
              <a:gd name="connsiteY6" fmla="*/ 10176083 h 10287000"/>
              <a:gd name="connsiteX7" fmla="*/ 3705923 w 9854218"/>
              <a:gd name="connsiteY7" fmla="*/ 10030618 h 10287000"/>
              <a:gd name="connsiteX8" fmla="*/ 3847970 w 9854218"/>
              <a:gd name="connsiteY8" fmla="*/ 10176154 h 10287000"/>
              <a:gd name="connsiteX9" fmla="*/ 3959456 w 9854218"/>
              <a:gd name="connsiteY9" fmla="*/ 10287000 h 10287000"/>
              <a:gd name="connsiteX10" fmla="*/ 3904190 w 9854218"/>
              <a:gd name="connsiteY10" fmla="*/ 10287000 h 10287000"/>
              <a:gd name="connsiteX11" fmla="*/ 3902490 w 9854218"/>
              <a:gd name="connsiteY11" fmla="*/ 10285437 h 10287000"/>
              <a:gd name="connsiteX12" fmla="*/ 3829493 w 9854218"/>
              <a:gd name="connsiteY12" fmla="*/ 10224459 h 10287000"/>
              <a:gd name="connsiteX13" fmla="*/ 3705923 w 9854218"/>
              <a:gd name="connsiteY13" fmla="*/ 10030618 h 10287000"/>
              <a:gd name="connsiteX14" fmla="*/ 1244332 w 9854218"/>
              <a:gd name="connsiteY14" fmla="*/ 9732028 h 10287000"/>
              <a:gd name="connsiteX15" fmla="*/ 1244333 w 9854218"/>
              <a:gd name="connsiteY15" fmla="*/ 9742350 h 10287000"/>
              <a:gd name="connsiteX16" fmla="*/ 1244333 w 9854218"/>
              <a:gd name="connsiteY16" fmla="*/ 9752674 h 10287000"/>
              <a:gd name="connsiteX17" fmla="*/ 1234499 w 9854218"/>
              <a:gd name="connsiteY17" fmla="*/ 9744334 h 10287000"/>
              <a:gd name="connsiteX18" fmla="*/ 1234001 w 9854218"/>
              <a:gd name="connsiteY18" fmla="*/ 9742350 h 10287000"/>
              <a:gd name="connsiteX19" fmla="*/ 1244332 w 9854218"/>
              <a:gd name="connsiteY19" fmla="*/ 9732028 h 10287000"/>
              <a:gd name="connsiteX20" fmla="*/ 3569508 w 9854218"/>
              <a:gd name="connsiteY20" fmla="*/ 9650436 h 10287000"/>
              <a:gd name="connsiteX21" fmla="*/ 3581998 w 9854218"/>
              <a:gd name="connsiteY21" fmla="*/ 9662421 h 10287000"/>
              <a:gd name="connsiteX22" fmla="*/ 3570923 w 9854218"/>
              <a:gd name="connsiteY22" fmla="*/ 9656094 h 10287000"/>
              <a:gd name="connsiteX23" fmla="*/ 3568812 w 9854218"/>
              <a:gd name="connsiteY23" fmla="*/ 9649767 h 10287000"/>
              <a:gd name="connsiteX24" fmla="*/ 3569340 w 9854218"/>
              <a:gd name="connsiteY24" fmla="*/ 9649768 h 10287000"/>
              <a:gd name="connsiteX25" fmla="*/ 3569508 w 9854218"/>
              <a:gd name="connsiteY25" fmla="*/ 9650436 h 10287000"/>
              <a:gd name="connsiteX26" fmla="*/ 3733836 w 9854218"/>
              <a:gd name="connsiteY26" fmla="*/ 9636734 h 10287000"/>
              <a:gd name="connsiteX27" fmla="*/ 3746490 w 9854218"/>
              <a:gd name="connsiteY27" fmla="*/ 9649767 h 10287000"/>
              <a:gd name="connsiteX28" fmla="*/ 3733838 w 9854218"/>
              <a:gd name="connsiteY28" fmla="*/ 9637113 h 10287000"/>
              <a:gd name="connsiteX29" fmla="*/ 3494952 w 9854218"/>
              <a:gd name="connsiteY29" fmla="*/ 9551220 h 10287000"/>
              <a:gd name="connsiteX30" fmla="*/ 3496187 w 9854218"/>
              <a:gd name="connsiteY30" fmla="*/ 9552490 h 10287000"/>
              <a:gd name="connsiteX31" fmla="*/ 3504850 w 9854218"/>
              <a:gd name="connsiteY31" fmla="*/ 9560888 h 10287000"/>
              <a:gd name="connsiteX32" fmla="*/ 3499745 w 9854218"/>
              <a:gd name="connsiteY32" fmla="*/ 9559612 h 10287000"/>
              <a:gd name="connsiteX33" fmla="*/ 3455460 w 9854218"/>
              <a:gd name="connsiteY33" fmla="*/ 9510579 h 10287000"/>
              <a:gd name="connsiteX34" fmla="*/ 3480766 w 9854218"/>
              <a:gd name="connsiteY34" fmla="*/ 9535886 h 10287000"/>
              <a:gd name="connsiteX35" fmla="*/ 3493421 w 9854218"/>
              <a:gd name="connsiteY35" fmla="*/ 9548540 h 10287000"/>
              <a:gd name="connsiteX36" fmla="*/ 3494952 w 9854218"/>
              <a:gd name="connsiteY36" fmla="*/ 9551220 h 10287000"/>
              <a:gd name="connsiteX37" fmla="*/ 3392190 w 9854218"/>
              <a:gd name="connsiteY37" fmla="*/ 9409350 h 10287000"/>
              <a:gd name="connsiteX38" fmla="*/ 3404846 w 9854218"/>
              <a:gd name="connsiteY38" fmla="*/ 9409350 h 10287000"/>
              <a:gd name="connsiteX39" fmla="*/ 3417497 w 9854218"/>
              <a:gd name="connsiteY39" fmla="*/ 9409350 h 10287000"/>
              <a:gd name="connsiteX40" fmla="*/ 3797105 w 9854218"/>
              <a:gd name="connsiteY40" fmla="*/ 9738340 h 10287000"/>
              <a:gd name="connsiteX41" fmla="*/ 3809762 w 9854218"/>
              <a:gd name="connsiteY41" fmla="*/ 9738340 h 10287000"/>
              <a:gd name="connsiteX42" fmla="*/ 3835066 w 9854218"/>
              <a:gd name="connsiteY42" fmla="*/ 9776301 h 10287000"/>
              <a:gd name="connsiteX43" fmla="*/ 3873026 w 9854218"/>
              <a:gd name="connsiteY43" fmla="*/ 9801610 h 10287000"/>
              <a:gd name="connsiteX44" fmla="*/ 3910990 w 9854218"/>
              <a:gd name="connsiteY44" fmla="*/ 9839571 h 10287000"/>
              <a:gd name="connsiteX45" fmla="*/ 3936296 w 9854218"/>
              <a:gd name="connsiteY45" fmla="*/ 9852222 h 10287000"/>
              <a:gd name="connsiteX46" fmla="*/ 3961601 w 9854218"/>
              <a:gd name="connsiteY46" fmla="*/ 9877532 h 10287000"/>
              <a:gd name="connsiteX47" fmla="*/ 3999564 w 9854218"/>
              <a:gd name="connsiteY47" fmla="*/ 9902836 h 10287000"/>
              <a:gd name="connsiteX48" fmla="*/ 4113444 w 9854218"/>
              <a:gd name="connsiteY48" fmla="*/ 10004066 h 10287000"/>
              <a:gd name="connsiteX49" fmla="*/ 4176716 w 9854218"/>
              <a:gd name="connsiteY49" fmla="*/ 10054680 h 10287000"/>
              <a:gd name="connsiteX50" fmla="*/ 4239982 w 9854218"/>
              <a:gd name="connsiteY50" fmla="*/ 10105293 h 10287000"/>
              <a:gd name="connsiteX51" fmla="*/ 4341209 w 9854218"/>
              <a:gd name="connsiteY51" fmla="*/ 10181214 h 10287000"/>
              <a:gd name="connsiteX52" fmla="*/ 4328555 w 9854218"/>
              <a:gd name="connsiteY52" fmla="*/ 10143254 h 10287000"/>
              <a:gd name="connsiteX53" fmla="*/ 4328555 w 9854218"/>
              <a:gd name="connsiteY53" fmla="*/ 10155908 h 10287000"/>
              <a:gd name="connsiteX54" fmla="*/ 4391824 w 9854218"/>
              <a:gd name="connsiteY54" fmla="*/ 10181214 h 10287000"/>
              <a:gd name="connsiteX55" fmla="*/ 4391824 w 9854218"/>
              <a:gd name="connsiteY55" fmla="*/ 10168562 h 10287000"/>
              <a:gd name="connsiteX56" fmla="*/ 4404478 w 9854218"/>
              <a:gd name="connsiteY56" fmla="*/ 10168562 h 10287000"/>
              <a:gd name="connsiteX57" fmla="*/ 4404476 w 9854218"/>
              <a:gd name="connsiteY57" fmla="*/ 10181214 h 10287000"/>
              <a:gd name="connsiteX58" fmla="*/ 4417134 w 9854218"/>
              <a:gd name="connsiteY58" fmla="*/ 10193868 h 10287000"/>
              <a:gd name="connsiteX59" fmla="*/ 4504126 w 9854218"/>
              <a:gd name="connsiteY59" fmla="*/ 10246062 h 10287000"/>
              <a:gd name="connsiteX60" fmla="*/ 4555560 w 9854218"/>
              <a:gd name="connsiteY60" fmla="*/ 10287000 h 10287000"/>
              <a:gd name="connsiteX61" fmla="*/ 4347497 w 9854218"/>
              <a:gd name="connsiteY61" fmla="*/ 10287000 h 10287000"/>
              <a:gd name="connsiteX62" fmla="*/ 4341209 w 9854218"/>
              <a:gd name="connsiteY62" fmla="*/ 10282443 h 10287000"/>
              <a:gd name="connsiteX63" fmla="*/ 4088141 w 9854218"/>
              <a:gd name="connsiteY63" fmla="*/ 10105290 h 10287000"/>
              <a:gd name="connsiteX64" fmla="*/ 4088136 w 9854218"/>
              <a:gd name="connsiteY64" fmla="*/ 10092639 h 10287000"/>
              <a:gd name="connsiteX65" fmla="*/ 3974256 w 9854218"/>
              <a:gd name="connsiteY65" fmla="*/ 10004066 h 10287000"/>
              <a:gd name="connsiteX66" fmla="*/ 3974255 w 9854218"/>
              <a:gd name="connsiteY66" fmla="*/ 9991412 h 10287000"/>
              <a:gd name="connsiteX67" fmla="*/ 3974255 w 9854218"/>
              <a:gd name="connsiteY67" fmla="*/ 9978758 h 10287000"/>
              <a:gd name="connsiteX68" fmla="*/ 3961601 w 9854218"/>
              <a:gd name="connsiteY68" fmla="*/ 9966108 h 10287000"/>
              <a:gd name="connsiteX69" fmla="*/ 3948950 w 9854218"/>
              <a:gd name="connsiteY69" fmla="*/ 9953451 h 10287000"/>
              <a:gd name="connsiteX70" fmla="*/ 3936296 w 9854218"/>
              <a:gd name="connsiteY70" fmla="*/ 9953451 h 10287000"/>
              <a:gd name="connsiteX71" fmla="*/ 3948952 w 9854218"/>
              <a:gd name="connsiteY71" fmla="*/ 9966104 h 10287000"/>
              <a:gd name="connsiteX72" fmla="*/ 3961601 w 9854218"/>
              <a:gd name="connsiteY72" fmla="*/ 9978758 h 10287000"/>
              <a:gd name="connsiteX73" fmla="*/ 3948950 w 9854218"/>
              <a:gd name="connsiteY73" fmla="*/ 9991412 h 10287000"/>
              <a:gd name="connsiteX74" fmla="*/ 3835066 w 9854218"/>
              <a:gd name="connsiteY74" fmla="*/ 9890182 h 10287000"/>
              <a:gd name="connsiteX75" fmla="*/ 3822413 w 9854218"/>
              <a:gd name="connsiteY75" fmla="*/ 9877532 h 10287000"/>
              <a:gd name="connsiteX76" fmla="*/ 3822416 w 9854218"/>
              <a:gd name="connsiteY76" fmla="*/ 9864876 h 10287000"/>
              <a:gd name="connsiteX77" fmla="*/ 3784448 w 9854218"/>
              <a:gd name="connsiteY77" fmla="*/ 9826916 h 10287000"/>
              <a:gd name="connsiteX78" fmla="*/ 3771798 w 9854218"/>
              <a:gd name="connsiteY78" fmla="*/ 9814262 h 10287000"/>
              <a:gd name="connsiteX79" fmla="*/ 3759143 w 9854218"/>
              <a:gd name="connsiteY79" fmla="*/ 9788956 h 10287000"/>
              <a:gd name="connsiteX80" fmla="*/ 3733834 w 9854218"/>
              <a:gd name="connsiteY80" fmla="*/ 9763647 h 10287000"/>
              <a:gd name="connsiteX81" fmla="*/ 3721186 w 9854218"/>
              <a:gd name="connsiteY81" fmla="*/ 9763647 h 10287000"/>
              <a:gd name="connsiteX82" fmla="*/ 3721187 w 9854218"/>
              <a:gd name="connsiteY82" fmla="*/ 9750996 h 10287000"/>
              <a:gd name="connsiteX83" fmla="*/ 3708530 w 9854218"/>
              <a:gd name="connsiteY83" fmla="*/ 9750996 h 10287000"/>
              <a:gd name="connsiteX84" fmla="*/ 3670571 w 9854218"/>
              <a:gd name="connsiteY84" fmla="*/ 9713032 h 10287000"/>
              <a:gd name="connsiteX85" fmla="*/ 3683226 w 9854218"/>
              <a:gd name="connsiteY85" fmla="*/ 9713036 h 10287000"/>
              <a:gd name="connsiteX86" fmla="*/ 3556684 w 9854218"/>
              <a:gd name="connsiteY86" fmla="*/ 9573846 h 10287000"/>
              <a:gd name="connsiteX87" fmla="*/ 3534545 w 9854218"/>
              <a:gd name="connsiteY87" fmla="*/ 9589662 h 10287000"/>
              <a:gd name="connsiteX88" fmla="*/ 3531419 w 9854218"/>
              <a:gd name="connsiteY88" fmla="*/ 9586632 h 10287000"/>
              <a:gd name="connsiteX89" fmla="*/ 3531382 w 9854218"/>
              <a:gd name="connsiteY89" fmla="*/ 9586500 h 10287000"/>
              <a:gd name="connsiteX90" fmla="*/ 3531150 w 9854218"/>
              <a:gd name="connsiteY90" fmla="*/ 9586378 h 10287000"/>
              <a:gd name="connsiteX91" fmla="*/ 3504850 w 9854218"/>
              <a:gd name="connsiteY91" fmla="*/ 9560888 h 10287000"/>
              <a:gd name="connsiteX92" fmla="*/ 3506069 w 9854218"/>
              <a:gd name="connsiteY92" fmla="*/ 9561192 h 10287000"/>
              <a:gd name="connsiteX93" fmla="*/ 3518723 w 9854218"/>
              <a:gd name="connsiteY93" fmla="*/ 9573846 h 10287000"/>
              <a:gd name="connsiteX94" fmla="*/ 3531383 w 9854218"/>
              <a:gd name="connsiteY94" fmla="*/ 9573843 h 10287000"/>
              <a:gd name="connsiteX95" fmla="*/ 3531382 w 9854218"/>
              <a:gd name="connsiteY95" fmla="*/ 9561192 h 10287000"/>
              <a:gd name="connsiteX96" fmla="*/ 3468112 w 9854218"/>
              <a:gd name="connsiteY96" fmla="*/ 9497925 h 10287000"/>
              <a:gd name="connsiteX97" fmla="*/ 3468112 w 9854218"/>
              <a:gd name="connsiteY97" fmla="*/ 9485268 h 10287000"/>
              <a:gd name="connsiteX98" fmla="*/ 3442808 w 9854218"/>
              <a:gd name="connsiteY98" fmla="*/ 9459964 h 10287000"/>
              <a:gd name="connsiteX99" fmla="*/ 3417497 w 9854218"/>
              <a:gd name="connsiteY99" fmla="*/ 9434658 h 10287000"/>
              <a:gd name="connsiteX100" fmla="*/ 3012584 w 9854218"/>
              <a:gd name="connsiteY100" fmla="*/ 9257510 h 10287000"/>
              <a:gd name="connsiteX101" fmla="*/ 3022073 w 9854218"/>
              <a:gd name="connsiteY101" fmla="*/ 9268580 h 10287000"/>
              <a:gd name="connsiteX102" fmla="*/ 3019736 w 9854218"/>
              <a:gd name="connsiteY102" fmla="*/ 9268968 h 10287000"/>
              <a:gd name="connsiteX103" fmla="*/ 2847455 w 9854218"/>
              <a:gd name="connsiteY103" fmla="*/ 8968533 h 10287000"/>
              <a:gd name="connsiteX104" fmla="*/ 2865802 w 9854218"/>
              <a:gd name="connsiteY104" fmla="*/ 8997360 h 10287000"/>
              <a:gd name="connsiteX105" fmla="*/ 2872247 w 9854218"/>
              <a:gd name="connsiteY105" fmla="*/ 9005182 h 10287000"/>
              <a:gd name="connsiteX106" fmla="*/ 2871814 w 9854218"/>
              <a:gd name="connsiteY106" fmla="*/ 9000681 h 10287000"/>
              <a:gd name="connsiteX107" fmla="*/ 2879723 w 9854218"/>
              <a:gd name="connsiteY107" fmla="*/ 8999692 h 10287000"/>
              <a:gd name="connsiteX108" fmla="*/ 2882327 w 9854218"/>
              <a:gd name="connsiteY108" fmla="*/ 9000148 h 10287000"/>
              <a:gd name="connsiteX109" fmla="*/ 2884188 w 9854218"/>
              <a:gd name="connsiteY109" fmla="*/ 8997712 h 10287000"/>
              <a:gd name="connsiteX110" fmla="*/ 2885808 w 9854218"/>
              <a:gd name="connsiteY110" fmla="*/ 9000758 h 10287000"/>
              <a:gd name="connsiteX111" fmla="*/ 2887631 w 9854218"/>
              <a:gd name="connsiteY111" fmla="*/ 9001077 h 10287000"/>
              <a:gd name="connsiteX112" fmla="*/ 2886047 w 9854218"/>
              <a:gd name="connsiteY112" fmla="*/ 8991786 h 10287000"/>
              <a:gd name="connsiteX113" fmla="*/ 2850458 w 9854218"/>
              <a:gd name="connsiteY113" fmla="*/ 8972210 h 10287000"/>
              <a:gd name="connsiteX114" fmla="*/ 1261949 w 9854218"/>
              <a:gd name="connsiteY114" fmla="*/ 8958783 h 10287000"/>
              <a:gd name="connsiteX115" fmla="*/ 1262372 w 9854218"/>
              <a:gd name="connsiteY115" fmla="*/ 8959339 h 10287000"/>
              <a:gd name="connsiteX116" fmla="*/ 1268305 w 9854218"/>
              <a:gd name="connsiteY116" fmla="*/ 8971461 h 10287000"/>
              <a:gd name="connsiteX117" fmla="*/ 1119280 w 9854218"/>
              <a:gd name="connsiteY117" fmla="*/ 8584360 h 10287000"/>
              <a:gd name="connsiteX118" fmla="*/ 1121074 w 9854218"/>
              <a:gd name="connsiteY118" fmla="*/ 8598870 h 10287000"/>
              <a:gd name="connsiteX119" fmla="*/ 1126753 w 9854218"/>
              <a:gd name="connsiteY119" fmla="*/ 8617364 h 10287000"/>
              <a:gd name="connsiteX120" fmla="*/ 1143751 w 9854218"/>
              <a:gd name="connsiteY120" fmla="*/ 8637490 h 10287000"/>
              <a:gd name="connsiteX121" fmla="*/ 1153022 w 9854218"/>
              <a:gd name="connsiteY121" fmla="*/ 8652268 h 10287000"/>
              <a:gd name="connsiteX122" fmla="*/ 993608 w 9854218"/>
              <a:gd name="connsiteY122" fmla="*/ 8563178 h 10287000"/>
              <a:gd name="connsiteX123" fmla="*/ 1001044 w 9854218"/>
              <a:gd name="connsiteY123" fmla="*/ 8596624 h 10287000"/>
              <a:gd name="connsiteX124" fmla="*/ 978638 w 9854218"/>
              <a:gd name="connsiteY124" fmla="*/ 8602694 h 10287000"/>
              <a:gd name="connsiteX125" fmla="*/ 1150966 w 9854218"/>
              <a:gd name="connsiteY125" fmla="*/ 8955356 h 10287000"/>
              <a:gd name="connsiteX126" fmla="*/ 1276850 w 9854218"/>
              <a:gd name="connsiteY126" fmla="*/ 9118520 h 10287000"/>
              <a:gd name="connsiteX127" fmla="*/ 1396570 w 9854218"/>
              <a:gd name="connsiteY127" fmla="*/ 9312225 h 10287000"/>
              <a:gd name="connsiteX128" fmla="*/ 1368209 w 9854218"/>
              <a:gd name="connsiteY128" fmla="*/ 9242926 h 10287000"/>
              <a:gd name="connsiteX129" fmla="*/ 1398731 w 9854218"/>
              <a:gd name="connsiteY129" fmla="*/ 9249092 h 10287000"/>
              <a:gd name="connsiteX130" fmla="*/ 1424824 w 9854218"/>
              <a:gd name="connsiteY130" fmla="*/ 9291942 h 10287000"/>
              <a:gd name="connsiteX131" fmla="*/ 1437577 w 9854218"/>
              <a:gd name="connsiteY131" fmla="*/ 9308271 h 10287000"/>
              <a:gd name="connsiteX132" fmla="*/ 1426300 w 9854218"/>
              <a:gd name="connsiteY132" fmla="*/ 9285122 h 10287000"/>
              <a:gd name="connsiteX133" fmla="*/ 1398241 w 9854218"/>
              <a:gd name="connsiteY133" fmla="*/ 9227676 h 10287000"/>
              <a:gd name="connsiteX134" fmla="*/ 1399595 w 9854218"/>
              <a:gd name="connsiteY134" fmla="*/ 9228166 h 10287000"/>
              <a:gd name="connsiteX135" fmla="*/ 1358393 w 9854218"/>
              <a:gd name="connsiteY135" fmla="*/ 9155026 h 10287000"/>
              <a:gd name="connsiteX136" fmla="*/ 1318568 w 9854218"/>
              <a:gd name="connsiteY136" fmla="*/ 9121743 h 10287000"/>
              <a:gd name="connsiteX137" fmla="*/ 1090468 w 9854218"/>
              <a:gd name="connsiteY137" fmla="*/ 8795770 h 10287000"/>
              <a:gd name="connsiteX138" fmla="*/ 1049606 w 9854218"/>
              <a:gd name="connsiteY138" fmla="*/ 8674704 h 10287000"/>
              <a:gd name="connsiteX139" fmla="*/ 978416 w 9854218"/>
              <a:gd name="connsiteY139" fmla="*/ 8451138 h 10287000"/>
              <a:gd name="connsiteX140" fmla="*/ 1037843 w 9854218"/>
              <a:gd name="connsiteY140" fmla="*/ 8567380 h 10287000"/>
              <a:gd name="connsiteX141" fmla="*/ 1119851 w 9854218"/>
              <a:gd name="connsiteY141" fmla="*/ 8712051 h 10287000"/>
              <a:gd name="connsiteX142" fmla="*/ 1205537 w 9854218"/>
              <a:gd name="connsiteY142" fmla="*/ 8846256 h 10287000"/>
              <a:gd name="connsiteX143" fmla="*/ 1261949 w 9854218"/>
              <a:gd name="connsiteY143" fmla="*/ 8958783 h 10287000"/>
              <a:gd name="connsiteX144" fmla="*/ 1258343 w 9854218"/>
              <a:gd name="connsiteY144" fmla="*/ 8954042 h 10287000"/>
              <a:gd name="connsiteX145" fmla="*/ 1262950 w 9854218"/>
              <a:gd name="connsiteY145" fmla="*/ 8994056 h 10287000"/>
              <a:gd name="connsiteX146" fmla="*/ 1312042 w 9854218"/>
              <a:gd name="connsiteY146" fmla="*/ 9048618 h 10287000"/>
              <a:gd name="connsiteX147" fmla="*/ 1391452 w 9854218"/>
              <a:gd name="connsiteY147" fmla="*/ 9183502 h 10287000"/>
              <a:gd name="connsiteX148" fmla="*/ 1424497 w 9854218"/>
              <a:gd name="connsiteY148" fmla="*/ 9237166 h 10287000"/>
              <a:gd name="connsiteX149" fmla="*/ 1429220 w 9854218"/>
              <a:gd name="connsiteY149" fmla="*/ 9238874 h 10287000"/>
              <a:gd name="connsiteX150" fmla="*/ 1434265 w 9854218"/>
              <a:gd name="connsiteY150" fmla="*/ 9245505 h 10287000"/>
              <a:gd name="connsiteX151" fmla="*/ 1456580 w 9854218"/>
              <a:gd name="connsiteY151" fmla="*/ 9264154 h 10287000"/>
              <a:gd name="connsiteX152" fmla="*/ 1488438 w 9854218"/>
              <a:gd name="connsiteY152" fmla="*/ 9290780 h 10287000"/>
              <a:gd name="connsiteX153" fmla="*/ 1565340 w 9854218"/>
              <a:gd name="connsiteY153" fmla="*/ 9409190 h 10287000"/>
              <a:gd name="connsiteX154" fmla="*/ 1632974 w 9854218"/>
              <a:gd name="connsiteY154" fmla="*/ 9506312 h 10287000"/>
              <a:gd name="connsiteX155" fmla="*/ 1626314 w 9854218"/>
              <a:gd name="connsiteY155" fmla="*/ 9514282 h 10287000"/>
              <a:gd name="connsiteX156" fmla="*/ 1611659 w 9854218"/>
              <a:gd name="connsiteY156" fmla="*/ 9502036 h 10287000"/>
              <a:gd name="connsiteX157" fmla="*/ 1622706 w 9854218"/>
              <a:gd name="connsiteY157" fmla="*/ 9517170 h 10287000"/>
              <a:gd name="connsiteX158" fmla="*/ 1722140 w 9854218"/>
              <a:gd name="connsiteY158" fmla="*/ 9649444 h 10287000"/>
              <a:gd name="connsiteX159" fmla="*/ 1730402 w 9854218"/>
              <a:gd name="connsiteY159" fmla="*/ 9674248 h 10287000"/>
              <a:gd name="connsiteX160" fmla="*/ 1740784 w 9854218"/>
              <a:gd name="connsiteY160" fmla="*/ 9674248 h 10287000"/>
              <a:gd name="connsiteX161" fmla="*/ 1722140 w 9854218"/>
              <a:gd name="connsiteY161" fmla="*/ 9649444 h 10287000"/>
              <a:gd name="connsiteX162" fmla="*/ 1720020 w 9854218"/>
              <a:gd name="connsiteY162" fmla="*/ 9643092 h 10287000"/>
              <a:gd name="connsiteX163" fmla="*/ 1740782 w 9854218"/>
              <a:gd name="connsiteY163" fmla="*/ 9653476 h 10287000"/>
              <a:gd name="connsiteX164" fmla="*/ 1751162 w 9854218"/>
              <a:gd name="connsiteY164" fmla="*/ 9653476 h 10287000"/>
              <a:gd name="connsiteX165" fmla="*/ 1657852 w 9854218"/>
              <a:gd name="connsiteY165" fmla="*/ 9494422 h 10287000"/>
              <a:gd name="connsiteX166" fmla="*/ 1559534 w 9854218"/>
              <a:gd name="connsiteY166" fmla="*/ 9346986 h 10287000"/>
              <a:gd name="connsiteX167" fmla="*/ 1533182 w 9854218"/>
              <a:gd name="connsiteY167" fmla="*/ 9310760 h 10287000"/>
              <a:gd name="connsiteX168" fmla="*/ 1529318 w 9854218"/>
              <a:gd name="connsiteY168" fmla="*/ 9301674 h 10287000"/>
              <a:gd name="connsiteX169" fmla="*/ 1470966 w 9854218"/>
              <a:gd name="connsiteY169" fmla="*/ 9214168 h 10287000"/>
              <a:gd name="connsiteX170" fmla="*/ 1207861 w 9854218"/>
              <a:gd name="connsiteY170" fmla="*/ 8762176 h 10287000"/>
              <a:gd name="connsiteX171" fmla="*/ 1204783 w 9854218"/>
              <a:gd name="connsiteY171" fmla="*/ 8758706 h 10287000"/>
              <a:gd name="connsiteX172" fmla="*/ 1182371 w 9854218"/>
              <a:gd name="connsiteY172" fmla="*/ 8745052 h 10287000"/>
              <a:gd name="connsiteX173" fmla="*/ 1016593 w 9854218"/>
              <a:gd name="connsiteY173" fmla="*/ 8501824 h 10287000"/>
              <a:gd name="connsiteX174" fmla="*/ 490171 w 9854218"/>
              <a:gd name="connsiteY174" fmla="*/ 8276537 h 10287000"/>
              <a:gd name="connsiteX175" fmla="*/ 583148 w 9854218"/>
              <a:gd name="connsiteY175" fmla="*/ 8524276 h 10287000"/>
              <a:gd name="connsiteX176" fmla="*/ 676129 w 9854218"/>
              <a:gd name="connsiteY176" fmla="*/ 8689440 h 10287000"/>
              <a:gd name="connsiteX177" fmla="*/ 676130 w 9854218"/>
              <a:gd name="connsiteY177" fmla="*/ 8699764 h 10287000"/>
              <a:gd name="connsiteX178" fmla="*/ 686459 w 9854218"/>
              <a:gd name="connsiteY178" fmla="*/ 8710083 h 10287000"/>
              <a:gd name="connsiteX179" fmla="*/ 676129 w 9854218"/>
              <a:gd name="connsiteY179" fmla="*/ 8720408 h 10287000"/>
              <a:gd name="connsiteX180" fmla="*/ 670654 w 9854218"/>
              <a:gd name="connsiteY180" fmla="*/ 8717283 h 10287000"/>
              <a:gd name="connsiteX181" fmla="*/ 665797 w 9854218"/>
              <a:gd name="connsiteY181" fmla="*/ 8710086 h 10287000"/>
              <a:gd name="connsiteX182" fmla="*/ 667090 w 9854218"/>
              <a:gd name="connsiteY182" fmla="*/ 8715248 h 10287000"/>
              <a:gd name="connsiteX183" fmla="*/ 670654 w 9854218"/>
              <a:gd name="connsiteY183" fmla="*/ 8717283 h 10287000"/>
              <a:gd name="connsiteX184" fmla="*/ 689203 w 9854218"/>
              <a:gd name="connsiteY184" fmla="*/ 8744763 h 10287000"/>
              <a:gd name="connsiteX185" fmla="*/ 769109 w 9854218"/>
              <a:gd name="connsiteY185" fmla="*/ 8885571 h 10287000"/>
              <a:gd name="connsiteX186" fmla="*/ 779438 w 9854218"/>
              <a:gd name="connsiteY186" fmla="*/ 8906216 h 10287000"/>
              <a:gd name="connsiteX187" fmla="*/ 789766 w 9854218"/>
              <a:gd name="connsiteY187" fmla="*/ 8916537 h 10287000"/>
              <a:gd name="connsiteX188" fmla="*/ 779437 w 9854218"/>
              <a:gd name="connsiteY188" fmla="*/ 8937183 h 10287000"/>
              <a:gd name="connsiteX189" fmla="*/ 820763 w 9854218"/>
              <a:gd name="connsiteY189" fmla="*/ 8988798 h 10287000"/>
              <a:gd name="connsiteX190" fmla="*/ 1027381 w 9854218"/>
              <a:gd name="connsiteY190" fmla="*/ 9401702 h 10287000"/>
              <a:gd name="connsiteX191" fmla="*/ 1017050 w 9854218"/>
              <a:gd name="connsiteY191" fmla="*/ 9387624 h 10287000"/>
              <a:gd name="connsiteX192" fmla="*/ 1017052 w 9854218"/>
              <a:gd name="connsiteY192" fmla="*/ 9381058 h 10287000"/>
              <a:gd name="connsiteX193" fmla="*/ 1006720 w 9854218"/>
              <a:gd name="connsiteY193" fmla="*/ 9370732 h 10287000"/>
              <a:gd name="connsiteX194" fmla="*/ 1013176 w 9854218"/>
              <a:gd name="connsiteY194" fmla="*/ 9382348 h 10287000"/>
              <a:gd name="connsiteX195" fmla="*/ 1017050 w 9854218"/>
              <a:gd name="connsiteY195" fmla="*/ 9387624 h 10287000"/>
              <a:gd name="connsiteX196" fmla="*/ 1017052 w 9854218"/>
              <a:gd name="connsiteY196" fmla="*/ 9391383 h 10287000"/>
              <a:gd name="connsiteX197" fmla="*/ 1027381 w 9854218"/>
              <a:gd name="connsiteY197" fmla="*/ 9412026 h 10287000"/>
              <a:gd name="connsiteX198" fmla="*/ 1017050 w 9854218"/>
              <a:gd name="connsiteY198" fmla="*/ 9412023 h 10287000"/>
              <a:gd name="connsiteX199" fmla="*/ 1008526 w 9854218"/>
              <a:gd name="connsiteY199" fmla="*/ 9402288 h 10287000"/>
              <a:gd name="connsiteX200" fmla="*/ 1006721 w 9854218"/>
              <a:gd name="connsiteY200" fmla="*/ 9391380 h 10287000"/>
              <a:gd name="connsiteX201" fmla="*/ 1008011 w 9854218"/>
              <a:gd name="connsiteY201" fmla="*/ 9401702 h 10287000"/>
              <a:gd name="connsiteX202" fmla="*/ 1008526 w 9854218"/>
              <a:gd name="connsiteY202" fmla="*/ 9402288 h 10287000"/>
              <a:gd name="connsiteX203" fmla="*/ 1010108 w 9854218"/>
              <a:gd name="connsiteY203" fmla="*/ 9411862 h 10287000"/>
              <a:gd name="connsiteX204" fmla="*/ 1037713 w 9854218"/>
              <a:gd name="connsiteY204" fmla="*/ 9494604 h 10287000"/>
              <a:gd name="connsiteX205" fmla="*/ 1037713 w 9854218"/>
              <a:gd name="connsiteY205" fmla="*/ 9484281 h 10287000"/>
              <a:gd name="connsiteX206" fmla="*/ 1048045 w 9854218"/>
              <a:gd name="connsiteY206" fmla="*/ 9504932 h 10287000"/>
              <a:gd name="connsiteX207" fmla="*/ 1058374 w 9854218"/>
              <a:gd name="connsiteY207" fmla="*/ 9515253 h 10287000"/>
              <a:gd name="connsiteX208" fmla="*/ 1192031 w 9854218"/>
              <a:gd name="connsiteY208" fmla="*/ 9708318 h 10287000"/>
              <a:gd name="connsiteX209" fmla="*/ 1234499 w 9854218"/>
              <a:gd name="connsiteY209" fmla="*/ 9744334 h 10287000"/>
              <a:gd name="connsiteX210" fmla="*/ 1235294 w 9854218"/>
              <a:gd name="connsiteY210" fmla="*/ 9747512 h 10287000"/>
              <a:gd name="connsiteX211" fmla="*/ 1244333 w 9854218"/>
              <a:gd name="connsiteY211" fmla="*/ 9752674 h 10287000"/>
              <a:gd name="connsiteX212" fmla="*/ 1254664 w 9854218"/>
              <a:gd name="connsiteY212" fmla="*/ 9762996 h 10287000"/>
              <a:gd name="connsiteX213" fmla="*/ 1306319 w 9854218"/>
              <a:gd name="connsiteY213" fmla="*/ 9814608 h 10287000"/>
              <a:gd name="connsiteX214" fmla="*/ 1285657 w 9854218"/>
              <a:gd name="connsiteY214" fmla="*/ 9804284 h 10287000"/>
              <a:gd name="connsiteX215" fmla="*/ 1285658 w 9854218"/>
              <a:gd name="connsiteY215" fmla="*/ 9814605 h 10287000"/>
              <a:gd name="connsiteX216" fmla="*/ 1285658 w 9854218"/>
              <a:gd name="connsiteY216" fmla="*/ 9824930 h 10287000"/>
              <a:gd name="connsiteX217" fmla="*/ 1275326 w 9854218"/>
              <a:gd name="connsiteY217" fmla="*/ 9814608 h 10287000"/>
              <a:gd name="connsiteX218" fmla="*/ 1316651 w 9854218"/>
              <a:gd name="connsiteY218" fmla="*/ 9886866 h 10287000"/>
              <a:gd name="connsiteX219" fmla="*/ 1316650 w 9854218"/>
              <a:gd name="connsiteY219" fmla="*/ 9876544 h 10287000"/>
              <a:gd name="connsiteX220" fmla="*/ 1306318 w 9854218"/>
              <a:gd name="connsiteY220" fmla="*/ 9866220 h 10287000"/>
              <a:gd name="connsiteX221" fmla="*/ 1306319 w 9854218"/>
              <a:gd name="connsiteY221" fmla="*/ 9855898 h 10287000"/>
              <a:gd name="connsiteX222" fmla="*/ 1326982 w 9854218"/>
              <a:gd name="connsiteY222" fmla="*/ 9876542 h 10287000"/>
              <a:gd name="connsiteX223" fmla="*/ 1337312 w 9854218"/>
              <a:gd name="connsiteY223" fmla="*/ 9886866 h 10287000"/>
              <a:gd name="connsiteX224" fmla="*/ 1430291 w 9854218"/>
              <a:gd name="connsiteY224" fmla="*/ 9959126 h 10287000"/>
              <a:gd name="connsiteX225" fmla="*/ 1502608 w 9854218"/>
              <a:gd name="connsiteY225" fmla="*/ 10082998 h 10287000"/>
              <a:gd name="connsiteX226" fmla="*/ 1512938 w 9854218"/>
              <a:gd name="connsiteY226" fmla="*/ 10082996 h 10287000"/>
              <a:gd name="connsiteX227" fmla="*/ 1523272 w 9854218"/>
              <a:gd name="connsiteY227" fmla="*/ 10103638 h 10287000"/>
              <a:gd name="connsiteX228" fmla="*/ 1533602 w 9854218"/>
              <a:gd name="connsiteY228" fmla="*/ 10103642 h 10287000"/>
              <a:gd name="connsiteX229" fmla="*/ 1533600 w 9854218"/>
              <a:gd name="connsiteY229" fmla="*/ 10113968 h 10287000"/>
              <a:gd name="connsiteX230" fmla="*/ 1585256 w 9854218"/>
              <a:gd name="connsiteY230" fmla="*/ 10175902 h 10287000"/>
              <a:gd name="connsiteX231" fmla="*/ 1554262 w 9854218"/>
              <a:gd name="connsiteY231" fmla="*/ 10165578 h 10287000"/>
              <a:gd name="connsiteX232" fmla="*/ 1554263 w 9854218"/>
              <a:gd name="connsiteY232" fmla="*/ 10175902 h 10287000"/>
              <a:gd name="connsiteX233" fmla="*/ 1543931 w 9854218"/>
              <a:gd name="connsiteY233" fmla="*/ 10165578 h 10287000"/>
              <a:gd name="connsiteX234" fmla="*/ 1533600 w 9854218"/>
              <a:gd name="connsiteY234" fmla="*/ 10165576 h 10287000"/>
              <a:gd name="connsiteX235" fmla="*/ 1605917 w 9854218"/>
              <a:gd name="connsiteY235" fmla="*/ 10248159 h 10287000"/>
              <a:gd name="connsiteX236" fmla="*/ 1626580 w 9854218"/>
              <a:gd name="connsiteY236" fmla="*/ 10227514 h 10287000"/>
              <a:gd name="connsiteX237" fmla="*/ 1705960 w 9854218"/>
              <a:gd name="connsiteY237" fmla="*/ 10287000 h 10287000"/>
              <a:gd name="connsiteX238" fmla="*/ 1582592 w 9854218"/>
              <a:gd name="connsiteY238" fmla="*/ 10287000 h 10287000"/>
              <a:gd name="connsiteX239" fmla="*/ 1543931 w 9854218"/>
              <a:gd name="connsiteY239" fmla="*/ 10237834 h 10287000"/>
              <a:gd name="connsiteX240" fmla="*/ 1430290 w 9854218"/>
              <a:gd name="connsiteY240" fmla="*/ 10093320 h 10287000"/>
              <a:gd name="connsiteX241" fmla="*/ 1275326 w 9854218"/>
              <a:gd name="connsiteY241" fmla="*/ 9897192 h 10287000"/>
              <a:gd name="connsiteX242" fmla="*/ 1151353 w 9854218"/>
              <a:gd name="connsiteY242" fmla="*/ 9690735 h 10287000"/>
              <a:gd name="connsiteX243" fmla="*/ 1048043 w 9854218"/>
              <a:gd name="connsiteY243" fmla="*/ 9525574 h 10287000"/>
              <a:gd name="connsiteX244" fmla="*/ 1037713 w 9854218"/>
              <a:gd name="connsiteY244" fmla="*/ 9515253 h 10287000"/>
              <a:gd name="connsiteX245" fmla="*/ 1027381 w 9854218"/>
              <a:gd name="connsiteY245" fmla="*/ 9494606 h 10287000"/>
              <a:gd name="connsiteX246" fmla="*/ 800101 w 9854218"/>
              <a:gd name="connsiteY246" fmla="*/ 9071380 h 10287000"/>
              <a:gd name="connsiteX247" fmla="*/ 769108 w 9854218"/>
              <a:gd name="connsiteY247" fmla="*/ 9102346 h 10287000"/>
              <a:gd name="connsiteX248" fmla="*/ 717451 w 9854218"/>
              <a:gd name="connsiteY248" fmla="*/ 9050732 h 10287000"/>
              <a:gd name="connsiteX249" fmla="*/ 727783 w 9854218"/>
              <a:gd name="connsiteY249" fmla="*/ 9071378 h 10287000"/>
              <a:gd name="connsiteX250" fmla="*/ 738113 w 9854218"/>
              <a:gd name="connsiteY250" fmla="*/ 9092025 h 10287000"/>
              <a:gd name="connsiteX251" fmla="*/ 727783 w 9854218"/>
              <a:gd name="connsiteY251" fmla="*/ 9081700 h 10287000"/>
              <a:gd name="connsiteX252" fmla="*/ 717451 w 9854218"/>
              <a:gd name="connsiteY252" fmla="*/ 9061056 h 10287000"/>
              <a:gd name="connsiteX253" fmla="*/ 707120 w 9854218"/>
              <a:gd name="connsiteY253" fmla="*/ 9050734 h 10287000"/>
              <a:gd name="connsiteX254" fmla="*/ 676127 w 9854218"/>
              <a:gd name="connsiteY254" fmla="*/ 8999120 h 10287000"/>
              <a:gd name="connsiteX255" fmla="*/ 676127 w 9854218"/>
              <a:gd name="connsiteY255" fmla="*/ 8988798 h 10287000"/>
              <a:gd name="connsiteX256" fmla="*/ 676127 w 9854218"/>
              <a:gd name="connsiteY256" fmla="*/ 8978474 h 10287000"/>
              <a:gd name="connsiteX257" fmla="*/ 683875 w 9854218"/>
              <a:gd name="connsiteY257" fmla="*/ 8978474 h 10287000"/>
              <a:gd name="connsiteX258" fmla="*/ 686458 w 9854218"/>
              <a:gd name="connsiteY258" fmla="*/ 8988795 h 10287000"/>
              <a:gd name="connsiteX259" fmla="*/ 686458 w 9854218"/>
              <a:gd name="connsiteY259" fmla="*/ 8978476 h 10287000"/>
              <a:gd name="connsiteX260" fmla="*/ 683875 w 9854218"/>
              <a:gd name="connsiteY260" fmla="*/ 8978474 h 10287000"/>
              <a:gd name="connsiteX261" fmla="*/ 681293 w 9854218"/>
              <a:gd name="connsiteY261" fmla="*/ 8968152 h 10287000"/>
              <a:gd name="connsiteX262" fmla="*/ 676127 w 9854218"/>
              <a:gd name="connsiteY262" fmla="*/ 8947508 h 10287000"/>
              <a:gd name="connsiteX263" fmla="*/ 727783 w 9854218"/>
              <a:gd name="connsiteY263" fmla="*/ 8978476 h 10287000"/>
              <a:gd name="connsiteX264" fmla="*/ 707120 w 9854218"/>
              <a:gd name="connsiteY264" fmla="*/ 8895896 h 10287000"/>
              <a:gd name="connsiteX265" fmla="*/ 717451 w 9854218"/>
              <a:gd name="connsiteY265" fmla="*/ 8885571 h 10287000"/>
              <a:gd name="connsiteX266" fmla="*/ 707120 w 9854218"/>
              <a:gd name="connsiteY266" fmla="*/ 8885571 h 10287000"/>
              <a:gd name="connsiteX267" fmla="*/ 707120 w 9854218"/>
              <a:gd name="connsiteY267" fmla="*/ 8875250 h 10287000"/>
              <a:gd name="connsiteX268" fmla="*/ 707122 w 9854218"/>
              <a:gd name="connsiteY268" fmla="*/ 8864925 h 10287000"/>
              <a:gd name="connsiteX269" fmla="*/ 707123 w 9854218"/>
              <a:gd name="connsiteY269" fmla="*/ 8854604 h 10287000"/>
              <a:gd name="connsiteX270" fmla="*/ 645137 w 9854218"/>
              <a:gd name="connsiteY270" fmla="*/ 8699764 h 10287000"/>
              <a:gd name="connsiteX271" fmla="*/ 655465 w 9854218"/>
              <a:gd name="connsiteY271" fmla="*/ 8699762 h 10287000"/>
              <a:gd name="connsiteX272" fmla="*/ 645136 w 9854218"/>
              <a:gd name="connsiteY272" fmla="*/ 8689440 h 10287000"/>
              <a:gd name="connsiteX273" fmla="*/ 624473 w 9854218"/>
              <a:gd name="connsiteY273" fmla="*/ 8658474 h 10287000"/>
              <a:gd name="connsiteX274" fmla="*/ 634804 w 9854218"/>
              <a:gd name="connsiteY274" fmla="*/ 8648150 h 10287000"/>
              <a:gd name="connsiteX275" fmla="*/ 541826 w 9854218"/>
              <a:gd name="connsiteY275" fmla="*/ 8493312 h 10287000"/>
              <a:gd name="connsiteX276" fmla="*/ 490171 w 9854218"/>
              <a:gd name="connsiteY276" fmla="*/ 8276537 h 10287000"/>
              <a:gd name="connsiteX277" fmla="*/ 806632 w 9854218"/>
              <a:gd name="connsiteY277" fmla="*/ 8255612 h 10287000"/>
              <a:gd name="connsiteX278" fmla="*/ 850907 w 9854218"/>
              <a:gd name="connsiteY278" fmla="*/ 8343801 h 10287000"/>
              <a:gd name="connsiteX279" fmla="*/ 935992 w 9854218"/>
              <a:gd name="connsiteY279" fmla="*/ 8551696 h 10287000"/>
              <a:gd name="connsiteX280" fmla="*/ 969526 w 9854218"/>
              <a:gd name="connsiteY280" fmla="*/ 8533143 h 10287000"/>
              <a:gd name="connsiteX281" fmla="*/ 976687 w 9854218"/>
              <a:gd name="connsiteY281" fmla="*/ 8531121 h 10287000"/>
              <a:gd name="connsiteX282" fmla="*/ 917057 w 9854218"/>
              <a:gd name="connsiteY282" fmla="*/ 8420546 h 10287000"/>
              <a:gd name="connsiteX283" fmla="*/ 844099 w 9854218"/>
              <a:gd name="connsiteY283" fmla="*/ 8265042 h 10287000"/>
              <a:gd name="connsiteX284" fmla="*/ 808037 w 9854218"/>
              <a:gd name="connsiteY284" fmla="*/ 8255841 h 10287000"/>
              <a:gd name="connsiteX285" fmla="*/ 2503470 w 9854218"/>
              <a:gd name="connsiteY285" fmla="*/ 8056143 h 10287000"/>
              <a:gd name="connsiteX286" fmla="*/ 2519093 w 9854218"/>
              <a:gd name="connsiteY286" fmla="*/ 8080730 h 10287000"/>
              <a:gd name="connsiteX287" fmla="*/ 2503277 w 9854218"/>
              <a:gd name="connsiteY287" fmla="*/ 8057009 h 10287000"/>
              <a:gd name="connsiteX288" fmla="*/ 2503470 w 9854218"/>
              <a:gd name="connsiteY288" fmla="*/ 8056143 h 10287000"/>
              <a:gd name="connsiteX289" fmla="*/ 764668 w 9854218"/>
              <a:gd name="connsiteY289" fmla="*/ 8009342 h 10287000"/>
              <a:gd name="connsiteX290" fmla="*/ 763417 w 9854218"/>
              <a:gd name="connsiteY290" fmla="*/ 8021661 h 10287000"/>
              <a:gd name="connsiteX291" fmla="*/ 834965 w 9854218"/>
              <a:gd name="connsiteY291" fmla="*/ 8162667 h 10287000"/>
              <a:gd name="connsiteX292" fmla="*/ 931577 w 9854218"/>
              <a:gd name="connsiteY292" fmla="*/ 8419358 h 10287000"/>
              <a:gd name="connsiteX293" fmla="*/ 948700 w 9854218"/>
              <a:gd name="connsiteY293" fmla="*/ 8415056 h 10287000"/>
              <a:gd name="connsiteX294" fmla="*/ 953120 w 9854218"/>
              <a:gd name="connsiteY294" fmla="*/ 8415668 h 10287000"/>
              <a:gd name="connsiteX295" fmla="*/ 913409 w 9854218"/>
              <a:gd name="connsiteY295" fmla="*/ 8298012 h 10287000"/>
              <a:gd name="connsiteX296" fmla="*/ 780862 w 9854218"/>
              <a:gd name="connsiteY296" fmla="*/ 8043854 h 10287000"/>
              <a:gd name="connsiteX297" fmla="*/ 2215406 w 9854218"/>
              <a:gd name="connsiteY297" fmla="*/ 7954197 h 10287000"/>
              <a:gd name="connsiteX298" fmla="*/ 2228060 w 9854218"/>
              <a:gd name="connsiteY298" fmla="*/ 7966851 h 10287000"/>
              <a:gd name="connsiteX299" fmla="*/ 2215406 w 9854218"/>
              <a:gd name="connsiteY299" fmla="*/ 7954197 h 10287000"/>
              <a:gd name="connsiteX300" fmla="*/ 3442472 w 9854218"/>
              <a:gd name="connsiteY300" fmla="*/ 7922889 h 10287000"/>
              <a:gd name="connsiteX301" fmla="*/ 3452306 w 9854218"/>
              <a:gd name="connsiteY301" fmla="*/ 7931229 h 10287000"/>
              <a:gd name="connsiteX302" fmla="*/ 3443267 w 9854218"/>
              <a:gd name="connsiteY302" fmla="*/ 7926066 h 10287000"/>
              <a:gd name="connsiteX303" fmla="*/ 633680 w 9854218"/>
              <a:gd name="connsiteY303" fmla="*/ 7810980 h 10287000"/>
              <a:gd name="connsiteX304" fmla="*/ 657178 w 9854218"/>
              <a:gd name="connsiteY304" fmla="*/ 7880034 h 10287000"/>
              <a:gd name="connsiteX305" fmla="*/ 662339 w 9854218"/>
              <a:gd name="connsiteY305" fmla="*/ 7894485 h 10287000"/>
              <a:gd name="connsiteX306" fmla="*/ 663355 w 9854218"/>
              <a:gd name="connsiteY306" fmla="*/ 7877766 h 10287000"/>
              <a:gd name="connsiteX307" fmla="*/ 662722 w 9854218"/>
              <a:gd name="connsiteY307" fmla="*/ 7877663 h 10287000"/>
              <a:gd name="connsiteX308" fmla="*/ 2312033 w 9854218"/>
              <a:gd name="connsiteY308" fmla="*/ 7793150 h 10287000"/>
              <a:gd name="connsiteX309" fmla="*/ 2329289 w 9854218"/>
              <a:gd name="connsiteY309" fmla="*/ 7802352 h 10287000"/>
              <a:gd name="connsiteX310" fmla="*/ 2329290 w 9854218"/>
              <a:gd name="connsiteY310" fmla="*/ 7827662 h 10287000"/>
              <a:gd name="connsiteX311" fmla="*/ 2316635 w 9854218"/>
              <a:gd name="connsiteY311" fmla="*/ 7815006 h 10287000"/>
              <a:gd name="connsiteX312" fmla="*/ 2316636 w 9854218"/>
              <a:gd name="connsiteY312" fmla="*/ 7802355 h 10287000"/>
              <a:gd name="connsiteX313" fmla="*/ 2296450 w 9854218"/>
              <a:gd name="connsiteY313" fmla="*/ 7769516 h 10287000"/>
              <a:gd name="connsiteX314" fmla="*/ 2303980 w 9854218"/>
              <a:gd name="connsiteY314" fmla="*/ 7777047 h 10287000"/>
              <a:gd name="connsiteX315" fmla="*/ 2312033 w 9854218"/>
              <a:gd name="connsiteY315" fmla="*/ 7793150 h 10287000"/>
              <a:gd name="connsiteX316" fmla="*/ 2308530 w 9854218"/>
              <a:gd name="connsiteY316" fmla="*/ 7791284 h 10287000"/>
              <a:gd name="connsiteX317" fmla="*/ 2276478 w 9854218"/>
              <a:gd name="connsiteY317" fmla="*/ 7726433 h 10287000"/>
              <a:gd name="connsiteX318" fmla="*/ 2286584 w 9854218"/>
              <a:gd name="connsiteY318" fmla="*/ 7751738 h 10287000"/>
              <a:gd name="connsiteX319" fmla="*/ 2296450 w 9854218"/>
              <a:gd name="connsiteY319" fmla="*/ 7769516 h 10287000"/>
              <a:gd name="connsiteX320" fmla="*/ 2291328 w 9854218"/>
              <a:gd name="connsiteY320" fmla="*/ 7764395 h 10287000"/>
              <a:gd name="connsiteX321" fmla="*/ 2266022 w 9854218"/>
              <a:gd name="connsiteY321" fmla="*/ 7726434 h 10287000"/>
              <a:gd name="connsiteX322" fmla="*/ 2268472 w 9854218"/>
              <a:gd name="connsiteY322" fmla="*/ 7706363 h 10287000"/>
              <a:gd name="connsiteX323" fmla="*/ 2278674 w 9854218"/>
              <a:gd name="connsiteY323" fmla="*/ 7726434 h 10287000"/>
              <a:gd name="connsiteX324" fmla="*/ 2276478 w 9854218"/>
              <a:gd name="connsiteY324" fmla="*/ 7726433 h 10287000"/>
              <a:gd name="connsiteX325" fmla="*/ 3206446 w 9854218"/>
              <a:gd name="connsiteY325" fmla="*/ 7625214 h 10287000"/>
              <a:gd name="connsiteX326" fmla="*/ 3235355 w 9854218"/>
              <a:gd name="connsiteY326" fmla="*/ 7673157 h 10287000"/>
              <a:gd name="connsiteX327" fmla="*/ 3245688 w 9854218"/>
              <a:gd name="connsiteY327" fmla="*/ 7693805 h 10287000"/>
              <a:gd name="connsiteX328" fmla="*/ 3256018 w 9854218"/>
              <a:gd name="connsiteY328" fmla="*/ 7704129 h 10287000"/>
              <a:gd name="connsiteX329" fmla="*/ 3359327 w 9854218"/>
              <a:gd name="connsiteY329" fmla="*/ 7869293 h 10287000"/>
              <a:gd name="connsiteX330" fmla="*/ 3483299 w 9854218"/>
              <a:gd name="connsiteY330" fmla="*/ 8075745 h 10287000"/>
              <a:gd name="connsiteX331" fmla="*/ 3638266 w 9854218"/>
              <a:gd name="connsiteY331" fmla="*/ 8271875 h 10287000"/>
              <a:gd name="connsiteX332" fmla="*/ 3778586 w 9854218"/>
              <a:gd name="connsiteY332" fmla="*/ 8450318 h 10287000"/>
              <a:gd name="connsiteX333" fmla="*/ 3799856 w 9854218"/>
              <a:gd name="connsiteY333" fmla="*/ 8410686 h 10287000"/>
              <a:gd name="connsiteX334" fmla="*/ 3796932 w 9854218"/>
              <a:gd name="connsiteY334" fmla="*/ 8407347 h 10287000"/>
              <a:gd name="connsiteX335" fmla="*/ 3739514 w 9854218"/>
              <a:gd name="connsiteY335" fmla="*/ 8350320 h 10287000"/>
              <a:gd name="connsiteX336" fmla="*/ 3695316 w 9854218"/>
              <a:gd name="connsiteY336" fmla="*/ 8279910 h 10287000"/>
              <a:gd name="connsiteX337" fmla="*/ 3694056 w 9854218"/>
              <a:gd name="connsiteY337" fmla="*/ 8227773 h 10287000"/>
              <a:gd name="connsiteX338" fmla="*/ 3682170 w 9854218"/>
              <a:gd name="connsiteY338" fmla="*/ 8203487 h 10287000"/>
              <a:gd name="connsiteX339" fmla="*/ 3638266 w 9854218"/>
              <a:gd name="connsiteY339" fmla="*/ 8137679 h 10287000"/>
              <a:gd name="connsiteX340" fmla="*/ 3545285 w 9854218"/>
              <a:gd name="connsiteY340" fmla="*/ 8065419 h 10287000"/>
              <a:gd name="connsiteX341" fmla="*/ 3534954 w 9854218"/>
              <a:gd name="connsiteY341" fmla="*/ 8055099 h 10287000"/>
              <a:gd name="connsiteX342" fmla="*/ 3514292 w 9854218"/>
              <a:gd name="connsiteY342" fmla="*/ 8034456 h 10287000"/>
              <a:gd name="connsiteX343" fmla="*/ 3514294 w 9854218"/>
              <a:gd name="connsiteY343" fmla="*/ 8044778 h 10287000"/>
              <a:gd name="connsiteX344" fmla="*/ 3524627 w 9854218"/>
              <a:gd name="connsiteY344" fmla="*/ 8055099 h 10287000"/>
              <a:gd name="connsiteX345" fmla="*/ 3524626 w 9854218"/>
              <a:gd name="connsiteY345" fmla="*/ 8065421 h 10287000"/>
              <a:gd name="connsiteX346" fmla="*/ 3483299 w 9854218"/>
              <a:gd name="connsiteY346" fmla="*/ 7993160 h 10287000"/>
              <a:gd name="connsiteX347" fmla="*/ 3493632 w 9854218"/>
              <a:gd name="connsiteY347" fmla="*/ 8003487 h 10287000"/>
              <a:gd name="connsiteX348" fmla="*/ 3493634 w 9854218"/>
              <a:gd name="connsiteY348" fmla="*/ 7993163 h 10287000"/>
              <a:gd name="connsiteX349" fmla="*/ 3493632 w 9854218"/>
              <a:gd name="connsiteY349" fmla="*/ 7982841 h 10287000"/>
              <a:gd name="connsiteX350" fmla="*/ 3514292 w 9854218"/>
              <a:gd name="connsiteY350" fmla="*/ 7993163 h 10287000"/>
              <a:gd name="connsiteX351" fmla="*/ 3462640 w 9854218"/>
              <a:gd name="connsiteY351" fmla="*/ 7941551 h 10287000"/>
              <a:gd name="connsiteX352" fmla="*/ 3452306 w 9854218"/>
              <a:gd name="connsiteY352" fmla="*/ 7931229 h 10287000"/>
              <a:gd name="connsiteX353" fmla="*/ 3452306 w 9854218"/>
              <a:gd name="connsiteY353" fmla="*/ 7920905 h 10287000"/>
              <a:gd name="connsiteX354" fmla="*/ 3452306 w 9854218"/>
              <a:gd name="connsiteY354" fmla="*/ 7910582 h 10287000"/>
              <a:gd name="connsiteX355" fmla="*/ 3441976 w 9854218"/>
              <a:gd name="connsiteY355" fmla="*/ 7920905 h 10287000"/>
              <a:gd name="connsiteX356" fmla="*/ 3442472 w 9854218"/>
              <a:gd name="connsiteY356" fmla="*/ 7922889 h 10287000"/>
              <a:gd name="connsiteX357" fmla="*/ 3400006 w 9854218"/>
              <a:gd name="connsiteY357" fmla="*/ 7886874 h 10287000"/>
              <a:gd name="connsiteX358" fmla="*/ 3266348 w 9854218"/>
              <a:gd name="connsiteY358" fmla="*/ 7693805 h 10287000"/>
              <a:gd name="connsiteX359" fmla="*/ 3256018 w 9854218"/>
              <a:gd name="connsiteY359" fmla="*/ 7683485 h 10287000"/>
              <a:gd name="connsiteX360" fmla="*/ 3245690 w 9854218"/>
              <a:gd name="connsiteY360" fmla="*/ 7662839 h 10287000"/>
              <a:gd name="connsiteX361" fmla="*/ 3245688 w 9854218"/>
              <a:gd name="connsiteY361" fmla="*/ 7673162 h 10287000"/>
              <a:gd name="connsiteX362" fmla="*/ 3233204 w 9854218"/>
              <a:gd name="connsiteY362" fmla="*/ 7637403 h 10287000"/>
              <a:gd name="connsiteX363" fmla="*/ 3217256 w 9854218"/>
              <a:gd name="connsiteY363" fmla="*/ 7536666 h 10287000"/>
              <a:gd name="connsiteX364" fmla="*/ 3221402 w 9854218"/>
              <a:gd name="connsiteY364" fmla="*/ 7555992 h 10287000"/>
              <a:gd name="connsiteX365" fmla="*/ 3225024 w 9854218"/>
              <a:gd name="connsiteY365" fmla="*/ 7559613 h 10287000"/>
              <a:gd name="connsiteX366" fmla="*/ 3225026 w 9854218"/>
              <a:gd name="connsiteY366" fmla="*/ 7566182 h 10287000"/>
              <a:gd name="connsiteX367" fmla="*/ 3222992 w 9854218"/>
              <a:gd name="connsiteY367" fmla="*/ 7563411 h 10287000"/>
              <a:gd name="connsiteX368" fmla="*/ 3228820 w 9854218"/>
              <a:gd name="connsiteY368" fmla="*/ 7590581 h 10287000"/>
              <a:gd name="connsiteX369" fmla="*/ 3235356 w 9854218"/>
              <a:gd name="connsiteY369" fmla="*/ 7590581 h 10287000"/>
              <a:gd name="connsiteX370" fmla="*/ 3225026 w 9854218"/>
              <a:gd name="connsiteY370" fmla="*/ 7569936 h 10287000"/>
              <a:gd name="connsiteX371" fmla="*/ 3225026 w 9854218"/>
              <a:gd name="connsiteY371" fmla="*/ 7566182 h 10287000"/>
              <a:gd name="connsiteX372" fmla="*/ 3235356 w 9854218"/>
              <a:gd name="connsiteY372" fmla="*/ 7580259 h 10287000"/>
              <a:gd name="connsiteX373" fmla="*/ 576853 w 9854218"/>
              <a:gd name="connsiteY373" fmla="*/ 7500311 h 10287000"/>
              <a:gd name="connsiteX374" fmla="*/ 576661 w 9854218"/>
              <a:gd name="connsiteY374" fmla="*/ 7505700 h 10287000"/>
              <a:gd name="connsiteX375" fmla="*/ 577664 w 9854218"/>
              <a:gd name="connsiteY375" fmla="*/ 7506488 h 10287000"/>
              <a:gd name="connsiteX376" fmla="*/ 580756 w 9854218"/>
              <a:gd name="connsiteY376" fmla="*/ 7503573 h 10287000"/>
              <a:gd name="connsiteX377" fmla="*/ 3058964 w 9854218"/>
              <a:gd name="connsiteY377" fmla="*/ 7357428 h 10287000"/>
              <a:gd name="connsiteX378" fmla="*/ 3110093 w 9854218"/>
              <a:gd name="connsiteY378" fmla="*/ 7465419 h 10287000"/>
              <a:gd name="connsiteX379" fmla="*/ 3147628 w 9854218"/>
              <a:gd name="connsiteY379" fmla="*/ 7527669 h 10287000"/>
              <a:gd name="connsiteX380" fmla="*/ 1935281 w 9854218"/>
              <a:gd name="connsiteY380" fmla="*/ 7216802 h 10287000"/>
              <a:gd name="connsiteX381" fmla="*/ 1937030 w 9854218"/>
              <a:gd name="connsiteY381" fmla="*/ 7220294 h 10287000"/>
              <a:gd name="connsiteX382" fmla="*/ 1937028 w 9854218"/>
              <a:gd name="connsiteY382" fmla="*/ 7232948 h 10287000"/>
              <a:gd name="connsiteX383" fmla="*/ 1937028 w 9854218"/>
              <a:gd name="connsiteY383" fmla="*/ 7245597 h 10287000"/>
              <a:gd name="connsiteX384" fmla="*/ 1935281 w 9854218"/>
              <a:gd name="connsiteY384" fmla="*/ 7216802 h 10287000"/>
              <a:gd name="connsiteX385" fmla="*/ 2891850 w 9854218"/>
              <a:gd name="connsiteY385" fmla="*/ 7157030 h 10287000"/>
              <a:gd name="connsiteX386" fmla="*/ 2894432 w 9854218"/>
              <a:gd name="connsiteY386" fmla="*/ 7157030 h 10287000"/>
              <a:gd name="connsiteX387" fmla="*/ 2894429 w 9854218"/>
              <a:gd name="connsiteY387" fmla="*/ 7167353 h 10287000"/>
              <a:gd name="connsiteX388" fmla="*/ 404158 w 9854218"/>
              <a:gd name="connsiteY388" fmla="*/ 7137999 h 10287000"/>
              <a:gd name="connsiteX389" fmla="*/ 401374 w 9854218"/>
              <a:gd name="connsiteY389" fmla="*/ 7139007 h 10287000"/>
              <a:gd name="connsiteX390" fmla="*/ 408661 w 9854218"/>
              <a:gd name="connsiteY390" fmla="*/ 7178088 h 10287000"/>
              <a:gd name="connsiteX391" fmla="*/ 412363 w 9854218"/>
              <a:gd name="connsiteY391" fmla="*/ 7181183 h 10287000"/>
              <a:gd name="connsiteX392" fmla="*/ 2918046 w 9854218"/>
              <a:gd name="connsiteY392" fmla="*/ 7071500 h 10287000"/>
              <a:gd name="connsiteX393" fmla="*/ 2915096 w 9854218"/>
              <a:gd name="connsiteY393" fmla="*/ 7074452 h 10287000"/>
              <a:gd name="connsiteX394" fmla="*/ 2935756 w 9854218"/>
              <a:gd name="connsiteY394" fmla="*/ 7157030 h 10287000"/>
              <a:gd name="connsiteX395" fmla="*/ 2884102 w 9854218"/>
              <a:gd name="connsiteY395" fmla="*/ 7126059 h 10287000"/>
              <a:gd name="connsiteX396" fmla="*/ 2889268 w 9854218"/>
              <a:gd name="connsiteY396" fmla="*/ 7146705 h 10287000"/>
              <a:gd name="connsiteX397" fmla="*/ 2891850 w 9854218"/>
              <a:gd name="connsiteY397" fmla="*/ 7157030 h 10287000"/>
              <a:gd name="connsiteX398" fmla="*/ 2884104 w 9854218"/>
              <a:gd name="connsiteY398" fmla="*/ 7157030 h 10287000"/>
              <a:gd name="connsiteX399" fmla="*/ 2884104 w 9854218"/>
              <a:gd name="connsiteY399" fmla="*/ 7167354 h 10287000"/>
              <a:gd name="connsiteX400" fmla="*/ 2884104 w 9854218"/>
              <a:gd name="connsiteY400" fmla="*/ 7177674 h 10287000"/>
              <a:gd name="connsiteX401" fmla="*/ 2915096 w 9854218"/>
              <a:gd name="connsiteY401" fmla="*/ 7229289 h 10287000"/>
              <a:gd name="connsiteX402" fmla="*/ 2925425 w 9854218"/>
              <a:gd name="connsiteY402" fmla="*/ 7239612 h 10287000"/>
              <a:gd name="connsiteX403" fmla="*/ 2935756 w 9854218"/>
              <a:gd name="connsiteY403" fmla="*/ 7260254 h 10287000"/>
              <a:gd name="connsiteX404" fmla="*/ 2946089 w 9854218"/>
              <a:gd name="connsiteY404" fmla="*/ 7270578 h 10287000"/>
              <a:gd name="connsiteX405" fmla="*/ 2935752 w 9854218"/>
              <a:gd name="connsiteY405" fmla="*/ 7249928 h 10287000"/>
              <a:gd name="connsiteX406" fmla="*/ 2925425 w 9854218"/>
              <a:gd name="connsiteY406" fmla="*/ 7229289 h 10287000"/>
              <a:gd name="connsiteX407" fmla="*/ 2977079 w 9854218"/>
              <a:gd name="connsiteY407" fmla="*/ 7280901 h 10287000"/>
              <a:gd name="connsiteX408" fmla="*/ 2984831 w 9854218"/>
              <a:gd name="connsiteY408" fmla="*/ 7257674 h 10287000"/>
              <a:gd name="connsiteX409" fmla="*/ 3003734 w 9854218"/>
              <a:gd name="connsiteY409" fmla="*/ 7251377 h 10287000"/>
              <a:gd name="connsiteX410" fmla="*/ 2942093 w 9854218"/>
              <a:gd name="connsiteY410" fmla="*/ 7133019 h 10287000"/>
              <a:gd name="connsiteX411" fmla="*/ 2915093 w 9854218"/>
              <a:gd name="connsiteY411" fmla="*/ 7063944 h 10287000"/>
              <a:gd name="connsiteX412" fmla="*/ 2915093 w 9854218"/>
              <a:gd name="connsiteY412" fmla="*/ 7064126 h 10287000"/>
              <a:gd name="connsiteX413" fmla="*/ 2915164 w 9854218"/>
              <a:gd name="connsiteY413" fmla="*/ 7064126 h 10287000"/>
              <a:gd name="connsiteX414" fmla="*/ 2915093 w 9854218"/>
              <a:gd name="connsiteY414" fmla="*/ 7063944 h 10287000"/>
              <a:gd name="connsiteX415" fmla="*/ 2849382 w 9854218"/>
              <a:gd name="connsiteY415" fmla="*/ 6895821 h 10287000"/>
              <a:gd name="connsiteX416" fmla="*/ 2848265 w 9854218"/>
              <a:gd name="connsiteY416" fmla="*/ 6901058 h 10287000"/>
              <a:gd name="connsiteX417" fmla="*/ 2860859 w 9854218"/>
              <a:gd name="connsiteY417" fmla="*/ 6936381 h 10287000"/>
              <a:gd name="connsiteX418" fmla="*/ 2875322 w 9854218"/>
              <a:gd name="connsiteY418" fmla="*/ 6962196 h 10287000"/>
              <a:gd name="connsiteX419" fmla="*/ 385241 w 9854218"/>
              <a:gd name="connsiteY419" fmla="*/ 6674598 h 10287000"/>
              <a:gd name="connsiteX420" fmla="*/ 385633 w 9854218"/>
              <a:gd name="connsiteY420" fmla="*/ 6679001 h 10287000"/>
              <a:gd name="connsiteX421" fmla="*/ 390691 w 9854218"/>
              <a:gd name="connsiteY421" fmla="*/ 6735674 h 10287000"/>
              <a:gd name="connsiteX422" fmla="*/ 520061 w 9854218"/>
              <a:gd name="connsiteY422" fmla="*/ 7276901 h 10287000"/>
              <a:gd name="connsiteX423" fmla="*/ 526588 w 9854218"/>
              <a:gd name="connsiteY423" fmla="*/ 7350027 h 10287000"/>
              <a:gd name="connsiteX424" fmla="*/ 553093 w 9854218"/>
              <a:gd name="connsiteY424" fmla="*/ 7399248 h 10287000"/>
              <a:gd name="connsiteX425" fmla="*/ 566546 w 9854218"/>
              <a:gd name="connsiteY425" fmla="*/ 7302215 h 10287000"/>
              <a:gd name="connsiteX426" fmla="*/ 616675 w 9854218"/>
              <a:gd name="connsiteY426" fmla="*/ 7533593 h 10287000"/>
              <a:gd name="connsiteX427" fmla="*/ 614161 w 9854218"/>
              <a:gd name="connsiteY427" fmla="*/ 7546719 h 10287000"/>
              <a:gd name="connsiteX428" fmla="*/ 609307 w 9854218"/>
              <a:gd name="connsiteY428" fmla="*/ 7540304 h 10287000"/>
              <a:gd name="connsiteX429" fmla="*/ 620531 w 9854218"/>
              <a:gd name="connsiteY429" fmla="*/ 7570017 h 10287000"/>
              <a:gd name="connsiteX430" fmla="*/ 648503 w 9854218"/>
              <a:gd name="connsiteY430" fmla="*/ 7635690 h 10287000"/>
              <a:gd name="connsiteX431" fmla="*/ 627220 w 9854218"/>
              <a:gd name="connsiteY431" fmla="*/ 7644969 h 10287000"/>
              <a:gd name="connsiteX432" fmla="*/ 698768 w 9854218"/>
              <a:gd name="connsiteY432" fmla="*/ 7785975 h 10287000"/>
              <a:gd name="connsiteX433" fmla="*/ 705985 w 9854218"/>
              <a:gd name="connsiteY433" fmla="*/ 7842338 h 10287000"/>
              <a:gd name="connsiteX434" fmla="*/ 719231 w 9854218"/>
              <a:gd name="connsiteY434" fmla="*/ 7878117 h 10287000"/>
              <a:gd name="connsiteX435" fmla="*/ 727777 w 9854218"/>
              <a:gd name="connsiteY435" fmla="*/ 7870068 h 10287000"/>
              <a:gd name="connsiteX436" fmla="*/ 784700 w 9854218"/>
              <a:gd name="connsiteY436" fmla="*/ 8012382 h 10287000"/>
              <a:gd name="connsiteX437" fmla="*/ 781397 w 9854218"/>
              <a:gd name="connsiteY437" fmla="*/ 8012736 h 10287000"/>
              <a:gd name="connsiteX438" fmla="*/ 795380 w 9854218"/>
              <a:gd name="connsiteY438" fmla="*/ 8042666 h 10287000"/>
              <a:gd name="connsiteX439" fmla="*/ 824632 w 9854218"/>
              <a:gd name="connsiteY439" fmla="*/ 8040041 h 10287000"/>
              <a:gd name="connsiteX440" fmla="*/ 983654 w 9854218"/>
              <a:gd name="connsiteY440" fmla="*/ 8335359 h 10287000"/>
              <a:gd name="connsiteX441" fmla="*/ 1037300 w 9854218"/>
              <a:gd name="connsiteY441" fmla="*/ 8419382 h 10287000"/>
              <a:gd name="connsiteX442" fmla="*/ 972338 w 9854218"/>
              <a:gd name="connsiteY442" fmla="*/ 8288648 h 10287000"/>
              <a:gd name="connsiteX443" fmla="*/ 580660 w 9854218"/>
              <a:gd name="connsiteY443" fmla="*/ 7306610 h 10287000"/>
              <a:gd name="connsiteX444" fmla="*/ 452429 w 9854218"/>
              <a:gd name="connsiteY444" fmla="*/ 6916037 h 10287000"/>
              <a:gd name="connsiteX445" fmla="*/ 2698146 w 9854218"/>
              <a:gd name="connsiteY445" fmla="*/ 6455090 h 10287000"/>
              <a:gd name="connsiteX446" fmla="*/ 2749798 w 9854218"/>
              <a:gd name="connsiteY446" fmla="*/ 6671862 h 10287000"/>
              <a:gd name="connsiteX447" fmla="*/ 2796288 w 9854218"/>
              <a:gd name="connsiteY447" fmla="*/ 6776381 h 10287000"/>
              <a:gd name="connsiteX448" fmla="*/ 2807396 w 9854218"/>
              <a:gd name="connsiteY448" fmla="*/ 6788406 h 10287000"/>
              <a:gd name="connsiteX449" fmla="*/ 2758038 w 9854218"/>
              <a:gd name="connsiteY449" fmla="*/ 6662120 h 10287000"/>
              <a:gd name="connsiteX450" fmla="*/ 2702070 w 9854218"/>
              <a:gd name="connsiteY450" fmla="*/ 6463778 h 10287000"/>
              <a:gd name="connsiteX451" fmla="*/ 1578806 w 9854218"/>
              <a:gd name="connsiteY451" fmla="*/ 6051324 h 10287000"/>
              <a:gd name="connsiteX452" fmla="*/ 1578095 w 9854218"/>
              <a:gd name="connsiteY452" fmla="*/ 6052265 h 10287000"/>
              <a:gd name="connsiteX453" fmla="*/ 1579340 w 9854218"/>
              <a:gd name="connsiteY453" fmla="*/ 6053457 h 10287000"/>
              <a:gd name="connsiteX454" fmla="*/ 3157676 w 9854218"/>
              <a:gd name="connsiteY454" fmla="*/ 5831444 h 10287000"/>
              <a:gd name="connsiteX455" fmla="*/ 3167154 w 9854218"/>
              <a:gd name="connsiteY455" fmla="*/ 5897463 h 10287000"/>
              <a:gd name="connsiteX456" fmla="*/ 3179536 w 9854218"/>
              <a:gd name="connsiteY456" fmla="*/ 5918415 h 10287000"/>
              <a:gd name="connsiteX457" fmla="*/ 3183389 w 9854218"/>
              <a:gd name="connsiteY457" fmla="*/ 5926548 h 10287000"/>
              <a:gd name="connsiteX458" fmla="*/ 1608035 w 9854218"/>
              <a:gd name="connsiteY458" fmla="*/ 5790446 h 10287000"/>
              <a:gd name="connsiteX459" fmla="*/ 1608806 w 9854218"/>
              <a:gd name="connsiteY459" fmla="*/ 5802330 h 10287000"/>
              <a:gd name="connsiteX460" fmla="*/ 1608036 w 9854218"/>
              <a:gd name="connsiteY460" fmla="*/ 5803103 h 10287000"/>
              <a:gd name="connsiteX461" fmla="*/ 1620094 w 9854218"/>
              <a:gd name="connsiteY461" fmla="*/ 5777793 h 10287000"/>
              <a:gd name="connsiteX462" fmla="*/ 1620690 w 9854218"/>
              <a:gd name="connsiteY462" fmla="*/ 5777793 h 10287000"/>
              <a:gd name="connsiteX463" fmla="*/ 1620689 w 9854218"/>
              <a:gd name="connsiteY463" fmla="*/ 5790449 h 10287000"/>
              <a:gd name="connsiteX464" fmla="*/ 1620094 w 9854218"/>
              <a:gd name="connsiteY464" fmla="*/ 5777793 h 10287000"/>
              <a:gd name="connsiteX465" fmla="*/ 987599 w 9854218"/>
              <a:gd name="connsiteY465" fmla="*/ 5658741 h 10287000"/>
              <a:gd name="connsiteX466" fmla="*/ 986690 w 9854218"/>
              <a:gd name="connsiteY466" fmla="*/ 5662070 h 10287000"/>
              <a:gd name="connsiteX467" fmla="*/ 988007 w 9854218"/>
              <a:gd name="connsiteY467" fmla="*/ 5663910 h 10287000"/>
              <a:gd name="connsiteX468" fmla="*/ 179521 w 9854218"/>
              <a:gd name="connsiteY468" fmla="*/ 5654276 h 10287000"/>
              <a:gd name="connsiteX469" fmla="*/ 170569 w 9854218"/>
              <a:gd name="connsiteY469" fmla="*/ 5666250 h 10287000"/>
              <a:gd name="connsiteX470" fmla="*/ 203464 w 9854218"/>
              <a:gd name="connsiteY470" fmla="*/ 5869691 h 10287000"/>
              <a:gd name="connsiteX471" fmla="*/ 224344 w 9854218"/>
              <a:gd name="connsiteY471" fmla="*/ 6103695 h 10287000"/>
              <a:gd name="connsiteX472" fmla="*/ 211024 w 9854218"/>
              <a:gd name="connsiteY472" fmla="*/ 6119633 h 10287000"/>
              <a:gd name="connsiteX473" fmla="*/ 245357 w 9854218"/>
              <a:gd name="connsiteY473" fmla="*/ 6256604 h 10287000"/>
              <a:gd name="connsiteX474" fmla="*/ 254494 w 9854218"/>
              <a:gd name="connsiteY474" fmla="*/ 6358982 h 10287000"/>
              <a:gd name="connsiteX475" fmla="*/ 266614 w 9854218"/>
              <a:gd name="connsiteY475" fmla="*/ 6397541 h 10287000"/>
              <a:gd name="connsiteX476" fmla="*/ 260396 w 9854218"/>
              <a:gd name="connsiteY476" fmla="*/ 6349323 h 10287000"/>
              <a:gd name="connsiteX477" fmla="*/ 238729 w 9854218"/>
              <a:gd name="connsiteY477" fmla="*/ 6189101 h 10287000"/>
              <a:gd name="connsiteX478" fmla="*/ 245522 w 9854218"/>
              <a:gd name="connsiteY478" fmla="*/ 6100037 h 10287000"/>
              <a:gd name="connsiteX479" fmla="*/ 221948 w 9854218"/>
              <a:gd name="connsiteY479" fmla="*/ 5887466 h 10287000"/>
              <a:gd name="connsiteX480" fmla="*/ 214630 w 9854218"/>
              <a:gd name="connsiteY480" fmla="*/ 5676320 h 10287000"/>
              <a:gd name="connsiteX481" fmla="*/ 200849 w 9854218"/>
              <a:gd name="connsiteY481" fmla="*/ 5668716 h 10287000"/>
              <a:gd name="connsiteX482" fmla="*/ 179521 w 9854218"/>
              <a:gd name="connsiteY482" fmla="*/ 5654276 h 10287000"/>
              <a:gd name="connsiteX483" fmla="*/ 207314 w 9854218"/>
              <a:gd name="connsiteY483" fmla="*/ 5516166 h 10287000"/>
              <a:gd name="connsiteX484" fmla="*/ 207958 w 9854218"/>
              <a:gd name="connsiteY484" fmla="*/ 5528946 h 10287000"/>
              <a:gd name="connsiteX485" fmla="*/ 211150 w 9854218"/>
              <a:gd name="connsiteY485" fmla="*/ 5547980 h 10287000"/>
              <a:gd name="connsiteX486" fmla="*/ 210569 w 9854218"/>
              <a:gd name="connsiteY486" fmla="*/ 5526123 h 10287000"/>
              <a:gd name="connsiteX487" fmla="*/ 192424 w 9854218"/>
              <a:gd name="connsiteY487" fmla="*/ 5257115 h 10287000"/>
              <a:gd name="connsiteX488" fmla="*/ 193628 w 9854218"/>
              <a:gd name="connsiteY488" fmla="*/ 5272157 h 10287000"/>
              <a:gd name="connsiteX489" fmla="*/ 191896 w 9854218"/>
              <a:gd name="connsiteY489" fmla="*/ 5279469 h 10287000"/>
              <a:gd name="connsiteX490" fmla="*/ 193616 w 9854218"/>
              <a:gd name="connsiteY490" fmla="*/ 5297948 h 10287000"/>
              <a:gd name="connsiteX491" fmla="*/ 196162 w 9854218"/>
              <a:gd name="connsiteY491" fmla="*/ 5303711 h 10287000"/>
              <a:gd name="connsiteX492" fmla="*/ 193628 w 9854218"/>
              <a:gd name="connsiteY492" fmla="*/ 5272157 h 10287000"/>
              <a:gd name="connsiteX493" fmla="*/ 193729 w 9854218"/>
              <a:gd name="connsiteY493" fmla="*/ 5271741 h 10287000"/>
              <a:gd name="connsiteX494" fmla="*/ 192424 w 9854218"/>
              <a:gd name="connsiteY494" fmla="*/ 5257115 h 10287000"/>
              <a:gd name="connsiteX495" fmla="*/ 167189 w 9854218"/>
              <a:gd name="connsiteY495" fmla="*/ 5242794 h 10287000"/>
              <a:gd name="connsiteX496" fmla="*/ 169834 w 9854218"/>
              <a:gd name="connsiteY496" fmla="*/ 5251772 h 10287000"/>
              <a:gd name="connsiteX497" fmla="*/ 174181 w 9854218"/>
              <a:gd name="connsiteY497" fmla="*/ 5434740 h 10287000"/>
              <a:gd name="connsiteX498" fmla="*/ 175744 w 9854218"/>
              <a:gd name="connsiteY498" fmla="*/ 5481300 h 10287000"/>
              <a:gd name="connsiteX499" fmla="*/ 176030 w 9854218"/>
              <a:gd name="connsiteY499" fmla="*/ 5479637 h 10287000"/>
              <a:gd name="connsiteX500" fmla="*/ 181550 w 9854218"/>
              <a:gd name="connsiteY500" fmla="*/ 5458872 h 10287000"/>
              <a:gd name="connsiteX501" fmla="*/ 193984 w 9854218"/>
              <a:gd name="connsiteY501" fmla="*/ 5474340 h 10287000"/>
              <a:gd name="connsiteX502" fmla="*/ 201959 w 9854218"/>
              <a:gd name="connsiteY502" fmla="*/ 5477472 h 10287000"/>
              <a:gd name="connsiteX503" fmla="*/ 196402 w 9854218"/>
              <a:gd name="connsiteY503" fmla="*/ 5432868 h 10287000"/>
              <a:gd name="connsiteX504" fmla="*/ 176849 w 9854218"/>
              <a:gd name="connsiteY504" fmla="*/ 5308184 h 10287000"/>
              <a:gd name="connsiteX505" fmla="*/ 173353 w 9854218"/>
              <a:gd name="connsiteY505" fmla="*/ 5243462 h 10287000"/>
              <a:gd name="connsiteX506" fmla="*/ 1645996 w 9854218"/>
              <a:gd name="connsiteY506" fmla="*/ 5183081 h 10287000"/>
              <a:gd name="connsiteX507" fmla="*/ 1645996 w 9854218"/>
              <a:gd name="connsiteY507" fmla="*/ 5195732 h 10287000"/>
              <a:gd name="connsiteX508" fmla="*/ 1633342 w 9854218"/>
              <a:gd name="connsiteY508" fmla="*/ 5195732 h 10287000"/>
              <a:gd name="connsiteX509" fmla="*/ 1620689 w 9854218"/>
              <a:gd name="connsiteY509" fmla="*/ 5043891 h 10287000"/>
              <a:gd name="connsiteX510" fmla="*/ 1633343 w 9854218"/>
              <a:gd name="connsiteY510" fmla="*/ 5119812 h 10287000"/>
              <a:gd name="connsiteX511" fmla="*/ 1620690 w 9854218"/>
              <a:gd name="connsiteY511" fmla="*/ 5145120 h 10287000"/>
              <a:gd name="connsiteX512" fmla="*/ 1633342 w 9854218"/>
              <a:gd name="connsiteY512" fmla="*/ 5170424 h 10287000"/>
              <a:gd name="connsiteX513" fmla="*/ 1633343 w 9854218"/>
              <a:gd name="connsiteY513" fmla="*/ 5183081 h 10287000"/>
              <a:gd name="connsiteX514" fmla="*/ 1633342 w 9854218"/>
              <a:gd name="connsiteY514" fmla="*/ 5195732 h 10287000"/>
              <a:gd name="connsiteX515" fmla="*/ 1633342 w 9854218"/>
              <a:gd name="connsiteY515" fmla="*/ 5208387 h 10287000"/>
              <a:gd name="connsiteX516" fmla="*/ 1633343 w 9854218"/>
              <a:gd name="connsiteY516" fmla="*/ 5221041 h 10287000"/>
              <a:gd name="connsiteX517" fmla="*/ 1645996 w 9854218"/>
              <a:gd name="connsiteY517" fmla="*/ 5221038 h 10287000"/>
              <a:gd name="connsiteX518" fmla="*/ 1620689 w 9854218"/>
              <a:gd name="connsiteY518" fmla="*/ 5233692 h 10287000"/>
              <a:gd name="connsiteX519" fmla="*/ 1633343 w 9854218"/>
              <a:gd name="connsiteY519" fmla="*/ 5246346 h 10287000"/>
              <a:gd name="connsiteX520" fmla="*/ 1620689 w 9854218"/>
              <a:gd name="connsiteY520" fmla="*/ 5284307 h 10287000"/>
              <a:gd name="connsiteX521" fmla="*/ 1620694 w 9854218"/>
              <a:gd name="connsiteY521" fmla="*/ 5360228 h 10287000"/>
              <a:gd name="connsiteX522" fmla="*/ 1608036 w 9854218"/>
              <a:gd name="connsiteY522" fmla="*/ 5372882 h 10287000"/>
              <a:gd name="connsiteX523" fmla="*/ 1620689 w 9854218"/>
              <a:gd name="connsiteY523" fmla="*/ 5385533 h 10287000"/>
              <a:gd name="connsiteX524" fmla="*/ 1608035 w 9854218"/>
              <a:gd name="connsiteY524" fmla="*/ 5385537 h 10287000"/>
              <a:gd name="connsiteX525" fmla="*/ 1620689 w 9854218"/>
              <a:gd name="connsiteY525" fmla="*/ 5512071 h 10287000"/>
              <a:gd name="connsiteX526" fmla="*/ 1620690 w 9854218"/>
              <a:gd name="connsiteY526" fmla="*/ 5524721 h 10287000"/>
              <a:gd name="connsiteX527" fmla="*/ 1620689 w 9854218"/>
              <a:gd name="connsiteY527" fmla="*/ 5550032 h 10287000"/>
              <a:gd name="connsiteX528" fmla="*/ 1633342 w 9854218"/>
              <a:gd name="connsiteY528" fmla="*/ 5550032 h 10287000"/>
              <a:gd name="connsiteX529" fmla="*/ 1620689 w 9854218"/>
              <a:gd name="connsiteY529" fmla="*/ 5651259 h 10287000"/>
              <a:gd name="connsiteX530" fmla="*/ 1608035 w 9854218"/>
              <a:gd name="connsiteY530" fmla="*/ 5651259 h 10287000"/>
              <a:gd name="connsiteX531" fmla="*/ 1608035 w 9854218"/>
              <a:gd name="connsiteY531" fmla="*/ 5663913 h 10287000"/>
              <a:gd name="connsiteX532" fmla="*/ 1620689 w 9854218"/>
              <a:gd name="connsiteY532" fmla="*/ 5676567 h 10287000"/>
              <a:gd name="connsiteX533" fmla="*/ 1620689 w 9854218"/>
              <a:gd name="connsiteY533" fmla="*/ 5689218 h 10287000"/>
              <a:gd name="connsiteX534" fmla="*/ 1633342 w 9854218"/>
              <a:gd name="connsiteY534" fmla="*/ 5701869 h 10287000"/>
              <a:gd name="connsiteX535" fmla="*/ 1619108 w 9854218"/>
              <a:gd name="connsiteY535" fmla="*/ 5757035 h 10287000"/>
              <a:gd name="connsiteX536" fmla="*/ 1620094 w 9854218"/>
              <a:gd name="connsiteY536" fmla="*/ 5777793 h 10287000"/>
              <a:gd name="connsiteX537" fmla="*/ 1608035 w 9854218"/>
              <a:gd name="connsiteY537" fmla="*/ 5777793 h 10287000"/>
              <a:gd name="connsiteX538" fmla="*/ 1608036 w 9854218"/>
              <a:gd name="connsiteY538" fmla="*/ 5765139 h 10287000"/>
              <a:gd name="connsiteX539" fmla="*/ 1595382 w 9854218"/>
              <a:gd name="connsiteY539" fmla="*/ 5714528 h 10287000"/>
              <a:gd name="connsiteX540" fmla="*/ 1595386 w 9854218"/>
              <a:gd name="connsiteY540" fmla="*/ 5701874 h 10287000"/>
              <a:gd name="connsiteX541" fmla="*/ 1582726 w 9854218"/>
              <a:gd name="connsiteY541" fmla="*/ 5714528 h 10287000"/>
              <a:gd name="connsiteX542" fmla="*/ 1557422 w 9854218"/>
              <a:gd name="connsiteY542" fmla="*/ 5499417 h 10287000"/>
              <a:gd name="connsiteX543" fmla="*/ 1570076 w 9854218"/>
              <a:gd name="connsiteY543" fmla="*/ 5372882 h 10287000"/>
              <a:gd name="connsiteX544" fmla="*/ 1608035 w 9854218"/>
              <a:gd name="connsiteY544" fmla="*/ 5271653 h 10287000"/>
              <a:gd name="connsiteX545" fmla="*/ 1620689 w 9854218"/>
              <a:gd name="connsiteY545" fmla="*/ 5043891 h 10287000"/>
              <a:gd name="connsiteX546" fmla="*/ 139210 w 9854218"/>
              <a:gd name="connsiteY546" fmla="*/ 4996022 h 10287000"/>
              <a:gd name="connsiteX547" fmla="*/ 139087 w 9854218"/>
              <a:gd name="connsiteY547" fmla="*/ 5001062 h 10287000"/>
              <a:gd name="connsiteX548" fmla="*/ 127640 w 9854218"/>
              <a:gd name="connsiteY548" fmla="*/ 5102522 h 10287000"/>
              <a:gd name="connsiteX549" fmla="*/ 143042 w 9854218"/>
              <a:gd name="connsiteY549" fmla="*/ 5144790 h 10287000"/>
              <a:gd name="connsiteX550" fmla="*/ 144632 w 9854218"/>
              <a:gd name="connsiteY550" fmla="*/ 5154192 h 10287000"/>
              <a:gd name="connsiteX551" fmla="*/ 142862 w 9854218"/>
              <a:gd name="connsiteY551" fmla="*/ 5083734 h 10287000"/>
              <a:gd name="connsiteX552" fmla="*/ 142894 w 9854218"/>
              <a:gd name="connsiteY552" fmla="*/ 5017103 h 10287000"/>
              <a:gd name="connsiteX553" fmla="*/ 2966222 w 9854218"/>
              <a:gd name="connsiteY553" fmla="*/ 4796178 h 10287000"/>
              <a:gd name="connsiteX554" fmla="*/ 2947385 w 9854218"/>
              <a:gd name="connsiteY554" fmla="*/ 4848713 h 10287000"/>
              <a:gd name="connsiteX555" fmla="*/ 3017699 w 9854218"/>
              <a:gd name="connsiteY555" fmla="*/ 5700701 h 10287000"/>
              <a:gd name="connsiteX556" fmla="*/ 3017195 w 9854218"/>
              <a:gd name="connsiteY556" fmla="*/ 5858349 h 10287000"/>
              <a:gd name="connsiteX557" fmla="*/ 3016649 w 9854218"/>
              <a:gd name="connsiteY557" fmla="*/ 6072003 h 10287000"/>
              <a:gd name="connsiteX558" fmla="*/ 3109499 w 9854218"/>
              <a:gd name="connsiteY558" fmla="*/ 6487352 h 10287000"/>
              <a:gd name="connsiteX559" fmla="*/ 3193523 w 9854218"/>
              <a:gd name="connsiteY559" fmla="*/ 6763580 h 10287000"/>
              <a:gd name="connsiteX560" fmla="*/ 3215621 w 9854218"/>
              <a:gd name="connsiteY560" fmla="*/ 6797463 h 10287000"/>
              <a:gd name="connsiteX561" fmla="*/ 3303474 w 9854218"/>
              <a:gd name="connsiteY561" fmla="*/ 6938549 h 10287000"/>
              <a:gd name="connsiteX562" fmla="*/ 3273834 w 9854218"/>
              <a:gd name="connsiteY562" fmla="*/ 6927000 h 10287000"/>
              <a:gd name="connsiteX563" fmla="*/ 3415644 w 9854218"/>
              <a:gd name="connsiteY563" fmla="*/ 7264004 h 10287000"/>
              <a:gd name="connsiteX564" fmla="*/ 3440762 w 9854218"/>
              <a:gd name="connsiteY564" fmla="*/ 7265252 h 10287000"/>
              <a:gd name="connsiteX565" fmla="*/ 3497912 w 9854218"/>
              <a:gd name="connsiteY565" fmla="*/ 7381436 h 10287000"/>
              <a:gd name="connsiteX566" fmla="*/ 3572770 w 9854218"/>
              <a:gd name="connsiteY566" fmla="*/ 7495980 h 10287000"/>
              <a:gd name="connsiteX567" fmla="*/ 3594125 w 9854218"/>
              <a:gd name="connsiteY567" fmla="*/ 7572603 h 10287000"/>
              <a:gd name="connsiteX568" fmla="*/ 3644740 w 9854218"/>
              <a:gd name="connsiteY568" fmla="*/ 7617936 h 10287000"/>
              <a:gd name="connsiteX569" fmla="*/ 3749616 w 9854218"/>
              <a:gd name="connsiteY569" fmla="*/ 7786866 h 10287000"/>
              <a:gd name="connsiteX570" fmla="*/ 3817064 w 9854218"/>
              <a:gd name="connsiteY570" fmla="*/ 7898523 h 10287000"/>
              <a:gd name="connsiteX571" fmla="*/ 3812542 w 9854218"/>
              <a:gd name="connsiteY571" fmla="*/ 7888224 h 10287000"/>
              <a:gd name="connsiteX572" fmla="*/ 3810908 w 9854218"/>
              <a:gd name="connsiteY572" fmla="*/ 7870512 h 10287000"/>
              <a:gd name="connsiteX573" fmla="*/ 3822840 w 9854218"/>
              <a:gd name="connsiteY573" fmla="*/ 7883699 h 10287000"/>
              <a:gd name="connsiteX574" fmla="*/ 3833136 w 9854218"/>
              <a:gd name="connsiteY574" fmla="*/ 7879172 h 10287000"/>
              <a:gd name="connsiteX575" fmla="*/ 3839292 w 9854218"/>
              <a:gd name="connsiteY575" fmla="*/ 7907186 h 10287000"/>
              <a:gd name="connsiteX576" fmla="*/ 3843814 w 9854218"/>
              <a:gd name="connsiteY576" fmla="*/ 7917485 h 10287000"/>
              <a:gd name="connsiteX577" fmla="*/ 3845448 w 9854218"/>
              <a:gd name="connsiteY577" fmla="*/ 7935197 h 10287000"/>
              <a:gd name="connsiteX578" fmla="*/ 3826106 w 9854218"/>
              <a:gd name="connsiteY578" fmla="*/ 7919123 h 10287000"/>
              <a:gd name="connsiteX579" fmla="*/ 3821928 w 9854218"/>
              <a:gd name="connsiteY579" fmla="*/ 7917495 h 10287000"/>
              <a:gd name="connsiteX580" fmla="*/ 4217118 w 9854218"/>
              <a:gd name="connsiteY580" fmla="*/ 8397302 h 10287000"/>
              <a:gd name="connsiteX581" fmla="*/ 4226942 w 9854218"/>
              <a:gd name="connsiteY581" fmla="*/ 8401994 h 10287000"/>
              <a:gd name="connsiteX582" fmla="*/ 4264216 w 9854218"/>
              <a:gd name="connsiteY582" fmla="*/ 8443161 h 10287000"/>
              <a:gd name="connsiteX583" fmla="*/ 4315950 w 9854218"/>
              <a:gd name="connsiteY583" fmla="*/ 8494650 h 10287000"/>
              <a:gd name="connsiteX584" fmla="*/ 4779590 w 9854218"/>
              <a:gd name="connsiteY584" fmla="*/ 8921636 h 10287000"/>
              <a:gd name="connsiteX585" fmla="*/ 5003136 w 9854218"/>
              <a:gd name="connsiteY585" fmla="*/ 9083376 h 10287000"/>
              <a:gd name="connsiteX586" fmla="*/ 5015632 w 9854218"/>
              <a:gd name="connsiteY586" fmla="*/ 9083552 h 10287000"/>
              <a:gd name="connsiteX587" fmla="*/ 5042230 w 9854218"/>
              <a:gd name="connsiteY587" fmla="*/ 9085005 h 10287000"/>
              <a:gd name="connsiteX588" fmla="*/ 5052194 w 9854218"/>
              <a:gd name="connsiteY588" fmla="*/ 9080643 h 10287000"/>
              <a:gd name="connsiteX589" fmla="*/ 4898326 w 9854218"/>
              <a:gd name="connsiteY589" fmla="*/ 8953278 h 10287000"/>
              <a:gd name="connsiteX590" fmla="*/ 4893268 w 9854218"/>
              <a:gd name="connsiteY590" fmla="*/ 8949717 h 10287000"/>
              <a:gd name="connsiteX591" fmla="*/ 4882082 w 9854218"/>
              <a:gd name="connsiteY591" fmla="*/ 8939832 h 10287000"/>
              <a:gd name="connsiteX592" fmla="*/ 4873380 w 9854218"/>
              <a:gd name="connsiteY592" fmla="*/ 8932628 h 10287000"/>
              <a:gd name="connsiteX593" fmla="*/ 4870010 w 9854218"/>
              <a:gd name="connsiteY593" fmla="*/ 8929164 h 10287000"/>
              <a:gd name="connsiteX594" fmla="*/ 4733957 w 9854218"/>
              <a:gd name="connsiteY594" fmla="*/ 8808936 h 10287000"/>
              <a:gd name="connsiteX595" fmla="*/ 4433788 w 9854218"/>
              <a:gd name="connsiteY595" fmla="*/ 8512905 h 10287000"/>
              <a:gd name="connsiteX596" fmla="*/ 4384469 w 9854218"/>
              <a:gd name="connsiteY596" fmla="*/ 8459937 h 10287000"/>
              <a:gd name="connsiteX597" fmla="*/ 4349390 w 9854218"/>
              <a:gd name="connsiteY597" fmla="*/ 8394454 h 10287000"/>
              <a:gd name="connsiteX598" fmla="*/ 4290320 w 9854218"/>
              <a:gd name="connsiteY598" fmla="*/ 8320214 h 10287000"/>
              <a:gd name="connsiteX599" fmla="*/ 4225055 w 9854218"/>
              <a:gd name="connsiteY599" fmla="*/ 8236626 h 10287000"/>
              <a:gd name="connsiteX600" fmla="*/ 4219649 w 9854218"/>
              <a:gd name="connsiteY600" fmla="*/ 8259875 h 10287000"/>
              <a:gd name="connsiteX601" fmla="*/ 4133375 w 9854218"/>
              <a:gd name="connsiteY601" fmla="*/ 8174462 h 10287000"/>
              <a:gd name="connsiteX602" fmla="*/ 4052508 w 9854218"/>
              <a:gd name="connsiteY602" fmla="*/ 8065806 h 10287000"/>
              <a:gd name="connsiteX603" fmla="*/ 4006766 w 9854218"/>
              <a:gd name="connsiteY603" fmla="*/ 7981653 h 10287000"/>
              <a:gd name="connsiteX604" fmla="*/ 3989472 w 9854218"/>
              <a:gd name="connsiteY604" fmla="*/ 7985799 h 10287000"/>
              <a:gd name="connsiteX605" fmla="*/ 3868270 w 9854218"/>
              <a:gd name="connsiteY605" fmla="*/ 7769745 h 10287000"/>
              <a:gd name="connsiteX606" fmla="*/ 3743464 w 9854218"/>
              <a:gd name="connsiteY606" fmla="*/ 7569188 h 10287000"/>
              <a:gd name="connsiteX607" fmla="*/ 3735718 w 9854218"/>
              <a:gd name="connsiteY607" fmla="*/ 7567386 h 10287000"/>
              <a:gd name="connsiteX608" fmla="*/ 3737522 w 9854218"/>
              <a:gd name="connsiteY608" fmla="*/ 7559636 h 10287000"/>
              <a:gd name="connsiteX609" fmla="*/ 3725634 w 9854218"/>
              <a:gd name="connsiteY609" fmla="*/ 7540536 h 10287000"/>
              <a:gd name="connsiteX610" fmla="*/ 3733379 w 9854218"/>
              <a:gd name="connsiteY610" fmla="*/ 7542338 h 10287000"/>
              <a:gd name="connsiteX611" fmla="*/ 3736644 w 9854218"/>
              <a:gd name="connsiteY611" fmla="*/ 7543607 h 10287000"/>
              <a:gd name="connsiteX612" fmla="*/ 3739324 w 9854218"/>
              <a:gd name="connsiteY612" fmla="*/ 7551888 h 10287000"/>
              <a:gd name="connsiteX613" fmla="*/ 3739932 w 9854218"/>
              <a:gd name="connsiteY613" fmla="*/ 7544883 h 10287000"/>
              <a:gd name="connsiteX614" fmla="*/ 3736644 w 9854218"/>
              <a:gd name="connsiteY614" fmla="*/ 7543607 h 10287000"/>
              <a:gd name="connsiteX615" fmla="*/ 3732942 w 9854218"/>
              <a:gd name="connsiteY615" fmla="*/ 7532154 h 10287000"/>
              <a:gd name="connsiteX616" fmla="*/ 3715014 w 9854218"/>
              <a:gd name="connsiteY616" fmla="*/ 7480890 h 10287000"/>
              <a:gd name="connsiteX617" fmla="*/ 3862522 w 9854218"/>
              <a:gd name="connsiteY617" fmla="*/ 7654056 h 10287000"/>
              <a:gd name="connsiteX618" fmla="*/ 3831539 w 9854218"/>
              <a:gd name="connsiteY618" fmla="*/ 7646849 h 10287000"/>
              <a:gd name="connsiteX619" fmla="*/ 4019918 w 9854218"/>
              <a:gd name="connsiteY619" fmla="*/ 7960209 h 10287000"/>
              <a:gd name="connsiteX620" fmla="*/ 4044958 w 9854218"/>
              <a:gd name="connsiteY620" fmla="*/ 7957865 h 10287000"/>
              <a:gd name="connsiteX621" fmla="*/ 4118078 w 9854218"/>
              <a:gd name="connsiteY621" fmla="*/ 8064722 h 10287000"/>
              <a:gd name="connsiteX622" fmla="*/ 4208492 w 9854218"/>
              <a:gd name="connsiteY622" fmla="*/ 8167431 h 10287000"/>
              <a:gd name="connsiteX623" fmla="*/ 4240546 w 9854218"/>
              <a:gd name="connsiteY623" fmla="*/ 8240231 h 10287000"/>
              <a:gd name="connsiteX624" fmla="*/ 4297103 w 9854218"/>
              <a:gd name="connsiteY624" fmla="*/ 8277890 h 10287000"/>
              <a:gd name="connsiteX625" fmla="*/ 4347194 w 9854218"/>
              <a:gd name="connsiteY625" fmla="*/ 8347739 h 10287000"/>
              <a:gd name="connsiteX626" fmla="*/ 4351784 w 9854218"/>
              <a:gd name="connsiteY626" fmla="*/ 8352600 h 10287000"/>
              <a:gd name="connsiteX627" fmla="*/ 4361840 w 9854218"/>
              <a:gd name="connsiteY627" fmla="*/ 8340473 h 10287000"/>
              <a:gd name="connsiteX628" fmla="*/ 4268230 w 9854218"/>
              <a:gd name="connsiteY628" fmla="*/ 8210715 h 10287000"/>
              <a:gd name="connsiteX629" fmla="*/ 4380947 w 9854218"/>
              <a:gd name="connsiteY629" fmla="*/ 8337401 h 10287000"/>
              <a:gd name="connsiteX630" fmla="*/ 4391542 w 9854218"/>
              <a:gd name="connsiteY630" fmla="*/ 8337747 h 10287000"/>
              <a:gd name="connsiteX631" fmla="*/ 4408034 w 9854218"/>
              <a:gd name="connsiteY631" fmla="*/ 8361078 h 10287000"/>
              <a:gd name="connsiteX632" fmla="*/ 4635240 w 9854218"/>
              <a:gd name="connsiteY632" fmla="*/ 8586590 h 10287000"/>
              <a:gd name="connsiteX633" fmla="*/ 5039628 w 9854218"/>
              <a:gd name="connsiteY633" fmla="*/ 8963541 h 10287000"/>
              <a:gd name="connsiteX634" fmla="*/ 5454780 w 9854218"/>
              <a:gd name="connsiteY634" fmla="*/ 9255388 h 10287000"/>
              <a:gd name="connsiteX635" fmla="*/ 5905180 w 9854218"/>
              <a:gd name="connsiteY635" fmla="*/ 9536937 h 10287000"/>
              <a:gd name="connsiteX636" fmla="*/ 4854150 w 9854218"/>
              <a:gd name="connsiteY636" fmla="*/ 8681319 h 10287000"/>
              <a:gd name="connsiteX637" fmla="*/ 4576214 w 9854218"/>
              <a:gd name="connsiteY637" fmla="*/ 8371013 h 10287000"/>
              <a:gd name="connsiteX638" fmla="*/ 4394212 w 9854218"/>
              <a:gd name="connsiteY638" fmla="*/ 8183049 h 10287000"/>
              <a:gd name="connsiteX639" fmla="*/ 4349627 w 9854218"/>
              <a:gd name="connsiteY639" fmla="*/ 8105747 h 10287000"/>
              <a:gd name="connsiteX640" fmla="*/ 4344314 w 9854218"/>
              <a:gd name="connsiteY640" fmla="*/ 8098556 h 10287000"/>
              <a:gd name="connsiteX641" fmla="*/ 4243772 w 9854218"/>
              <a:gd name="connsiteY641" fmla="*/ 7987931 h 10287000"/>
              <a:gd name="connsiteX642" fmla="*/ 3267006 w 9854218"/>
              <a:gd name="connsiteY642" fmla="*/ 6235823 h 10287000"/>
              <a:gd name="connsiteX643" fmla="*/ 3211728 w 9854218"/>
              <a:gd name="connsiteY643" fmla="*/ 6031370 h 10287000"/>
              <a:gd name="connsiteX644" fmla="*/ 3206867 w 9854218"/>
              <a:gd name="connsiteY644" fmla="*/ 6033956 h 10287000"/>
              <a:gd name="connsiteX645" fmla="*/ 3199584 w 9854218"/>
              <a:gd name="connsiteY645" fmla="*/ 6028499 h 10287000"/>
              <a:gd name="connsiteX646" fmla="*/ 3192322 w 9854218"/>
              <a:gd name="connsiteY646" fmla="*/ 6019941 h 10287000"/>
              <a:gd name="connsiteX647" fmla="*/ 3227930 w 9854218"/>
              <a:gd name="connsiteY647" fmla="*/ 6178428 h 10287000"/>
              <a:gd name="connsiteX648" fmla="*/ 3224717 w 9854218"/>
              <a:gd name="connsiteY648" fmla="*/ 6218504 h 10287000"/>
              <a:gd name="connsiteX649" fmla="*/ 3221740 w 9854218"/>
              <a:gd name="connsiteY649" fmla="*/ 6219554 h 10287000"/>
              <a:gd name="connsiteX650" fmla="*/ 3233850 w 9854218"/>
              <a:gd name="connsiteY650" fmla="*/ 6276857 h 10287000"/>
              <a:gd name="connsiteX651" fmla="*/ 3262542 w 9854218"/>
              <a:gd name="connsiteY651" fmla="*/ 6371084 h 10287000"/>
              <a:gd name="connsiteX652" fmla="*/ 3286976 w 9854218"/>
              <a:gd name="connsiteY652" fmla="*/ 6377040 h 10287000"/>
              <a:gd name="connsiteX653" fmla="*/ 3321210 w 9854218"/>
              <a:gd name="connsiteY653" fmla="*/ 6501911 h 10287000"/>
              <a:gd name="connsiteX654" fmla="*/ 3373146 w 9854218"/>
              <a:gd name="connsiteY654" fmla="*/ 6628508 h 10287000"/>
              <a:gd name="connsiteX655" fmla="*/ 3379682 w 9854218"/>
              <a:gd name="connsiteY655" fmla="*/ 6707784 h 10287000"/>
              <a:gd name="connsiteX656" fmla="*/ 3420848 w 9854218"/>
              <a:gd name="connsiteY656" fmla="*/ 6761841 h 10287000"/>
              <a:gd name="connsiteX657" fmla="*/ 3492018 w 9854218"/>
              <a:gd name="connsiteY657" fmla="*/ 6947505 h 10287000"/>
              <a:gd name="connsiteX658" fmla="*/ 3537221 w 9854218"/>
              <a:gd name="connsiteY658" fmla="*/ 7069871 h 10287000"/>
              <a:gd name="connsiteX659" fmla="*/ 3534720 w 9854218"/>
              <a:gd name="connsiteY659" fmla="*/ 7058904 h 10287000"/>
              <a:gd name="connsiteX660" fmla="*/ 3536454 w 9854218"/>
              <a:gd name="connsiteY660" fmla="*/ 7041201 h 10287000"/>
              <a:gd name="connsiteX661" fmla="*/ 3545687 w 9854218"/>
              <a:gd name="connsiteY661" fmla="*/ 7056398 h 10287000"/>
              <a:gd name="connsiteX662" fmla="*/ 3556652 w 9854218"/>
              <a:gd name="connsiteY662" fmla="*/ 7053894 h 10287000"/>
              <a:gd name="connsiteX663" fmla="*/ 3557422 w 9854218"/>
              <a:gd name="connsiteY663" fmla="*/ 7082565 h 10287000"/>
              <a:gd name="connsiteX664" fmla="*/ 3559922 w 9854218"/>
              <a:gd name="connsiteY664" fmla="*/ 7093532 h 10287000"/>
              <a:gd name="connsiteX665" fmla="*/ 3558190 w 9854218"/>
              <a:gd name="connsiteY665" fmla="*/ 7111235 h 10287000"/>
              <a:gd name="connsiteX666" fmla="*/ 3542222 w 9854218"/>
              <a:gd name="connsiteY666" fmla="*/ 7091805 h 10287000"/>
              <a:gd name="connsiteX667" fmla="*/ 3516058 w 9854218"/>
              <a:gd name="connsiteY667" fmla="*/ 7103550 h 10287000"/>
              <a:gd name="connsiteX668" fmla="*/ 3433152 w 9854218"/>
              <a:gd name="connsiteY668" fmla="*/ 6891720 h 10287000"/>
              <a:gd name="connsiteX669" fmla="*/ 3366216 w 9854218"/>
              <a:gd name="connsiteY669" fmla="*/ 6699320 h 10287000"/>
              <a:gd name="connsiteX670" fmla="*/ 3353518 w 9854218"/>
              <a:gd name="connsiteY670" fmla="*/ 6719529 h 10287000"/>
              <a:gd name="connsiteX671" fmla="*/ 3299850 w 9854218"/>
              <a:gd name="connsiteY671" fmla="*/ 6610635 h 10287000"/>
              <a:gd name="connsiteX672" fmla="*/ 3258880 w 9854218"/>
              <a:gd name="connsiteY672" fmla="*/ 6481532 h 10287000"/>
              <a:gd name="connsiteX673" fmla="*/ 3243110 w 9854218"/>
              <a:gd name="connsiteY673" fmla="*/ 6387060 h 10287000"/>
              <a:gd name="connsiteX674" fmla="*/ 3225413 w 9854218"/>
              <a:gd name="connsiteY674" fmla="*/ 6385334 h 10287000"/>
              <a:gd name="connsiteX675" fmla="*/ 3193292 w 9854218"/>
              <a:gd name="connsiteY675" fmla="*/ 6257094 h 10287000"/>
              <a:gd name="connsiteX676" fmla="*/ 3186686 w 9854218"/>
              <a:gd name="connsiteY676" fmla="*/ 6225378 h 10287000"/>
              <a:gd name="connsiteX677" fmla="*/ 3176492 w 9854218"/>
              <a:gd name="connsiteY677" fmla="*/ 6225662 h 10287000"/>
              <a:gd name="connsiteX678" fmla="*/ 3162320 w 9854218"/>
              <a:gd name="connsiteY678" fmla="*/ 6199470 h 10287000"/>
              <a:gd name="connsiteX679" fmla="*/ 3154300 w 9854218"/>
              <a:gd name="connsiteY679" fmla="*/ 6149984 h 10287000"/>
              <a:gd name="connsiteX680" fmla="*/ 2993406 w 9854218"/>
              <a:gd name="connsiteY680" fmla="*/ 4859490 h 10287000"/>
              <a:gd name="connsiteX681" fmla="*/ 2966222 w 9854218"/>
              <a:gd name="connsiteY681" fmla="*/ 4796178 h 10287000"/>
              <a:gd name="connsiteX682" fmla="*/ 175099 w 9854218"/>
              <a:gd name="connsiteY682" fmla="*/ 4684419 h 10287000"/>
              <a:gd name="connsiteX683" fmla="*/ 171418 w 9854218"/>
              <a:gd name="connsiteY683" fmla="*/ 4693523 h 10287000"/>
              <a:gd name="connsiteX684" fmla="*/ 166832 w 9854218"/>
              <a:gd name="connsiteY684" fmla="*/ 4715702 h 10287000"/>
              <a:gd name="connsiteX685" fmla="*/ 154717 w 9854218"/>
              <a:gd name="connsiteY685" fmla="*/ 4696059 h 10287000"/>
              <a:gd name="connsiteX686" fmla="*/ 153653 w 9854218"/>
              <a:gd name="connsiteY686" fmla="*/ 4696379 h 10287000"/>
              <a:gd name="connsiteX687" fmla="*/ 162041 w 9854218"/>
              <a:gd name="connsiteY687" fmla="*/ 4772906 h 10287000"/>
              <a:gd name="connsiteX688" fmla="*/ 169337 w 9854218"/>
              <a:gd name="connsiteY688" fmla="*/ 4750575 h 10287000"/>
              <a:gd name="connsiteX689" fmla="*/ 174475 w 9854218"/>
              <a:gd name="connsiteY689" fmla="*/ 4695869 h 10287000"/>
              <a:gd name="connsiteX690" fmla="*/ 1004585 w 9854218"/>
              <a:gd name="connsiteY690" fmla="*/ 4636356 h 10287000"/>
              <a:gd name="connsiteX691" fmla="*/ 970019 w 9854218"/>
              <a:gd name="connsiteY691" fmla="*/ 4725380 h 10287000"/>
              <a:gd name="connsiteX692" fmla="*/ 965716 w 9854218"/>
              <a:gd name="connsiteY692" fmla="*/ 4750385 h 10287000"/>
              <a:gd name="connsiteX693" fmla="*/ 970034 w 9854218"/>
              <a:gd name="connsiteY693" fmla="*/ 4774376 h 10287000"/>
              <a:gd name="connsiteX694" fmla="*/ 965494 w 9854218"/>
              <a:gd name="connsiteY694" fmla="*/ 4831253 h 10287000"/>
              <a:gd name="connsiteX695" fmla="*/ 954268 w 9854218"/>
              <a:gd name="connsiteY695" fmla="*/ 4826603 h 10287000"/>
              <a:gd name="connsiteX696" fmla="*/ 953048 w 9854218"/>
              <a:gd name="connsiteY696" fmla="*/ 4824008 h 10287000"/>
              <a:gd name="connsiteX697" fmla="*/ 950050 w 9854218"/>
              <a:gd name="connsiteY697" fmla="*/ 4841435 h 10287000"/>
              <a:gd name="connsiteX698" fmla="*/ 943958 w 9854218"/>
              <a:gd name="connsiteY698" fmla="*/ 4841435 h 10287000"/>
              <a:gd name="connsiteX699" fmla="*/ 931352 w 9854218"/>
              <a:gd name="connsiteY699" fmla="*/ 4963230 h 10287000"/>
              <a:gd name="connsiteX700" fmla="*/ 929729 w 9854218"/>
              <a:gd name="connsiteY700" fmla="*/ 5122931 h 10287000"/>
              <a:gd name="connsiteX701" fmla="*/ 948533 w 9854218"/>
              <a:gd name="connsiteY701" fmla="*/ 5133290 h 10287000"/>
              <a:gd name="connsiteX702" fmla="*/ 948890 w 9854218"/>
              <a:gd name="connsiteY702" fmla="*/ 5243817 h 10287000"/>
              <a:gd name="connsiteX703" fmla="*/ 963448 w 9854218"/>
              <a:gd name="connsiteY703" fmla="*/ 5359716 h 10287000"/>
              <a:gd name="connsiteX704" fmla="*/ 951149 w 9854218"/>
              <a:gd name="connsiteY704" fmla="*/ 5426495 h 10287000"/>
              <a:gd name="connsiteX705" fmla="*/ 973013 w 9854218"/>
              <a:gd name="connsiteY705" fmla="*/ 5480220 h 10287000"/>
              <a:gd name="connsiteX706" fmla="*/ 974866 w 9854218"/>
              <a:gd name="connsiteY706" fmla="*/ 5553570 h 10287000"/>
              <a:gd name="connsiteX707" fmla="*/ 983561 w 9854218"/>
              <a:gd name="connsiteY707" fmla="*/ 5607579 h 10287000"/>
              <a:gd name="connsiteX708" fmla="*/ 983264 w 9854218"/>
              <a:gd name="connsiteY708" fmla="*/ 5603807 h 10287000"/>
              <a:gd name="connsiteX709" fmla="*/ 988007 w 9854218"/>
              <a:gd name="connsiteY709" fmla="*/ 5562681 h 10287000"/>
              <a:gd name="connsiteX710" fmla="*/ 1013318 w 9854218"/>
              <a:gd name="connsiteY710" fmla="*/ 5638604 h 10287000"/>
              <a:gd name="connsiteX711" fmla="*/ 1000663 w 9854218"/>
              <a:gd name="connsiteY711" fmla="*/ 5474109 h 10287000"/>
              <a:gd name="connsiteX712" fmla="*/ 1051279 w 9854218"/>
              <a:gd name="connsiteY712" fmla="*/ 5423496 h 10287000"/>
              <a:gd name="connsiteX713" fmla="*/ 1051136 w 9854218"/>
              <a:gd name="connsiteY713" fmla="*/ 5420049 h 10287000"/>
              <a:gd name="connsiteX714" fmla="*/ 1044272 w 9854218"/>
              <a:gd name="connsiteY714" fmla="*/ 5328966 h 10287000"/>
              <a:gd name="connsiteX715" fmla="*/ 1037272 w 9854218"/>
              <a:gd name="connsiteY715" fmla="*/ 5223147 h 10287000"/>
              <a:gd name="connsiteX716" fmla="*/ 1019735 w 9854218"/>
              <a:gd name="connsiteY716" fmla="*/ 5239334 h 10287000"/>
              <a:gd name="connsiteX717" fmla="*/ 996383 w 9854218"/>
              <a:gd name="connsiteY717" fmla="*/ 5120201 h 10287000"/>
              <a:gd name="connsiteX718" fmla="*/ 990572 w 9854218"/>
              <a:gd name="connsiteY718" fmla="*/ 4984880 h 10287000"/>
              <a:gd name="connsiteX719" fmla="*/ 1000037 w 9854218"/>
              <a:gd name="connsiteY719" fmla="*/ 4889568 h 10287000"/>
              <a:gd name="connsiteX720" fmla="*/ 983404 w 9854218"/>
              <a:gd name="connsiteY720" fmla="*/ 4883276 h 10287000"/>
              <a:gd name="connsiteX721" fmla="*/ 1004594 w 9854218"/>
              <a:gd name="connsiteY721" fmla="*/ 4636457 h 10287000"/>
              <a:gd name="connsiteX722" fmla="*/ 149099 w 9854218"/>
              <a:gd name="connsiteY722" fmla="*/ 4457675 h 10287000"/>
              <a:gd name="connsiteX723" fmla="*/ 143266 w 9854218"/>
              <a:gd name="connsiteY723" fmla="*/ 4491044 h 10287000"/>
              <a:gd name="connsiteX724" fmla="*/ 143735 w 9854218"/>
              <a:gd name="connsiteY724" fmla="*/ 4525754 h 10287000"/>
              <a:gd name="connsiteX725" fmla="*/ 149555 w 9854218"/>
              <a:gd name="connsiteY725" fmla="*/ 4628400 h 10287000"/>
              <a:gd name="connsiteX726" fmla="*/ 152983 w 9854218"/>
              <a:gd name="connsiteY726" fmla="*/ 4628075 h 10287000"/>
              <a:gd name="connsiteX727" fmla="*/ 169382 w 9854218"/>
              <a:gd name="connsiteY727" fmla="*/ 4644875 h 10287000"/>
              <a:gd name="connsiteX728" fmla="*/ 177158 w 9854218"/>
              <a:gd name="connsiteY728" fmla="*/ 4646628 h 10287000"/>
              <a:gd name="connsiteX729" fmla="*/ 178010 w 9854218"/>
              <a:gd name="connsiteY729" fmla="*/ 4630940 h 10287000"/>
              <a:gd name="connsiteX730" fmla="*/ 193639 w 9854218"/>
              <a:gd name="connsiteY730" fmla="*/ 4527261 h 10287000"/>
              <a:gd name="connsiteX731" fmla="*/ 183061 w 9854218"/>
              <a:gd name="connsiteY731" fmla="*/ 4491354 h 10287000"/>
              <a:gd name="connsiteX732" fmla="*/ 184220 w 9854218"/>
              <a:gd name="connsiteY732" fmla="*/ 4484595 h 10287000"/>
              <a:gd name="connsiteX733" fmla="*/ 164446 w 9854218"/>
              <a:gd name="connsiteY733" fmla="*/ 4477784 h 10287000"/>
              <a:gd name="connsiteX734" fmla="*/ 1160026 w 9854218"/>
              <a:gd name="connsiteY734" fmla="*/ 4212987 h 10287000"/>
              <a:gd name="connsiteX735" fmla="*/ 1147762 w 9854218"/>
              <a:gd name="connsiteY735" fmla="*/ 4244943 h 10287000"/>
              <a:gd name="connsiteX736" fmla="*/ 1127200 w 9854218"/>
              <a:gd name="connsiteY736" fmla="*/ 4297337 h 10287000"/>
              <a:gd name="connsiteX737" fmla="*/ 1101892 w 9854218"/>
              <a:gd name="connsiteY737" fmla="*/ 4525101 h 10287000"/>
              <a:gd name="connsiteX738" fmla="*/ 1089239 w 9854218"/>
              <a:gd name="connsiteY738" fmla="*/ 4474485 h 10287000"/>
              <a:gd name="connsiteX739" fmla="*/ 1066336 w 9854218"/>
              <a:gd name="connsiteY739" fmla="*/ 4519083 h 10287000"/>
              <a:gd name="connsiteX740" fmla="*/ 1064863 w 9854218"/>
              <a:gd name="connsiteY740" fmla="*/ 4537541 h 10287000"/>
              <a:gd name="connsiteX741" fmla="*/ 1057318 w 9854218"/>
              <a:gd name="connsiteY741" fmla="*/ 4539261 h 10287000"/>
              <a:gd name="connsiteX742" fmla="*/ 1056508 w 9854218"/>
              <a:gd name="connsiteY742" fmla="*/ 4538223 h 10287000"/>
              <a:gd name="connsiteX743" fmla="*/ 1047917 w 9854218"/>
              <a:gd name="connsiteY743" fmla="*/ 4554953 h 10287000"/>
              <a:gd name="connsiteX744" fmla="*/ 1037087 w 9854218"/>
              <a:gd name="connsiteY744" fmla="*/ 4575152 h 10287000"/>
              <a:gd name="connsiteX745" fmla="*/ 1033973 w 9854218"/>
              <a:gd name="connsiteY745" fmla="*/ 4605788 h 10287000"/>
              <a:gd name="connsiteX746" fmla="*/ 1022969 w 9854218"/>
              <a:gd name="connsiteY746" fmla="*/ 4879224 h 10287000"/>
              <a:gd name="connsiteX747" fmla="*/ 1044995 w 9854218"/>
              <a:gd name="connsiteY747" fmla="*/ 4891359 h 10287000"/>
              <a:gd name="connsiteX748" fmla="*/ 1045415 w 9854218"/>
              <a:gd name="connsiteY748" fmla="*/ 5020836 h 10287000"/>
              <a:gd name="connsiteX749" fmla="*/ 1045849 w 9854218"/>
              <a:gd name="connsiteY749" fmla="*/ 5079956 h 10287000"/>
              <a:gd name="connsiteX750" fmla="*/ 1053521 w 9854218"/>
              <a:gd name="connsiteY750" fmla="*/ 5115344 h 10287000"/>
              <a:gd name="connsiteX751" fmla="*/ 1054442 w 9854218"/>
              <a:gd name="connsiteY751" fmla="*/ 5115068 h 10287000"/>
              <a:gd name="connsiteX752" fmla="*/ 1051282 w 9854218"/>
              <a:gd name="connsiteY752" fmla="*/ 5081852 h 10287000"/>
              <a:gd name="connsiteX753" fmla="*/ 1101892 w 9854218"/>
              <a:gd name="connsiteY753" fmla="*/ 5119812 h 10287000"/>
              <a:gd name="connsiteX754" fmla="*/ 1228429 w 9854218"/>
              <a:gd name="connsiteY754" fmla="*/ 5448803 h 10287000"/>
              <a:gd name="connsiteX755" fmla="*/ 1223684 w 9854218"/>
              <a:gd name="connsiteY755" fmla="*/ 5338083 h 10287000"/>
              <a:gd name="connsiteX756" fmla="*/ 1227343 w 9854218"/>
              <a:gd name="connsiteY756" fmla="*/ 5267367 h 10287000"/>
              <a:gd name="connsiteX757" fmla="*/ 1220456 w 9854218"/>
              <a:gd name="connsiteY757" fmla="*/ 5226296 h 10287000"/>
              <a:gd name="connsiteX758" fmla="*/ 1216210 w 9854218"/>
              <a:gd name="connsiteY758" fmla="*/ 5121995 h 10287000"/>
              <a:gd name="connsiteX759" fmla="*/ 1201873 w 9854218"/>
              <a:gd name="connsiteY759" fmla="*/ 4918788 h 10287000"/>
              <a:gd name="connsiteX760" fmla="*/ 1184335 w 9854218"/>
              <a:gd name="connsiteY760" fmla="*/ 4934976 h 10287000"/>
              <a:gd name="connsiteX761" fmla="*/ 1160984 w 9854218"/>
              <a:gd name="connsiteY761" fmla="*/ 4815842 h 10287000"/>
              <a:gd name="connsiteX762" fmla="*/ 1155173 w 9854218"/>
              <a:gd name="connsiteY762" fmla="*/ 4680522 h 10287000"/>
              <a:gd name="connsiteX763" fmla="*/ 1164637 w 9854218"/>
              <a:gd name="connsiteY763" fmla="*/ 4585209 h 10287000"/>
              <a:gd name="connsiteX764" fmla="*/ 1148003 w 9854218"/>
              <a:gd name="connsiteY764" fmla="*/ 4578918 h 10287000"/>
              <a:gd name="connsiteX765" fmla="*/ 1169194 w 9854218"/>
              <a:gd name="connsiteY765" fmla="*/ 4332098 h 10287000"/>
              <a:gd name="connsiteX766" fmla="*/ 1158937 w 9854218"/>
              <a:gd name="connsiteY766" fmla="*/ 4219817 h 10287000"/>
              <a:gd name="connsiteX767" fmla="*/ 91588 w 9854218"/>
              <a:gd name="connsiteY767" fmla="*/ 4168734 h 10287000"/>
              <a:gd name="connsiteX768" fmla="*/ 83972 w 9854218"/>
              <a:gd name="connsiteY768" fmla="*/ 4316366 h 10287000"/>
              <a:gd name="connsiteX769" fmla="*/ 74405 w 9854218"/>
              <a:gd name="connsiteY769" fmla="*/ 4340697 h 10287000"/>
              <a:gd name="connsiteX770" fmla="*/ 82370 w 9854218"/>
              <a:gd name="connsiteY770" fmla="*/ 4347356 h 10287000"/>
              <a:gd name="connsiteX771" fmla="*/ 83972 w 9854218"/>
              <a:gd name="connsiteY771" fmla="*/ 4316366 h 10287000"/>
              <a:gd name="connsiteX772" fmla="*/ 86419 w 9854218"/>
              <a:gd name="connsiteY772" fmla="*/ 4310133 h 10287000"/>
              <a:gd name="connsiteX773" fmla="*/ 95689 w 9854218"/>
              <a:gd name="connsiteY773" fmla="*/ 4331417 h 10287000"/>
              <a:gd name="connsiteX774" fmla="*/ 100619 w 9854218"/>
              <a:gd name="connsiteY774" fmla="*/ 4335539 h 10287000"/>
              <a:gd name="connsiteX775" fmla="*/ 104017 w 9854218"/>
              <a:gd name="connsiteY775" fmla="*/ 4168869 h 10287000"/>
              <a:gd name="connsiteX776" fmla="*/ 93514 w 9854218"/>
              <a:gd name="connsiteY776" fmla="*/ 4171199 h 10287000"/>
              <a:gd name="connsiteX777" fmla="*/ 1747226 w 9854218"/>
              <a:gd name="connsiteY777" fmla="*/ 4145492 h 10287000"/>
              <a:gd name="connsiteX778" fmla="*/ 1747224 w 9854218"/>
              <a:gd name="connsiteY778" fmla="*/ 4196109 h 10287000"/>
              <a:gd name="connsiteX779" fmla="*/ 1734570 w 9854218"/>
              <a:gd name="connsiteY779" fmla="*/ 4221414 h 10287000"/>
              <a:gd name="connsiteX780" fmla="*/ 1734570 w 9854218"/>
              <a:gd name="connsiteY780" fmla="*/ 4208762 h 10287000"/>
              <a:gd name="connsiteX781" fmla="*/ 1734570 w 9854218"/>
              <a:gd name="connsiteY781" fmla="*/ 4196109 h 10287000"/>
              <a:gd name="connsiteX782" fmla="*/ 1734570 w 9854218"/>
              <a:gd name="connsiteY782" fmla="*/ 4183452 h 10287000"/>
              <a:gd name="connsiteX783" fmla="*/ 1747226 w 9854218"/>
              <a:gd name="connsiteY783" fmla="*/ 4145492 h 10287000"/>
              <a:gd name="connsiteX784" fmla="*/ 302197 w 9854218"/>
              <a:gd name="connsiteY784" fmla="*/ 4128171 h 10287000"/>
              <a:gd name="connsiteX785" fmla="*/ 270673 w 9854218"/>
              <a:gd name="connsiteY785" fmla="*/ 4206978 h 10287000"/>
              <a:gd name="connsiteX786" fmla="*/ 244402 w 9854218"/>
              <a:gd name="connsiteY786" fmla="*/ 4427628 h 10287000"/>
              <a:gd name="connsiteX787" fmla="*/ 233195 w 9854218"/>
              <a:gd name="connsiteY787" fmla="*/ 4459299 h 10287000"/>
              <a:gd name="connsiteX788" fmla="*/ 228695 w 9854218"/>
              <a:gd name="connsiteY788" fmla="*/ 4527801 h 10287000"/>
              <a:gd name="connsiteX789" fmla="*/ 220168 w 9854218"/>
              <a:gd name="connsiteY789" fmla="*/ 4693059 h 10287000"/>
              <a:gd name="connsiteX790" fmla="*/ 210602 w 9854218"/>
              <a:gd name="connsiteY790" fmla="*/ 4717389 h 10287000"/>
              <a:gd name="connsiteX791" fmla="*/ 218566 w 9854218"/>
              <a:gd name="connsiteY791" fmla="*/ 4724043 h 10287000"/>
              <a:gd name="connsiteX792" fmla="*/ 220168 w 9854218"/>
              <a:gd name="connsiteY792" fmla="*/ 4693059 h 10287000"/>
              <a:gd name="connsiteX793" fmla="*/ 222616 w 9854218"/>
              <a:gd name="connsiteY793" fmla="*/ 4686827 h 10287000"/>
              <a:gd name="connsiteX794" fmla="*/ 231886 w 9854218"/>
              <a:gd name="connsiteY794" fmla="*/ 4708109 h 10287000"/>
              <a:gd name="connsiteX795" fmla="*/ 239851 w 9854218"/>
              <a:gd name="connsiteY795" fmla="*/ 4714763 h 10287000"/>
              <a:gd name="connsiteX796" fmla="*/ 292363 w 9854218"/>
              <a:gd name="connsiteY796" fmla="*/ 4312007 h 10287000"/>
              <a:gd name="connsiteX797" fmla="*/ 323828 w 9854218"/>
              <a:gd name="connsiteY797" fmla="*/ 4208169 h 10287000"/>
              <a:gd name="connsiteX798" fmla="*/ 322393 w 9854218"/>
              <a:gd name="connsiteY798" fmla="*/ 4195155 h 10287000"/>
              <a:gd name="connsiteX799" fmla="*/ 302197 w 9854218"/>
              <a:gd name="connsiteY799" fmla="*/ 4128171 h 10287000"/>
              <a:gd name="connsiteX800" fmla="*/ 136856 w 9854218"/>
              <a:gd name="connsiteY800" fmla="*/ 4085625 h 10287000"/>
              <a:gd name="connsiteX801" fmla="*/ 122686 w 9854218"/>
              <a:gd name="connsiteY801" fmla="*/ 4126770 h 10287000"/>
              <a:gd name="connsiteX802" fmla="*/ 116063 w 9854218"/>
              <a:gd name="connsiteY802" fmla="*/ 4254851 h 10287000"/>
              <a:gd name="connsiteX803" fmla="*/ 115835 w 9854218"/>
              <a:gd name="connsiteY803" fmla="*/ 4265180 h 10287000"/>
              <a:gd name="connsiteX804" fmla="*/ 132179 w 9854218"/>
              <a:gd name="connsiteY804" fmla="*/ 4167393 h 10287000"/>
              <a:gd name="connsiteX805" fmla="*/ 132100 w 9854218"/>
              <a:gd name="connsiteY805" fmla="*/ 4159281 h 10287000"/>
              <a:gd name="connsiteX806" fmla="*/ 146296 w 9854218"/>
              <a:gd name="connsiteY806" fmla="*/ 3904146 h 10287000"/>
              <a:gd name="connsiteX807" fmla="*/ 139528 w 9854218"/>
              <a:gd name="connsiteY807" fmla="*/ 3914934 h 10287000"/>
              <a:gd name="connsiteX808" fmla="*/ 142351 w 9854218"/>
              <a:gd name="connsiteY808" fmla="*/ 3988856 h 10287000"/>
              <a:gd name="connsiteX809" fmla="*/ 142147 w 9854218"/>
              <a:gd name="connsiteY809" fmla="*/ 4003731 h 10287000"/>
              <a:gd name="connsiteX810" fmla="*/ 148504 w 9854218"/>
              <a:gd name="connsiteY810" fmla="*/ 3905261 h 10287000"/>
              <a:gd name="connsiteX811" fmla="*/ 166543 w 9854218"/>
              <a:gd name="connsiteY811" fmla="*/ 3359468 h 10287000"/>
              <a:gd name="connsiteX812" fmla="*/ 161255 w 9854218"/>
              <a:gd name="connsiteY812" fmla="*/ 3361278 h 10287000"/>
              <a:gd name="connsiteX813" fmla="*/ 150472 w 9854218"/>
              <a:gd name="connsiteY813" fmla="*/ 3399543 h 10287000"/>
              <a:gd name="connsiteX814" fmla="*/ 154664 w 9854218"/>
              <a:gd name="connsiteY814" fmla="*/ 3409040 h 10287000"/>
              <a:gd name="connsiteX815" fmla="*/ 159973 w 9854218"/>
              <a:gd name="connsiteY815" fmla="*/ 3395351 h 10287000"/>
              <a:gd name="connsiteX816" fmla="*/ 164165 w 9854218"/>
              <a:gd name="connsiteY816" fmla="*/ 3404847 h 10287000"/>
              <a:gd name="connsiteX817" fmla="*/ 168355 w 9854218"/>
              <a:gd name="connsiteY817" fmla="*/ 3414344 h 10287000"/>
              <a:gd name="connsiteX818" fmla="*/ 163045 w 9854218"/>
              <a:gd name="connsiteY818" fmla="*/ 3428033 h 10287000"/>
              <a:gd name="connsiteX819" fmla="*/ 153542 w 9854218"/>
              <a:gd name="connsiteY819" fmla="*/ 3432227 h 10287000"/>
              <a:gd name="connsiteX820" fmla="*/ 150184 w 9854218"/>
              <a:gd name="connsiteY820" fmla="*/ 3501785 h 10287000"/>
              <a:gd name="connsiteX821" fmla="*/ 145991 w 9854218"/>
              <a:gd name="connsiteY821" fmla="*/ 3492288 h 10287000"/>
              <a:gd name="connsiteX822" fmla="*/ 144872 w 9854218"/>
              <a:gd name="connsiteY822" fmla="*/ 3515475 h 10287000"/>
              <a:gd name="connsiteX823" fmla="*/ 139562 w 9854218"/>
              <a:gd name="connsiteY823" fmla="*/ 3529161 h 10287000"/>
              <a:gd name="connsiteX824" fmla="*/ 135371 w 9854218"/>
              <a:gd name="connsiteY824" fmla="*/ 3519663 h 10287000"/>
              <a:gd name="connsiteX825" fmla="*/ 131180 w 9854218"/>
              <a:gd name="connsiteY825" fmla="*/ 3510168 h 10287000"/>
              <a:gd name="connsiteX826" fmla="*/ 85049 w 9854218"/>
              <a:gd name="connsiteY826" fmla="*/ 3791483 h 10287000"/>
              <a:gd name="connsiteX827" fmla="*/ 153794 w 9854218"/>
              <a:gd name="connsiteY827" fmla="*/ 3715758 h 10287000"/>
              <a:gd name="connsiteX828" fmla="*/ 156463 w 9854218"/>
              <a:gd name="connsiteY828" fmla="*/ 3768831 h 10287000"/>
              <a:gd name="connsiteX829" fmla="*/ 166171 w 9854218"/>
              <a:gd name="connsiteY829" fmla="*/ 3765864 h 10287000"/>
              <a:gd name="connsiteX830" fmla="*/ 197119 w 9854218"/>
              <a:gd name="connsiteY830" fmla="*/ 3566031 h 10287000"/>
              <a:gd name="connsiteX831" fmla="*/ 236113 w 9854218"/>
              <a:gd name="connsiteY831" fmla="*/ 3380820 h 10287000"/>
              <a:gd name="connsiteX832" fmla="*/ 224242 w 9854218"/>
              <a:gd name="connsiteY832" fmla="*/ 3412373 h 10287000"/>
              <a:gd name="connsiteX833" fmla="*/ 203290 w 9854218"/>
              <a:gd name="connsiteY833" fmla="*/ 3364890 h 10287000"/>
              <a:gd name="connsiteX834" fmla="*/ 178976 w 9854218"/>
              <a:gd name="connsiteY834" fmla="*/ 3386964 h 10287000"/>
              <a:gd name="connsiteX835" fmla="*/ 166543 w 9854218"/>
              <a:gd name="connsiteY835" fmla="*/ 3359468 h 10287000"/>
              <a:gd name="connsiteX836" fmla="*/ 675232 w 9854218"/>
              <a:gd name="connsiteY836" fmla="*/ 2205345 h 10287000"/>
              <a:gd name="connsiteX837" fmla="*/ 598391 w 9854218"/>
              <a:gd name="connsiteY837" fmla="*/ 2271671 h 10287000"/>
              <a:gd name="connsiteX838" fmla="*/ 595514 w 9854218"/>
              <a:gd name="connsiteY838" fmla="*/ 2273613 h 10287000"/>
              <a:gd name="connsiteX839" fmla="*/ 593956 w 9854218"/>
              <a:gd name="connsiteY839" fmla="*/ 2282829 h 10287000"/>
              <a:gd name="connsiteX840" fmla="*/ 575621 w 9854218"/>
              <a:gd name="connsiteY840" fmla="*/ 2365005 h 10287000"/>
              <a:gd name="connsiteX841" fmla="*/ 513883 w 9854218"/>
              <a:gd name="connsiteY841" fmla="*/ 2537843 h 10287000"/>
              <a:gd name="connsiteX842" fmla="*/ 507934 w 9854218"/>
              <a:gd name="connsiteY842" fmla="*/ 2563505 h 10287000"/>
              <a:gd name="connsiteX843" fmla="*/ 533374 w 9854218"/>
              <a:gd name="connsiteY843" fmla="*/ 2578352 h 10287000"/>
              <a:gd name="connsiteX844" fmla="*/ 580660 w 9854218"/>
              <a:gd name="connsiteY844" fmla="*/ 2562593 h 10287000"/>
              <a:gd name="connsiteX845" fmla="*/ 675232 w 9854218"/>
              <a:gd name="connsiteY845" fmla="*/ 2205345 h 10287000"/>
              <a:gd name="connsiteX846" fmla="*/ 523040 w 9854218"/>
              <a:gd name="connsiteY846" fmla="*/ 2200926 h 10287000"/>
              <a:gd name="connsiteX847" fmla="*/ 513322 w 9854218"/>
              <a:gd name="connsiteY847" fmla="*/ 2228223 h 10287000"/>
              <a:gd name="connsiteX848" fmla="*/ 461300 w 9854218"/>
              <a:gd name="connsiteY848" fmla="*/ 2354711 h 10287000"/>
              <a:gd name="connsiteX849" fmla="*/ 442297 w 9854218"/>
              <a:gd name="connsiteY849" fmla="*/ 2363097 h 10287000"/>
              <a:gd name="connsiteX850" fmla="*/ 412385 w 9854218"/>
              <a:gd name="connsiteY850" fmla="*/ 2501100 h 10287000"/>
              <a:gd name="connsiteX851" fmla="*/ 375211 w 9854218"/>
              <a:gd name="connsiteY851" fmla="*/ 2596926 h 10287000"/>
              <a:gd name="connsiteX852" fmla="*/ 251371 w 9854218"/>
              <a:gd name="connsiteY852" fmla="*/ 3139446 h 10287000"/>
              <a:gd name="connsiteX853" fmla="*/ 224819 w 9854218"/>
              <a:gd name="connsiteY853" fmla="*/ 3207893 h 10287000"/>
              <a:gd name="connsiteX854" fmla="*/ 226771 w 9854218"/>
              <a:gd name="connsiteY854" fmla="*/ 3263763 h 10287000"/>
              <a:gd name="connsiteX855" fmla="*/ 264502 w 9854218"/>
              <a:gd name="connsiteY855" fmla="*/ 3186482 h 10287000"/>
              <a:gd name="connsiteX856" fmla="*/ 277628 w 9854218"/>
              <a:gd name="connsiteY856" fmla="*/ 3183644 h 10287000"/>
              <a:gd name="connsiteX857" fmla="*/ 294317 w 9854218"/>
              <a:gd name="connsiteY857" fmla="*/ 3104372 h 10287000"/>
              <a:gd name="connsiteX858" fmla="*/ 407276 w 9854218"/>
              <a:gd name="connsiteY858" fmla="*/ 2646653 h 10287000"/>
              <a:gd name="connsiteX859" fmla="*/ 478208 w 9854218"/>
              <a:gd name="connsiteY859" fmla="*/ 2553563 h 10287000"/>
              <a:gd name="connsiteX860" fmla="*/ 495008 w 9854218"/>
              <a:gd name="connsiteY860" fmla="*/ 2558340 h 10287000"/>
              <a:gd name="connsiteX861" fmla="*/ 519655 w 9854218"/>
              <a:gd name="connsiteY861" fmla="*/ 2451215 h 10287000"/>
              <a:gd name="connsiteX862" fmla="*/ 490688 w 9854218"/>
              <a:gd name="connsiteY862" fmla="*/ 2414930 h 10287000"/>
              <a:gd name="connsiteX863" fmla="*/ 521407 w 9854218"/>
              <a:gd name="connsiteY863" fmla="*/ 2296610 h 10287000"/>
              <a:gd name="connsiteX864" fmla="*/ 522992 w 9854218"/>
              <a:gd name="connsiteY864" fmla="*/ 2284277 h 10287000"/>
              <a:gd name="connsiteX865" fmla="*/ 518692 w 9854218"/>
              <a:gd name="connsiteY865" fmla="*/ 2290899 h 10287000"/>
              <a:gd name="connsiteX866" fmla="*/ 517693 w 9854218"/>
              <a:gd name="connsiteY866" fmla="*/ 2292438 h 10287000"/>
              <a:gd name="connsiteX867" fmla="*/ 509698 w 9854218"/>
              <a:gd name="connsiteY867" fmla="*/ 2304755 h 10287000"/>
              <a:gd name="connsiteX868" fmla="*/ 503212 w 9854218"/>
              <a:gd name="connsiteY868" fmla="*/ 2274299 h 10287000"/>
              <a:gd name="connsiteX869" fmla="*/ 511207 w 9854218"/>
              <a:gd name="connsiteY869" fmla="*/ 2261982 h 10287000"/>
              <a:gd name="connsiteX870" fmla="*/ 521365 w 9854218"/>
              <a:gd name="connsiteY870" fmla="*/ 2259818 h 10287000"/>
              <a:gd name="connsiteX871" fmla="*/ 517589 w 9854218"/>
              <a:gd name="connsiteY871" fmla="*/ 2227290 h 10287000"/>
              <a:gd name="connsiteX872" fmla="*/ 609370 w 9854218"/>
              <a:gd name="connsiteY872" fmla="*/ 1937486 h 10287000"/>
              <a:gd name="connsiteX873" fmla="*/ 606925 w 9854218"/>
              <a:gd name="connsiteY873" fmla="*/ 1938728 h 10287000"/>
              <a:gd name="connsiteX874" fmla="*/ 600083 w 9854218"/>
              <a:gd name="connsiteY874" fmla="*/ 1963008 h 10287000"/>
              <a:gd name="connsiteX875" fmla="*/ 2354597 w 9854218"/>
              <a:gd name="connsiteY875" fmla="*/ 1627446 h 10287000"/>
              <a:gd name="connsiteX876" fmla="*/ 2353016 w 9854218"/>
              <a:gd name="connsiteY876" fmla="*/ 1638516 h 10287000"/>
              <a:gd name="connsiteX877" fmla="*/ 2347962 w 9854218"/>
              <a:gd name="connsiteY877" fmla="*/ 1639239 h 10287000"/>
              <a:gd name="connsiteX878" fmla="*/ 2453333 w 9854218"/>
              <a:gd name="connsiteY878" fmla="*/ 1504730 h 10287000"/>
              <a:gd name="connsiteX879" fmla="*/ 2443172 w 9854218"/>
              <a:gd name="connsiteY879" fmla="*/ 1513565 h 10287000"/>
              <a:gd name="connsiteX880" fmla="*/ 2433042 w 9854218"/>
              <a:gd name="connsiteY880" fmla="*/ 1543170 h 10287000"/>
              <a:gd name="connsiteX881" fmla="*/ 2455824 w 9854218"/>
              <a:gd name="connsiteY881" fmla="*/ 966746 h 10287000"/>
              <a:gd name="connsiteX882" fmla="*/ 2455824 w 9854218"/>
              <a:gd name="connsiteY882" fmla="*/ 969464 h 10287000"/>
              <a:gd name="connsiteX883" fmla="*/ 2443172 w 9854218"/>
              <a:gd name="connsiteY883" fmla="*/ 982118 h 10287000"/>
              <a:gd name="connsiteX884" fmla="*/ 1481994 w 9854218"/>
              <a:gd name="connsiteY884" fmla="*/ 366944 h 10287000"/>
              <a:gd name="connsiteX885" fmla="*/ 1467562 w 9854218"/>
              <a:gd name="connsiteY885" fmla="*/ 370847 h 10287000"/>
              <a:gd name="connsiteX886" fmla="*/ 1367948 w 9854218"/>
              <a:gd name="connsiteY886" fmla="*/ 551256 h 10287000"/>
              <a:gd name="connsiteX887" fmla="*/ 1240025 w 9854218"/>
              <a:gd name="connsiteY887" fmla="*/ 748308 h 10287000"/>
              <a:gd name="connsiteX888" fmla="*/ 1219709 w 9854218"/>
              <a:gd name="connsiteY888" fmla="*/ 752634 h 10287000"/>
              <a:gd name="connsiteX889" fmla="*/ 1162235 w 9854218"/>
              <a:gd name="connsiteY889" fmla="*/ 881616 h 10287000"/>
              <a:gd name="connsiteX890" fmla="*/ 1106269 w 9854218"/>
              <a:gd name="connsiteY890" fmla="*/ 967827 h 10287000"/>
              <a:gd name="connsiteX891" fmla="*/ 1000045 w 9854218"/>
              <a:gd name="connsiteY891" fmla="*/ 1210668 h 10287000"/>
              <a:gd name="connsiteX892" fmla="*/ 959045 w 9854218"/>
              <a:gd name="connsiteY892" fmla="*/ 1289678 h 10287000"/>
              <a:gd name="connsiteX893" fmla="*/ 939901 w 9854218"/>
              <a:gd name="connsiteY893" fmla="*/ 1370676 h 10287000"/>
              <a:gd name="connsiteX894" fmla="*/ 927422 w 9854218"/>
              <a:gd name="connsiteY894" fmla="*/ 1538138 h 10287000"/>
              <a:gd name="connsiteX895" fmla="*/ 1289950 w 9854218"/>
              <a:gd name="connsiteY895" fmla="*/ 765854 h 10287000"/>
              <a:gd name="connsiteX896" fmla="*/ 1382551 w 9854218"/>
              <a:gd name="connsiteY896" fmla="*/ 560306 h 10287000"/>
              <a:gd name="connsiteX897" fmla="*/ 1487975 w 9854218"/>
              <a:gd name="connsiteY897" fmla="*/ 378446 h 10287000"/>
              <a:gd name="connsiteX898" fmla="*/ 1487231 w 9854218"/>
              <a:gd name="connsiteY898" fmla="*/ 375944 h 10287000"/>
              <a:gd name="connsiteX899" fmla="*/ 1481994 w 9854218"/>
              <a:gd name="connsiteY899" fmla="*/ 366944 h 10287000"/>
              <a:gd name="connsiteX900" fmla="*/ 2896330 w 9854218"/>
              <a:gd name="connsiteY900" fmla="*/ 0 h 10287000"/>
              <a:gd name="connsiteX901" fmla="*/ 3314054 w 9854218"/>
              <a:gd name="connsiteY901" fmla="*/ 0 h 10287000"/>
              <a:gd name="connsiteX902" fmla="*/ 3271984 w 9854218"/>
              <a:gd name="connsiteY902" fmla="*/ 44175 h 10287000"/>
              <a:gd name="connsiteX903" fmla="*/ 3215042 w 9854218"/>
              <a:gd name="connsiteY903" fmla="*/ 134331 h 10287000"/>
              <a:gd name="connsiteX904" fmla="*/ 3164426 w 9854218"/>
              <a:gd name="connsiteY904" fmla="*/ 159642 h 10287000"/>
              <a:gd name="connsiteX905" fmla="*/ 3164426 w 9854218"/>
              <a:gd name="connsiteY905" fmla="*/ 146985 h 10287000"/>
              <a:gd name="connsiteX906" fmla="*/ 3151772 w 9854218"/>
              <a:gd name="connsiteY906" fmla="*/ 146985 h 10287000"/>
              <a:gd name="connsiteX907" fmla="*/ 3139120 w 9854218"/>
              <a:gd name="connsiteY907" fmla="*/ 159641 h 10287000"/>
              <a:gd name="connsiteX908" fmla="*/ 3088506 w 9854218"/>
              <a:gd name="connsiteY908" fmla="*/ 222906 h 10287000"/>
              <a:gd name="connsiteX909" fmla="*/ 3088506 w 9854218"/>
              <a:gd name="connsiteY909" fmla="*/ 210252 h 10287000"/>
              <a:gd name="connsiteX910" fmla="*/ 3075852 w 9854218"/>
              <a:gd name="connsiteY910" fmla="*/ 210252 h 10287000"/>
              <a:gd name="connsiteX911" fmla="*/ 3063198 w 9854218"/>
              <a:gd name="connsiteY911" fmla="*/ 222906 h 10287000"/>
              <a:gd name="connsiteX912" fmla="*/ 3063197 w 9854218"/>
              <a:gd name="connsiteY912" fmla="*/ 235560 h 10287000"/>
              <a:gd name="connsiteX913" fmla="*/ 3037892 w 9854218"/>
              <a:gd name="connsiteY913" fmla="*/ 286175 h 10287000"/>
              <a:gd name="connsiteX914" fmla="*/ 3025236 w 9854218"/>
              <a:gd name="connsiteY914" fmla="*/ 298829 h 10287000"/>
              <a:gd name="connsiteX915" fmla="*/ 3012582 w 9854218"/>
              <a:gd name="connsiteY915" fmla="*/ 298827 h 10287000"/>
              <a:gd name="connsiteX916" fmla="*/ 2999930 w 9854218"/>
              <a:gd name="connsiteY916" fmla="*/ 311481 h 10287000"/>
              <a:gd name="connsiteX917" fmla="*/ 3012582 w 9854218"/>
              <a:gd name="connsiteY917" fmla="*/ 311481 h 10287000"/>
              <a:gd name="connsiteX918" fmla="*/ 3025236 w 9854218"/>
              <a:gd name="connsiteY918" fmla="*/ 311481 h 10287000"/>
              <a:gd name="connsiteX919" fmla="*/ 2936663 w 9854218"/>
              <a:gd name="connsiteY919" fmla="*/ 400056 h 10287000"/>
              <a:gd name="connsiteX920" fmla="*/ 2936662 w 9854218"/>
              <a:gd name="connsiteY920" fmla="*/ 387402 h 10287000"/>
              <a:gd name="connsiteX921" fmla="*/ 2949317 w 9854218"/>
              <a:gd name="connsiteY921" fmla="*/ 374747 h 10287000"/>
              <a:gd name="connsiteX922" fmla="*/ 2936662 w 9854218"/>
              <a:gd name="connsiteY922" fmla="*/ 374750 h 10287000"/>
              <a:gd name="connsiteX923" fmla="*/ 2949318 w 9854218"/>
              <a:gd name="connsiteY923" fmla="*/ 362094 h 10287000"/>
              <a:gd name="connsiteX924" fmla="*/ 2961968 w 9854218"/>
              <a:gd name="connsiteY924" fmla="*/ 362093 h 10287000"/>
              <a:gd name="connsiteX925" fmla="*/ 2961965 w 9854218"/>
              <a:gd name="connsiteY925" fmla="*/ 349442 h 10287000"/>
              <a:gd name="connsiteX926" fmla="*/ 2961968 w 9854218"/>
              <a:gd name="connsiteY926" fmla="*/ 336788 h 10287000"/>
              <a:gd name="connsiteX927" fmla="*/ 2949317 w 9854218"/>
              <a:gd name="connsiteY927" fmla="*/ 349442 h 10287000"/>
              <a:gd name="connsiteX928" fmla="*/ 2961965 w 9854218"/>
              <a:gd name="connsiteY928" fmla="*/ 298827 h 10287000"/>
              <a:gd name="connsiteX929" fmla="*/ 2974624 w 9854218"/>
              <a:gd name="connsiteY929" fmla="*/ 286175 h 10287000"/>
              <a:gd name="connsiteX930" fmla="*/ 2987278 w 9854218"/>
              <a:gd name="connsiteY930" fmla="*/ 286176 h 10287000"/>
              <a:gd name="connsiteX931" fmla="*/ 2999928 w 9854218"/>
              <a:gd name="connsiteY931" fmla="*/ 260870 h 10287000"/>
              <a:gd name="connsiteX932" fmla="*/ 2974622 w 9854218"/>
              <a:gd name="connsiteY932" fmla="*/ 260867 h 10287000"/>
              <a:gd name="connsiteX933" fmla="*/ 2961970 w 9854218"/>
              <a:gd name="connsiteY933" fmla="*/ 273521 h 10287000"/>
              <a:gd name="connsiteX934" fmla="*/ 2949317 w 9854218"/>
              <a:gd name="connsiteY934" fmla="*/ 286175 h 10287000"/>
              <a:gd name="connsiteX935" fmla="*/ 2924008 w 9854218"/>
              <a:gd name="connsiteY935" fmla="*/ 324135 h 10287000"/>
              <a:gd name="connsiteX936" fmla="*/ 2949317 w 9854218"/>
              <a:gd name="connsiteY936" fmla="*/ 311481 h 10287000"/>
              <a:gd name="connsiteX937" fmla="*/ 2961965 w 9854218"/>
              <a:gd name="connsiteY937" fmla="*/ 298827 h 10287000"/>
              <a:gd name="connsiteX938" fmla="*/ 2936662 w 9854218"/>
              <a:gd name="connsiteY938" fmla="*/ 349442 h 10287000"/>
              <a:gd name="connsiteX939" fmla="*/ 2924008 w 9854218"/>
              <a:gd name="connsiteY939" fmla="*/ 362096 h 10287000"/>
              <a:gd name="connsiteX940" fmla="*/ 2898702 w 9854218"/>
              <a:gd name="connsiteY940" fmla="*/ 374747 h 10287000"/>
              <a:gd name="connsiteX941" fmla="*/ 2911350 w 9854218"/>
              <a:gd name="connsiteY941" fmla="*/ 374747 h 10287000"/>
              <a:gd name="connsiteX942" fmla="*/ 2911354 w 9854218"/>
              <a:gd name="connsiteY942" fmla="*/ 387402 h 10287000"/>
              <a:gd name="connsiteX943" fmla="*/ 2911354 w 9854218"/>
              <a:gd name="connsiteY943" fmla="*/ 400059 h 10287000"/>
              <a:gd name="connsiteX944" fmla="*/ 2886048 w 9854218"/>
              <a:gd name="connsiteY944" fmla="*/ 425363 h 10287000"/>
              <a:gd name="connsiteX945" fmla="*/ 2911350 w 9854218"/>
              <a:gd name="connsiteY945" fmla="*/ 425363 h 10287000"/>
              <a:gd name="connsiteX946" fmla="*/ 2924008 w 9854218"/>
              <a:gd name="connsiteY946" fmla="*/ 412712 h 10287000"/>
              <a:gd name="connsiteX947" fmla="*/ 2873394 w 9854218"/>
              <a:gd name="connsiteY947" fmla="*/ 501282 h 10287000"/>
              <a:gd name="connsiteX948" fmla="*/ 2886047 w 9854218"/>
              <a:gd name="connsiteY948" fmla="*/ 450672 h 10287000"/>
              <a:gd name="connsiteX949" fmla="*/ 2848088 w 9854218"/>
              <a:gd name="connsiteY949" fmla="*/ 488633 h 10287000"/>
              <a:gd name="connsiteX950" fmla="*/ 2848086 w 9854218"/>
              <a:gd name="connsiteY950" fmla="*/ 475980 h 10287000"/>
              <a:gd name="connsiteX951" fmla="*/ 2860742 w 9854218"/>
              <a:gd name="connsiteY951" fmla="*/ 450671 h 10287000"/>
              <a:gd name="connsiteX952" fmla="*/ 2822778 w 9854218"/>
              <a:gd name="connsiteY952" fmla="*/ 475977 h 10287000"/>
              <a:gd name="connsiteX953" fmla="*/ 2810128 w 9854218"/>
              <a:gd name="connsiteY953" fmla="*/ 488631 h 10287000"/>
              <a:gd name="connsiteX954" fmla="*/ 2759512 w 9854218"/>
              <a:gd name="connsiteY954" fmla="*/ 539243 h 10287000"/>
              <a:gd name="connsiteX955" fmla="*/ 2797472 w 9854218"/>
              <a:gd name="connsiteY955" fmla="*/ 513938 h 10287000"/>
              <a:gd name="connsiteX956" fmla="*/ 2784818 w 9854218"/>
              <a:gd name="connsiteY956" fmla="*/ 526592 h 10287000"/>
              <a:gd name="connsiteX957" fmla="*/ 2772164 w 9854218"/>
              <a:gd name="connsiteY957" fmla="*/ 551898 h 10287000"/>
              <a:gd name="connsiteX958" fmla="*/ 2797474 w 9854218"/>
              <a:gd name="connsiteY958" fmla="*/ 539243 h 10287000"/>
              <a:gd name="connsiteX959" fmla="*/ 2810128 w 9854218"/>
              <a:gd name="connsiteY959" fmla="*/ 539243 h 10287000"/>
              <a:gd name="connsiteX960" fmla="*/ 2772166 w 9854218"/>
              <a:gd name="connsiteY960" fmla="*/ 602513 h 10287000"/>
              <a:gd name="connsiteX961" fmla="*/ 2721554 w 9854218"/>
              <a:gd name="connsiteY961" fmla="*/ 627818 h 10287000"/>
              <a:gd name="connsiteX962" fmla="*/ 2658284 w 9854218"/>
              <a:gd name="connsiteY962" fmla="*/ 703743 h 10287000"/>
              <a:gd name="connsiteX963" fmla="*/ 2658284 w 9854218"/>
              <a:gd name="connsiteY963" fmla="*/ 741699 h 10287000"/>
              <a:gd name="connsiteX964" fmla="*/ 2595016 w 9854218"/>
              <a:gd name="connsiteY964" fmla="*/ 779661 h 10287000"/>
              <a:gd name="connsiteX965" fmla="*/ 2488250 w 9854218"/>
              <a:gd name="connsiteY965" fmla="*/ 927351 h 10287000"/>
              <a:gd name="connsiteX966" fmla="*/ 2455824 w 9854218"/>
              <a:gd name="connsiteY966" fmla="*/ 966746 h 10287000"/>
              <a:gd name="connsiteX967" fmla="*/ 2455822 w 9854218"/>
              <a:gd name="connsiteY967" fmla="*/ 956810 h 10287000"/>
              <a:gd name="connsiteX968" fmla="*/ 2430518 w 9854218"/>
              <a:gd name="connsiteY968" fmla="*/ 969464 h 10287000"/>
              <a:gd name="connsiteX969" fmla="*/ 2417862 w 9854218"/>
              <a:gd name="connsiteY969" fmla="*/ 994773 h 10287000"/>
              <a:gd name="connsiteX970" fmla="*/ 2316635 w 9854218"/>
              <a:gd name="connsiteY970" fmla="*/ 1133960 h 10287000"/>
              <a:gd name="connsiteX971" fmla="*/ 2316635 w 9854218"/>
              <a:gd name="connsiteY971" fmla="*/ 1121304 h 10287000"/>
              <a:gd name="connsiteX972" fmla="*/ 2303984 w 9854218"/>
              <a:gd name="connsiteY972" fmla="*/ 1121304 h 10287000"/>
              <a:gd name="connsiteX973" fmla="*/ 2303984 w 9854218"/>
              <a:gd name="connsiteY973" fmla="*/ 1133960 h 10287000"/>
              <a:gd name="connsiteX974" fmla="*/ 2291328 w 9854218"/>
              <a:gd name="connsiteY974" fmla="*/ 1146614 h 10287000"/>
              <a:gd name="connsiteX975" fmla="*/ 2291330 w 9854218"/>
              <a:gd name="connsiteY975" fmla="*/ 1171919 h 10287000"/>
              <a:gd name="connsiteX976" fmla="*/ 2266020 w 9854218"/>
              <a:gd name="connsiteY976" fmla="*/ 1171919 h 10287000"/>
              <a:gd name="connsiteX977" fmla="*/ 2253370 w 9854218"/>
              <a:gd name="connsiteY977" fmla="*/ 1209881 h 10287000"/>
              <a:gd name="connsiteX978" fmla="*/ 2253368 w 9854218"/>
              <a:gd name="connsiteY978" fmla="*/ 1197225 h 10287000"/>
              <a:gd name="connsiteX979" fmla="*/ 2240712 w 9854218"/>
              <a:gd name="connsiteY979" fmla="*/ 1197225 h 10287000"/>
              <a:gd name="connsiteX980" fmla="*/ 2228060 w 9854218"/>
              <a:gd name="connsiteY980" fmla="*/ 1222535 h 10287000"/>
              <a:gd name="connsiteX981" fmla="*/ 2228062 w 9854218"/>
              <a:gd name="connsiteY981" fmla="*/ 1235190 h 10287000"/>
              <a:gd name="connsiteX982" fmla="*/ 2190100 w 9854218"/>
              <a:gd name="connsiteY982" fmla="*/ 1285800 h 10287000"/>
              <a:gd name="connsiteX983" fmla="*/ 2177446 w 9854218"/>
              <a:gd name="connsiteY983" fmla="*/ 1298454 h 10287000"/>
              <a:gd name="connsiteX984" fmla="*/ 2164790 w 9854218"/>
              <a:gd name="connsiteY984" fmla="*/ 1323761 h 10287000"/>
              <a:gd name="connsiteX985" fmla="*/ 2177447 w 9854218"/>
              <a:gd name="connsiteY985" fmla="*/ 1311110 h 10287000"/>
              <a:gd name="connsiteX986" fmla="*/ 2190096 w 9854218"/>
              <a:gd name="connsiteY986" fmla="*/ 1311111 h 10287000"/>
              <a:gd name="connsiteX987" fmla="*/ 2164793 w 9854218"/>
              <a:gd name="connsiteY987" fmla="*/ 1374375 h 10287000"/>
              <a:gd name="connsiteX988" fmla="*/ 2152140 w 9854218"/>
              <a:gd name="connsiteY988" fmla="*/ 1399685 h 10287000"/>
              <a:gd name="connsiteX989" fmla="*/ 2139485 w 9854218"/>
              <a:gd name="connsiteY989" fmla="*/ 1399683 h 10287000"/>
              <a:gd name="connsiteX990" fmla="*/ 2139485 w 9854218"/>
              <a:gd name="connsiteY990" fmla="*/ 1412336 h 10287000"/>
              <a:gd name="connsiteX991" fmla="*/ 2126834 w 9854218"/>
              <a:gd name="connsiteY991" fmla="*/ 1424993 h 10287000"/>
              <a:gd name="connsiteX992" fmla="*/ 2126832 w 9854218"/>
              <a:gd name="connsiteY992" fmla="*/ 1437641 h 10287000"/>
              <a:gd name="connsiteX993" fmla="*/ 2076220 w 9854218"/>
              <a:gd name="connsiteY993" fmla="*/ 1475606 h 10287000"/>
              <a:gd name="connsiteX994" fmla="*/ 2076220 w 9854218"/>
              <a:gd name="connsiteY994" fmla="*/ 1513566 h 10287000"/>
              <a:gd name="connsiteX995" fmla="*/ 2063564 w 9854218"/>
              <a:gd name="connsiteY995" fmla="*/ 1538871 h 10287000"/>
              <a:gd name="connsiteX996" fmla="*/ 2076215 w 9854218"/>
              <a:gd name="connsiteY996" fmla="*/ 1538868 h 10287000"/>
              <a:gd name="connsiteX997" fmla="*/ 2076218 w 9854218"/>
              <a:gd name="connsiteY997" fmla="*/ 1526216 h 10287000"/>
              <a:gd name="connsiteX998" fmla="*/ 2088868 w 9854218"/>
              <a:gd name="connsiteY998" fmla="*/ 1551525 h 10287000"/>
              <a:gd name="connsiteX999" fmla="*/ 1734570 w 9854218"/>
              <a:gd name="connsiteY999" fmla="*/ 2285429 h 10287000"/>
              <a:gd name="connsiteX1000" fmla="*/ 1683956 w 9854218"/>
              <a:gd name="connsiteY1000" fmla="*/ 2386655 h 10287000"/>
              <a:gd name="connsiteX1001" fmla="*/ 1645996 w 9854218"/>
              <a:gd name="connsiteY1001" fmla="*/ 2449923 h 10287000"/>
              <a:gd name="connsiteX1002" fmla="*/ 1620689 w 9854218"/>
              <a:gd name="connsiteY1002" fmla="*/ 2551154 h 10287000"/>
              <a:gd name="connsiteX1003" fmla="*/ 1506806 w 9854218"/>
              <a:gd name="connsiteY1003" fmla="*/ 2905451 h 10287000"/>
              <a:gd name="connsiteX1004" fmla="*/ 1494152 w 9854218"/>
              <a:gd name="connsiteY1004" fmla="*/ 2918102 h 10287000"/>
              <a:gd name="connsiteX1005" fmla="*/ 1494154 w 9854218"/>
              <a:gd name="connsiteY1005" fmla="*/ 2930757 h 10287000"/>
              <a:gd name="connsiteX1006" fmla="*/ 1506806 w 9854218"/>
              <a:gd name="connsiteY1006" fmla="*/ 2930756 h 10287000"/>
              <a:gd name="connsiteX1007" fmla="*/ 1506806 w 9854218"/>
              <a:gd name="connsiteY1007" fmla="*/ 2943410 h 10287000"/>
              <a:gd name="connsiteX1008" fmla="*/ 1494152 w 9854218"/>
              <a:gd name="connsiteY1008" fmla="*/ 2943410 h 10287000"/>
              <a:gd name="connsiteX1009" fmla="*/ 1456192 w 9854218"/>
              <a:gd name="connsiteY1009" fmla="*/ 3057288 h 10287000"/>
              <a:gd name="connsiteX1010" fmla="*/ 1443541 w 9854218"/>
              <a:gd name="connsiteY1010" fmla="*/ 3057291 h 10287000"/>
              <a:gd name="connsiteX1011" fmla="*/ 1443536 w 9854218"/>
              <a:gd name="connsiteY1011" fmla="*/ 3082601 h 10287000"/>
              <a:gd name="connsiteX1012" fmla="*/ 1405579 w 9854218"/>
              <a:gd name="connsiteY1012" fmla="*/ 3209135 h 10287000"/>
              <a:gd name="connsiteX1013" fmla="*/ 1392929 w 9854218"/>
              <a:gd name="connsiteY1013" fmla="*/ 3221789 h 10287000"/>
              <a:gd name="connsiteX1014" fmla="*/ 1380271 w 9854218"/>
              <a:gd name="connsiteY1014" fmla="*/ 3272402 h 10287000"/>
              <a:gd name="connsiteX1015" fmla="*/ 1380272 w 9854218"/>
              <a:gd name="connsiteY1015" fmla="*/ 3285053 h 10287000"/>
              <a:gd name="connsiteX1016" fmla="*/ 1380271 w 9854218"/>
              <a:gd name="connsiteY1016" fmla="*/ 3297705 h 10287000"/>
              <a:gd name="connsiteX1017" fmla="*/ 1380271 w 9854218"/>
              <a:gd name="connsiteY1017" fmla="*/ 3310362 h 10287000"/>
              <a:gd name="connsiteX1018" fmla="*/ 1367617 w 9854218"/>
              <a:gd name="connsiteY1018" fmla="*/ 3348326 h 10287000"/>
              <a:gd name="connsiteX1019" fmla="*/ 1392925 w 9854218"/>
              <a:gd name="connsiteY1019" fmla="*/ 3335669 h 10287000"/>
              <a:gd name="connsiteX1020" fmla="*/ 1392928 w 9854218"/>
              <a:gd name="connsiteY1020" fmla="*/ 3360977 h 10287000"/>
              <a:gd name="connsiteX1021" fmla="*/ 1380272 w 9854218"/>
              <a:gd name="connsiteY1021" fmla="*/ 3360974 h 10287000"/>
              <a:gd name="connsiteX1022" fmla="*/ 1380271 w 9854218"/>
              <a:gd name="connsiteY1022" fmla="*/ 3373631 h 10287000"/>
              <a:gd name="connsiteX1023" fmla="*/ 1380271 w 9854218"/>
              <a:gd name="connsiteY1023" fmla="*/ 3386286 h 10287000"/>
              <a:gd name="connsiteX1024" fmla="*/ 1380271 w 9854218"/>
              <a:gd name="connsiteY1024" fmla="*/ 3411591 h 10287000"/>
              <a:gd name="connsiteX1025" fmla="*/ 1329658 w 9854218"/>
              <a:gd name="connsiteY1025" fmla="*/ 3512819 h 10287000"/>
              <a:gd name="connsiteX1026" fmla="*/ 1342310 w 9854218"/>
              <a:gd name="connsiteY1026" fmla="*/ 3512817 h 10287000"/>
              <a:gd name="connsiteX1027" fmla="*/ 1329658 w 9854218"/>
              <a:gd name="connsiteY1027" fmla="*/ 3550775 h 10287000"/>
              <a:gd name="connsiteX1028" fmla="*/ 1354964 w 9854218"/>
              <a:gd name="connsiteY1028" fmla="*/ 3550778 h 10287000"/>
              <a:gd name="connsiteX1029" fmla="*/ 1367618 w 9854218"/>
              <a:gd name="connsiteY1029" fmla="*/ 3500165 h 10287000"/>
              <a:gd name="connsiteX1030" fmla="*/ 1367618 w 9854218"/>
              <a:gd name="connsiteY1030" fmla="*/ 3512819 h 10287000"/>
              <a:gd name="connsiteX1031" fmla="*/ 1380271 w 9854218"/>
              <a:gd name="connsiteY1031" fmla="*/ 3512817 h 10287000"/>
              <a:gd name="connsiteX1032" fmla="*/ 1380271 w 9854218"/>
              <a:gd name="connsiteY1032" fmla="*/ 3500166 h 10287000"/>
              <a:gd name="connsiteX1033" fmla="*/ 1380271 w 9854218"/>
              <a:gd name="connsiteY1033" fmla="*/ 3487512 h 10287000"/>
              <a:gd name="connsiteX1034" fmla="*/ 1418236 w 9854218"/>
              <a:gd name="connsiteY1034" fmla="*/ 3348324 h 10287000"/>
              <a:gd name="connsiteX1035" fmla="*/ 1430885 w 9854218"/>
              <a:gd name="connsiteY1035" fmla="*/ 3335669 h 10287000"/>
              <a:gd name="connsiteX1036" fmla="*/ 1430887 w 9854218"/>
              <a:gd name="connsiteY1036" fmla="*/ 3323013 h 10287000"/>
              <a:gd name="connsiteX1037" fmla="*/ 1418234 w 9854218"/>
              <a:gd name="connsiteY1037" fmla="*/ 3323015 h 10287000"/>
              <a:gd name="connsiteX1038" fmla="*/ 1544766 w 9854218"/>
              <a:gd name="connsiteY1038" fmla="*/ 2918102 h 10287000"/>
              <a:gd name="connsiteX1039" fmla="*/ 1544766 w 9854218"/>
              <a:gd name="connsiteY1039" fmla="*/ 2880141 h 10287000"/>
              <a:gd name="connsiteX1040" fmla="*/ 1595382 w 9854218"/>
              <a:gd name="connsiteY1040" fmla="*/ 2740952 h 10287000"/>
              <a:gd name="connsiteX1041" fmla="*/ 1582726 w 9854218"/>
              <a:gd name="connsiteY1041" fmla="*/ 2753607 h 10287000"/>
              <a:gd name="connsiteX1042" fmla="*/ 1633342 w 9854218"/>
              <a:gd name="connsiteY1042" fmla="*/ 2652380 h 10287000"/>
              <a:gd name="connsiteX1043" fmla="*/ 1785186 w 9854218"/>
              <a:gd name="connsiteY1043" fmla="*/ 2285430 h 10287000"/>
              <a:gd name="connsiteX1044" fmla="*/ 1886414 w 9854218"/>
              <a:gd name="connsiteY1044" fmla="*/ 2007050 h 10287000"/>
              <a:gd name="connsiteX1045" fmla="*/ 1937028 w 9854218"/>
              <a:gd name="connsiteY1045" fmla="*/ 1943783 h 10287000"/>
              <a:gd name="connsiteX1046" fmla="*/ 1987643 w 9854218"/>
              <a:gd name="connsiteY1046" fmla="*/ 1829903 h 10287000"/>
              <a:gd name="connsiteX1047" fmla="*/ 2012950 w 9854218"/>
              <a:gd name="connsiteY1047" fmla="*/ 1804596 h 10287000"/>
              <a:gd name="connsiteX1048" fmla="*/ 2139486 w 9854218"/>
              <a:gd name="connsiteY1048" fmla="*/ 1576833 h 10287000"/>
              <a:gd name="connsiteX1049" fmla="*/ 2139485 w 9854218"/>
              <a:gd name="connsiteY1049" fmla="*/ 1551525 h 10287000"/>
              <a:gd name="connsiteX1050" fmla="*/ 2266022 w 9854218"/>
              <a:gd name="connsiteY1050" fmla="*/ 1349070 h 10287000"/>
              <a:gd name="connsiteX1051" fmla="*/ 2367250 w 9854218"/>
              <a:gd name="connsiteY1051" fmla="*/ 1197225 h 10287000"/>
              <a:gd name="connsiteX1052" fmla="*/ 2430518 w 9854218"/>
              <a:gd name="connsiteY1052" fmla="*/ 1108653 h 10287000"/>
              <a:gd name="connsiteX1053" fmla="*/ 2519094 w 9854218"/>
              <a:gd name="connsiteY1053" fmla="*/ 969464 h 10287000"/>
              <a:gd name="connsiteX1054" fmla="*/ 2531748 w 9854218"/>
              <a:gd name="connsiteY1054" fmla="*/ 982118 h 10287000"/>
              <a:gd name="connsiteX1055" fmla="*/ 2544401 w 9854218"/>
              <a:gd name="connsiteY1055" fmla="*/ 944157 h 10287000"/>
              <a:gd name="connsiteX1056" fmla="*/ 2721552 w 9854218"/>
              <a:gd name="connsiteY1056" fmla="*/ 716393 h 10287000"/>
              <a:gd name="connsiteX1057" fmla="*/ 2898701 w 9854218"/>
              <a:gd name="connsiteY1057" fmla="*/ 501282 h 10287000"/>
              <a:gd name="connsiteX1058" fmla="*/ 2924008 w 9854218"/>
              <a:gd name="connsiteY1058" fmla="*/ 488633 h 10287000"/>
              <a:gd name="connsiteX1059" fmla="*/ 2936662 w 9854218"/>
              <a:gd name="connsiteY1059" fmla="*/ 450671 h 10287000"/>
              <a:gd name="connsiteX1060" fmla="*/ 3177078 w 9854218"/>
              <a:gd name="connsiteY1060" fmla="*/ 210252 h 10287000"/>
              <a:gd name="connsiteX1061" fmla="*/ 3189732 w 9854218"/>
              <a:gd name="connsiteY1061" fmla="*/ 210252 h 10287000"/>
              <a:gd name="connsiteX1062" fmla="*/ 3202388 w 9854218"/>
              <a:gd name="connsiteY1062" fmla="*/ 197600 h 10287000"/>
              <a:gd name="connsiteX1063" fmla="*/ 3278308 w 9854218"/>
              <a:gd name="connsiteY1063" fmla="*/ 121680 h 10287000"/>
              <a:gd name="connsiteX1064" fmla="*/ 3290962 w 9854218"/>
              <a:gd name="connsiteY1064" fmla="*/ 134334 h 10287000"/>
              <a:gd name="connsiteX1065" fmla="*/ 3303617 w 9854218"/>
              <a:gd name="connsiteY1065" fmla="*/ 121682 h 10287000"/>
              <a:gd name="connsiteX1066" fmla="*/ 3316272 w 9854218"/>
              <a:gd name="connsiteY1066" fmla="*/ 96371 h 10287000"/>
              <a:gd name="connsiteX1067" fmla="*/ 3379536 w 9854218"/>
              <a:gd name="connsiteY1067" fmla="*/ 58410 h 10287000"/>
              <a:gd name="connsiteX1068" fmla="*/ 3341576 w 9854218"/>
              <a:gd name="connsiteY1068" fmla="*/ 71066 h 10287000"/>
              <a:gd name="connsiteX1069" fmla="*/ 3354233 w 9854218"/>
              <a:gd name="connsiteY1069" fmla="*/ 58410 h 10287000"/>
              <a:gd name="connsiteX1070" fmla="*/ 3341576 w 9854218"/>
              <a:gd name="connsiteY1070" fmla="*/ 58410 h 10287000"/>
              <a:gd name="connsiteX1071" fmla="*/ 3374990 w 9854218"/>
              <a:gd name="connsiteY1071" fmla="*/ 21242 h 10287000"/>
              <a:gd name="connsiteX1072" fmla="*/ 3398246 w 9854218"/>
              <a:gd name="connsiteY1072" fmla="*/ 0 h 10287000"/>
              <a:gd name="connsiteX1073" fmla="*/ 3467874 w 9854218"/>
              <a:gd name="connsiteY1073" fmla="*/ 0 h 10287000"/>
              <a:gd name="connsiteX1074" fmla="*/ 3444386 w 9854218"/>
              <a:gd name="connsiteY1074" fmla="*/ 25196 h 10287000"/>
              <a:gd name="connsiteX1075" fmla="*/ 3366882 w 9854218"/>
              <a:gd name="connsiteY1075" fmla="*/ 109025 h 10287000"/>
              <a:gd name="connsiteX1076" fmla="*/ 2987278 w 9854218"/>
              <a:gd name="connsiteY1076" fmla="*/ 513935 h 10287000"/>
              <a:gd name="connsiteX1077" fmla="*/ 2961968 w 9854218"/>
              <a:gd name="connsiteY1077" fmla="*/ 564552 h 10287000"/>
              <a:gd name="connsiteX1078" fmla="*/ 2911354 w 9854218"/>
              <a:gd name="connsiteY1078" fmla="*/ 589857 h 10287000"/>
              <a:gd name="connsiteX1079" fmla="*/ 2784818 w 9854218"/>
              <a:gd name="connsiteY1079" fmla="*/ 767007 h 10287000"/>
              <a:gd name="connsiteX1080" fmla="*/ 2759512 w 9854218"/>
              <a:gd name="connsiteY1080" fmla="*/ 779661 h 10287000"/>
              <a:gd name="connsiteX1081" fmla="*/ 2696243 w 9854218"/>
              <a:gd name="connsiteY1081" fmla="*/ 893543 h 10287000"/>
              <a:gd name="connsiteX1082" fmla="*/ 2632974 w 9854218"/>
              <a:gd name="connsiteY1082" fmla="*/ 956810 h 10287000"/>
              <a:gd name="connsiteX1083" fmla="*/ 2392558 w 9854218"/>
              <a:gd name="connsiteY1083" fmla="*/ 1323761 h 10287000"/>
              <a:gd name="connsiteX1084" fmla="*/ 2253366 w 9854218"/>
              <a:gd name="connsiteY1084" fmla="*/ 1538871 h 10287000"/>
              <a:gd name="connsiteX1085" fmla="*/ 2190100 w 9854218"/>
              <a:gd name="connsiteY1085" fmla="*/ 1640100 h 10287000"/>
              <a:gd name="connsiteX1086" fmla="*/ 2038253 w 9854218"/>
              <a:gd name="connsiteY1086" fmla="*/ 1956437 h 10287000"/>
              <a:gd name="connsiteX1087" fmla="*/ 2000296 w 9854218"/>
              <a:gd name="connsiteY1087" fmla="*/ 2019705 h 10287000"/>
              <a:gd name="connsiteX1088" fmla="*/ 1810492 w 9854218"/>
              <a:gd name="connsiteY1088" fmla="*/ 2462576 h 10287000"/>
              <a:gd name="connsiteX1089" fmla="*/ 1633343 w 9854218"/>
              <a:gd name="connsiteY1089" fmla="*/ 2930756 h 10287000"/>
              <a:gd name="connsiteX1090" fmla="*/ 1570074 w 9854218"/>
              <a:gd name="connsiteY1090" fmla="*/ 3133212 h 10287000"/>
              <a:gd name="connsiteX1091" fmla="*/ 1557420 w 9854218"/>
              <a:gd name="connsiteY1091" fmla="*/ 3145868 h 10287000"/>
              <a:gd name="connsiteX1092" fmla="*/ 1557422 w 9854218"/>
              <a:gd name="connsiteY1092" fmla="*/ 3171176 h 10287000"/>
              <a:gd name="connsiteX1093" fmla="*/ 1494154 w 9854218"/>
              <a:gd name="connsiteY1093" fmla="*/ 3323016 h 10287000"/>
              <a:gd name="connsiteX1094" fmla="*/ 1519463 w 9854218"/>
              <a:gd name="connsiteY1094" fmla="*/ 3297708 h 10287000"/>
              <a:gd name="connsiteX1095" fmla="*/ 1544768 w 9854218"/>
              <a:gd name="connsiteY1095" fmla="*/ 3209136 h 10287000"/>
              <a:gd name="connsiteX1096" fmla="*/ 1570074 w 9854218"/>
              <a:gd name="connsiteY1096" fmla="*/ 3196481 h 10287000"/>
              <a:gd name="connsiteX1097" fmla="*/ 1582726 w 9854218"/>
              <a:gd name="connsiteY1097" fmla="*/ 3196481 h 10287000"/>
              <a:gd name="connsiteX1098" fmla="*/ 1582727 w 9854218"/>
              <a:gd name="connsiteY1098" fmla="*/ 3183827 h 10287000"/>
              <a:gd name="connsiteX1099" fmla="*/ 1582726 w 9854218"/>
              <a:gd name="connsiteY1099" fmla="*/ 3171176 h 10287000"/>
              <a:gd name="connsiteX1100" fmla="*/ 1582726 w 9854218"/>
              <a:gd name="connsiteY1100" fmla="*/ 3158520 h 10287000"/>
              <a:gd name="connsiteX1101" fmla="*/ 1633342 w 9854218"/>
              <a:gd name="connsiteY1101" fmla="*/ 3019331 h 10287000"/>
              <a:gd name="connsiteX1102" fmla="*/ 1734570 w 9854218"/>
              <a:gd name="connsiteY1102" fmla="*/ 2766260 h 10287000"/>
              <a:gd name="connsiteX1103" fmla="*/ 1823146 w 9854218"/>
              <a:gd name="connsiteY1103" fmla="*/ 2576459 h 10287000"/>
              <a:gd name="connsiteX1104" fmla="*/ 1835800 w 9854218"/>
              <a:gd name="connsiteY1104" fmla="*/ 2576456 h 10287000"/>
              <a:gd name="connsiteX1105" fmla="*/ 1835800 w 9854218"/>
              <a:gd name="connsiteY1105" fmla="*/ 2551151 h 10287000"/>
              <a:gd name="connsiteX1106" fmla="*/ 1835796 w 9854218"/>
              <a:gd name="connsiteY1106" fmla="*/ 2538498 h 10287000"/>
              <a:gd name="connsiteX1107" fmla="*/ 1899068 w 9854218"/>
              <a:gd name="connsiteY1107" fmla="*/ 2361350 h 10287000"/>
              <a:gd name="connsiteX1108" fmla="*/ 1911720 w 9854218"/>
              <a:gd name="connsiteY1108" fmla="*/ 2336043 h 10287000"/>
              <a:gd name="connsiteX1109" fmla="*/ 1937026 w 9854218"/>
              <a:gd name="connsiteY1109" fmla="*/ 2336043 h 10287000"/>
              <a:gd name="connsiteX1110" fmla="*/ 1937028 w 9854218"/>
              <a:gd name="connsiteY1110" fmla="*/ 2298083 h 10287000"/>
              <a:gd name="connsiteX1111" fmla="*/ 1962336 w 9854218"/>
              <a:gd name="connsiteY1111" fmla="*/ 2260122 h 10287000"/>
              <a:gd name="connsiteX1112" fmla="*/ 2126832 w 9854218"/>
              <a:gd name="connsiteY1112" fmla="*/ 1905822 h 10287000"/>
              <a:gd name="connsiteX1113" fmla="*/ 2126832 w 9854218"/>
              <a:gd name="connsiteY1113" fmla="*/ 1893168 h 10287000"/>
              <a:gd name="connsiteX1114" fmla="*/ 2139485 w 9854218"/>
              <a:gd name="connsiteY1114" fmla="*/ 1880514 h 10287000"/>
              <a:gd name="connsiteX1115" fmla="*/ 2202754 w 9854218"/>
              <a:gd name="connsiteY1115" fmla="*/ 1791941 h 10287000"/>
              <a:gd name="connsiteX1116" fmla="*/ 2202755 w 9854218"/>
              <a:gd name="connsiteY1116" fmla="*/ 1753982 h 10287000"/>
              <a:gd name="connsiteX1117" fmla="*/ 2215408 w 9854218"/>
              <a:gd name="connsiteY1117" fmla="*/ 1741328 h 10287000"/>
              <a:gd name="connsiteX1118" fmla="*/ 2278674 w 9854218"/>
              <a:gd name="connsiteY1118" fmla="*/ 1652753 h 10287000"/>
              <a:gd name="connsiteX1119" fmla="*/ 2291330 w 9854218"/>
              <a:gd name="connsiteY1119" fmla="*/ 1640102 h 10287000"/>
              <a:gd name="connsiteX1120" fmla="*/ 2303982 w 9854218"/>
              <a:gd name="connsiteY1120" fmla="*/ 1602140 h 10287000"/>
              <a:gd name="connsiteX1121" fmla="*/ 2354598 w 9854218"/>
              <a:gd name="connsiteY1121" fmla="*/ 1526214 h 10287000"/>
              <a:gd name="connsiteX1122" fmla="*/ 2367250 w 9854218"/>
              <a:gd name="connsiteY1122" fmla="*/ 1513565 h 10287000"/>
              <a:gd name="connsiteX1123" fmla="*/ 2367251 w 9854218"/>
              <a:gd name="connsiteY1123" fmla="*/ 1500911 h 10287000"/>
              <a:gd name="connsiteX1124" fmla="*/ 2620324 w 9854218"/>
              <a:gd name="connsiteY1124" fmla="*/ 1095999 h 10287000"/>
              <a:gd name="connsiteX1125" fmla="*/ 2632978 w 9854218"/>
              <a:gd name="connsiteY1125" fmla="*/ 1083344 h 10287000"/>
              <a:gd name="connsiteX1126" fmla="*/ 2645628 w 9854218"/>
              <a:gd name="connsiteY1126" fmla="*/ 1070693 h 10287000"/>
              <a:gd name="connsiteX1127" fmla="*/ 2645626 w 9854218"/>
              <a:gd name="connsiteY1127" fmla="*/ 1058039 h 10287000"/>
              <a:gd name="connsiteX1128" fmla="*/ 2658282 w 9854218"/>
              <a:gd name="connsiteY1128" fmla="*/ 1045385 h 10287000"/>
              <a:gd name="connsiteX1129" fmla="*/ 2670936 w 9854218"/>
              <a:gd name="connsiteY1129" fmla="*/ 1045385 h 10287000"/>
              <a:gd name="connsiteX1130" fmla="*/ 2658280 w 9854218"/>
              <a:gd name="connsiteY1130" fmla="*/ 1070693 h 10287000"/>
              <a:gd name="connsiteX1131" fmla="*/ 2670938 w 9854218"/>
              <a:gd name="connsiteY1131" fmla="*/ 1070693 h 10287000"/>
              <a:gd name="connsiteX1132" fmla="*/ 2683589 w 9854218"/>
              <a:gd name="connsiteY1132" fmla="*/ 1070693 h 10287000"/>
              <a:gd name="connsiteX1133" fmla="*/ 2696244 w 9854218"/>
              <a:gd name="connsiteY1133" fmla="*/ 1058040 h 10287000"/>
              <a:gd name="connsiteX1134" fmla="*/ 2632978 w 9854218"/>
              <a:gd name="connsiteY1134" fmla="*/ 1159265 h 10287000"/>
              <a:gd name="connsiteX1135" fmla="*/ 2557054 w 9854218"/>
              <a:gd name="connsiteY1135" fmla="*/ 1235189 h 10287000"/>
              <a:gd name="connsiteX1136" fmla="*/ 2595012 w 9854218"/>
              <a:gd name="connsiteY1136" fmla="*/ 1222535 h 10287000"/>
              <a:gd name="connsiteX1137" fmla="*/ 2531747 w 9854218"/>
              <a:gd name="connsiteY1137" fmla="*/ 1323761 h 10287000"/>
              <a:gd name="connsiteX1138" fmla="*/ 2531747 w 9854218"/>
              <a:gd name="connsiteY1138" fmla="*/ 1311110 h 10287000"/>
              <a:gd name="connsiteX1139" fmla="*/ 2531748 w 9854218"/>
              <a:gd name="connsiteY1139" fmla="*/ 1298457 h 10287000"/>
              <a:gd name="connsiteX1140" fmla="*/ 2519093 w 9854218"/>
              <a:gd name="connsiteY1140" fmla="*/ 1311110 h 10287000"/>
              <a:gd name="connsiteX1141" fmla="*/ 2506440 w 9854218"/>
              <a:gd name="connsiteY1141" fmla="*/ 1336415 h 10287000"/>
              <a:gd name="connsiteX1142" fmla="*/ 2468480 w 9854218"/>
              <a:gd name="connsiteY1142" fmla="*/ 1374375 h 10287000"/>
              <a:gd name="connsiteX1143" fmla="*/ 2455824 w 9854218"/>
              <a:gd name="connsiteY1143" fmla="*/ 1387029 h 10287000"/>
              <a:gd name="connsiteX1144" fmla="*/ 2455826 w 9854218"/>
              <a:gd name="connsiteY1144" fmla="*/ 1399683 h 10287000"/>
              <a:gd name="connsiteX1145" fmla="*/ 2468480 w 9854218"/>
              <a:gd name="connsiteY1145" fmla="*/ 1399685 h 10287000"/>
              <a:gd name="connsiteX1146" fmla="*/ 2417864 w 9854218"/>
              <a:gd name="connsiteY1146" fmla="*/ 1450296 h 10287000"/>
              <a:gd name="connsiteX1147" fmla="*/ 2455824 w 9854218"/>
              <a:gd name="connsiteY1147" fmla="*/ 1450296 h 10287000"/>
              <a:gd name="connsiteX1148" fmla="*/ 2417861 w 9854218"/>
              <a:gd name="connsiteY1148" fmla="*/ 1513565 h 10287000"/>
              <a:gd name="connsiteX1149" fmla="*/ 2379904 w 9854218"/>
              <a:gd name="connsiteY1149" fmla="*/ 1551524 h 10287000"/>
              <a:gd name="connsiteX1150" fmla="*/ 2405212 w 9854218"/>
              <a:gd name="connsiteY1150" fmla="*/ 1538868 h 10287000"/>
              <a:gd name="connsiteX1151" fmla="*/ 2379904 w 9854218"/>
              <a:gd name="connsiteY1151" fmla="*/ 1564179 h 10287000"/>
              <a:gd name="connsiteX1152" fmla="*/ 2367250 w 9854218"/>
              <a:gd name="connsiteY1152" fmla="*/ 1602137 h 10287000"/>
              <a:gd name="connsiteX1153" fmla="*/ 2354598 w 9854218"/>
              <a:gd name="connsiteY1153" fmla="*/ 1614791 h 10287000"/>
              <a:gd name="connsiteX1154" fmla="*/ 2341944 w 9854218"/>
              <a:gd name="connsiteY1154" fmla="*/ 1627446 h 10287000"/>
              <a:gd name="connsiteX1155" fmla="*/ 2341943 w 9854218"/>
              <a:gd name="connsiteY1155" fmla="*/ 1640100 h 10287000"/>
              <a:gd name="connsiteX1156" fmla="*/ 2347962 w 9854218"/>
              <a:gd name="connsiteY1156" fmla="*/ 1639239 h 10287000"/>
              <a:gd name="connsiteX1157" fmla="*/ 2340360 w 9854218"/>
              <a:gd name="connsiteY1157" fmla="*/ 1652750 h 10287000"/>
              <a:gd name="connsiteX1158" fmla="*/ 2316635 w 9854218"/>
              <a:gd name="connsiteY1158" fmla="*/ 1678061 h 10287000"/>
              <a:gd name="connsiteX1159" fmla="*/ 2316636 w 9854218"/>
              <a:gd name="connsiteY1159" fmla="*/ 1690712 h 10287000"/>
              <a:gd name="connsiteX1160" fmla="*/ 2316635 w 9854218"/>
              <a:gd name="connsiteY1160" fmla="*/ 1703367 h 10287000"/>
              <a:gd name="connsiteX1161" fmla="*/ 2278674 w 9854218"/>
              <a:gd name="connsiteY1161" fmla="*/ 1779284 h 10287000"/>
              <a:gd name="connsiteX1162" fmla="*/ 2240716 w 9854218"/>
              <a:gd name="connsiteY1162" fmla="*/ 1829903 h 10287000"/>
              <a:gd name="connsiteX1163" fmla="*/ 2228057 w 9854218"/>
              <a:gd name="connsiteY1163" fmla="*/ 1829903 h 10287000"/>
              <a:gd name="connsiteX1164" fmla="*/ 2215409 w 9854218"/>
              <a:gd name="connsiteY1164" fmla="*/ 1829900 h 10287000"/>
              <a:gd name="connsiteX1165" fmla="*/ 2215409 w 9854218"/>
              <a:gd name="connsiteY1165" fmla="*/ 1855205 h 10287000"/>
              <a:gd name="connsiteX1166" fmla="*/ 2215408 w 9854218"/>
              <a:gd name="connsiteY1166" fmla="*/ 1867862 h 10287000"/>
              <a:gd name="connsiteX1167" fmla="*/ 2215409 w 9854218"/>
              <a:gd name="connsiteY1167" fmla="*/ 1893168 h 10287000"/>
              <a:gd name="connsiteX1168" fmla="*/ 2152139 w 9854218"/>
              <a:gd name="connsiteY1168" fmla="*/ 1994397 h 10287000"/>
              <a:gd name="connsiteX1169" fmla="*/ 2139485 w 9854218"/>
              <a:gd name="connsiteY1169" fmla="*/ 2019704 h 10287000"/>
              <a:gd name="connsiteX1170" fmla="*/ 2139486 w 9854218"/>
              <a:gd name="connsiteY1170" fmla="*/ 2032355 h 10287000"/>
              <a:gd name="connsiteX1171" fmla="*/ 2139485 w 9854218"/>
              <a:gd name="connsiteY1171" fmla="*/ 2045012 h 10287000"/>
              <a:gd name="connsiteX1172" fmla="*/ 2101526 w 9854218"/>
              <a:gd name="connsiteY1172" fmla="*/ 2095623 h 10287000"/>
              <a:gd name="connsiteX1173" fmla="*/ 2083730 w 9854218"/>
              <a:gd name="connsiteY1173" fmla="*/ 2134771 h 10287000"/>
              <a:gd name="connsiteX1174" fmla="*/ 2088130 w 9854218"/>
              <a:gd name="connsiteY1174" fmla="*/ 2144585 h 10287000"/>
              <a:gd name="connsiteX1175" fmla="*/ 2087437 w 9854218"/>
              <a:gd name="connsiteY1175" fmla="*/ 2146015 h 10287000"/>
              <a:gd name="connsiteX1176" fmla="*/ 2088870 w 9854218"/>
              <a:gd name="connsiteY1176" fmla="*/ 2146236 h 10287000"/>
              <a:gd name="connsiteX1177" fmla="*/ 2088130 w 9854218"/>
              <a:gd name="connsiteY1177" fmla="*/ 2144585 h 10287000"/>
              <a:gd name="connsiteX1178" fmla="*/ 2091639 w 9854218"/>
              <a:gd name="connsiteY1178" fmla="*/ 2137342 h 10287000"/>
              <a:gd name="connsiteX1179" fmla="*/ 2152139 w 9854218"/>
              <a:gd name="connsiteY1179" fmla="*/ 2032358 h 10287000"/>
              <a:gd name="connsiteX1180" fmla="*/ 2164793 w 9854218"/>
              <a:gd name="connsiteY1180" fmla="*/ 2019704 h 10287000"/>
              <a:gd name="connsiteX1181" fmla="*/ 2177447 w 9854218"/>
              <a:gd name="connsiteY1181" fmla="*/ 2007050 h 10287000"/>
              <a:gd name="connsiteX1182" fmla="*/ 2164794 w 9854218"/>
              <a:gd name="connsiteY1182" fmla="*/ 1994397 h 10287000"/>
              <a:gd name="connsiteX1183" fmla="*/ 2177447 w 9854218"/>
              <a:gd name="connsiteY1183" fmla="*/ 1969089 h 10287000"/>
              <a:gd name="connsiteX1184" fmla="*/ 2202754 w 9854218"/>
              <a:gd name="connsiteY1184" fmla="*/ 1956437 h 10287000"/>
              <a:gd name="connsiteX1185" fmla="*/ 2228057 w 9854218"/>
              <a:gd name="connsiteY1185" fmla="*/ 1880516 h 10287000"/>
              <a:gd name="connsiteX1186" fmla="*/ 2228060 w 9854218"/>
              <a:gd name="connsiteY1186" fmla="*/ 1867862 h 10287000"/>
              <a:gd name="connsiteX1187" fmla="*/ 2240714 w 9854218"/>
              <a:gd name="connsiteY1187" fmla="*/ 1867862 h 10287000"/>
              <a:gd name="connsiteX1188" fmla="*/ 2253370 w 9854218"/>
              <a:gd name="connsiteY1188" fmla="*/ 1855208 h 10287000"/>
              <a:gd name="connsiteX1189" fmla="*/ 2253370 w 9854218"/>
              <a:gd name="connsiteY1189" fmla="*/ 1842557 h 10287000"/>
              <a:gd name="connsiteX1190" fmla="*/ 2240712 w 9854218"/>
              <a:gd name="connsiteY1190" fmla="*/ 1842554 h 10287000"/>
              <a:gd name="connsiteX1191" fmla="*/ 2329289 w 9854218"/>
              <a:gd name="connsiteY1191" fmla="*/ 1703364 h 10287000"/>
              <a:gd name="connsiteX1192" fmla="*/ 2329290 w 9854218"/>
              <a:gd name="connsiteY1192" fmla="*/ 1716023 h 10287000"/>
              <a:gd name="connsiteX1193" fmla="*/ 2341943 w 9854218"/>
              <a:gd name="connsiteY1193" fmla="*/ 1703366 h 10287000"/>
              <a:gd name="connsiteX1194" fmla="*/ 2341943 w 9854218"/>
              <a:gd name="connsiteY1194" fmla="*/ 1690709 h 10287000"/>
              <a:gd name="connsiteX1195" fmla="*/ 2367250 w 9854218"/>
              <a:gd name="connsiteY1195" fmla="*/ 1627446 h 10287000"/>
              <a:gd name="connsiteX1196" fmla="*/ 2379904 w 9854218"/>
              <a:gd name="connsiteY1196" fmla="*/ 1627443 h 10287000"/>
              <a:gd name="connsiteX1197" fmla="*/ 2379904 w 9854218"/>
              <a:gd name="connsiteY1197" fmla="*/ 1614791 h 10287000"/>
              <a:gd name="connsiteX1198" fmla="*/ 2379900 w 9854218"/>
              <a:gd name="connsiteY1198" fmla="*/ 1602140 h 10287000"/>
              <a:gd name="connsiteX1199" fmla="*/ 2465318 w 9854218"/>
              <a:gd name="connsiteY1199" fmla="*/ 1468683 h 10287000"/>
              <a:gd name="connsiteX1200" fmla="*/ 2481902 w 9854218"/>
              <a:gd name="connsiteY1200" fmla="*/ 1450599 h 10287000"/>
              <a:gd name="connsiteX1201" fmla="*/ 2579830 w 9854218"/>
              <a:gd name="connsiteY1201" fmla="*/ 1265063 h 10287000"/>
              <a:gd name="connsiteX1202" fmla="*/ 3038504 w 9854218"/>
              <a:gd name="connsiteY1202" fmla="*/ 556154 h 10287000"/>
              <a:gd name="connsiteX1203" fmla="*/ 3295808 w 9854218"/>
              <a:gd name="connsiteY1203" fmla="*/ 235523 h 10287000"/>
              <a:gd name="connsiteX1204" fmla="*/ 3509334 w 9854218"/>
              <a:gd name="connsiteY1204" fmla="*/ 0 h 10287000"/>
              <a:gd name="connsiteX1205" fmla="*/ 9854218 w 9854218"/>
              <a:gd name="connsiteY1205" fmla="*/ 0 h 10287000"/>
              <a:gd name="connsiteX1206" fmla="*/ 9854218 w 9854218"/>
              <a:gd name="connsiteY1206" fmla="*/ 10287000 h 10287000"/>
              <a:gd name="connsiteX1207" fmla="*/ 4569194 w 9854218"/>
              <a:gd name="connsiteY1207" fmla="*/ 10287000 h 10287000"/>
              <a:gd name="connsiteX1208" fmla="*/ 4512034 w 9854218"/>
              <a:gd name="connsiteY1208" fmla="*/ 10239735 h 10287000"/>
              <a:gd name="connsiteX1209" fmla="*/ 4429784 w 9854218"/>
              <a:gd name="connsiteY1209" fmla="*/ 10181214 h 10287000"/>
              <a:gd name="connsiteX1210" fmla="*/ 4404479 w 9854218"/>
              <a:gd name="connsiteY1210" fmla="*/ 10143254 h 10287000"/>
              <a:gd name="connsiteX1211" fmla="*/ 4404479 w 9854218"/>
              <a:gd name="connsiteY1211" fmla="*/ 10130601 h 10287000"/>
              <a:gd name="connsiteX1212" fmla="*/ 4366518 w 9854218"/>
              <a:gd name="connsiteY1212" fmla="*/ 10092639 h 10287000"/>
              <a:gd name="connsiteX1213" fmla="*/ 4353864 w 9854218"/>
              <a:gd name="connsiteY1213" fmla="*/ 10079984 h 10287000"/>
              <a:gd name="connsiteX1214" fmla="*/ 4341210 w 9854218"/>
              <a:gd name="connsiteY1214" fmla="*/ 10079986 h 10287000"/>
              <a:gd name="connsiteX1215" fmla="*/ 4366518 w 9854218"/>
              <a:gd name="connsiteY1215" fmla="*/ 10105293 h 10287000"/>
              <a:gd name="connsiteX1216" fmla="*/ 4379172 w 9854218"/>
              <a:gd name="connsiteY1216" fmla="*/ 10130601 h 10287000"/>
              <a:gd name="connsiteX1217" fmla="*/ 4379170 w 9854218"/>
              <a:gd name="connsiteY1217" fmla="*/ 10143254 h 10287000"/>
              <a:gd name="connsiteX1218" fmla="*/ 4366518 w 9854218"/>
              <a:gd name="connsiteY1218" fmla="*/ 10143254 h 10287000"/>
              <a:gd name="connsiteX1219" fmla="*/ 4366518 w 9854218"/>
              <a:gd name="connsiteY1219" fmla="*/ 10130601 h 10287000"/>
              <a:gd name="connsiteX1220" fmla="*/ 4353864 w 9854218"/>
              <a:gd name="connsiteY1220" fmla="*/ 10130602 h 10287000"/>
              <a:gd name="connsiteX1221" fmla="*/ 4341210 w 9854218"/>
              <a:gd name="connsiteY1221" fmla="*/ 10117947 h 10287000"/>
              <a:gd name="connsiteX1222" fmla="*/ 4328555 w 9854218"/>
              <a:gd name="connsiteY1222" fmla="*/ 10105293 h 10287000"/>
              <a:gd name="connsiteX1223" fmla="*/ 4328555 w 9854218"/>
              <a:gd name="connsiteY1223" fmla="*/ 10092639 h 10287000"/>
              <a:gd name="connsiteX1224" fmla="*/ 4315904 w 9854218"/>
              <a:gd name="connsiteY1224" fmla="*/ 10079986 h 10287000"/>
              <a:gd name="connsiteX1225" fmla="*/ 4303250 w 9854218"/>
              <a:gd name="connsiteY1225" fmla="*/ 10079985 h 10287000"/>
              <a:gd name="connsiteX1226" fmla="*/ 4303250 w 9854218"/>
              <a:gd name="connsiteY1226" fmla="*/ 10092639 h 10287000"/>
              <a:gd name="connsiteX1227" fmla="*/ 4315901 w 9854218"/>
              <a:gd name="connsiteY1227" fmla="*/ 10105293 h 10287000"/>
              <a:gd name="connsiteX1228" fmla="*/ 4303250 w 9854218"/>
              <a:gd name="connsiteY1228" fmla="*/ 10117946 h 10287000"/>
              <a:gd name="connsiteX1229" fmla="*/ 4252632 w 9854218"/>
              <a:gd name="connsiteY1229" fmla="*/ 10067332 h 10287000"/>
              <a:gd name="connsiteX1230" fmla="*/ 4252636 w 9854218"/>
              <a:gd name="connsiteY1230" fmla="*/ 10092639 h 10287000"/>
              <a:gd name="connsiteX1231" fmla="*/ 4227329 w 9854218"/>
              <a:gd name="connsiteY1231" fmla="*/ 10079986 h 10287000"/>
              <a:gd name="connsiteX1232" fmla="*/ 4189368 w 9854218"/>
              <a:gd name="connsiteY1232" fmla="*/ 10042026 h 10287000"/>
              <a:gd name="connsiteX1233" fmla="*/ 4138756 w 9854218"/>
              <a:gd name="connsiteY1233" fmla="*/ 10004066 h 10287000"/>
              <a:gd name="connsiteX1234" fmla="*/ 4189368 w 9854218"/>
              <a:gd name="connsiteY1234" fmla="*/ 10016718 h 10287000"/>
              <a:gd name="connsiteX1235" fmla="*/ 4126100 w 9854218"/>
              <a:gd name="connsiteY1235" fmla="*/ 9940797 h 10287000"/>
              <a:gd name="connsiteX1236" fmla="*/ 4113446 w 9854218"/>
              <a:gd name="connsiteY1236" fmla="*/ 9928143 h 10287000"/>
              <a:gd name="connsiteX1237" fmla="*/ 4138754 w 9854218"/>
              <a:gd name="connsiteY1237" fmla="*/ 9928143 h 10287000"/>
              <a:gd name="connsiteX1238" fmla="*/ 4126100 w 9854218"/>
              <a:gd name="connsiteY1238" fmla="*/ 9902836 h 10287000"/>
              <a:gd name="connsiteX1239" fmla="*/ 4113446 w 9854218"/>
              <a:gd name="connsiteY1239" fmla="*/ 9890182 h 10287000"/>
              <a:gd name="connsiteX1240" fmla="*/ 4100792 w 9854218"/>
              <a:gd name="connsiteY1240" fmla="*/ 9877532 h 10287000"/>
              <a:gd name="connsiteX1241" fmla="*/ 4100790 w 9854218"/>
              <a:gd name="connsiteY1241" fmla="*/ 9890182 h 10287000"/>
              <a:gd name="connsiteX1242" fmla="*/ 4113444 w 9854218"/>
              <a:gd name="connsiteY1242" fmla="*/ 9902836 h 10287000"/>
              <a:gd name="connsiteX1243" fmla="*/ 4113446 w 9854218"/>
              <a:gd name="connsiteY1243" fmla="*/ 9915490 h 10287000"/>
              <a:gd name="connsiteX1244" fmla="*/ 4062832 w 9854218"/>
              <a:gd name="connsiteY1244" fmla="*/ 9877532 h 10287000"/>
              <a:gd name="connsiteX1245" fmla="*/ 4062832 w 9854218"/>
              <a:gd name="connsiteY1245" fmla="*/ 9902836 h 10287000"/>
              <a:gd name="connsiteX1246" fmla="*/ 4012217 w 9854218"/>
              <a:gd name="connsiteY1246" fmla="*/ 9877532 h 10287000"/>
              <a:gd name="connsiteX1247" fmla="*/ 4012217 w 9854218"/>
              <a:gd name="connsiteY1247" fmla="*/ 9890182 h 10287000"/>
              <a:gd name="connsiteX1248" fmla="*/ 3999564 w 9854218"/>
              <a:gd name="connsiteY1248" fmla="*/ 9864876 h 10287000"/>
              <a:gd name="connsiteX1249" fmla="*/ 3986910 w 9854218"/>
              <a:gd name="connsiteY1249" fmla="*/ 9852222 h 10287000"/>
              <a:gd name="connsiteX1250" fmla="*/ 3974254 w 9854218"/>
              <a:gd name="connsiteY1250" fmla="*/ 9839571 h 10287000"/>
              <a:gd name="connsiteX1251" fmla="*/ 3974256 w 9854218"/>
              <a:gd name="connsiteY1251" fmla="*/ 9852222 h 10287000"/>
              <a:gd name="connsiteX1252" fmla="*/ 3936298 w 9854218"/>
              <a:gd name="connsiteY1252" fmla="*/ 9826916 h 10287000"/>
              <a:gd name="connsiteX1253" fmla="*/ 3936296 w 9854218"/>
              <a:gd name="connsiteY1253" fmla="*/ 9814262 h 10287000"/>
              <a:gd name="connsiteX1254" fmla="*/ 3936298 w 9854218"/>
              <a:gd name="connsiteY1254" fmla="*/ 9801610 h 10287000"/>
              <a:gd name="connsiteX1255" fmla="*/ 3923640 w 9854218"/>
              <a:gd name="connsiteY1255" fmla="*/ 9801610 h 10287000"/>
              <a:gd name="connsiteX1256" fmla="*/ 3910988 w 9854218"/>
              <a:gd name="connsiteY1256" fmla="*/ 9801610 h 10287000"/>
              <a:gd name="connsiteX1257" fmla="*/ 3898332 w 9854218"/>
              <a:gd name="connsiteY1257" fmla="*/ 9788956 h 10287000"/>
              <a:gd name="connsiteX1258" fmla="*/ 3898336 w 9854218"/>
              <a:gd name="connsiteY1258" fmla="*/ 9776301 h 10287000"/>
              <a:gd name="connsiteX1259" fmla="*/ 3898336 w 9854218"/>
              <a:gd name="connsiteY1259" fmla="*/ 9750996 h 10287000"/>
              <a:gd name="connsiteX1260" fmla="*/ 3885682 w 9854218"/>
              <a:gd name="connsiteY1260" fmla="*/ 9750996 h 10287000"/>
              <a:gd name="connsiteX1261" fmla="*/ 3885680 w 9854218"/>
              <a:gd name="connsiteY1261" fmla="*/ 9763644 h 10287000"/>
              <a:gd name="connsiteX1262" fmla="*/ 3885682 w 9854218"/>
              <a:gd name="connsiteY1262" fmla="*/ 9776301 h 10287000"/>
              <a:gd name="connsiteX1263" fmla="*/ 3847722 w 9854218"/>
              <a:gd name="connsiteY1263" fmla="*/ 9738340 h 10287000"/>
              <a:gd name="connsiteX1264" fmla="*/ 3847722 w 9854218"/>
              <a:gd name="connsiteY1264" fmla="*/ 9763647 h 10287000"/>
              <a:gd name="connsiteX1265" fmla="*/ 3835066 w 9854218"/>
              <a:gd name="connsiteY1265" fmla="*/ 9738340 h 10287000"/>
              <a:gd name="connsiteX1266" fmla="*/ 3835067 w 9854218"/>
              <a:gd name="connsiteY1266" fmla="*/ 9725686 h 10287000"/>
              <a:gd name="connsiteX1267" fmla="*/ 3759146 w 9854218"/>
              <a:gd name="connsiteY1267" fmla="*/ 9649764 h 10287000"/>
              <a:gd name="connsiteX1268" fmla="*/ 3759146 w 9854218"/>
              <a:gd name="connsiteY1268" fmla="*/ 9662421 h 10287000"/>
              <a:gd name="connsiteX1269" fmla="*/ 3746490 w 9854218"/>
              <a:gd name="connsiteY1269" fmla="*/ 9637114 h 10287000"/>
              <a:gd name="connsiteX1270" fmla="*/ 3733836 w 9854218"/>
              <a:gd name="connsiteY1270" fmla="*/ 9624460 h 10287000"/>
              <a:gd name="connsiteX1271" fmla="*/ 3733836 w 9854218"/>
              <a:gd name="connsiteY1271" fmla="*/ 9636734 h 10287000"/>
              <a:gd name="connsiteX1272" fmla="*/ 3640518 w 9854218"/>
              <a:gd name="connsiteY1272" fmla="*/ 9540630 h 10287000"/>
              <a:gd name="connsiteX1273" fmla="*/ 3544034 w 9854218"/>
              <a:gd name="connsiteY1273" fmla="*/ 9459962 h 10287000"/>
              <a:gd name="connsiteX1274" fmla="*/ 3379536 w 9854218"/>
              <a:gd name="connsiteY1274" fmla="*/ 9270158 h 10287000"/>
              <a:gd name="connsiteX1275" fmla="*/ 3240347 w 9854218"/>
              <a:gd name="connsiteY1275" fmla="*/ 9118320 h 10287000"/>
              <a:gd name="connsiteX1276" fmla="*/ 3227696 w 9854218"/>
              <a:gd name="connsiteY1276" fmla="*/ 9118320 h 10287000"/>
              <a:gd name="connsiteX1277" fmla="*/ 3075851 w 9854218"/>
              <a:gd name="connsiteY1277" fmla="*/ 8903210 h 10287000"/>
              <a:gd name="connsiteX1278" fmla="*/ 3063197 w 9854218"/>
              <a:gd name="connsiteY1278" fmla="*/ 8915864 h 10287000"/>
              <a:gd name="connsiteX1279" fmla="*/ 3025236 w 9854218"/>
              <a:gd name="connsiteY1279" fmla="*/ 8827288 h 10287000"/>
              <a:gd name="connsiteX1280" fmla="*/ 3025238 w 9854218"/>
              <a:gd name="connsiteY1280" fmla="*/ 8865246 h 10287000"/>
              <a:gd name="connsiteX1281" fmla="*/ 2924008 w 9854218"/>
              <a:gd name="connsiteY1281" fmla="*/ 8688099 h 10287000"/>
              <a:gd name="connsiteX1282" fmla="*/ 2873393 w 9854218"/>
              <a:gd name="connsiteY1282" fmla="*/ 8650138 h 10287000"/>
              <a:gd name="connsiteX1283" fmla="*/ 2873393 w 9854218"/>
              <a:gd name="connsiteY1283" fmla="*/ 8637488 h 10287000"/>
              <a:gd name="connsiteX1284" fmla="*/ 2873392 w 9854218"/>
              <a:gd name="connsiteY1284" fmla="*/ 8624834 h 10287000"/>
              <a:gd name="connsiteX1285" fmla="*/ 2860744 w 9854218"/>
              <a:gd name="connsiteY1285" fmla="*/ 8624834 h 10287000"/>
              <a:gd name="connsiteX1286" fmla="*/ 2506439 w 9854218"/>
              <a:gd name="connsiteY1286" fmla="*/ 8042772 h 10287000"/>
              <a:gd name="connsiteX1287" fmla="*/ 2503470 w 9854218"/>
              <a:gd name="connsiteY1287" fmla="*/ 8056143 h 10287000"/>
              <a:gd name="connsiteX1288" fmla="*/ 2422608 w 9854218"/>
              <a:gd name="connsiteY1288" fmla="*/ 7928891 h 10287000"/>
              <a:gd name="connsiteX1289" fmla="*/ 2354598 w 9854218"/>
              <a:gd name="connsiteY1289" fmla="*/ 7777047 h 10287000"/>
              <a:gd name="connsiteX1290" fmla="*/ 2316635 w 9854218"/>
              <a:gd name="connsiteY1290" fmla="*/ 7701123 h 10287000"/>
              <a:gd name="connsiteX1291" fmla="*/ 2266022 w 9854218"/>
              <a:gd name="connsiteY1291" fmla="*/ 7637859 h 10287000"/>
              <a:gd name="connsiteX1292" fmla="*/ 2266022 w 9854218"/>
              <a:gd name="connsiteY1292" fmla="*/ 7625202 h 10287000"/>
              <a:gd name="connsiteX1293" fmla="*/ 2164794 w 9854218"/>
              <a:gd name="connsiteY1293" fmla="*/ 7397444 h 10287000"/>
              <a:gd name="connsiteX1294" fmla="*/ 2164793 w 9854218"/>
              <a:gd name="connsiteY1294" fmla="*/ 7384790 h 10287000"/>
              <a:gd name="connsiteX1295" fmla="*/ 2126832 w 9854218"/>
              <a:gd name="connsiteY1295" fmla="*/ 7334175 h 10287000"/>
              <a:gd name="connsiteX1296" fmla="*/ 2114180 w 9854218"/>
              <a:gd name="connsiteY1296" fmla="*/ 7346829 h 10287000"/>
              <a:gd name="connsiteX1297" fmla="*/ 2126832 w 9854218"/>
              <a:gd name="connsiteY1297" fmla="*/ 7372134 h 10287000"/>
              <a:gd name="connsiteX1298" fmla="*/ 2139485 w 9854218"/>
              <a:gd name="connsiteY1298" fmla="*/ 7397444 h 10287000"/>
              <a:gd name="connsiteX1299" fmla="*/ 2202752 w 9854218"/>
              <a:gd name="connsiteY1299" fmla="*/ 7549284 h 10287000"/>
              <a:gd name="connsiteX1300" fmla="*/ 2240714 w 9854218"/>
              <a:gd name="connsiteY1300" fmla="*/ 7637859 h 10287000"/>
              <a:gd name="connsiteX1301" fmla="*/ 2253368 w 9854218"/>
              <a:gd name="connsiteY1301" fmla="*/ 7663166 h 10287000"/>
              <a:gd name="connsiteX1302" fmla="*/ 2267009 w 9854218"/>
              <a:gd name="connsiteY1302" fmla="*/ 7702709 h 10287000"/>
              <a:gd name="connsiteX1303" fmla="*/ 2268472 w 9854218"/>
              <a:gd name="connsiteY1303" fmla="*/ 7706363 h 10287000"/>
              <a:gd name="connsiteX1304" fmla="*/ 2183772 w 9854218"/>
              <a:gd name="connsiteY1304" fmla="*/ 7539792 h 10287000"/>
              <a:gd name="connsiteX1305" fmla="*/ 2088870 w 9854218"/>
              <a:gd name="connsiteY1305" fmla="*/ 7372134 h 10287000"/>
              <a:gd name="connsiteX1306" fmla="*/ 2076218 w 9854218"/>
              <a:gd name="connsiteY1306" fmla="*/ 7359483 h 10287000"/>
              <a:gd name="connsiteX1307" fmla="*/ 2076220 w 9854218"/>
              <a:gd name="connsiteY1307" fmla="*/ 7346829 h 10287000"/>
              <a:gd name="connsiteX1308" fmla="*/ 1911722 w 9854218"/>
              <a:gd name="connsiteY1308" fmla="*/ 6815382 h 10287000"/>
              <a:gd name="connsiteX1309" fmla="*/ 1861103 w 9854218"/>
              <a:gd name="connsiteY1309" fmla="*/ 6676193 h 10287000"/>
              <a:gd name="connsiteX1310" fmla="*/ 1861103 w 9854218"/>
              <a:gd name="connsiteY1310" fmla="*/ 6625580 h 10287000"/>
              <a:gd name="connsiteX1311" fmla="*/ 1861106 w 9854218"/>
              <a:gd name="connsiteY1311" fmla="*/ 6612926 h 10287000"/>
              <a:gd name="connsiteX1312" fmla="*/ 1861106 w 9854218"/>
              <a:gd name="connsiteY1312" fmla="*/ 6574965 h 10287000"/>
              <a:gd name="connsiteX1313" fmla="*/ 1810492 w 9854218"/>
              <a:gd name="connsiteY1313" fmla="*/ 6359856 h 10287000"/>
              <a:gd name="connsiteX1314" fmla="*/ 1810492 w 9854218"/>
              <a:gd name="connsiteY1314" fmla="*/ 6347198 h 10287000"/>
              <a:gd name="connsiteX1315" fmla="*/ 1810493 w 9854218"/>
              <a:gd name="connsiteY1315" fmla="*/ 6334550 h 10287000"/>
              <a:gd name="connsiteX1316" fmla="*/ 1797844 w 9854218"/>
              <a:gd name="connsiteY1316" fmla="*/ 6296589 h 10287000"/>
              <a:gd name="connsiteX1317" fmla="*/ 1797840 w 9854218"/>
              <a:gd name="connsiteY1317" fmla="*/ 6283932 h 10287000"/>
              <a:gd name="connsiteX1318" fmla="*/ 1785185 w 9854218"/>
              <a:gd name="connsiteY1318" fmla="*/ 6208014 h 10287000"/>
              <a:gd name="connsiteX1319" fmla="*/ 1797839 w 9854218"/>
              <a:gd name="connsiteY1319" fmla="*/ 6182706 h 10287000"/>
              <a:gd name="connsiteX1320" fmla="*/ 1785185 w 9854218"/>
              <a:gd name="connsiteY1320" fmla="*/ 6170054 h 10287000"/>
              <a:gd name="connsiteX1321" fmla="*/ 1772531 w 9854218"/>
              <a:gd name="connsiteY1321" fmla="*/ 6106785 h 10287000"/>
              <a:gd name="connsiteX1322" fmla="*/ 1785185 w 9854218"/>
              <a:gd name="connsiteY1322" fmla="*/ 6094131 h 10287000"/>
              <a:gd name="connsiteX1323" fmla="*/ 1759878 w 9854218"/>
              <a:gd name="connsiteY1323" fmla="*/ 5841063 h 10287000"/>
              <a:gd name="connsiteX1324" fmla="*/ 1772531 w 9854218"/>
              <a:gd name="connsiteY1324" fmla="*/ 5853713 h 10287000"/>
              <a:gd name="connsiteX1325" fmla="*/ 1747224 w 9854218"/>
              <a:gd name="connsiteY1325" fmla="*/ 5714525 h 10287000"/>
              <a:gd name="connsiteX1326" fmla="*/ 1747224 w 9854218"/>
              <a:gd name="connsiteY1326" fmla="*/ 5410842 h 10287000"/>
              <a:gd name="connsiteX1327" fmla="*/ 1759878 w 9854218"/>
              <a:gd name="connsiteY1327" fmla="*/ 5398188 h 10287000"/>
              <a:gd name="connsiteX1328" fmla="*/ 1759878 w 9854218"/>
              <a:gd name="connsiteY1328" fmla="*/ 5372882 h 10287000"/>
              <a:gd name="connsiteX1329" fmla="*/ 1747224 w 9854218"/>
              <a:gd name="connsiteY1329" fmla="*/ 5360225 h 10287000"/>
              <a:gd name="connsiteX1330" fmla="*/ 1747224 w 9854218"/>
              <a:gd name="connsiteY1330" fmla="*/ 5347577 h 10287000"/>
              <a:gd name="connsiteX1331" fmla="*/ 1747224 w 9854218"/>
              <a:gd name="connsiteY1331" fmla="*/ 5309616 h 10287000"/>
              <a:gd name="connsiteX1332" fmla="*/ 1747224 w 9854218"/>
              <a:gd name="connsiteY1332" fmla="*/ 5284304 h 10287000"/>
              <a:gd name="connsiteX1333" fmla="*/ 1734570 w 9854218"/>
              <a:gd name="connsiteY1333" fmla="*/ 5221037 h 10287000"/>
              <a:gd name="connsiteX1334" fmla="*/ 1747226 w 9854218"/>
              <a:gd name="connsiteY1334" fmla="*/ 5221038 h 10287000"/>
              <a:gd name="connsiteX1335" fmla="*/ 1747224 w 9854218"/>
              <a:gd name="connsiteY1335" fmla="*/ 5208387 h 10287000"/>
              <a:gd name="connsiteX1336" fmla="*/ 1747224 w 9854218"/>
              <a:gd name="connsiteY1336" fmla="*/ 5195732 h 10287000"/>
              <a:gd name="connsiteX1337" fmla="*/ 1734570 w 9854218"/>
              <a:gd name="connsiteY1337" fmla="*/ 5195730 h 10287000"/>
              <a:gd name="connsiteX1338" fmla="*/ 1734570 w 9854218"/>
              <a:gd name="connsiteY1338" fmla="*/ 5157770 h 10287000"/>
              <a:gd name="connsiteX1339" fmla="*/ 1759878 w 9854218"/>
              <a:gd name="connsiteY1339" fmla="*/ 5183081 h 10287000"/>
              <a:gd name="connsiteX1340" fmla="*/ 1759878 w 9854218"/>
              <a:gd name="connsiteY1340" fmla="*/ 5170424 h 10287000"/>
              <a:gd name="connsiteX1341" fmla="*/ 1861106 w 9854218"/>
              <a:gd name="connsiteY1341" fmla="*/ 5663910 h 10287000"/>
              <a:gd name="connsiteX1342" fmla="*/ 1873760 w 9854218"/>
              <a:gd name="connsiteY1342" fmla="*/ 5676567 h 10287000"/>
              <a:gd name="connsiteX1343" fmla="*/ 1873760 w 9854218"/>
              <a:gd name="connsiteY1343" fmla="*/ 5663913 h 10287000"/>
              <a:gd name="connsiteX1344" fmla="*/ 1873762 w 9854218"/>
              <a:gd name="connsiteY1344" fmla="*/ 5651256 h 10287000"/>
              <a:gd name="connsiteX1345" fmla="*/ 1772531 w 9854218"/>
              <a:gd name="connsiteY1345" fmla="*/ 5145120 h 10287000"/>
              <a:gd name="connsiteX1346" fmla="*/ 1747226 w 9854218"/>
              <a:gd name="connsiteY1346" fmla="*/ 5005928 h 10287000"/>
              <a:gd name="connsiteX1347" fmla="*/ 1709264 w 9854218"/>
              <a:gd name="connsiteY1347" fmla="*/ 4980624 h 10287000"/>
              <a:gd name="connsiteX1348" fmla="*/ 1721916 w 9854218"/>
              <a:gd name="connsiteY1348" fmla="*/ 4828781 h 10287000"/>
              <a:gd name="connsiteX1349" fmla="*/ 1709264 w 9854218"/>
              <a:gd name="connsiteY1349" fmla="*/ 4816124 h 10287000"/>
              <a:gd name="connsiteX1350" fmla="*/ 1709266 w 9854218"/>
              <a:gd name="connsiteY1350" fmla="*/ 4828781 h 10287000"/>
              <a:gd name="connsiteX1351" fmla="*/ 1696613 w 9854218"/>
              <a:gd name="connsiteY1351" fmla="*/ 4980624 h 10287000"/>
              <a:gd name="connsiteX1352" fmla="*/ 1683956 w 9854218"/>
              <a:gd name="connsiteY1352" fmla="*/ 4993277 h 10287000"/>
              <a:gd name="connsiteX1353" fmla="*/ 1671304 w 9854218"/>
              <a:gd name="connsiteY1353" fmla="*/ 4980624 h 10287000"/>
              <a:gd name="connsiteX1354" fmla="*/ 1671304 w 9854218"/>
              <a:gd name="connsiteY1354" fmla="*/ 4917353 h 10287000"/>
              <a:gd name="connsiteX1355" fmla="*/ 1683956 w 9854218"/>
              <a:gd name="connsiteY1355" fmla="*/ 4866741 h 10287000"/>
              <a:gd name="connsiteX1356" fmla="*/ 1683958 w 9854218"/>
              <a:gd name="connsiteY1356" fmla="*/ 4854090 h 10287000"/>
              <a:gd name="connsiteX1357" fmla="*/ 1683956 w 9854218"/>
              <a:gd name="connsiteY1357" fmla="*/ 4841432 h 10287000"/>
              <a:gd name="connsiteX1358" fmla="*/ 1696610 w 9854218"/>
              <a:gd name="connsiteY1358" fmla="*/ 4828776 h 10287000"/>
              <a:gd name="connsiteX1359" fmla="*/ 1696610 w 9854218"/>
              <a:gd name="connsiteY1359" fmla="*/ 4816127 h 10287000"/>
              <a:gd name="connsiteX1360" fmla="*/ 1696610 w 9854218"/>
              <a:gd name="connsiteY1360" fmla="*/ 4803474 h 10287000"/>
              <a:gd name="connsiteX1361" fmla="*/ 1683956 w 9854218"/>
              <a:gd name="connsiteY1361" fmla="*/ 4803471 h 10287000"/>
              <a:gd name="connsiteX1362" fmla="*/ 1671308 w 9854218"/>
              <a:gd name="connsiteY1362" fmla="*/ 4816127 h 10287000"/>
              <a:gd name="connsiteX1363" fmla="*/ 1671304 w 9854218"/>
              <a:gd name="connsiteY1363" fmla="*/ 4752860 h 10287000"/>
              <a:gd name="connsiteX1364" fmla="*/ 1671304 w 9854218"/>
              <a:gd name="connsiteY1364" fmla="*/ 4727555 h 10287000"/>
              <a:gd name="connsiteX1365" fmla="*/ 1658650 w 9854218"/>
              <a:gd name="connsiteY1365" fmla="*/ 4702250 h 10287000"/>
              <a:gd name="connsiteX1366" fmla="*/ 1671304 w 9854218"/>
              <a:gd name="connsiteY1366" fmla="*/ 4626324 h 10287000"/>
              <a:gd name="connsiteX1367" fmla="*/ 1683956 w 9854218"/>
              <a:gd name="connsiteY1367" fmla="*/ 4563062 h 10287000"/>
              <a:gd name="connsiteX1368" fmla="*/ 1683958 w 9854218"/>
              <a:gd name="connsiteY1368" fmla="*/ 4588368 h 10287000"/>
              <a:gd name="connsiteX1369" fmla="*/ 1683960 w 9854218"/>
              <a:gd name="connsiteY1369" fmla="*/ 4638981 h 10287000"/>
              <a:gd name="connsiteX1370" fmla="*/ 1683958 w 9854218"/>
              <a:gd name="connsiteY1370" fmla="*/ 4651632 h 10287000"/>
              <a:gd name="connsiteX1371" fmla="*/ 1696612 w 9854218"/>
              <a:gd name="connsiteY1371" fmla="*/ 4714899 h 10287000"/>
              <a:gd name="connsiteX1372" fmla="*/ 1709264 w 9854218"/>
              <a:gd name="connsiteY1372" fmla="*/ 4714898 h 10287000"/>
              <a:gd name="connsiteX1373" fmla="*/ 1721918 w 9854218"/>
              <a:gd name="connsiteY1373" fmla="*/ 4702250 h 10287000"/>
              <a:gd name="connsiteX1374" fmla="*/ 1734570 w 9854218"/>
              <a:gd name="connsiteY1374" fmla="*/ 4689593 h 10287000"/>
              <a:gd name="connsiteX1375" fmla="*/ 1734570 w 9854218"/>
              <a:gd name="connsiteY1375" fmla="*/ 4676942 h 10287000"/>
              <a:gd name="connsiteX1376" fmla="*/ 1734574 w 9854218"/>
              <a:gd name="connsiteY1376" fmla="*/ 4664288 h 10287000"/>
              <a:gd name="connsiteX1377" fmla="*/ 1721916 w 9854218"/>
              <a:gd name="connsiteY1377" fmla="*/ 4676942 h 10287000"/>
              <a:gd name="connsiteX1378" fmla="*/ 1709264 w 9854218"/>
              <a:gd name="connsiteY1378" fmla="*/ 4689597 h 10287000"/>
              <a:gd name="connsiteX1379" fmla="*/ 1696610 w 9854218"/>
              <a:gd name="connsiteY1379" fmla="*/ 4651632 h 10287000"/>
              <a:gd name="connsiteX1380" fmla="*/ 1696610 w 9854218"/>
              <a:gd name="connsiteY1380" fmla="*/ 4575714 h 10287000"/>
              <a:gd name="connsiteX1381" fmla="*/ 1696610 w 9854218"/>
              <a:gd name="connsiteY1381" fmla="*/ 4537751 h 10287000"/>
              <a:gd name="connsiteX1382" fmla="*/ 1696610 w 9854218"/>
              <a:gd name="connsiteY1382" fmla="*/ 4487138 h 10287000"/>
              <a:gd name="connsiteX1383" fmla="*/ 1709267 w 9854218"/>
              <a:gd name="connsiteY1383" fmla="*/ 4436526 h 10287000"/>
              <a:gd name="connsiteX1384" fmla="*/ 1709264 w 9854218"/>
              <a:gd name="connsiteY1384" fmla="*/ 4423871 h 10287000"/>
              <a:gd name="connsiteX1385" fmla="*/ 1709264 w 9854218"/>
              <a:gd name="connsiteY1385" fmla="*/ 4385910 h 10287000"/>
              <a:gd name="connsiteX1386" fmla="*/ 1721916 w 9854218"/>
              <a:gd name="connsiteY1386" fmla="*/ 4398566 h 10287000"/>
              <a:gd name="connsiteX1387" fmla="*/ 1734570 w 9854218"/>
              <a:gd name="connsiteY1387" fmla="*/ 4373259 h 10287000"/>
              <a:gd name="connsiteX1388" fmla="*/ 1721916 w 9854218"/>
              <a:gd name="connsiteY1388" fmla="*/ 4347947 h 10287000"/>
              <a:gd name="connsiteX1389" fmla="*/ 1734570 w 9854218"/>
              <a:gd name="connsiteY1389" fmla="*/ 4335296 h 10287000"/>
              <a:gd name="connsiteX1390" fmla="*/ 1721916 w 9854218"/>
              <a:gd name="connsiteY1390" fmla="*/ 4322646 h 10287000"/>
              <a:gd name="connsiteX1391" fmla="*/ 1721918 w 9854218"/>
              <a:gd name="connsiteY1391" fmla="*/ 4297335 h 10287000"/>
              <a:gd name="connsiteX1392" fmla="*/ 1734570 w 9854218"/>
              <a:gd name="connsiteY1392" fmla="*/ 4259375 h 10287000"/>
              <a:gd name="connsiteX1393" fmla="*/ 1747226 w 9854218"/>
              <a:gd name="connsiteY1393" fmla="*/ 4246719 h 10287000"/>
              <a:gd name="connsiteX1394" fmla="*/ 1747224 w 9854218"/>
              <a:gd name="connsiteY1394" fmla="*/ 4221419 h 10287000"/>
              <a:gd name="connsiteX1395" fmla="*/ 1759880 w 9854218"/>
              <a:gd name="connsiteY1395" fmla="*/ 4183454 h 10287000"/>
              <a:gd name="connsiteX1396" fmla="*/ 1759880 w 9854218"/>
              <a:gd name="connsiteY1396" fmla="*/ 4158146 h 10287000"/>
              <a:gd name="connsiteX1397" fmla="*/ 1759882 w 9854218"/>
              <a:gd name="connsiteY1397" fmla="*/ 4132838 h 10287000"/>
              <a:gd name="connsiteX1398" fmla="*/ 1747226 w 9854218"/>
              <a:gd name="connsiteY1398" fmla="*/ 4145492 h 10287000"/>
              <a:gd name="connsiteX1399" fmla="*/ 1747224 w 9854218"/>
              <a:gd name="connsiteY1399" fmla="*/ 4094879 h 10287000"/>
              <a:gd name="connsiteX1400" fmla="*/ 1759878 w 9854218"/>
              <a:gd name="connsiteY1400" fmla="*/ 4056920 h 10287000"/>
              <a:gd name="connsiteX1401" fmla="*/ 1759880 w 9854218"/>
              <a:gd name="connsiteY1401" fmla="*/ 4044264 h 10287000"/>
              <a:gd name="connsiteX1402" fmla="*/ 1759878 w 9854218"/>
              <a:gd name="connsiteY1402" fmla="*/ 4018959 h 10287000"/>
              <a:gd name="connsiteX1403" fmla="*/ 1772531 w 9854218"/>
              <a:gd name="connsiteY1403" fmla="*/ 4018959 h 10287000"/>
              <a:gd name="connsiteX1404" fmla="*/ 1759878 w 9854218"/>
              <a:gd name="connsiteY1404" fmla="*/ 4082226 h 10287000"/>
              <a:gd name="connsiteX1405" fmla="*/ 1759878 w 9854218"/>
              <a:gd name="connsiteY1405" fmla="*/ 4094879 h 10287000"/>
              <a:gd name="connsiteX1406" fmla="*/ 1772532 w 9854218"/>
              <a:gd name="connsiteY1406" fmla="*/ 4082226 h 10287000"/>
              <a:gd name="connsiteX1407" fmla="*/ 1772531 w 9854218"/>
              <a:gd name="connsiteY1407" fmla="*/ 4018959 h 10287000"/>
              <a:gd name="connsiteX1408" fmla="*/ 1785185 w 9854218"/>
              <a:gd name="connsiteY1408" fmla="*/ 4018956 h 10287000"/>
              <a:gd name="connsiteX1409" fmla="*/ 1797839 w 9854218"/>
              <a:gd name="connsiteY1409" fmla="*/ 3993647 h 10287000"/>
              <a:gd name="connsiteX1410" fmla="*/ 1797839 w 9854218"/>
              <a:gd name="connsiteY1410" fmla="*/ 3980997 h 10287000"/>
              <a:gd name="connsiteX1411" fmla="*/ 1785185 w 9854218"/>
              <a:gd name="connsiteY1411" fmla="*/ 3943038 h 10287000"/>
              <a:gd name="connsiteX1412" fmla="*/ 1785188 w 9854218"/>
              <a:gd name="connsiteY1412" fmla="*/ 3930384 h 10287000"/>
              <a:gd name="connsiteX1413" fmla="*/ 1797839 w 9854218"/>
              <a:gd name="connsiteY1413" fmla="*/ 3892421 h 10287000"/>
              <a:gd name="connsiteX1414" fmla="*/ 1823146 w 9854218"/>
              <a:gd name="connsiteY1414" fmla="*/ 3803846 h 10287000"/>
              <a:gd name="connsiteX1415" fmla="*/ 1848454 w 9854218"/>
              <a:gd name="connsiteY1415" fmla="*/ 3702623 h 10287000"/>
              <a:gd name="connsiteX1416" fmla="*/ 1848454 w 9854218"/>
              <a:gd name="connsiteY1416" fmla="*/ 3689967 h 10287000"/>
              <a:gd name="connsiteX1417" fmla="*/ 1873760 w 9854218"/>
              <a:gd name="connsiteY1417" fmla="*/ 3614048 h 10287000"/>
              <a:gd name="connsiteX1418" fmla="*/ 1899068 w 9854218"/>
              <a:gd name="connsiteY1418" fmla="*/ 3487509 h 10287000"/>
              <a:gd name="connsiteX1419" fmla="*/ 1924374 w 9854218"/>
              <a:gd name="connsiteY1419" fmla="*/ 3398939 h 10287000"/>
              <a:gd name="connsiteX1420" fmla="*/ 1937030 w 9854218"/>
              <a:gd name="connsiteY1420" fmla="*/ 3323013 h 10287000"/>
              <a:gd name="connsiteX1421" fmla="*/ 1962335 w 9854218"/>
              <a:gd name="connsiteY1421" fmla="*/ 3259749 h 10287000"/>
              <a:gd name="connsiteX1422" fmla="*/ 1991070 w 9854218"/>
              <a:gd name="connsiteY1422" fmla="*/ 3218426 h 10287000"/>
              <a:gd name="connsiteX1423" fmla="*/ 2009375 w 9854218"/>
              <a:gd name="connsiteY1423" fmla="*/ 3131484 h 10287000"/>
              <a:gd name="connsiteX1424" fmla="*/ 2101524 w 9854218"/>
              <a:gd name="connsiteY1424" fmla="*/ 2813634 h 10287000"/>
              <a:gd name="connsiteX1425" fmla="*/ 2101523 w 9854218"/>
              <a:gd name="connsiteY1425" fmla="*/ 2804220 h 10287000"/>
              <a:gd name="connsiteX1426" fmla="*/ 2101522 w 9854218"/>
              <a:gd name="connsiteY1426" fmla="*/ 2791569 h 10287000"/>
              <a:gd name="connsiteX1427" fmla="*/ 2088870 w 9854218"/>
              <a:gd name="connsiteY1427" fmla="*/ 2791569 h 10287000"/>
              <a:gd name="connsiteX1428" fmla="*/ 2088870 w 9854218"/>
              <a:gd name="connsiteY1428" fmla="*/ 2766260 h 10287000"/>
              <a:gd name="connsiteX1429" fmla="*/ 2103107 w 9854218"/>
              <a:gd name="connsiteY1429" fmla="*/ 2764679 h 10287000"/>
              <a:gd name="connsiteX1430" fmla="*/ 2117687 w 9854218"/>
              <a:gd name="connsiteY1430" fmla="*/ 2757873 h 10287000"/>
              <a:gd name="connsiteX1431" fmla="*/ 2150044 w 9854218"/>
              <a:gd name="connsiteY1431" fmla="*/ 2646270 h 10287000"/>
              <a:gd name="connsiteX1432" fmla="*/ 2170826 w 9854218"/>
              <a:gd name="connsiteY1432" fmla="*/ 2589693 h 10287000"/>
              <a:gd name="connsiteX1433" fmla="*/ 2152136 w 9854218"/>
              <a:gd name="connsiteY1433" fmla="*/ 2627073 h 10287000"/>
              <a:gd name="connsiteX1434" fmla="*/ 2139486 w 9854218"/>
              <a:gd name="connsiteY1434" fmla="*/ 2677683 h 10287000"/>
              <a:gd name="connsiteX1435" fmla="*/ 2126832 w 9854218"/>
              <a:gd name="connsiteY1435" fmla="*/ 2677683 h 10287000"/>
              <a:gd name="connsiteX1436" fmla="*/ 2190101 w 9854218"/>
              <a:gd name="connsiteY1436" fmla="*/ 2525843 h 10287000"/>
              <a:gd name="connsiteX1437" fmla="*/ 2193160 w 9854218"/>
              <a:gd name="connsiteY1437" fmla="*/ 2528904 h 10287000"/>
              <a:gd name="connsiteX1438" fmla="*/ 2326253 w 9854218"/>
              <a:gd name="connsiteY1438" fmla="*/ 2166623 h 10287000"/>
              <a:gd name="connsiteX1439" fmla="*/ 2536276 w 9854218"/>
              <a:gd name="connsiteY1439" fmla="*/ 1692287 h 10287000"/>
              <a:gd name="connsiteX1440" fmla="*/ 2779430 w 9854218"/>
              <a:gd name="connsiteY1440" fmla="*/ 1247916 h 10287000"/>
              <a:gd name="connsiteX1441" fmla="*/ 2770664 w 9854218"/>
              <a:gd name="connsiteY1441" fmla="*/ 1177716 h 10287000"/>
              <a:gd name="connsiteX1442" fmla="*/ 2749036 w 9854218"/>
              <a:gd name="connsiteY1442" fmla="*/ 1173831 h 10287000"/>
              <a:gd name="connsiteX1443" fmla="*/ 2722301 w 9854218"/>
              <a:gd name="connsiteY1443" fmla="*/ 1216800 h 10287000"/>
              <a:gd name="connsiteX1444" fmla="*/ 2664288 w 9854218"/>
              <a:gd name="connsiteY1444" fmla="*/ 1332978 h 10287000"/>
              <a:gd name="connsiteX1445" fmla="*/ 2203618 w 9854218"/>
              <a:gd name="connsiteY1445" fmla="*/ 2299605 h 10287000"/>
              <a:gd name="connsiteX1446" fmla="*/ 1707262 w 9854218"/>
              <a:gd name="connsiteY1446" fmla="*/ 4283838 h 10287000"/>
              <a:gd name="connsiteX1447" fmla="*/ 1681160 w 9854218"/>
              <a:gd name="connsiteY1447" fmla="*/ 4307601 h 10287000"/>
              <a:gd name="connsiteX1448" fmla="*/ 1666626 w 9854218"/>
              <a:gd name="connsiteY1448" fmla="*/ 4250051 h 10287000"/>
              <a:gd name="connsiteX1449" fmla="*/ 1755719 w 9854218"/>
              <a:gd name="connsiteY1449" fmla="*/ 3618369 h 10287000"/>
              <a:gd name="connsiteX1450" fmla="*/ 2213906 w 9854218"/>
              <a:gd name="connsiteY1450" fmla="*/ 2011451 h 10287000"/>
              <a:gd name="connsiteX1451" fmla="*/ 2291730 w 9854218"/>
              <a:gd name="connsiteY1451" fmla="*/ 1839899 h 10287000"/>
              <a:gd name="connsiteX1452" fmla="*/ 2270768 w 9854218"/>
              <a:gd name="connsiteY1452" fmla="*/ 1875771 h 10287000"/>
              <a:gd name="connsiteX1453" fmla="*/ 2228062 w 9854218"/>
              <a:gd name="connsiteY1453" fmla="*/ 1969091 h 10287000"/>
              <a:gd name="connsiteX1454" fmla="*/ 2088868 w 9854218"/>
              <a:gd name="connsiteY1454" fmla="*/ 2209505 h 10287000"/>
              <a:gd name="connsiteX1455" fmla="*/ 1987640 w 9854218"/>
              <a:gd name="connsiteY1455" fmla="*/ 2449925 h 10287000"/>
              <a:gd name="connsiteX1456" fmla="*/ 1974989 w 9854218"/>
              <a:gd name="connsiteY1456" fmla="*/ 2462577 h 10287000"/>
              <a:gd name="connsiteX1457" fmla="*/ 1974990 w 9854218"/>
              <a:gd name="connsiteY1457" fmla="*/ 2475228 h 10287000"/>
              <a:gd name="connsiteX1458" fmla="*/ 1987643 w 9854218"/>
              <a:gd name="connsiteY1458" fmla="*/ 2475230 h 10287000"/>
              <a:gd name="connsiteX1459" fmla="*/ 1974989 w 9854218"/>
              <a:gd name="connsiteY1459" fmla="*/ 2538498 h 10287000"/>
              <a:gd name="connsiteX1460" fmla="*/ 1974989 w 9854218"/>
              <a:gd name="connsiteY1460" fmla="*/ 2551151 h 10287000"/>
              <a:gd name="connsiteX1461" fmla="*/ 1987643 w 9854218"/>
              <a:gd name="connsiteY1461" fmla="*/ 2551154 h 10287000"/>
              <a:gd name="connsiteX1462" fmla="*/ 2000297 w 9854218"/>
              <a:gd name="connsiteY1462" fmla="*/ 2551154 h 10287000"/>
              <a:gd name="connsiteX1463" fmla="*/ 2000296 w 9854218"/>
              <a:gd name="connsiteY1463" fmla="*/ 2563802 h 10287000"/>
              <a:gd name="connsiteX1464" fmla="*/ 1962335 w 9854218"/>
              <a:gd name="connsiteY1464" fmla="*/ 2652381 h 10287000"/>
              <a:gd name="connsiteX1465" fmla="*/ 1924374 w 9854218"/>
              <a:gd name="connsiteY1465" fmla="*/ 2690342 h 10287000"/>
              <a:gd name="connsiteX1466" fmla="*/ 1949678 w 9854218"/>
              <a:gd name="connsiteY1466" fmla="*/ 2690340 h 10287000"/>
              <a:gd name="connsiteX1467" fmla="*/ 1873757 w 9854218"/>
              <a:gd name="connsiteY1467" fmla="*/ 2867490 h 10287000"/>
              <a:gd name="connsiteX1468" fmla="*/ 1886414 w 9854218"/>
              <a:gd name="connsiteY1468" fmla="*/ 2880144 h 10287000"/>
              <a:gd name="connsiteX1469" fmla="*/ 1861106 w 9854218"/>
              <a:gd name="connsiteY1469" fmla="*/ 2905451 h 10287000"/>
              <a:gd name="connsiteX1470" fmla="*/ 1861108 w 9854218"/>
              <a:gd name="connsiteY1470" fmla="*/ 2943410 h 10287000"/>
              <a:gd name="connsiteX1471" fmla="*/ 1772531 w 9854218"/>
              <a:gd name="connsiteY1471" fmla="*/ 3196478 h 10287000"/>
              <a:gd name="connsiteX1472" fmla="*/ 1747226 w 9854218"/>
              <a:gd name="connsiteY1472" fmla="*/ 3272402 h 10287000"/>
              <a:gd name="connsiteX1473" fmla="*/ 1645997 w 9854218"/>
              <a:gd name="connsiteY1473" fmla="*/ 3576087 h 10287000"/>
              <a:gd name="connsiteX1474" fmla="*/ 1633342 w 9854218"/>
              <a:gd name="connsiteY1474" fmla="*/ 3689967 h 10287000"/>
              <a:gd name="connsiteX1475" fmla="*/ 1608035 w 9854218"/>
              <a:gd name="connsiteY1475" fmla="*/ 3715275 h 10287000"/>
              <a:gd name="connsiteX1476" fmla="*/ 1595384 w 9854218"/>
              <a:gd name="connsiteY1476" fmla="*/ 3677315 h 10287000"/>
              <a:gd name="connsiteX1477" fmla="*/ 1570074 w 9854218"/>
              <a:gd name="connsiteY1477" fmla="*/ 3727928 h 10287000"/>
              <a:gd name="connsiteX1478" fmla="*/ 1570076 w 9854218"/>
              <a:gd name="connsiteY1478" fmla="*/ 3740582 h 10287000"/>
              <a:gd name="connsiteX1479" fmla="*/ 1557420 w 9854218"/>
              <a:gd name="connsiteY1479" fmla="*/ 3740582 h 10287000"/>
              <a:gd name="connsiteX1480" fmla="*/ 1557422 w 9854218"/>
              <a:gd name="connsiteY1480" fmla="*/ 3753236 h 10287000"/>
              <a:gd name="connsiteX1481" fmla="*/ 1544766 w 9854218"/>
              <a:gd name="connsiteY1481" fmla="*/ 3765888 h 10287000"/>
              <a:gd name="connsiteX1482" fmla="*/ 1532116 w 9854218"/>
              <a:gd name="connsiteY1482" fmla="*/ 3816503 h 10287000"/>
              <a:gd name="connsiteX1483" fmla="*/ 1494154 w 9854218"/>
              <a:gd name="connsiteY1483" fmla="*/ 3955688 h 10287000"/>
              <a:gd name="connsiteX1484" fmla="*/ 1481500 w 9854218"/>
              <a:gd name="connsiteY1484" fmla="*/ 3968345 h 10287000"/>
              <a:gd name="connsiteX1485" fmla="*/ 1481500 w 9854218"/>
              <a:gd name="connsiteY1485" fmla="*/ 3993647 h 10287000"/>
              <a:gd name="connsiteX1486" fmla="*/ 1481501 w 9854218"/>
              <a:gd name="connsiteY1486" fmla="*/ 4006304 h 10287000"/>
              <a:gd name="connsiteX1487" fmla="*/ 1381853 w 9854218"/>
              <a:gd name="connsiteY1487" fmla="*/ 4214495 h 10287000"/>
              <a:gd name="connsiteX1488" fmla="*/ 1368499 w 9854218"/>
              <a:gd name="connsiteY1488" fmla="*/ 4261914 h 10287000"/>
              <a:gd name="connsiteX1489" fmla="*/ 1368140 w 9854218"/>
              <a:gd name="connsiteY1489" fmla="*/ 4265309 h 10287000"/>
              <a:gd name="connsiteX1490" fmla="*/ 1388314 w 9854218"/>
              <a:gd name="connsiteY1490" fmla="*/ 4280324 h 10287000"/>
              <a:gd name="connsiteX1491" fmla="*/ 1371136 w 9854218"/>
              <a:gd name="connsiteY1491" fmla="*/ 4408659 h 10287000"/>
              <a:gd name="connsiteX1492" fmla="*/ 1369580 w 9854218"/>
              <a:gd name="connsiteY1492" fmla="*/ 4545485 h 10287000"/>
              <a:gd name="connsiteX1493" fmla="*/ 1344680 w 9854218"/>
              <a:gd name="connsiteY1493" fmla="*/ 4621031 h 10287000"/>
              <a:gd name="connsiteX1494" fmla="*/ 1361503 w 9854218"/>
              <a:gd name="connsiteY1494" fmla="*/ 4686864 h 10287000"/>
              <a:gd name="connsiteX1495" fmla="*/ 1354621 w 9854218"/>
              <a:gd name="connsiteY1495" fmla="*/ 4885583 h 10287000"/>
              <a:gd name="connsiteX1496" fmla="*/ 1348517 w 9854218"/>
              <a:gd name="connsiteY1496" fmla="*/ 5015886 h 10287000"/>
              <a:gd name="connsiteX1497" fmla="*/ 1350493 w 9854218"/>
              <a:gd name="connsiteY1497" fmla="*/ 5004813 h 10287000"/>
              <a:gd name="connsiteX1498" fmla="*/ 1358993 w 9854218"/>
              <a:gd name="connsiteY1498" fmla="*/ 4989188 h 10287000"/>
              <a:gd name="connsiteX1499" fmla="*/ 1361566 w 9854218"/>
              <a:gd name="connsiteY1499" fmla="*/ 5006784 h 10287000"/>
              <a:gd name="connsiteX1500" fmla="*/ 1372642 w 9854218"/>
              <a:gd name="connsiteY1500" fmla="*/ 5008755 h 10287000"/>
              <a:gd name="connsiteX1501" fmla="*/ 1362166 w 9854218"/>
              <a:gd name="connsiteY1501" fmla="*/ 5035454 h 10287000"/>
              <a:gd name="connsiteX1502" fmla="*/ 1360192 w 9854218"/>
              <a:gd name="connsiteY1502" fmla="*/ 5046527 h 10287000"/>
              <a:gd name="connsiteX1503" fmla="*/ 1351691 w 9854218"/>
              <a:gd name="connsiteY1503" fmla="*/ 5062152 h 10287000"/>
              <a:gd name="connsiteX1504" fmla="*/ 1344566 w 9854218"/>
              <a:gd name="connsiteY1504" fmla="*/ 5038034 h 10287000"/>
              <a:gd name="connsiteX1505" fmla="*/ 1315892 w 9854218"/>
              <a:gd name="connsiteY1505" fmla="*/ 5038644 h 10287000"/>
              <a:gd name="connsiteX1506" fmla="*/ 1322174 w 9854218"/>
              <a:gd name="connsiteY1506" fmla="*/ 4811256 h 10287000"/>
              <a:gd name="connsiteX1507" fmla="*/ 1335581 w 9854218"/>
              <a:gd name="connsiteY1507" fmla="*/ 4607987 h 10287000"/>
              <a:gd name="connsiteX1508" fmla="*/ 1316006 w 9854218"/>
              <a:gd name="connsiteY1508" fmla="*/ 4621641 h 10287000"/>
              <a:gd name="connsiteX1509" fmla="*/ 1309060 w 9854218"/>
              <a:gd name="connsiteY1509" fmla="*/ 4500440 h 10287000"/>
              <a:gd name="connsiteX1510" fmla="*/ 1321690 w 9854218"/>
              <a:gd name="connsiteY1510" fmla="*/ 4365584 h 10287000"/>
              <a:gd name="connsiteX1511" fmla="*/ 1333078 w 9854218"/>
              <a:gd name="connsiteY1511" fmla="*/ 4329764 h 10287000"/>
              <a:gd name="connsiteX1512" fmla="*/ 1339778 w 9854218"/>
              <a:gd name="connsiteY1512" fmla="*/ 4294655 h 10287000"/>
              <a:gd name="connsiteX1513" fmla="*/ 1334128 w 9854218"/>
              <a:gd name="connsiteY1513" fmla="*/ 4283789 h 10287000"/>
              <a:gd name="connsiteX1514" fmla="*/ 1333241 w 9854218"/>
              <a:gd name="connsiteY1514" fmla="*/ 4284804 h 10287000"/>
              <a:gd name="connsiteX1515" fmla="*/ 1329890 w 9854218"/>
              <a:gd name="connsiteY1515" fmla="*/ 4279569 h 10287000"/>
              <a:gd name="connsiteX1516" fmla="*/ 1329440 w 9854218"/>
              <a:gd name="connsiteY1516" fmla="*/ 4274876 h 10287000"/>
              <a:gd name="connsiteX1517" fmla="*/ 1319377 w 9854218"/>
              <a:gd name="connsiteY1517" fmla="*/ 4260165 h 10287000"/>
              <a:gd name="connsiteX1518" fmla="*/ 1304350 w 9854218"/>
              <a:gd name="connsiteY1518" fmla="*/ 4259375 h 10287000"/>
              <a:gd name="connsiteX1519" fmla="*/ 1291700 w 9854218"/>
              <a:gd name="connsiteY1519" fmla="*/ 4411218 h 10287000"/>
              <a:gd name="connsiteX1520" fmla="*/ 1228430 w 9854218"/>
              <a:gd name="connsiteY1520" fmla="*/ 4309989 h 10287000"/>
              <a:gd name="connsiteX1521" fmla="*/ 1228429 w 9854218"/>
              <a:gd name="connsiteY1521" fmla="*/ 4297332 h 10287000"/>
              <a:gd name="connsiteX1522" fmla="*/ 1228429 w 9854218"/>
              <a:gd name="connsiteY1522" fmla="*/ 4259375 h 10287000"/>
              <a:gd name="connsiteX1523" fmla="*/ 1241081 w 9854218"/>
              <a:gd name="connsiteY1523" fmla="*/ 4272029 h 10287000"/>
              <a:gd name="connsiteX1524" fmla="*/ 1241083 w 9854218"/>
              <a:gd name="connsiteY1524" fmla="*/ 4284678 h 10287000"/>
              <a:gd name="connsiteX1525" fmla="*/ 1253735 w 9854218"/>
              <a:gd name="connsiteY1525" fmla="*/ 4272029 h 10287000"/>
              <a:gd name="connsiteX1526" fmla="*/ 1241083 w 9854218"/>
              <a:gd name="connsiteY1526" fmla="*/ 4234070 h 10287000"/>
              <a:gd name="connsiteX1527" fmla="*/ 1241081 w 9854218"/>
              <a:gd name="connsiteY1527" fmla="*/ 4221419 h 10287000"/>
              <a:gd name="connsiteX1528" fmla="*/ 1241081 w 9854218"/>
              <a:gd name="connsiteY1528" fmla="*/ 4208763 h 10287000"/>
              <a:gd name="connsiteX1529" fmla="*/ 1239502 w 9854218"/>
              <a:gd name="connsiteY1529" fmla="*/ 4197690 h 10287000"/>
              <a:gd name="connsiteX1530" fmla="*/ 1232377 w 9854218"/>
              <a:gd name="connsiteY1530" fmla="*/ 4196673 h 10287000"/>
              <a:gd name="connsiteX1531" fmla="*/ 1229462 w 9854218"/>
              <a:gd name="connsiteY1531" fmla="*/ 4233180 h 10287000"/>
              <a:gd name="connsiteX1532" fmla="*/ 1228429 w 9854218"/>
              <a:gd name="connsiteY1532" fmla="*/ 4233416 h 10287000"/>
              <a:gd name="connsiteX1533" fmla="*/ 1228429 w 9854218"/>
              <a:gd name="connsiteY1533" fmla="*/ 4234070 h 10287000"/>
              <a:gd name="connsiteX1534" fmla="*/ 1228429 w 9854218"/>
              <a:gd name="connsiteY1534" fmla="*/ 4246722 h 10287000"/>
              <a:gd name="connsiteX1535" fmla="*/ 1215775 w 9854218"/>
              <a:gd name="connsiteY1535" fmla="*/ 4259375 h 10287000"/>
              <a:gd name="connsiteX1536" fmla="*/ 1214402 w 9854218"/>
              <a:gd name="connsiteY1536" fmla="*/ 4223664 h 10287000"/>
              <a:gd name="connsiteX1537" fmla="*/ 1207888 w 9854218"/>
              <a:gd name="connsiteY1537" fmla="*/ 4209806 h 10287000"/>
              <a:gd name="connsiteX1538" fmla="*/ 1187569 w 9854218"/>
              <a:gd name="connsiteY1538" fmla="*/ 4574865 h 10287000"/>
              <a:gd name="connsiteX1539" fmla="*/ 1209595 w 9854218"/>
              <a:gd name="connsiteY1539" fmla="*/ 4587000 h 10287000"/>
              <a:gd name="connsiteX1540" fmla="*/ 1210015 w 9854218"/>
              <a:gd name="connsiteY1540" fmla="*/ 4716479 h 10287000"/>
              <a:gd name="connsiteX1541" fmla="*/ 1227065 w 9854218"/>
              <a:gd name="connsiteY1541" fmla="*/ 4852247 h 10287000"/>
              <a:gd name="connsiteX1542" fmla="*/ 1212661 w 9854218"/>
              <a:gd name="connsiteY1542" fmla="*/ 4930475 h 10287000"/>
              <a:gd name="connsiteX1543" fmla="*/ 1238272 w 9854218"/>
              <a:gd name="connsiteY1543" fmla="*/ 4993412 h 10287000"/>
              <a:gd name="connsiteX1544" fmla="*/ 1258454 w 9854218"/>
              <a:gd name="connsiteY1544" fmla="*/ 5191223 h 10287000"/>
              <a:gd name="connsiteX1545" fmla="*/ 1253197 w 9854218"/>
              <a:gd name="connsiteY1545" fmla="*/ 5210450 h 10287000"/>
              <a:gd name="connsiteX1546" fmla="*/ 1254044 w 9854218"/>
              <a:gd name="connsiteY1546" fmla="*/ 5240709 h 10287000"/>
              <a:gd name="connsiteX1547" fmla="*/ 1254724 w 9854218"/>
              <a:gd name="connsiteY1547" fmla="*/ 5240415 h 10287000"/>
              <a:gd name="connsiteX1548" fmla="*/ 1317005 w 9854218"/>
              <a:gd name="connsiteY1548" fmla="*/ 5398188 h 10287000"/>
              <a:gd name="connsiteX1549" fmla="*/ 1329656 w 9854218"/>
              <a:gd name="connsiteY1549" fmla="*/ 5372882 h 10287000"/>
              <a:gd name="connsiteX1550" fmla="*/ 1380271 w 9854218"/>
              <a:gd name="connsiteY1550" fmla="*/ 5613296 h 10287000"/>
              <a:gd name="connsiteX1551" fmla="*/ 1380271 w 9854218"/>
              <a:gd name="connsiteY1551" fmla="*/ 5651258 h 10287000"/>
              <a:gd name="connsiteX1552" fmla="*/ 1392926 w 9854218"/>
              <a:gd name="connsiteY1552" fmla="*/ 5638607 h 10287000"/>
              <a:gd name="connsiteX1553" fmla="*/ 1405579 w 9854218"/>
              <a:gd name="connsiteY1553" fmla="*/ 5651259 h 10287000"/>
              <a:gd name="connsiteX1554" fmla="*/ 1418234 w 9854218"/>
              <a:gd name="connsiteY1554" fmla="*/ 5663912 h 10287000"/>
              <a:gd name="connsiteX1555" fmla="*/ 1496526 w 9854218"/>
              <a:gd name="connsiteY1555" fmla="*/ 5884557 h 10287000"/>
              <a:gd name="connsiteX1556" fmla="*/ 1509760 w 9854218"/>
              <a:gd name="connsiteY1556" fmla="*/ 5906024 h 10287000"/>
              <a:gd name="connsiteX1557" fmla="*/ 1508820 w 9854218"/>
              <a:gd name="connsiteY1557" fmla="*/ 5901420 h 10287000"/>
              <a:gd name="connsiteX1558" fmla="*/ 1490338 w 9854218"/>
              <a:gd name="connsiteY1558" fmla="*/ 5825213 h 10287000"/>
              <a:gd name="connsiteX1559" fmla="*/ 1482641 w 9854218"/>
              <a:gd name="connsiteY1559" fmla="*/ 5729742 h 10287000"/>
              <a:gd name="connsiteX1560" fmla="*/ 1465153 w 9854218"/>
              <a:gd name="connsiteY1560" fmla="*/ 5726520 h 10287000"/>
              <a:gd name="connsiteX1561" fmla="*/ 1441958 w 9854218"/>
              <a:gd name="connsiteY1561" fmla="*/ 5479880 h 10287000"/>
              <a:gd name="connsiteX1562" fmla="*/ 1409186 w 9854218"/>
              <a:gd name="connsiteY1562" fmla="*/ 5245944 h 10287000"/>
              <a:gd name="connsiteX1563" fmla="*/ 1402835 w 9854218"/>
              <a:gd name="connsiteY1563" fmla="*/ 5241156 h 10287000"/>
              <a:gd name="connsiteX1564" fmla="*/ 1407625 w 9854218"/>
              <a:gd name="connsiteY1564" fmla="*/ 5234805 h 10287000"/>
              <a:gd name="connsiteX1565" fmla="*/ 1404505 w 9854218"/>
              <a:gd name="connsiteY1565" fmla="*/ 5212524 h 10287000"/>
              <a:gd name="connsiteX1566" fmla="*/ 1410854 w 9854218"/>
              <a:gd name="connsiteY1566" fmla="*/ 5217312 h 10287000"/>
              <a:gd name="connsiteX1567" fmla="*/ 1412483 w 9854218"/>
              <a:gd name="connsiteY1567" fmla="*/ 5218949 h 10287000"/>
              <a:gd name="connsiteX1568" fmla="*/ 1412413 w 9854218"/>
              <a:gd name="connsiteY1568" fmla="*/ 5228451 h 10287000"/>
              <a:gd name="connsiteX1569" fmla="*/ 1415812 w 9854218"/>
              <a:gd name="connsiteY1569" fmla="*/ 5222296 h 10287000"/>
              <a:gd name="connsiteX1570" fmla="*/ 1412483 w 9854218"/>
              <a:gd name="connsiteY1570" fmla="*/ 5218949 h 10287000"/>
              <a:gd name="connsiteX1571" fmla="*/ 1412731 w 9854218"/>
              <a:gd name="connsiteY1571" fmla="*/ 5185101 h 10287000"/>
              <a:gd name="connsiteX1572" fmla="*/ 1418980 w 9854218"/>
              <a:gd name="connsiteY1572" fmla="*/ 5153696 h 10287000"/>
              <a:gd name="connsiteX1573" fmla="*/ 1483608 w 9854218"/>
              <a:gd name="connsiteY1573" fmla="*/ 5371797 h 10287000"/>
              <a:gd name="connsiteX1574" fmla="*/ 1458209 w 9854218"/>
              <a:gd name="connsiteY1574" fmla="*/ 5352647 h 10287000"/>
              <a:gd name="connsiteX1575" fmla="*/ 1503359 w 9854218"/>
              <a:gd name="connsiteY1575" fmla="*/ 5715473 h 10287000"/>
              <a:gd name="connsiteX1576" fmla="*/ 1527197 w 9854218"/>
              <a:gd name="connsiteY1576" fmla="*/ 5723481 h 10287000"/>
              <a:gd name="connsiteX1577" fmla="*/ 1550714 w 9854218"/>
              <a:gd name="connsiteY1577" fmla="*/ 5850807 h 10287000"/>
              <a:gd name="connsiteX1578" fmla="*/ 1591721 w 9854218"/>
              <a:gd name="connsiteY1578" fmla="*/ 5981355 h 10287000"/>
              <a:gd name="connsiteX1579" fmla="*/ 1591505 w 9854218"/>
              <a:gd name="connsiteY1579" fmla="*/ 6060899 h 10287000"/>
              <a:gd name="connsiteX1580" fmla="*/ 1619156 w 9854218"/>
              <a:gd name="connsiteY1580" fmla="*/ 6092955 h 10287000"/>
              <a:gd name="connsiteX1581" fmla="*/ 1620138 w 9854218"/>
              <a:gd name="connsiteY1581" fmla="*/ 6095787 h 10287000"/>
              <a:gd name="connsiteX1582" fmla="*/ 1620689 w 9854218"/>
              <a:gd name="connsiteY1582" fmla="*/ 6081479 h 10287000"/>
              <a:gd name="connsiteX1583" fmla="*/ 1620694 w 9854218"/>
              <a:gd name="connsiteY1583" fmla="*/ 6068825 h 10287000"/>
              <a:gd name="connsiteX1584" fmla="*/ 1608040 w 9854218"/>
              <a:gd name="connsiteY1584" fmla="*/ 6056171 h 10287000"/>
              <a:gd name="connsiteX1585" fmla="*/ 1613374 w 9854218"/>
              <a:gd name="connsiteY1585" fmla="*/ 5872893 h 10287000"/>
              <a:gd name="connsiteX1586" fmla="*/ 1608806 w 9854218"/>
              <a:gd name="connsiteY1586" fmla="*/ 5802330 h 10287000"/>
              <a:gd name="connsiteX1587" fmla="*/ 1620689 w 9854218"/>
              <a:gd name="connsiteY1587" fmla="*/ 5790449 h 10287000"/>
              <a:gd name="connsiteX1588" fmla="*/ 1645996 w 9854218"/>
              <a:gd name="connsiteY1588" fmla="*/ 5790447 h 10287000"/>
              <a:gd name="connsiteX1589" fmla="*/ 1633342 w 9854218"/>
              <a:gd name="connsiteY1589" fmla="*/ 5841060 h 10287000"/>
              <a:gd name="connsiteX1590" fmla="*/ 1633343 w 9854218"/>
              <a:gd name="connsiteY1590" fmla="*/ 5828409 h 10287000"/>
              <a:gd name="connsiteX1591" fmla="*/ 1620689 w 9854218"/>
              <a:gd name="connsiteY1591" fmla="*/ 5828409 h 10287000"/>
              <a:gd name="connsiteX1592" fmla="*/ 1620689 w 9854218"/>
              <a:gd name="connsiteY1592" fmla="*/ 5841063 h 10287000"/>
              <a:gd name="connsiteX1593" fmla="*/ 1633344 w 9854218"/>
              <a:gd name="connsiteY1593" fmla="*/ 5853714 h 10287000"/>
              <a:gd name="connsiteX1594" fmla="*/ 1658651 w 9854218"/>
              <a:gd name="connsiteY1594" fmla="*/ 5904329 h 10287000"/>
              <a:gd name="connsiteX1595" fmla="*/ 1658650 w 9854218"/>
              <a:gd name="connsiteY1595" fmla="*/ 5992904 h 10287000"/>
              <a:gd name="connsiteX1596" fmla="*/ 1658650 w 9854218"/>
              <a:gd name="connsiteY1596" fmla="*/ 6005558 h 10287000"/>
              <a:gd name="connsiteX1597" fmla="*/ 1658650 w 9854218"/>
              <a:gd name="connsiteY1597" fmla="*/ 6030861 h 10287000"/>
              <a:gd name="connsiteX1598" fmla="*/ 1658651 w 9854218"/>
              <a:gd name="connsiteY1598" fmla="*/ 6043518 h 10287000"/>
              <a:gd name="connsiteX1599" fmla="*/ 1658652 w 9854218"/>
              <a:gd name="connsiteY1599" fmla="*/ 6119439 h 10287000"/>
              <a:gd name="connsiteX1600" fmla="*/ 1658650 w 9854218"/>
              <a:gd name="connsiteY1600" fmla="*/ 6132093 h 10287000"/>
              <a:gd name="connsiteX1601" fmla="*/ 1671304 w 9854218"/>
              <a:gd name="connsiteY1601" fmla="*/ 6144746 h 10287000"/>
              <a:gd name="connsiteX1602" fmla="*/ 1671304 w 9854218"/>
              <a:gd name="connsiteY1602" fmla="*/ 6157400 h 10287000"/>
              <a:gd name="connsiteX1603" fmla="*/ 1671304 w 9854218"/>
              <a:gd name="connsiteY1603" fmla="*/ 6182706 h 10287000"/>
              <a:gd name="connsiteX1604" fmla="*/ 1671304 w 9854218"/>
              <a:gd name="connsiteY1604" fmla="*/ 6195360 h 10287000"/>
              <a:gd name="connsiteX1605" fmla="*/ 1696612 w 9854218"/>
              <a:gd name="connsiteY1605" fmla="*/ 6271281 h 10287000"/>
              <a:gd name="connsiteX1606" fmla="*/ 1683956 w 9854218"/>
              <a:gd name="connsiteY1606" fmla="*/ 6271278 h 10287000"/>
              <a:gd name="connsiteX1607" fmla="*/ 1683956 w 9854218"/>
              <a:gd name="connsiteY1607" fmla="*/ 6283935 h 10287000"/>
              <a:gd name="connsiteX1608" fmla="*/ 1696610 w 9854218"/>
              <a:gd name="connsiteY1608" fmla="*/ 6309240 h 10287000"/>
              <a:gd name="connsiteX1609" fmla="*/ 1695425 w 9854218"/>
              <a:gd name="connsiteY1609" fmla="*/ 6372311 h 10287000"/>
              <a:gd name="connsiteX1610" fmla="*/ 1699331 w 9854218"/>
              <a:gd name="connsiteY1610" fmla="*/ 6394962 h 10287000"/>
              <a:gd name="connsiteX1611" fmla="*/ 1701635 w 9854218"/>
              <a:gd name="connsiteY1611" fmla="*/ 6401727 h 10287000"/>
              <a:gd name="connsiteX1612" fmla="*/ 1717750 w 9854218"/>
              <a:gd name="connsiteY1612" fmla="*/ 6435048 h 10287000"/>
              <a:gd name="connsiteX1613" fmla="*/ 1716190 w 9854218"/>
              <a:gd name="connsiteY1613" fmla="*/ 6423909 h 10287000"/>
              <a:gd name="connsiteX1614" fmla="*/ 1719419 w 9854218"/>
              <a:gd name="connsiteY1614" fmla="*/ 6406416 h 10287000"/>
              <a:gd name="connsiteX1615" fmla="*/ 1727328 w 9854218"/>
              <a:gd name="connsiteY1615" fmla="*/ 6422343 h 10287000"/>
              <a:gd name="connsiteX1616" fmla="*/ 1738468 w 9854218"/>
              <a:gd name="connsiteY1616" fmla="*/ 6420779 h 10287000"/>
              <a:gd name="connsiteX1617" fmla="*/ 1736798 w 9854218"/>
              <a:gd name="connsiteY1617" fmla="*/ 6449411 h 10287000"/>
              <a:gd name="connsiteX1618" fmla="*/ 1738361 w 9854218"/>
              <a:gd name="connsiteY1618" fmla="*/ 6460550 h 10287000"/>
              <a:gd name="connsiteX1619" fmla="*/ 1735132 w 9854218"/>
              <a:gd name="connsiteY1619" fmla="*/ 6478043 h 10287000"/>
              <a:gd name="connsiteX1620" fmla="*/ 1720871 w 9854218"/>
              <a:gd name="connsiteY1620" fmla="*/ 6457328 h 10287000"/>
              <a:gd name="connsiteX1621" fmla="*/ 1709114 w 9854218"/>
              <a:gd name="connsiteY1621" fmla="*/ 6447681 h 10287000"/>
              <a:gd name="connsiteX1622" fmla="*/ 1721522 w 9854218"/>
              <a:gd name="connsiteY1622" fmla="*/ 6503195 h 10287000"/>
              <a:gd name="connsiteX1623" fmla="*/ 1734572 w 9854218"/>
              <a:gd name="connsiteY1623" fmla="*/ 6587615 h 10287000"/>
              <a:gd name="connsiteX1624" fmla="*/ 1721918 w 9854218"/>
              <a:gd name="connsiteY1624" fmla="*/ 6600269 h 10287000"/>
              <a:gd name="connsiteX1625" fmla="*/ 1734570 w 9854218"/>
              <a:gd name="connsiteY1625" fmla="*/ 6625580 h 10287000"/>
              <a:gd name="connsiteX1626" fmla="*/ 1747224 w 9854218"/>
              <a:gd name="connsiteY1626" fmla="*/ 6638229 h 10287000"/>
              <a:gd name="connsiteX1627" fmla="*/ 1734570 w 9854218"/>
              <a:gd name="connsiteY1627" fmla="*/ 6638232 h 10287000"/>
              <a:gd name="connsiteX1628" fmla="*/ 1759880 w 9854218"/>
              <a:gd name="connsiteY1628" fmla="*/ 6714153 h 10287000"/>
              <a:gd name="connsiteX1629" fmla="*/ 1759882 w 9854218"/>
              <a:gd name="connsiteY1629" fmla="*/ 6726807 h 10287000"/>
              <a:gd name="connsiteX1630" fmla="*/ 1759880 w 9854218"/>
              <a:gd name="connsiteY1630" fmla="*/ 6739458 h 10287000"/>
              <a:gd name="connsiteX1631" fmla="*/ 1772531 w 9854218"/>
              <a:gd name="connsiteY1631" fmla="*/ 6752112 h 10287000"/>
              <a:gd name="connsiteX1632" fmla="*/ 1810493 w 9854218"/>
              <a:gd name="connsiteY1632" fmla="*/ 6929262 h 10287000"/>
              <a:gd name="connsiteX1633" fmla="*/ 1797839 w 9854218"/>
              <a:gd name="connsiteY1633" fmla="*/ 6929262 h 10287000"/>
              <a:gd name="connsiteX1634" fmla="*/ 1797839 w 9854218"/>
              <a:gd name="connsiteY1634" fmla="*/ 6941918 h 10287000"/>
              <a:gd name="connsiteX1635" fmla="*/ 1810493 w 9854218"/>
              <a:gd name="connsiteY1635" fmla="*/ 6967223 h 10287000"/>
              <a:gd name="connsiteX1636" fmla="*/ 1823147 w 9854218"/>
              <a:gd name="connsiteY1636" fmla="*/ 6979875 h 10287000"/>
              <a:gd name="connsiteX1637" fmla="*/ 1835800 w 9854218"/>
              <a:gd name="connsiteY1637" fmla="*/ 6967220 h 10287000"/>
              <a:gd name="connsiteX1638" fmla="*/ 1835801 w 9854218"/>
              <a:gd name="connsiteY1638" fmla="*/ 6954573 h 10287000"/>
              <a:gd name="connsiteX1639" fmla="*/ 1823147 w 9854218"/>
              <a:gd name="connsiteY1639" fmla="*/ 6941916 h 10287000"/>
              <a:gd name="connsiteX1640" fmla="*/ 1810493 w 9854218"/>
              <a:gd name="connsiteY1640" fmla="*/ 6878645 h 10287000"/>
              <a:gd name="connsiteX1641" fmla="*/ 1835800 w 9854218"/>
              <a:gd name="connsiteY1641" fmla="*/ 6916608 h 10287000"/>
              <a:gd name="connsiteX1642" fmla="*/ 1823146 w 9854218"/>
              <a:gd name="connsiteY1642" fmla="*/ 6865997 h 10287000"/>
              <a:gd name="connsiteX1643" fmla="*/ 1810492 w 9854218"/>
              <a:gd name="connsiteY1643" fmla="*/ 6865997 h 10287000"/>
              <a:gd name="connsiteX1644" fmla="*/ 1785185 w 9854218"/>
              <a:gd name="connsiteY1644" fmla="*/ 6752111 h 10287000"/>
              <a:gd name="connsiteX1645" fmla="*/ 1797840 w 9854218"/>
              <a:gd name="connsiteY1645" fmla="*/ 6739461 h 10287000"/>
              <a:gd name="connsiteX1646" fmla="*/ 1810492 w 9854218"/>
              <a:gd name="connsiteY1646" fmla="*/ 6739458 h 10287000"/>
              <a:gd name="connsiteX1647" fmla="*/ 1810492 w 9854218"/>
              <a:gd name="connsiteY1647" fmla="*/ 6752112 h 10287000"/>
              <a:gd name="connsiteX1648" fmla="*/ 1823146 w 9854218"/>
              <a:gd name="connsiteY1648" fmla="*/ 6739461 h 10287000"/>
              <a:gd name="connsiteX1649" fmla="*/ 1848454 w 9854218"/>
              <a:gd name="connsiteY1649" fmla="*/ 6815379 h 10287000"/>
              <a:gd name="connsiteX1650" fmla="*/ 1848455 w 9854218"/>
              <a:gd name="connsiteY1650" fmla="*/ 6790076 h 10287000"/>
              <a:gd name="connsiteX1651" fmla="*/ 1848455 w 9854218"/>
              <a:gd name="connsiteY1651" fmla="*/ 6865997 h 10287000"/>
              <a:gd name="connsiteX1652" fmla="*/ 1873762 w 9854218"/>
              <a:gd name="connsiteY1652" fmla="*/ 6891303 h 10287000"/>
              <a:gd name="connsiteX1653" fmla="*/ 1861106 w 9854218"/>
              <a:gd name="connsiteY1653" fmla="*/ 6891303 h 10287000"/>
              <a:gd name="connsiteX1654" fmla="*/ 1861106 w 9854218"/>
              <a:gd name="connsiteY1654" fmla="*/ 6903956 h 10287000"/>
              <a:gd name="connsiteX1655" fmla="*/ 1861103 w 9854218"/>
              <a:gd name="connsiteY1655" fmla="*/ 6916605 h 10287000"/>
              <a:gd name="connsiteX1656" fmla="*/ 1873760 w 9854218"/>
              <a:gd name="connsiteY1656" fmla="*/ 6916608 h 10287000"/>
              <a:gd name="connsiteX1657" fmla="*/ 1899070 w 9854218"/>
              <a:gd name="connsiteY1657" fmla="*/ 6967224 h 10287000"/>
              <a:gd name="connsiteX1658" fmla="*/ 1899070 w 9854218"/>
              <a:gd name="connsiteY1658" fmla="*/ 6929262 h 10287000"/>
              <a:gd name="connsiteX1659" fmla="*/ 1911720 w 9854218"/>
              <a:gd name="connsiteY1659" fmla="*/ 6992532 h 10287000"/>
              <a:gd name="connsiteX1660" fmla="*/ 1899068 w 9854218"/>
              <a:gd name="connsiteY1660" fmla="*/ 6979878 h 10287000"/>
              <a:gd name="connsiteX1661" fmla="*/ 1886411 w 9854218"/>
              <a:gd name="connsiteY1661" fmla="*/ 6992532 h 10287000"/>
              <a:gd name="connsiteX1662" fmla="*/ 1861108 w 9854218"/>
              <a:gd name="connsiteY1662" fmla="*/ 7017836 h 10287000"/>
              <a:gd name="connsiteX1663" fmla="*/ 1861108 w 9854218"/>
              <a:gd name="connsiteY1663" fmla="*/ 7043144 h 10287000"/>
              <a:gd name="connsiteX1664" fmla="*/ 1873757 w 9854218"/>
              <a:gd name="connsiteY1664" fmla="*/ 7068452 h 10287000"/>
              <a:gd name="connsiteX1665" fmla="*/ 1886414 w 9854218"/>
              <a:gd name="connsiteY1665" fmla="*/ 7068449 h 10287000"/>
              <a:gd name="connsiteX1666" fmla="*/ 1886414 w 9854218"/>
              <a:gd name="connsiteY1666" fmla="*/ 7043144 h 10287000"/>
              <a:gd name="connsiteX1667" fmla="*/ 1911718 w 9854218"/>
              <a:gd name="connsiteY1667" fmla="*/ 7068452 h 10287000"/>
              <a:gd name="connsiteX1668" fmla="*/ 1911719 w 9854218"/>
              <a:gd name="connsiteY1668" fmla="*/ 7081104 h 10287000"/>
              <a:gd name="connsiteX1669" fmla="*/ 1911720 w 9854218"/>
              <a:gd name="connsiteY1669" fmla="*/ 7106412 h 10287000"/>
              <a:gd name="connsiteX1670" fmla="*/ 1924376 w 9854218"/>
              <a:gd name="connsiteY1670" fmla="*/ 7106412 h 10287000"/>
              <a:gd name="connsiteX1671" fmla="*/ 1937026 w 9854218"/>
              <a:gd name="connsiteY1671" fmla="*/ 7106411 h 10287000"/>
              <a:gd name="connsiteX1672" fmla="*/ 1949682 w 9854218"/>
              <a:gd name="connsiteY1672" fmla="*/ 7093755 h 10287000"/>
              <a:gd name="connsiteX1673" fmla="*/ 1911722 w 9854218"/>
              <a:gd name="connsiteY1673" fmla="*/ 7131719 h 10287000"/>
              <a:gd name="connsiteX1674" fmla="*/ 1933865 w 9854218"/>
              <a:gd name="connsiteY1674" fmla="*/ 7193405 h 10287000"/>
              <a:gd name="connsiteX1675" fmla="*/ 1935281 w 9854218"/>
              <a:gd name="connsiteY1675" fmla="*/ 7216802 h 10287000"/>
              <a:gd name="connsiteX1676" fmla="*/ 1924374 w 9854218"/>
              <a:gd name="connsiteY1676" fmla="*/ 7194987 h 10287000"/>
              <a:gd name="connsiteX1677" fmla="*/ 1911720 w 9854218"/>
              <a:gd name="connsiteY1677" fmla="*/ 7220294 h 10287000"/>
              <a:gd name="connsiteX1678" fmla="*/ 1911720 w 9854218"/>
              <a:gd name="connsiteY1678" fmla="*/ 7232945 h 10287000"/>
              <a:gd name="connsiteX1679" fmla="*/ 1886416 w 9854218"/>
              <a:gd name="connsiteY1679" fmla="*/ 7169676 h 10287000"/>
              <a:gd name="connsiteX1680" fmla="*/ 1873760 w 9854218"/>
              <a:gd name="connsiteY1680" fmla="*/ 7182333 h 10287000"/>
              <a:gd name="connsiteX1681" fmla="*/ 1873760 w 9854218"/>
              <a:gd name="connsiteY1681" fmla="*/ 7220291 h 10287000"/>
              <a:gd name="connsiteX1682" fmla="*/ 1861106 w 9854218"/>
              <a:gd name="connsiteY1682" fmla="*/ 7207640 h 10287000"/>
              <a:gd name="connsiteX1683" fmla="*/ 1861106 w 9854218"/>
              <a:gd name="connsiteY1683" fmla="*/ 7220295 h 10287000"/>
              <a:gd name="connsiteX1684" fmla="*/ 1861106 w 9854218"/>
              <a:gd name="connsiteY1684" fmla="*/ 7232945 h 10287000"/>
              <a:gd name="connsiteX1685" fmla="*/ 1873762 w 9854218"/>
              <a:gd name="connsiteY1685" fmla="*/ 7245600 h 10287000"/>
              <a:gd name="connsiteX1686" fmla="*/ 1911720 w 9854218"/>
              <a:gd name="connsiteY1686" fmla="*/ 7334175 h 10287000"/>
              <a:gd name="connsiteX1687" fmla="*/ 1937030 w 9854218"/>
              <a:gd name="connsiteY1687" fmla="*/ 7321523 h 10287000"/>
              <a:gd name="connsiteX1688" fmla="*/ 1924374 w 9854218"/>
              <a:gd name="connsiteY1688" fmla="*/ 7270908 h 10287000"/>
              <a:gd name="connsiteX1689" fmla="*/ 1937028 w 9854218"/>
              <a:gd name="connsiteY1689" fmla="*/ 7283561 h 10287000"/>
              <a:gd name="connsiteX1690" fmla="*/ 1949678 w 9854218"/>
              <a:gd name="connsiteY1690" fmla="*/ 7308869 h 10287000"/>
              <a:gd name="connsiteX1691" fmla="*/ 1949681 w 9854218"/>
              <a:gd name="connsiteY1691" fmla="*/ 7270908 h 10287000"/>
              <a:gd name="connsiteX1692" fmla="*/ 1949681 w 9854218"/>
              <a:gd name="connsiteY1692" fmla="*/ 7258254 h 10287000"/>
              <a:gd name="connsiteX1693" fmla="*/ 1974986 w 9854218"/>
              <a:gd name="connsiteY1693" fmla="*/ 7346829 h 10287000"/>
              <a:gd name="connsiteX1694" fmla="*/ 1974989 w 9854218"/>
              <a:gd name="connsiteY1694" fmla="*/ 7359480 h 10287000"/>
              <a:gd name="connsiteX1695" fmla="*/ 1987643 w 9854218"/>
              <a:gd name="connsiteY1695" fmla="*/ 7372134 h 10287000"/>
              <a:gd name="connsiteX1696" fmla="*/ 2025602 w 9854218"/>
              <a:gd name="connsiteY1696" fmla="*/ 7460709 h 10287000"/>
              <a:gd name="connsiteX1697" fmla="*/ 2012950 w 9854218"/>
              <a:gd name="connsiteY1697" fmla="*/ 7448058 h 10287000"/>
              <a:gd name="connsiteX1698" fmla="*/ 2012951 w 9854218"/>
              <a:gd name="connsiteY1698" fmla="*/ 7460709 h 10287000"/>
              <a:gd name="connsiteX1699" fmla="*/ 2012946 w 9854218"/>
              <a:gd name="connsiteY1699" fmla="*/ 7486019 h 10287000"/>
              <a:gd name="connsiteX1700" fmla="*/ 2025604 w 9854218"/>
              <a:gd name="connsiteY1700" fmla="*/ 7486019 h 10287000"/>
              <a:gd name="connsiteX1701" fmla="*/ 2076218 w 9854218"/>
              <a:gd name="connsiteY1701" fmla="*/ 7574594 h 10287000"/>
              <a:gd name="connsiteX1702" fmla="*/ 2088870 w 9854218"/>
              <a:gd name="connsiteY1702" fmla="*/ 7625205 h 10287000"/>
              <a:gd name="connsiteX1703" fmla="*/ 2114180 w 9854218"/>
              <a:gd name="connsiteY1703" fmla="*/ 7688474 h 10287000"/>
              <a:gd name="connsiteX1704" fmla="*/ 2114180 w 9854218"/>
              <a:gd name="connsiteY1704" fmla="*/ 7701126 h 10287000"/>
              <a:gd name="connsiteX1705" fmla="*/ 2126834 w 9854218"/>
              <a:gd name="connsiteY1705" fmla="*/ 7713780 h 10287000"/>
              <a:gd name="connsiteX1706" fmla="*/ 2190100 w 9854218"/>
              <a:gd name="connsiteY1706" fmla="*/ 7852970 h 10287000"/>
              <a:gd name="connsiteX1707" fmla="*/ 2228060 w 9854218"/>
              <a:gd name="connsiteY1707" fmla="*/ 7928891 h 10287000"/>
              <a:gd name="connsiteX1708" fmla="*/ 2228060 w 9854218"/>
              <a:gd name="connsiteY1708" fmla="*/ 7954194 h 10287000"/>
              <a:gd name="connsiteX1709" fmla="*/ 2215406 w 9854218"/>
              <a:gd name="connsiteY1709" fmla="*/ 7941545 h 10287000"/>
              <a:gd name="connsiteX1710" fmla="*/ 2202750 w 9854218"/>
              <a:gd name="connsiteY1710" fmla="*/ 7928891 h 10287000"/>
              <a:gd name="connsiteX1711" fmla="*/ 2215406 w 9854218"/>
              <a:gd name="connsiteY1711" fmla="*/ 7954197 h 10287000"/>
              <a:gd name="connsiteX1712" fmla="*/ 2215406 w 9854218"/>
              <a:gd name="connsiteY1712" fmla="*/ 7992155 h 10287000"/>
              <a:gd name="connsiteX1713" fmla="*/ 2228060 w 9854218"/>
              <a:gd name="connsiteY1713" fmla="*/ 8004812 h 10287000"/>
              <a:gd name="connsiteX1714" fmla="*/ 2228060 w 9854218"/>
              <a:gd name="connsiteY1714" fmla="*/ 8030117 h 10287000"/>
              <a:gd name="connsiteX1715" fmla="*/ 2240711 w 9854218"/>
              <a:gd name="connsiteY1715" fmla="*/ 8030117 h 10287000"/>
              <a:gd name="connsiteX1716" fmla="*/ 2240714 w 9854218"/>
              <a:gd name="connsiteY1716" fmla="*/ 8017464 h 10287000"/>
              <a:gd name="connsiteX1717" fmla="*/ 2253366 w 9854218"/>
              <a:gd name="connsiteY1717" fmla="*/ 8042772 h 10287000"/>
              <a:gd name="connsiteX1718" fmla="*/ 2240714 w 9854218"/>
              <a:gd name="connsiteY1718" fmla="*/ 8042772 h 10287000"/>
              <a:gd name="connsiteX1719" fmla="*/ 2240714 w 9854218"/>
              <a:gd name="connsiteY1719" fmla="*/ 8055425 h 10287000"/>
              <a:gd name="connsiteX1720" fmla="*/ 2253370 w 9854218"/>
              <a:gd name="connsiteY1720" fmla="*/ 8068077 h 10287000"/>
              <a:gd name="connsiteX1721" fmla="*/ 2354597 w 9854218"/>
              <a:gd name="connsiteY1721" fmla="*/ 8232576 h 10287000"/>
              <a:gd name="connsiteX1722" fmla="*/ 2341944 w 9854218"/>
              <a:gd name="connsiteY1722" fmla="*/ 8283185 h 10287000"/>
              <a:gd name="connsiteX1723" fmla="*/ 2341943 w 9854218"/>
              <a:gd name="connsiteY1723" fmla="*/ 8245227 h 10287000"/>
              <a:gd name="connsiteX1724" fmla="*/ 2417861 w 9854218"/>
              <a:gd name="connsiteY1724" fmla="*/ 8397070 h 10287000"/>
              <a:gd name="connsiteX1725" fmla="*/ 2430518 w 9854218"/>
              <a:gd name="connsiteY1725" fmla="*/ 8397069 h 10287000"/>
              <a:gd name="connsiteX1726" fmla="*/ 2544400 w 9854218"/>
              <a:gd name="connsiteY1726" fmla="*/ 8624834 h 10287000"/>
              <a:gd name="connsiteX1727" fmla="*/ 2696243 w 9854218"/>
              <a:gd name="connsiteY1727" fmla="*/ 8903206 h 10287000"/>
              <a:gd name="connsiteX1728" fmla="*/ 2679262 w 9854218"/>
              <a:gd name="connsiteY1728" fmla="*/ 8912472 h 10287000"/>
              <a:gd name="connsiteX1729" fmla="*/ 2670938 w 9854218"/>
              <a:gd name="connsiteY1729" fmla="*/ 8903210 h 10287000"/>
              <a:gd name="connsiteX1730" fmla="*/ 2678846 w 9854218"/>
              <a:gd name="connsiteY1730" fmla="*/ 8912698 h 10287000"/>
              <a:gd name="connsiteX1731" fmla="*/ 2679262 w 9854218"/>
              <a:gd name="connsiteY1731" fmla="*/ 8912472 h 10287000"/>
              <a:gd name="connsiteX1732" fmla="*/ 2699010 w 9854218"/>
              <a:gd name="connsiteY1732" fmla="*/ 8934448 h 10287000"/>
              <a:gd name="connsiteX1733" fmla="*/ 2759512 w 9854218"/>
              <a:gd name="connsiteY1733" fmla="*/ 9080360 h 10287000"/>
              <a:gd name="connsiteX1734" fmla="*/ 2784818 w 9854218"/>
              <a:gd name="connsiteY1734" fmla="*/ 9105666 h 10287000"/>
              <a:gd name="connsiteX1735" fmla="*/ 2797472 w 9854218"/>
              <a:gd name="connsiteY1735" fmla="*/ 9105666 h 10287000"/>
              <a:gd name="connsiteX1736" fmla="*/ 2797474 w 9854218"/>
              <a:gd name="connsiteY1736" fmla="*/ 9130974 h 10287000"/>
              <a:gd name="connsiteX1737" fmla="*/ 2822778 w 9854218"/>
              <a:gd name="connsiteY1737" fmla="*/ 9156278 h 10287000"/>
              <a:gd name="connsiteX1738" fmla="*/ 2810126 w 9854218"/>
              <a:gd name="connsiteY1738" fmla="*/ 9156279 h 10287000"/>
              <a:gd name="connsiteX1739" fmla="*/ 2911354 w 9854218"/>
              <a:gd name="connsiteY1739" fmla="*/ 9308124 h 10287000"/>
              <a:gd name="connsiteX1740" fmla="*/ 2949317 w 9854218"/>
              <a:gd name="connsiteY1740" fmla="*/ 9396696 h 10287000"/>
              <a:gd name="connsiteX1741" fmla="*/ 2974622 w 9854218"/>
              <a:gd name="connsiteY1741" fmla="*/ 9396696 h 10287000"/>
              <a:gd name="connsiteX1742" fmla="*/ 2974622 w 9854218"/>
              <a:gd name="connsiteY1742" fmla="*/ 9422004 h 10287000"/>
              <a:gd name="connsiteX1743" fmla="*/ 2999928 w 9854218"/>
              <a:gd name="connsiteY1743" fmla="*/ 9459962 h 10287000"/>
              <a:gd name="connsiteX1744" fmla="*/ 3012582 w 9854218"/>
              <a:gd name="connsiteY1744" fmla="*/ 9472618 h 10287000"/>
              <a:gd name="connsiteX1745" fmla="*/ 3012584 w 9854218"/>
              <a:gd name="connsiteY1745" fmla="*/ 9485268 h 10287000"/>
              <a:gd name="connsiteX1746" fmla="*/ 3025238 w 9854218"/>
              <a:gd name="connsiteY1746" fmla="*/ 9497925 h 10287000"/>
              <a:gd name="connsiteX1747" fmla="*/ 3025235 w 9854218"/>
              <a:gd name="connsiteY1747" fmla="*/ 9485271 h 10287000"/>
              <a:gd name="connsiteX1748" fmla="*/ 3037894 w 9854218"/>
              <a:gd name="connsiteY1748" fmla="*/ 9485271 h 10287000"/>
              <a:gd name="connsiteX1749" fmla="*/ 3063194 w 9854218"/>
              <a:gd name="connsiteY1749" fmla="*/ 9535886 h 10287000"/>
              <a:gd name="connsiteX1750" fmla="*/ 3063197 w 9854218"/>
              <a:gd name="connsiteY1750" fmla="*/ 9510576 h 10287000"/>
              <a:gd name="connsiteX1751" fmla="*/ 3037892 w 9854218"/>
              <a:gd name="connsiteY1751" fmla="*/ 9472620 h 10287000"/>
              <a:gd name="connsiteX1752" fmla="*/ 3025238 w 9854218"/>
              <a:gd name="connsiteY1752" fmla="*/ 9459964 h 10287000"/>
              <a:gd name="connsiteX1753" fmla="*/ 3025236 w 9854218"/>
              <a:gd name="connsiteY1753" fmla="*/ 9447310 h 10287000"/>
              <a:gd name="connsiteX1754" fmla="*/ 3012584 w 9854218"/>
              <a:gd name="connsiteY1754" fmla="*/ 9447308 h 10287000"/>
              <a:gd name="connsiteX1755" fmla="*/ 3012582 w 9854218"/>
              <a:gd name="connsiteY1755" fmla="*/ 9434656 h 10287000"/>
              <a:gd name="connsiteX1756" fmla="*/ 2873393 w 9854218"/>
              <a:gd name="connsiteY1756" fmla="*/ 9219549 h 10287000"/>
              <a:gd name="connsiteX1757" fmla="*/ 2746858 w 9854218"/>
              <a:gd name="connsiteY1757" fmla="*/ 8991784 h 10287000"/>
              <a:gd name="connsiteX1758" fmla="*/ 2759512 w 9854218"/>
              <a:gd name="connsiteY1758" fmla="*/ 8991784 h 10287000"/>
              <a:gd name="connsiteX1759" fmla="*/ 2772164 w 9854218"/>
              <a:gd name="connsiteY1759" fmla="*/ 9004438 h 10287000"/>
              <a:gd name="connsiteX1760" fmla="*/ 2772166 w 9854218"/>
              <a:gd name="connsiteY1760" fmla="*/ 8991782 h 10287000"/>
              <a:gd name="connsiteX1761" fmla="*/ 2734200 w 9854218"/>
              <a:gd name="connsiteY1761" fmla="*/ 8915860 h 10287000"/>
              <a:gd name="connsiteX1762" fmla="*/ 2734204 w 9854218"/>
              <a:gd name="connsiteY1762" fmla="*/ 8903210 h 10287000"/>
              <a:gd name="connsiteX1763" fmla="*/ 2721550 w 9854218"/>
              <a:gd name="connsiteY1763" fmla="*/ 8890558 h 10287000"/>
              <a:gd name="connsiteX1764" fmla="*/ 2721552 w 9854218"/>
              <a:gd name="connsiteY1764" fmla="*/ 8877904 h 10287000"/>
              <a:gd name="connsiteX1765" fmla="*/ 2746858 w 9854218"/>
              <a:gd name="connsiteY1765" fmla="*/ 8890558 h 10287000"/>
              <a:gd name="connsiteX1766" fmla="*/ 2746858 w 9854218"/>
              <a:gd name="connsiteY1766" fmla="*/ 8865246 h 10287000"/>
              <a:gd name="connsiteX1767" fmla="*/ 2759512 w 9854218"/>
              <a:gd name="connsiteY1767" fmla="*/ 8890556 h 10287000"/>
              <a:gd name="connsiteX1768" fmla="*/ 2708897 w 9854218"/>
              <a:gd name="connsiteY1768" fmla="*/ 8776674 h 10287000"/>
              <a:gd name="connsiteX1769" fmla="*/ 2708898 w 9854218"/>
              <a:gd name="connsiteY1769" fmla="*/ 8772040 h 10287000"/>
              <a:gd name="connsiteX1770" fmla="*/ 2698295 w 9854218"/>
              <a:gd name="connsiteY1770" fmla="*/ 8751880 h 10287000"/>
              <a:gd name="connsiteX1771" fmla="*/ 2696243 w 9854218"/>
              <a:gd name="connsiteY1771" fmla="*/ 8751368 h 10287000"/>
              <a:gd name="connsiteX1772" fmla="*/ 2695566 w 9854218"/>
              <a:gd name="connsiteY1772" fmla="*/ 8746690 h 10287000"/>
              <a:gd name="connsiteX1773" fmla="*/ 2671432 w 9854218"/>
              <a:gd name="connsiteY1773" fmla="*/ 8700795 h 10287000"/>
              <a:gd name="connsiteX1774" fmla="*/ 2670936 w 9854218"/>
              <a:gd name="connsiteY1774" fmla="*/ 8700753 h 10287000"/>
              <a:gd name="connsiteX1775" fmla="*/ 2663276 w 9854218"/>
              <a:gd name="connsiteY1775" fmla="*/ 8686708 h 10287000"/>
              <a:gd name="connsiteX1776" fmla="*/ 2658886 w 9854218"/>
              <a:gd name="connsiteY1776" fmla="*/ 8696884 h 10287000"/>
              <a:gd name="connsiteX1777" fmla="*/ 2654159 w 9854218"/>
              <a:gd name="connsiteY1777" fmla="*/ 8707842 h 10287000"/>
              <a:gd name="connsiteX1778" fmla="*/ 2584451 w 9854218"/>
              <a:gd name="connsiteY1778" fmla="*/ 8608449 h 10287000"/>
              <a:gd name="connsiteX1779" fmla="*/ 2524196 w 9854218"/>
              <a:gd name="connsiteY1779" fmla="*/ 8487142 h 10287000"/>
              <a:gd name="connsiteX1780" fmla="*/ 2494148 w 9854218"/>
              <a:gd name="connsiteY1780" fmla="*/ 8396198 h 10287000"/>
              <a:gd name="connsiteX1781" fmla="*/ 2476394 w 9854218"/>
              <a:gd name="connsiteY1781" fmla="*/ 8397201 h 10287000"/>
              <a:gd name="connsiteX1782" fmla="*/ 2395548 w 9854218"/>
              <a:gd name="connsiteY1782" fmla="*/ 8163036 h 10287000"/>
              <a:gd name="connsiteX1783" fmla="*/ 2308400 w 9854218"/>
              <a:gd name="connsiteY1783" fmla="*/ 7943480 h 10287000"/>
              <a:gd name="connsiteX1784" fmla="*/ 2301098 w 9854218"/>
              <a:gd name="connsiteY1784" fmla="*/ 7940328 h 10287000"/>
              <a:gd name="connsiteX1785" fmla="*/ 2304250 w 9854218"/>
              <a:gd name="connsiteY1785" fmla="*/ 7933025 h 10287000"/>
              <a:gd name="connsiteX1786" fmla="*/ 2295948 w 9854218"/>
              <a:gd name="connsiteY1786" fmla="*/ 7912115 h 10287000"/>
              <a:gd name="connsiteX1787" fmla="*/ 2303249 w 9854218"/>
              <a:gd name="connsiteY1787" fmla="*/ 7915265 h 10287000"/>
              <a:gd name="connsiteX1788" fmla="*/ 2305222 w 9854218"/>
              <a:gd name="connsiteY1788" fmla="*/ 7916473 h 10287000"/>
              <a:gd name="connsiteX1789" fmla="*/ 2307401 w 9854218"/>
              <a:gd name="connsiteY1789" fmla="*/ 7925720 h 10287000"/>
              <a:gd name="connsiteX1790" fmla="*/ 2309245 w 9854218"/>
              <a:gd name="connsiteY1790" fmla="*/ 7918935 h 10287000"/>
              <a:gd name="connsiteX1791" fmla="*/ 2305222 w 9854218"/>
              <a:gd name="connsiteY1791" fmla="*/ 7916473 h 10287000"/>
              <a:gd name="connsiteX1792" fmla="*/ 2297459 w 9854218"/>
              <a:gd name="connsiteY1792" fmla="*/ 7883523 h 10287000"/>
              <a:gd name="connsiteX1793" fmla="*/ 2296104 w 9854218"/>
              <a:gd name="connsiteY1793" fmla="*/ 7851531 h 10287000"/>
              <a:gd name="connsiteX1794" fmla="*/ 2410464 w 9854218"/>
              <a:gd name="connsiteY1794" fmla="*/ 8048171 h 10287000"/>
              <a:gd name="connsiteX1795" fmla="*/ 2381258 w 9854218"/>
              <a:gd name="connsiteY1795" fmla="*/ 8035568 h 10287000"/>
              <a:gd name="connsiteX1796" fmla="*/ 2510906 w 9854218"/>
              <a:gd name="connsiteY1796" fmla="*/ 8377434 h 10287000"/>
              <a:gd name="connsiteX1797" fmla="*/ 2535962 w 9854218"/>
              <a:gd name="connsiteY1797" fmla="*/ 8379581 h 10287000"/>
              <a:gd name="connsiteX1798" fmla="*/ 2588914 w 9854218"/>
              <a:gd name="connsiteY1798" fmla="*/ 8497738 h 10287000"/>
              <a:gd name="connsiteX1799" fmla="*/ 2659620 w 9854218"/>
              <a:gd name="connsiteY1799" fmla="*/ 8614888 h 10287000"/>
              <a:gd name="connsiteX1800" fmla="*/ 2664623 w 9854218"/>
              <a:gd name="connsiteY1800" fmla="*/ 8648457 h 10287000"/>
              <a:gd name="connsiteX1801" fmla="*/ 2666112 w 9854218"/>
              <a:gd name="connsiteY1801" fmla="*/ 8659284 h 10287000"/>
              <a:gd name="connsiteX1802" fmla="*/ 2670938 w 9854218"/>
              <a:gd name="connsiteY1802" fmla="*/ 8662794 h 10287000"/>
              <a:gd name="connsiteX1803" fmla="*/ 2702213 w 9854218"/>
              <a:gd name="connsiteY1803" fmla="*/ 8709080 h 10287000"/>
              <a:gd name="connsiteX1804" fmla="*/ 2702321 w 9854218"/>
              <a:gd name="connsiteY1804" fmla="*/ 8709128 h 10287000"/>
              <a:gd name="connsiteX1805" fmla="*/ 2727173 w 9854218"/>
              <a:gd name="connsiteY1805" fmla="*/ 8739346 h 10287000"/>
              <a:gd name="connsiteX1806" fmla="*/ 2731750 w 9854218"/>
              <a:gd name="connsiteY1806" fmla="*/ 8752797 h 10287000"/>
              <a:gd name="connsiteX1807" fmla="*/ 2829106 w 9854218"/>
              <a:gd name="connsiteY1807" fmla="*/ 8896884 h 10287000"/>
              <a:gd name="connsiteX1808" fmla="*/ 2987276 w 9854218"/>
              <a:gd name="connsiteY1808" fmla="*/ 9093014 h 10287000"/>
              <a:gd name="connsiteX1809" fmla="*/ 2999928 w 9854218"/>
              <a:gd name="connsiteY1809" fmla="*/ 9105663 h 10287000"/>
              <a:gd name="connsiteX1810" fmla="*/ 3037892 w 9854218"/>
              <a:gd name="connsiteY1810" fmla="*/ 9156280 h 10287000"/>
              <a:gd name="connsiteX1811" fmla="*/ 3430151 w 9854218"/>
              <a:gd name="connsiteY1811" fmla="*/ 9561192 h 10287000"/>
              <a:gd name="connsiteX1812" fmla="*/ 3379538 w 9854218"/>
              <a:gd name="connsiteY1812" fmla="*/ 9497925 h 10287000"/>
              <a:gd name="connsiteX1813" fmla="*/ 3392189 w 9854218"/>
              <a:gd name="connsiteY1813" fmla="*/ 9497925 h 10287000"/>
              <a:gd name="connsiteX1814" fmla="*/ 3417497 w 9854218"/>
              <a:gd name="connsiteY1814" fmla="*/ 9510579 h 10287000"/>
              <a:gd name="connsiteX1815" fmla="*/ 3404846 w 9854218"/>
              <a:gd name="connsiteY1815" fmla="*/ 9485271 h 10287000"/>
              <a:gd name="connsiteX1816" fmla="*/ 3392190 w 9854218"/>
              <a:gd name="connsiteY1816" fmla="*/ 9472617 h 10287000"/>
              <a:gd name="connsiteX1817" fmla="*/ 3430151 w 9854218"/>
              <a:gd name="connsiteY1817" fmla="*/ 9485271 h 10287000"/>
              <a:gd name="connsiteX1818" fmla="*/ 3430150 w 9854218"/>
              <a:gd name="connsiteY1818" fmla="*/ 9497925 h 10287000"/>
              <a:gd name="connsiteX1819" fmla="*/ 3430152 w 9854218"/>
              <a:gd name="connsiteY1819" fmla="*/ 9510579 h 10287000"/>
              <a:gd name="connsiteX1820" fmla="*/ 3442805 w 9854218"/>
              <a:gd name="connsiteY1820" fmla="*/ 9510579 h 10287000"/>
              <a:gd name="connsiteX1821" fmla="*/ 3487091 w 9854218"/>
              <a:gd name="connsiteY1821" fmla="*/ 9562774 h 10287000"/>
              <a:gd name="connsiteX1822" fmla="*/ 3531150 w 9854218"/>
              <a:gd name="connsiteY1822" fmla="*/ 9586378 h 10287000"/>
              <a:gd name="connsiteX1823" fmla="*/ 3531419 w 9854218"/>
              <a:gd name="connsiteY1823" fmla="*/ 9586632 h 10287000"/>
              <a:gd name="connsiteX1824" fmla="*/ 3542453 w 9854218"/>
              <a:gd name="connsiteY1824" fmla="*/ 9624460 h 10287000"/>
              <a:gd name="connsiteX1825" fmla="*/ 3568812 w 9854218"/>
              <a:gd name="connsiteY1825" fmla="*/ 9649767 h 10287000"/>
              <a:gd name="connsiteX1826" fmla="*/ 3544032 w 9854218"/>
              <a:gd name="connsiteY1826" fmla="*/ 9649767 h 10287000"/>
              <a:gd name="connsiteX1827" fmla="*/ 3556686 w 9854218"/>
              <a:gd name="connsiteY1827" fmla="*/ 9675075 h 10287000"/>
              <a:gd name="connsiteX1828" fmla="*/ 3569339 w 9854218"/>
              <a:gd name="connsiteY1828" fmla="*/ 9687726 h 10287000"/>
              <a:gd name="connsiteX1829" fmla="*/ 3657916 w 9854218"/>
              <a:gd name="connsiteY1829" fmla="*/ 9788956 h 10287000"/>
              <a:gd name="connsiteX1830" fmla="*/ 3657914 w 9854218"/>
              <a:gd name="connsiteY1830" fmla="*/ 9801610 h 10287000"/>
              <a:gd name="connsiteX1831" fmla="*/ 3670571 w 9854218"/>
              <a:gd name="connsiteY1831" fmla="*/ 9814262 h 10287000"/>
              <a:gd name="connsiteX1832" fmla="*/ 3683225 w 9854218"/>
              <a:gd name="connsiteY1832" fmla="*/ 9814262 h 10287000"/>
              <a:gd name="connsiteX1833" fmla="*/ 3708532 w 9854218"/>
              <a:gd name="connsiteY1833" fmla="*/ 9826916 h 10287000"/>
              <a:gd name="connsiteX1834" fmla="*/ 3948950 w 9854218"/>
              <a:gd name="connsiteY1834" fmla="*/ 10042026 h 10287000"/>
              <a:gd name="connsiteX1835" fmla="*/ 3961601 w 9854218"/>
              <a:gd name="connsiteY1835" fmla="*/ 10042026 h 10287000"/>
              <a:gd name="connsiteX1836" fmla="*/ 3961601 w 9854218"/>
              <a:gd name="connsiteY1836" fmla="*/ 10054677 h 10287000"/>
              <a:gd name="connsiteX1837" fmla="*/ 3974255 w 9854218"/>
              <a:gd name="connsiteY1837" fmla="*/ 10067332 h 10287000"/>
              <a:gd name="connsiteX1838" fmla="*/ 3986910 w 9854218"/>
              <a:gd name="connsiteY1838" fmla="*/ 10067332 h 10287000"/>
              <a:gd name="connsiteX1839" fmla="*/ 4050180 w 9854218"/>
              <a:gd name="connsiteY1839" fmla="*/ 10117947 h 10287000"/>
              <a:gd name="connsiteX1840" fmla="*/ 4202020 w 9854218"/>
              <a:gd name="connsiteY1840" fmla="*/ 10231826 h 10287000"/>
              <a:gd name="connsiteX1841" fmla="*/ 4252636 w 9854218"/>
              <a:gd name="connsiteY1841" fmla="*/ 10269788 h 10287000"/>
              <a:gd name="connsiteX1842" fmla="*/ 4273434 w 9854218"/>
              <a:gd name="connsiteY1842" fmla="*/ 10287000 h 10287000"/>
              <a:gd name="connsiteX1843" fmla="*/ 4192550 w 9854218"/>
              <a:gd name="connsiteY1843" fmla="*/ 10287000 h 10287000"/>
              <a:gd name="connsiteX1844" fmla="*/ 4138751 w 9854218"/>
              <a:gd name="connsiteY1844" fmla="*/ 10244482 h 10287000"/>
              <a:gd name="connsiteX1845" fmla="*/ 3822414 w 9854218"/>
              <a:gd name="connsiteY1845" fmla="*/ 9991412 h 10287000"/>
              <a:gd name="connsiteX1846" fmla="*/ 3784452 w 9854218"/>
              <a:gd name="connsiteY1846" fmla="*/ 9978758 h 10287000"/>
              <a:gd name="connsiteX1847" fmla="*/ 3645262 w 9854218"/>
              <a:gd name="connsiteY1847" fmla="*/ 9864876 h 10287000"/>
              <a:gd name="connsiteX1848" fmla="*/ 4100792 w 9854218"/>
              <a:gd name="connsiteY1848" fmla="*/ 10257134 h 10287000"/>
              <a:gd name="connsiteX1849" fmla="*/ 4139230 w 9854218"/>
              <a:gd name="connsiteY1849" fmla="*/ 10287000 h 10287000"/>
              <a:gd name="connsiteX1850" fmla="*/ 4042092 w 9854218"/>
              <a:gd name="connsiteY1850" fmla="*/ 10287000 h 10287000"/>
              <a:gd name="connsiteX1851" fmla="*/ 3979991 w 9854218"/>
              <a:gd name="connsiteY1851" fmla="*/ 10235188 h 10287000"/>
              <a:gd name="connsiteX1852" fmla="*/ 3885682 w 9854218"/>
              <a:gd name="connsiteY1852" fmla="*/ 10143254 h 10287000"/>
              <a:gd name="connsiteX1853" fmla="*/ 3771802 w 9854218"/>
              <a:gd name="connsiteY1853" fmla="*/ 10029369 h 10287000"/>
              <a:gd name="connsiteX1854" fmla="*/ 3657916 w 9854218"/>
              <a:gd name="connsiteY1854" fmla="*/ 9902836 h 10287000"/>
              <a:gd name="connsiteX1855" fmla="*/ 3594650 w 9854218"/>
              <a:gd name="connsiteY1855" fmla="*/ 9852222 h 10287000"/>
              <a:gd name="connsiteX1856" fmla="*/ 3569340 w 9854218"/>
              <a:gd name="connsiteY1856" fmla="*/ 9814263 h 10287000"/>
              <a:gd name="connsiteX1857" fmla="*/ 3493422 w 9854218"/>
              <a:gd name="connsiteY1857" fmla="*/ 9738340 h 10287000"/>
              <a:gd name="connsiteX1858" fmla="*/ 3303617 w 9854218"/>
              <a:gd name="connsiteY1858" fmla="*/ 9535884 h 10287000"/>
              <a:gd name="connsiteX1859" fmla="*/ 3278308 w 9854218"/>
              <a:gd name="connsiteY1859" fmla="*/ 9535886 h 10287000"/>
              <a:gd name="connsiteX1860" fmla="*/ 3101159 w 9854218"/>
              <a:gd name="connsiteY1860" fmla="*/ 9282814 h 10287000"/>
              <a:gd name="connsiteX1861" fmla="*/ 2924009 w 9854218"/>
              <a:gd name="connsiteY1861" fmla="*/ 9055050 h 10287000"/>
              <a:gd name="connsiteX1862" fmla="*/ 2949317 w 9854218"/>
              <a:gd name="connsiteY1862" fmla="*/ 9093010 h 10287000"/>
              <a:gd name="connsiteX1863" fmla="*/ 2916180 w 9854218"/>
              <a:gd name="connsiteY1863" fmla="*/ 9059880 h 10287000"/>
              <a:gd name="connsiteX1864" fmla="*/ 2916390 w 9854218"/>
              <a:gd name="connsiteY1864" fmla="*/ 9063592 h 10287000"/>
              <a:gd name="connsiteX1865" fmla="*/ 2897638 w 9854218"/>
              <a:gd name="connsiteY1865" fmla="*/ 9046838 h 10287000"/>
              <a:gd name="connsiteX1866" fmla="*/ 2868431 w 9854218"/>
              <a:gd name="connsiteY1866" fmla="*/ 9034234 h 10287000"/>
              <a:gd name="connsiteX1867" fmla="*/ 2866349 w 9854218"/>
              <a:gd name="connsiteY1867" fmla="*/ 9036910 h 10287000"/>
              <a:gd name="connsiteX1868" fmla="*/ 2886048 w 9854218"/>
              <a:gd name="connsiteY1868" fmla="*/ 9074034 h 10287000"/>
              <a:gd name="connsiteX1869" fmla="*/ 2936662 w 9854218"/>
              <a:gd name="connsiteY1869" fmla="*/ 9156279 h 10287000"/>
              <a:gd name="connsiteX1870" fmla="*/ 2924008 w 9854218"/>
              <a:gd name="connsiteY1870" fmla="*/ 9156278 h 10287000"/>
              <a:gd name="connsiteX1871" fmla="*/ 2924009 w 9854218"/>
              <a:gd name="connsiteY1871" fmla="*/ 9168934 h 10287000"/>
              <a:gd name="connsiteX1872" fmla="*/ 2949317 w 9854218"/>
              <a:gd name="connsiteY1872" fmla="*/ 9194240 h 10287000"/>
              <a:gd name="connsiteX1873" fmla="*/ 2974624 w 9854218"/>
              <a:gd name="connsiteY1873" fmla="*/ 9257506 h 10287000"/>
              <a:gd name="connsiteX1874" fmla="*/ 2987276 w 9854218"/>
              <a:gd name="connsiteY1874" fmla="*/ 9257510 h 10287000"/>
              <a:gd name="connsiteX1875" fmla="*/ 3012584 w 9854218"/>
              <a:gd name="connsiteY1875" fmla="*/ 9270158 h 10287000"/>
              <a:gd name="connsiteX1876" fmla="*/ 3019736 w 9854218"/>
              <a:gd name="connsiteY1876" fmla="*/ 9268968 h 10287000"/>
              <a:gd name="connsiteX1877" fmla="*/ 3063198 w 9854218"/>
              <a:gd name="connsiteY1877" fmla="*/ 9338571 h 10287000"/>
              <a:gd name="connsiteX1878" fmla="*/ 3177082 w 9854218"/>
              <a:gd name="connsiteY1878" fmla="*/ 9548540 h 10287000"/>
              <a:gd name="connsiteX1879" fmla="*/ 3328922 w 9854218"/>
              <a:gd name="connsiteY1879" fmla="*/ 9826916 h 10287000"/>
              <a:gd name="connsiteX1880" fmla="*/ 3354232 w 9854218"/>
              <a:gd name="connsiteY1880" fmla="*/ 9788956 h 10287000"/>
              <a:gd name="connsiteX1881" fmla="*/ 3619955 w 9854218"/>
              <a:gd name="connsiteY1881" fmla="*/ 10181214 h 10287000"/>
              <a:gd name="connsiteX1882" fmla="*/ 3700596 w 9854218"/>
              <a:gd name="connsiteY1882" fmla="*/ 10287000 h 10287000"/>
              <a:gd name="connsiteX1883" fmla="*/ 3149945 w 9854218"/>
              <a:gd name="connsiteY1883" fmla="*/ 10287000 h 10287000"/>
              <a:gd name="connsiteX1884" fmla="*/ 2970956 w 9854218"/>
              <a:gd name="connsiteY1884" fmla="*/ 10113828 h 10287000"/>
              <a:gd name="connsiteX1885" fmla="*/ 1838543 w 9854218"/>
              <a:gd name="connsiteY1885" fmla="*/ 8560522 h 10287000"/>
              <a:gd name="connsiteX1886" fmla="*/ 1724466 w 9854218"/>
              <a:gd name="connsiteY1886" fmla="*/ 8334921 h 10287000"/>
              <a:gd name="connsiteX1887" fmla="*/ 1746474 w 9854218"/>
              <a:gd name="connsiteY1887" fmla="*/ 8411187 h 10287000"/>
              <a:gd name="connsiteX1888" fmla="*/ 1814813 w 9854218"/>
              <a:gd name="connsiteY1888" fmla="*/ 8585349 h 10287000"/>
              <a:gd name="connsiteX1889" fmla="*/ 1839782 w 9854218"/>
              <a:gd name="connsiteY1889" fmla="*/ 8588348 h 10287000"/>
              <a:gd name="connsiteX1890" fmla="*/ 1888685 w 9854218"/>
              <a:gd name="connsiteY1890" fmla="*/ 8708235 h 10287000"/>
              <a:gd name="connsiteX1891" fmla="*/ 1955369 w 9854218"/>
              <a:gd name="connsiteY1891" fmla="*/ 8827724 h 10287000"/>
              <a:gd name="connsiteX1892" fmla="*/ 1971324 w 9854218"/>
              <a:gd name="connsiteY1892" fmla="*/ 8905650 h 10287000"/>
              <a:gd name="connsiteX1893" fmla="*/ 2018652 w 9854218"/>
              <a:gd name="connsiteY1893" fmla="*/ 8954406 h 10287000"/>
              <a:gd name="connsiteX1894" fmla="*/ 2111486 w 9854218"/>
              <a:gd name="connsiteY1894" fmla="*/ 9130240 h 10287000"/>
              <a:gd name="connsiteX1895" fmla="*/ 2170978 w 9854218"/>
              <a:gd name="connsiteY1895" fmla="*/ 9246333 h 10287000"/>
              <a:gd name="connsiteX1896" fmla="*/ 2167184 w 9854218"/>
              <a:gd name="connsiteY1896" fmla="*/ 9235743 h 10287000"/>
              <a:gd name="connsiteX1897" fmla="*/ 2166791 w 9854218"/>
              <a:gd name="connsiteY1897" fmla="*/ 9217959 h 10287000"/>
              <a:gd name="connsiteX1898" fmla="*/ 2177772 w 9854218"/>
              <a:gd name="connsiteY1898" fmla="*/ 9231946 h 10287000"/>
              <a:gd name="connsiteX1899" fmla="*/ 2188362 w 9854218"/>
              <a:gd name="connsiteY1899" fmla="*/ 9228152 h 10287000"/>
              <a:gd name="connsiteX1900" fmla="*/ 2192548 w 9854218"/>
              <a:gd name="connsiteY1900" fmla="*/ 9256526 h 10287000"/>
              <a:gd name="connsiteX1901" fmla="*/ 2196340 w 9854218"/>
              <a:gd name="connsiteY1901" fmla="*/ 9267114 h 10287000"/>
              <a:gd name="connsiteX1902" fmla="*/ 2196734 w 9854218"/>
              <a:gd name="connsiteY1902" fmla="*/ 9284898 h 10287000"/>
              <a:gd name="connsiteX1903" fmla="*/ 2178560 w 9854218"/>
              <a:gd name="connsiteY1903" fmla="*/ 9267513 h 10287000"/>
              <a:gd name="connsiteX1904" fmla="*/ 2153986 w 9854218"/>
              <a:gd name="connsiteY1904" fmla="*/ 9282300 h 10287000"/>
              <a:gd name="connsiteX1905" fmla="*/ 2046378 w 9854218"/>
              <a:gd name="connsiteY1905" fmla="*/ 9081886 h 10287000"/>
              <a:gd name="connsiteX1906" fmla="*/ 1956944 w 9854218"/>
              <a:gd name="connsiteY1906" fmla="*/ 8898856 h 10287000"/>
              <a:gd name="connsiteX1907" fmla="*/ 1946748 w 9854218"/>
              <a:gd name="connsiteY1907" fmla="*/ 8920437 h 10287000"/>
              <a:gd name="connsiteX1908" fmla="*/ 1880460 w 9854218"/>
              <a:gd name="connsiteY1908" fmla="*/ 8818731 h 10287000"/>
              <a:gd name="connsiteX1909" fmla="*/ 1824366 w 9854218"/>
              <a:gd name="connsiteY1909" fmla="*/ 8695446 h 10287000"/>
              <a:gd name="connsiteX1910" fmla="*/ 1797428 w 9854218"/>
              <a:gd name="connsiteY1910" fmla="*/ 8603534 h 10287000"/>
              <a:gd name="connsiteX1911" fmla="*/ 1779650 w 9854218"/>
              <a:gd name="connsiteY1911" fmla="*/ 8603931 h 10287000"/>
              <a:gd name="connsiteX1912" fmla="*/ 1706812 w 9854218"/>
              <a:gd name="connsiteY1912" fmla="*/ 8367155 h 10287000"/>
              <a:gd name="connsiteX1913" fmla="*/ 1627178 w 9854218"/>
              <a:gd name="connsiteY1913" fmla="*/ 8144760 h 10287000"/>
              <a:gd name="connsiteX1914" fmla="*/ 1619988 w 9854218"/>
              <a:gd name="connsiteY1914" fmla="*/ 8141364 h 10287000"/>
              <a:gd name="connsiteX1915" fmla="*/ 1623386 w 9854218"/>
              <a:gd name="connsiteY1915" fmla="*/ 8134170 h 10287000"/>
              <a:gd name="connsiteX1916" fmla="*/ 1616897 w 9854218"/>
              <a:gd name="connsiteY1916" fmla="*/ 8122308 h 10287000"/>
              <a:gd name="connsiteX1917" fmla="*/ 1616332 w 9854218"/>
              <a:gd name="connsiteY1917" fmla="*/ 8117499 h 10287000"/>
              <a:gd name="connsiteX1918" fmla="*/ 1440302 w 9854218"/>
              <a:gd name="connsiteY1918" fmla="*/ 7705850 h 10287000"/>
              <a:gd name="connsiteX1919" fmla="*/ 1051280 w 9854218"/>
              <a:gd name="connsiteY1919" fmla="*/ 6321893 h 10287000"/>
              <a:gd name="connsiteX1920" fmla="*/ 1038625 w 9854218"/>
              <a:gd name="connsiteY1920" fmla="*/ 6258624 h 10287000"/>
              <a:gd name="connsiteX1921" fmla="*/ 989593 w 9854218"/>
              <a:gd name="connsiteY1921" fmla="*/ 5935962 h 10287000"/>
              <a:gd name="connsiteX1922" fmla="*/ 958919 w 9854218"/>
              <a:gd name="connsiteY1922" fmla="*/ 5685665 h 10287000"/>
              <a:gd name="connsiteX1923" fmla="*/ 957805 w 9854218"/>
              <a:gd name="connsiteY1923" fmla="*/ 5679020 h 10287000"/>
              <a:gd name="connsiteX1924" fmla="*/ 957656 w 9854218"/>
              <a:gd name="connsiteY1924" fmla="*/ 5675358 h 10287000"/>
              <a:gd name="connsiteX1925" fmla="*/ 950050 w 9854218"/>
              <a:gd name="connsiteY1925" fmla="*/ 5613296 h 10287000"/>
              <a:gd name="connsiteX1926" fmla="*/ 955616 w 9854218"/>
              <a:gd name="connsiteY1926" fmla="*/ 5625239 h 10287000"/>
              <a:gd name="connsiteX1927" fmla="*/ 954181 w 9854218"/>
              <a:gd name="connsiteY1927" fmla="*/ 5589986 h 10287000"/>
              <a:gd name="connsiteX1928" fmla="*/ 941941 w 9854218"/>
              <a:gd name="connsiteY1928" fmla="*/ 5416520 h 10287000"/>
              <a:gd name="connsiteX1929" fmla="*/ 926971 w 9854218"/>
              <a:gd name="connsiteY1929" fmla="*/ 5430338 h 10287000"/>
              <a:gd name="connsiteX1930" fmla="*/ 907037 w 9854218"/>
              <a:gd name="connsiteY1930" fmla="*/ 5328639 h 10287000"/>
              <a:gd name="connsiteX1931" fmla="*/ 902077 w 9854218"/>
              <a:gd name="connsiteY1931" fmla="*/ 5213123 h 10287000"/>
              <a:gd name="connsiteX1932" fmla="*/ 910154 w 9854218"/>
              <a:gd name="connsiteY1932" fmla="*/ 5131760 h 10287000"/>
              <a:gd name="connsiteX1933" fmla="*/ 895957 w 9854218"/>
              <a:gd name="connsiteY1933" fmla="*/ 5126390 h 10287000"/>
              <a:gd name="connsiteX1934" fmla="*/ 914044 w 9854218"/>
              <a:gd name="connsiteY1934" fmla="*/ 4915692 h 10287000"/>
              <a:gd name="connsiteX1935" fmla="*/ 922153 w 9854218"/>
              <a:gd name="connsiteY1935" fmla="*/ 4714206 h 10287000"/>
              <a:gd name="connsiteX1936" fmla="*/ 917549 w 9854218"/>
              <a:gd name="connsiteY1936" fmla="*/ 4709220 h 10287000"/>
              <a:gd name="connsiteX1937" fmla="*/ 922538 w 9854218"/>
              <a:gd name="connsiteY1937" fmla="*/ 4704612 h 10287000"/>
              <a:gd name="connsiteX1938" fmla="*/ 923311 w 9854218"/>
              <a:gd name="connsiteY1938" fmla="*/ 4685424 h 10287000"/>
              <a:gd name="connsiteX1939" fmla="*/ 927916 w 9854218"/>
              <a:gd name="connsiteY1939" fmla="*/ 4690412 h 10287000"/>
              <a:gd name="connsiteX1940" fmla="*/ 927530 w 9854218"/>
              <a:gd name="connsiteY1940" fmla="*/ 4700007 h 10287000"/>
              <a:gd name="connsiteX1941" fmla="*/ 933338 w 9854218"/>
              <a:gd name="connsiteY1941" fmla="*/ 4669263 h 10287000"/>
              <a:gd name="connsiteX1942" fmla="*/ 946591 w 9854218"/>
              <a:gd name="connsiteY1942" fmla="*/ 4403777 h 10287000"/>
              <a:gd name="connsiteX1943" fmla="*/ 1747224 w 9854218"/>
              <a:gd name="connsiteY1943" fmla="*/ 1576832 h 10287000"/>
              <a:gd name="connsiteX1944" fmla="*/ 2805480 w 9854218"/>
              <a:gd name="connsiteY1944" fmla="*/ 94493 h 10287000"/>
              <a:gd name="connsiteX1945" fmla="*/ 1640016 w 9854218"/>
              <a:gd name="connsiteY1945" fmla="*/ 0 h 10287000"/>
              <a:gd name="connsiteX1946" fmla="*/ 1735528 w 9854218"/>
              <a:gd name="connsiteY1946" fmla="*/ 0 h 10287000"/>
              <a:gd name="connsiteX1947" fmla="*/ 1681926 w 9854218"/>
              <a:gd name="connsiteY1947" fmla="*/ 81093 h 10287000"/>
              <a:gd name="connsiteX1948" fmla="*/ 1551839 w 9854218"/>
              <a:gd name="connsiteY1948" fmla="*/ 267993 h 10287000"/>
              <a:gd name="connsiteX1949" fmla="*/ 1604135 w 9854218"/>
              <a:gd name="connsiteY1949" fmla="*/ 214406 h 10287000"/>
              <a:gd name="connsiteX1950" fmla="*/ 1604198 w 9854218"/>
              <a:gd name="connsiteY1950" fmla="*/ 219425 h 10287000"/>
              <a:gd name="connsiteX1951" fmla="*/ 1636301 w 9854218"/>
              <a:gd name="connsiteY1951" fmla="*/ 176219 h 10287000"/>
              <a:gd name="connsiteX1952" fmla="*/ 1783350 w 9854218"/>
              <a:gd name="connsiteY1952" fmla="*/ 0 h 10287000"/>
              <a:gd name="connsiteX1953" fmla="*/ 2826772 w 9854218"/>
              <a:gd name="connsiteY1953" fmla="*/ 0 h 10287000"/>
              <a:gd name="connsiteX1954" fmla="*/ 2746859 w 9854218"/>
              <a:gd name="connsiteY1954" fmla="*/ 83717 h 10287000"/>
              <a:gd name="connsiteX1955" fmla="*/ 2658284 w 9854218"/>
              <a:gd name="connsiteY1955" fmla="*/ 172292 h 10287000"/>
              <a:gd name="connsiteX1956" fmla="*/ 2519093 w 9854218"/>
              <a:gd name="connsiteY1956" fmla="*/ 349442 h 10287000"/>
              <a:gd name="connsiteX1957" fmla="*/ 2544401 w 9854218"/>
              <a:gd name="connsiteY1957" fmla="*/ 336788 h 10287000"/>
              <a:gd name="connsiteX1958" fmla="*/ 1747224 w 9854218"/>
              <a:gd name="connsiteY1958" fmla="*/ 1576832 h 10287000"/>
              <a:gd name="connsiteX1959" fmla="*/ 924742 w 9854218"/>
              <a:gd name="connsiteY1959" fmla="*/ 4082226 h 10287000"/>
              <a:gd name="connsiteX1960" fmla="*/ 848822 w 9854218"/>
              <a:gd name="connsiteY1960" fmla="*/ 4904699 h 10287000"/>
              <a:gd name="connsiteX1961" fmla="*/ 848822 w 9854218"/>
              <a:gd name="connsiteY1961" fmla="*/ 5259002 h 10287000"/>
              <a:gd name="connsiteX1962" fmla="*/ 836168 w 9854218"/>
              <a:gd name="connsiteY1962" fmla="*/ 5271650 h 10287000"/>
              <a:gd name="connsiteX1963" fmla="*/ 836167 w 9854218"/>
              <a:gd name="connsiteY1963" fmla="*/ 5309613 h 10287000"/>
              <a:gd name="connsiteX1964" fmla="*/ 848822 w 9854218"/>
              <a:gd name="connsiteY1964" fmla="*/ 5322267 h 10287000"/>
              <a:gd name="connsiteX1965" fmla="*/ 874127 w 9854218"/>
              <a:gd name="connsiteY1965" fmla="*/ 5803103 h 10287000"/>
              <a:gd name="connsiteX1966" fmla="*/ 2714376 w 9854218"/>
              <a:gd name="connsiteY1966" fmla="*/ 10074994 h 10287000"/>
              <a:gd name="connsiteX1967" fmla="*/ 2912543 w 9854218"/>
              <a:gd name="connsiteY1967" fmla="*/ 10287000 h 10287000"/>
              <a:gd name="connsiteX1968" fmla="*/ 2242091 w 9854218"/>
              <a:gd name="connsiteY1968" fmla="*/ 10287000 h 10287000"/>
              <a:gd name="connsiteX1969" fmla="*/ 2206586 w 9854218"/>
              <a:gd name="connsiteY1969" fmla="*/ 10246742 h 10287000"/>
              <a:gd name="connsiteX1970" fmla="*/ 2073134 w 9854218"/>
              <a:gd name="connsiteY1970" fmla="*/ 10110816 h 10287000"/>
              <a:gd name="connsiteX1971" fmla="*/ 2072944 w 9854218"/>
              <a:gd name="connsiteY1971" fmla="*/ 10110432 h 10287000"/>
              <a:gd name="connsiteX1972" fmla="*/ 2062562 w 9854218"/>
              <a:gd name="connsiteY1972" fmla="*/ 10100046 h 10287000"/>
              <a:gd name="connsiteX1973" fmla="*/ 2073134 w 9854218"/>
              <a:gd name="connsiteY1973" fmla="*/ 10110816 h 10287000"/>
              <a:gd name="connsiteX1974" fmla="*/ 2083324 w 9854218"/>
              <a:gd name="connsiteY1974" fmla="*/ 10131204 h 10287000"/>
              <a:gd name="connsiteX1975" fmla="*/ 2052182 w 9854218"/>
              <a:gd name="connsiteY1975" fmla="*/ 10110432 h 10287000"/>
              <a:gd name="connsiteX1976" fmla="*/ 2041802 w 9854218"/>
              <a:gd name="connsiteY1976" fmla="*/ 10100046 h 10287000"/>
              <a:gd name="connsiteX1977" fmla="*/ 2041802 w 9854218"/>
              <a:gd name="connsiteY1977" fmla="*/ 10110432 h 10287000"/>
              <a:gd name="connsiteX1978" fmla="*/ 2162470 w 9854218"/>
              <a:gd name="connsiteY1978" fmla="*/ 10248039 h 10287000"/>
              <a:gd name="connsiteX1979" fmla="*/ 2195141 w 9854218"/>
              <a:gd name="connsiteY1979" fmla="*/ 10287000 h 10287000"/>
              <a:gd name="connsiteX1980" fmla="*/ 2149260 w 9854218"/>
              <a:gd name="connsiteY1980" fmla="*/ 10287000 h 10287000"/>
              <a:gd name="connsiteX1981" fmla="*/ 2124520 w 9854218"/>
              <a:gd name="connsiteY1981" fmla="*/ 10248201 h 10287000"/>
              <a:gd name="connsiteX1982" fmla="*/ 2093704 w 9854218"/>
              <a:gd name="connsiteY1982" fmla="*/ 10203902 h 10287000"/>
              <a:gd name="connsiteX1983" fmla="*/ 1740782 w 9854218"/>
              <a:gd name="connsiteY1983" fmla="*/ 9778100 h 10287000"/>
              <a:gd name="connsiteX1984" fmla="*/ 1720022 w 9854218"/>
              <a:gd name="connsiteY1984" fmla="*/ 9726174 h 10287000"/>
              <a:gd name="connsiteX1985" fmla="*/ 1595462 w 9854218"/>
              <a:gd name="connsiteY1985" fmla="*/ 9539236 h 10287000"/>
              <a:gd name="connsiteX1986" fmla="*/ 1564320 w 9854218"/>
              <a:gd name="connsiteY1986" fmla="*/ 9518468 h 10287000"/>
              <a:gd name="connsiteX1987" fmla="*/ 1512419 w 9854218"/>
              <a:gd name="connsiteY1987" fmla="*/ 9425000 h 10287000"/>
              <a:gd name="connsiteX1988" fmla="*/ 1512419 w 9854218"/>
              <a:gd name="connsiteY1988" fmla="*/ 9445772 h 10287000"/>
              <a:gd name="connsiteX1989" fmla="*/ 1496198 w 9854218"/>
              <a:gd name="connsiteY1989" fmla="*/ 9418281 h 10287000"/>
              <a:gd name="connsiteX1990" fmla="*/ 1485197 w 9854218"/>
              <a:gd name="connsiteY1990" fmla="*/ 9418202 h 10287000"/>
              <a:gd name="connsiteX1991" fmla="*/ 1469904 w 9854218"/>
              <a:gd name="connsiteY1991" fmla="*/ 9414448 h 10287000"/>
              <a:gd name="connsiteX1992" fmla="*/ 1457402 w 9854218"/>
              <a:gd name="connsiteY1992" fmla="*/ 9430466 h 10287000"/>
              <a:gd name="connsiteX1993" fmla="*/ 1583290 w 9854218"/>
              <a:gd name="connsiteY1993" fmla="*/ 9593630 h 10287000"/>
              <a:gd name="connsiteX1994" fmla="*/ 1713180 w 9854218"/>
              <a:gd name="connsiteY1994" fmla="*/ 9789388 h 10287000"/>
              <a:gd name="connsiteX1995" fmla="*/ 1709069 w 9854218"/>
              <a:gd name="connsiteY1995" fmla="*/ 9809750 h 10287000"/>
              <a:gd name="connsiteX1996" fmla="*/ 1804538 w 9854218"/>
              <a:gd name="connsiteY1996" fmla="*/ 9913796 h 10287000"/>
              <a:gd name="connsiteX1997" fmla="*/ 1861366 w 9854218"/>
              <a:gd name="connsiteY1997" fmla="*/ 9999440 h 10287000"/>
              <a:gd name="connsiteX1998" fmla="*/ 2041901 w 9854218"/>
              <a:gd name="connsiteY1998" fmla="*/ 10193510 h 10287000"/>
              <a:gd name="connsiteX1999" fmla="*/ 2117966 w 9854218"/>
              <a:gd name="connsiteY1999" fmla="*/ 10287000 h 10287000"/>
              <a:gd name="connsiteX2000" fmla="*/ 2016236 w 9854218"/>
              <a:gd name="connsiteY2000" fmla="*/ 10287000 h 10287000"/>
              <a:gd name="connsiteX2001" fmla="*/ 1972859 w 9854218"/>
              <a:gd name="connsiteY2001" fmla="*/ 10233862 h 10287000"/>
              <a:gd name="connsiteX2002" fmla="*/ 1940588 w 9854218"/>
              <a:gd name="connsiteY2002" fmla="*/ 10210128 h 10287000"/>
              <a:gd name="connsiteX2003" fmla="*/ 1917792 w 9854218"/>
              <a:gd name="connsiteY2003" fmla="*/ 10186852 h 10287000"/>
              <a:gd name="connsiteX2004" fmla="*/ 1917737 w 9854218"/>
              <a:gd name="connsiteY2004" fmla="*/ 10185646 h 10287000"/>
              <a:gd name="connsiteX2005" fmla="*/ 1909860 w 9854218"/>
              <a:gd name="connsiteY2005" fmla="*/ 10178757 h 10287000"/>
              <a:gd name="connsiteX2006" fmla="*/ 1917792 w 9854218"/>
              <a:gd name="connsiteY2006" fmla="*/ 10186852 h 10287000"/>
              <a:gd name="connsiteX2007" fmla="*/ 1917978 w 9854218"/>
              <a:gd name="connsiteY2007" fmla="*/ 10190992 h 10287000"/>
              <a:gd name="connsiteX2008" fmla="*/ 1924584 w 9854218"/>
              <a:gd name="connsiteY2008" fmla="*/ 10197622 h 10287000"/>
              <a:gd name="connsiteX2009" fmla="*/ 1920834 w 9854218"/>
              <a:gd name="connsiteY2009" fmla="*/ 10199162 h 10287000"/>
              <a:gd name="connsiteX2010" fmla="*/ 1651610 w 9854218"/>
              <a:gd name="connsiteY2010" fmla="*/ 9866038 h 10287000"/>
              <a:gd name="connsiteX2011" fmla="*/ 1658088 w 9854218"/>
              <a:gd name="connsiteY2011" fmla="*/ 9852428 h 10287000"/>
              <a:gd name="connsiteX2012" fmla="*/ 1467258 w 9854218"/>
              <a:gd name="connsiteY2012" fmla="*/ 9591382 h 10287000"/>
              <a:gd name="connsiteX2013" fmla="*/ 1430779 w 9854218"/>
              <a:gd name="connsiteY2013" fmla="*/ 9509848 h 10287000"/>
              <a:gd name="connsiteX2014" fmla="*/ 1197406 w 9854218"/>
              <a:gd name="connsiteY2014" fmla="*/ 9144856 h 10287000"/>
              <a:gd name="connsiteX2015" fmla="*/ 1094453 w 9854218"/>
              <a:gd name="connsiteY2015" fmla="*/ 8966456 h 10287000"/>
              <a:gd name="connsiteX2016" fmla="*/ 990553 w 9854218"/>
              <a:gd name="connsiteY2016" fmla="*/ 8806798 h 10287000"/>
              <a:gd name="connsiteX2017" fmla="*/ 990442 w 9854218"/>
              <a:gd name="connsiteY2017" fmla="*/ 8806383 h 10287000"/>
              <a:gd name="connsiteX2018" fmla="*/ 982324 w 9854218"/>
              <a:gd name="connsiteY2018" fmla="*/ 8794148 h 10287000"/>
              <a:gd name="connsiteX2019" fmla="*/ 990553 w 9854218"/>
              <a:gd name="connsiteY2019" fmla="*/ 8806798 h 10287000"/>
              <a:gd name="connsiteX2020" fmla="*/ 996503 w 9854218"/>
              <a:gd name="connsiteY2020" fmla="*/ 8828799 h 10287000"/>
              <a:gd name="connsiteX2021" fmla="*/ 970094 w 9854218"/>
              <a:gd name="connsiteY2021" fmla="*/ 8802273 h 10287000"/>
              <a:gd name="connsiteX2022" fmla="*/ 961973 w 9854218"/>
              <a:gd name="connsiteY2022" fmla="*/ 8790038 h 10287000"/>
              <a:gd name="connsiteX2023" fmla="*/ 959918 w 9854218"/>
              <a:gd name="connsiteY2023" fmla="*/ 8800218 h 10287000"/>
              <a:gd name="connsiteX2024" fmla="*/ 1146532 w 9854218"/>
              <a:gd name="connsiteY2024" fmla="*/ 9134578 h 10287000"/>
              <a:gd name="connsiteX2025" fmla="*/ 1113953 w 9854218"/>
              <a:gd name="connsiteY2025" fmla="*/ 9138590 h 10287000"/>
              <a:gd name="connsiteX2026" fmla="*/ 1069355 w 9854218"/>
              <a:gd name="connsiteY2026" fmla="*/ 9044823 h 10287000"/>
              <a:gd name="connsiteX2027" fmla="*/ 992285 w 9854218"/>
              <a:gd name="connsiteY2027" fmla="*/ 8902113 h 10287000"/>
              <a:gd name="connsiteX2028" fmla="*/ 730658 w 9854218"/>
              <a:gd name="connsiteY2028" fmla="*/ 8414864 h 10287000"/>
              <a:gd name="connsiteX2029" fmla="*/ 720590 w 9854218"/>
              <a:gd name="connsiteY2029" fmla="*/ 8359856 h 10287000"/>
              <a:gd name="connsiteX2030" fmla="*/ 635510 w 9854218"/>
              <a:gd name="connsiteY2030" fmla="*/ 8151957 h 10287000"/>
              <a:gd name="connsiteX2031" fmla="*/ 609097 w 9854218"/>
              <a:gd name="connsiteY2031" fmla="*/ 8125434 h 10287000"/>
              <a:gd name="connsiteX2032" fmla="*/ 576730 w 9854218"/>
              <a:gd name="connsiteY2032" fmla="*/ 8023539 h 10287000"/>
              <a:gd name="connsiteX2033" fmla="*/ 572618 w 9854218"/>
              <a:gd name="connsiteY2033" fmla="*/ 8043899 h 10287000"/>
              <a:gd name="connsiteX2034" fmla="*/ 503882 w 9854218"/>
              <a:gd name="connsiteY2034" fmla="*/ 7807515 h 10287000"/>
              <a:gd name="connsiteX2035" fmla="*/ 584957 w 9854218"/>
              <a:gd name="connsiteY2035" fmla="*/ 7982819 h 10287000"/>
              <a:gd name="connsiteX2036" fmla="*/ 666584 w 9854218"/>
              <a:gd name="connsiteY2036" fmla="*/ 8135721 h 10287000"/>
              <a:gd name="connsiteX2037" fmla="*/ 737858 w 9854218"/>
              <a:gd name="connsiteY2037" fmla="*/ 8285064 h 10287000"/>
              <a:gd name="connsiteX2038" fmla="*/ 741046 w 9854218"/>
              <a:gd name="connsiteY2038" fmla="*/ 8311013 h 10287000"/>
              <a:gd name="connsiteX2039" fmla="*/ 751222 w 9854218"/>
              <a:gd name="connsiteY2039" fmla="*/ 8313069 h 10287000"/>
              <a:gd name="connsiteX2040" fmla="*/ 737858 w 9854218"/>
              <a:gd name="connsiteY2040" fmla="*/ 8285064 h 10287000"/>
              <a:gd name="connsiteX2041" fmla="*/ 737039 w 9854218"/>
              <a:gd name="connsiteY2041" fmla="*/ 8278418 h 10287000"/>
              <a:gd name="connsiteX2042" fmla="*/ 755335 w 9854218"/>
              <a:gd name="connsiteY2042" fmla="*/ 8292708 h 10287000"/>
              <a:gd name="connsiteX2043" fmla="*/ 765508 w 9854218"/>
              <a:gd name="connsiteY2043" fmla="*/ 8294763 h 10287000"/>
              <a:gd name="connsiteX2044" fmla="*/ 619700 w 9854218"/>
              <a:gd name="connsiteY2044" fmla="*/ 7915673 h 10287000"/>
              <a:gd name="connsiteX2045" fmla="*/ 595768 w 9854218"/>
              <a:gd name="connsiteY2045" fmla="*/ 7799183 h 10287000"/>
              <a:gd name="connsiteX2046" fmla="*/ 566957 w 9854218"/>
              <a:gd name="connsiteY2046" fmla="*/ 7711010 h 10287000"/>
              <a:gd name="connsiteX2047" fmla="*/ 544270 w 9854218"/>
              <a:gd name="connsiteY2047" fmla="*/ 7665315 h 10287000"/>
              <a:gd name="connsiteX2048" fmla="*/ 490513 w 9854218"/>
              <a:gd name="connsiteY2048" fmla="*/ 7517186 h 10287000"/>
              <a:gd name="connsiteX2049" fmla="*/ 368836 w 9854218"/>
              <a:gd name="connsiteY2049" fmla="*/ 7144805 h 10287000"/>
              <a:gd name="connsiteX2050" fmla="*/ 329147 w 9854218"/>
              <a:gd name="connsiteY2050" fmla="*/ 7030430 h 10287000"/>
              <a:gd name="connsiteX2051" fmla="*/ 240769 w 9854218"/>
              <a:gd name="connsiteY2051" fmla="*/ 6618203 h 10287000"/>
              <a:gd name="connsiteX2052" fmla="*/ 223714 w 9854218"/>
              <a:gd name="connsiteY2052" fmla="*/ 6581958 h 10287000"/>
              <a:gd name="connsiteX2053" fmla="*/ 214768 w 9854218"/>
              <a:gd name="connsiteY2053" fmla="*/ 6550631 h 10287000"/>
              <a:gd name="connsiteX2054" fmla="*/ 215294 w 9854218"/>
              <a:gd name="connsiteY2054" fmla="*/ 6549543 h 10287000"/>
              <a:gd name="connsiteX2055" fmla="*/ 211654 w 9854218"/>
              <a:gd name="connsiteY2055" fmla="*/ 6539733 h 10287000"/>
              <a:gd name="connsiteX2056" fmla="*/ 214768 w 9854218"/>
              <a:gd name="connsiteY2056" fmla="*/ 6550631 h 10287000"/>
              <a:gd name="connsiteX2057" fmla="*/ 212959 w 9854218"/>
              <a:gd name="connsiteY2057" fmla="*/ 6554360 h 10287000"/>
              <a:gd name="connsiteX2058" fmla="*/ 215606 w 9854218"/>
              <a:gd name="connsiteY2058" fmla="*/ 6563334 h 10287000"/>
              <a:gd name="connsiteX2059" fmla="*/ 211577 w 9854218"/>
              <a:gd name="connsiteY2059" fmla="*/ 6562901 h 10287000"/>
              <a:gd name="connsiteX2060" fmla="*/ 133682 w 9854218"/>
              <a:gd name="connsiteY2060" fmla="*/ 6141731 h 10287000"/>
              <a:gd name="connsiteX2061" fmla="*/ 145867 w 9854218"/>
              <a:gd name="connsiteY2061" fmla="*/ 6132851 h 10287000"/>
              <a:gd name="connsiteX2062" fmla="*/ 102532 w 9854218"/>
              <a:gd name="connsiteY2062" fmla="*/ 5812410 h 10287000"/>
              <a:gd name="connsiteX2063" fmla="*/ 109325 w 9854218"/>
              <a:gd name="connsiteY2063" fmla="*/ 5723345 h 10287000"/>
              <a:gd name="connsiteX2064" fmla="*/ 78142 w 9854218"/>
              <a:gd name="connsiteY2064" fmla="*/ 5291246 h 10287000"/>
              <a:gd name="connsiteX2065" fmla="*/ 72668 w 9854218"/>
              <a:gd name="connsiteY2065" fmla="*/ 5085344 h 10287000"/>
              <a:gd name="connsiteX2066" fmla="*/ 57433 w 9854218"/>
              <a:gd name="connsiteY2066" fmla="*/ 4895465 h 10287000"/>
              <a:gd name="connsiteX2067" fmla="*/ 57532 w 9854218"/>
              <a:gd name="connsiteY2067" fmla="*/ 4895049 h 10287000"/>
              <a:gd name="connsiteX2068" fmla="*/ 56227 w 9854218"/>
              <a:gd name="connsiteY2068" fmla="*/ 4880423 h 10287000"/>
              <a:gd name="connsiteX2069" fmla="*/ 57433 w 9854218"/>
              <a:gd name="connsiteY2069" fmla="*/ 4895465 h 10287000"/>
              <a:gd name="connsiteX2070" fmla="*/ 52177 w 9854218"/>
              <a:gd name="connsiteY2070" fmla="*/ 4917644 h 10287000"/>
              <a:gd name="connsiteX2071" fmla="*/ 41602 w 9854218"/>
              <a:gd name="connsiteY2071" fmla="*/ 4881735 h 10287000"/>
              <a:gd name="connsiteX2072" fmla="*/ 40297 w 9854218"/>
              <a:gd name="connsiteY2072" fmla="*/ 4867110 h 10287000"/>
              <a:gd name="connsiteX2073" fmla="*/ 33638 w 9854218"/>
              <a:gd name="connsiteY2073" fmla="*/ 4875080 h 10287000"/>
              <a:gd name="connsiteX2074" fmla="*/ 38317 w 9854218"/>
              <a:gd name="connsiteY2074" fmla="*/ 5257962 h 10287000"/>
              <a:gd name="connsiteX2075" fmla="*/ 7763 w 9854218"/>
              <a:gd name="connsiteY2075" fmla="*/ 5245961 h 10287000"/>
              <a:gd name="connsiteX2076" fmla="*/ 13253 w 9854218"/>
              <a:gd name="connsiteY2076" fmla="*/ 5142273 h 10287000"/>
              <a:gd name="connsiteX2077" fmla="*/ 13523 w 9854218"/>
              <a:gd name="connsiteY2077" fmla="*/ 4980081 h 10287000"/>
              <a:gd name="connsiteX2078" fmla="*/ 15772 w 9854218"/>
              <a:gd name="connsiteY2078" fmla="*/ 4427040 h 10287000"/>
              <a:gd name="connsiteX2079" fmla="*/ 33140 w 9854218"/>
              <a:gd name="connsiteY2079" fmla="*/ 4373885 h 10287000"/>
              <a:gd name="connsiteX2080" fmla="*/ 57440 w 9854218"/>
              <a:gd name="connsiteY2080" fmla="*/ 4150566 h 10287000"/>
              <a:gd name="connsiteX2081" fmla="*/ 46864 w 9854218"/>
              <a:gd name="connsiteY2081" fmla="*/ 4114664 h 10287000"/>
              <a:gd name="connsiteX2082" fmla="*/ 67012 w 9854218"/>
              <a:gd name="connsiteY2082" fmla="*/ 4026818 h 10287000"/>
              <a:gd name="connsiteX2083" fmla="*/ 67000 w 9854218"/>
              <a:gd name="connsiteY2083" fmla="*/ 4020699 h 10287000"/>
              <a:gd name="connsiteX2084" fmla="*/ 65014 w 9854218"/>
              <a:gd name="connsiteY2084" fmla="*/ 4025822 h 10287000"/>
              <a:gd name="connsiteX2085" fmla="*/ 64348 w 9854218"/>
              <a:gd name="connsiteY2085" fmla="*/ 4027533 h 10287000"/>
              <a:gd name="connsiteX2086" fmla="*/ 61525 w 9854218"/>
              <a:gd name="connsiteY2086" fmla="*/ 4021134 h 10287000"/>
              <a:gd name="connsiteX2087" fmla="*/ 53659 w 9854218"/>
              <a:gd name="connsiteY2087" fmla="*/ 4025597 h 10287000"/>
              <a:gd name="connsiteX2088" fmla="*/ 56329 w 9854218"/>
              <a:gd name="connsiteY2088" fmla="*/ 4009362 h 10287000"/>
              <a:gd name="connsiteX2089" fmla="*/ 51775 w 9854218"/>
              <a:gd name="connsiteY2089" fmla="*/ 3999042 h 10287000"/>
              <a:gd name="connsiteX2090" fmla="*/ 57086 w 9854218"/>
              <a:gd name="connsiteY2090" fmla="*/ 3985355 h 10287000"/>
              <a:gd name="connsiteX2091" fmla="*/ 58274 w 9854218"/>
              <a:gd name="connsiteY2091" fmla="*/ 3984828 h 10287000"/>
              <a:gd name="connsiteX2092" fmla="*/ 60529 w 9854218"/>
              <a:gd name="connsiteY2092" fmla="*/ 3983834 h 10287000"/>
              <a:gd name="connsiteX2093" fmla="*/ 62828 w 9854218"/>
              <a:gd name="connsiteY2093" fmla="*/ 3969863 h 10287000"/>
              <a:gd name="connsiteX2094" fmla="*/ 56248 w 9854218"/>
              <a:gd name="connsiteY2094" fmla="*/ 3950091 h 10287000"/>
              <a:gd name="connsiteX2095" fmla="*/ 73595 w 9854218"/>
              <a:gd name="connsiteY2095" fmla="*/ 3739805 h 10287000"/>
              <a:gd name="connsiteX2096" fmla="*/ 129517 w 9854218"/>
              <a:gd name="connsiteY2096" fmla="*/ 3352061 h 10287000"/>
              <a:gd name="connsiteX2097" fmla="*/ 144617 w 9854218"/>
              <a:gd name="connsiteY2097" fmla="*/ 3231939 h 10287000"/>
              <a:gd name="connsiteX2098" fmla="*/ 248047 w 9854218"/>
              <a:gd name="connsiteY2098" fmla="*/ 2823230 h 10287000"/>
              <a:gd name="connsiteX2099" fmla="*/ 248816 w 9854218"/>
              <a:gd name="connsiteY2099" fmla="*/ 2783181 h 10287000"/>
              <a:gd name="connsiteX2100" fmla="*/ 254678 w 9854218"/>
              <a:gd name="connsiteY2100" fmla="*/ 2751132 h 10287000"/>
              <a:gd name="connsiteX2101" fmla="*/ 255632 w 9854218"/>
              <a:gd name="connsiteY2101" fmla="*/ 2750391 h 10287000"/>
              <a:gd name="connsiteX2102" fmla="*/ 256715 w 9854218"/>
              <a:gd name="connsiteY2102" fmla="*/ 2739984 h 10287000"/>
              <a:gd name="connsiteX2103" fmla="*/ 254678 w 9854218"/>
              <a:gd name="connsiteY2103" fmla="*/ 2751132 h 10287000"/>
              <a:gd name="connsiteX2104" fmla="*/ 251404 w 9854218"/>
              <a:gd name="connsiteY2104" fmla="*/ 2753673 h 10287000"/>
              <a:gd name="connsiteX2105" fmla="*/ 249802 w 9854218"/>
              <a:gd name="connsiteY2105" fmla="*/ 2762892 h 10287000"/>
              <a:gd name="connsiteX2106" fmla="*/ 246382 w 9854218"/>
              <a:gd name="connsiteY2106" fmla="*/ 2760717 h 10287000"/>
              <a:gd name="connsiteX2107" fmla="*/ 363172 w 9854218"/>
              <a:gd name="connsiteY2107" fmla="*/ 2348637 h 10287000"/>
              <a:gd name="connsiteX2108" fmla="*/ 378028 w 9854218"/>
              <a:gd name="connsiteY2108" fmla="*/ 2346074 h 10287000"/>
              <a:gd name="connsiteX2109" fmla="*/ 481169 w 9854218"/>
              <a:gd name="connsiteY2109" fmla="*/ 2039606 h 10287000"/>
              <a:gd name="connsiteX2110" fmla="*/ 526723 w 9854218"/>
              <a:gd name="connsiteY2110" fmla="*/ 1962774 h 10287000"/>
              <a:gd name="connsiteX2111" fmla="*/ 690233 w 9854218"/>
              <a:gd name="connsiteY2111" fmla="*/ 1561589 h 10287000"/>
              <a:gd name="connsiteX2112" fmla="*/ 776561 w 9854218"/>
              <a:gd name="connsiteY2112" fmla="*/ 1374578 h 10287000"/>
              <a:gd name="connsiteX2113" fmla="*/ 847036 w 9854218"/>
              <a:gd name="connsiteY2113" fmla="*/ 1197606 h 10287000"/>
              <a:gd name="connsiteX2114" fmla="*/ 847310 w 9854218"/>
              <a:gd name="connsiteY2114" fmla="*/ 1197278 h 10287000"/>
              <a:gd name="connsiteX2115" fmla="*/ 852622 w 9854218"/>
              <a:gd name="connsiteY2115" fmla="*/ 1183587 h 10287000"/>
              <a:gd name="connsiteX2116" fmla="*/ 847036 w 9854218"/>
              <a:gd name="connsiteY2116" fmla="*/ 1197606 h 10287000"/>
              <a:gd name="connsiteX2117" fmla="*/ 832498 w 9854218"/>
              <a:gd name="connsiteY2117" fmla="*/ 1215161 h 10287000"/>
              <a:gd name="connsiteX2118" fmla="*/ 838928 w 9854218"/>
              <a:gd name="connsiteY2118" fmla="*/ 1178285 h 10287000"/>
              <a:gd name="connsiteX2119" fmla="*/ 844240 w 9854218"/>
              <a:gd name="connsiteY2119" fmla="*/ 1164594 h 10287000"/>
              <a:gd name="connsiteX2120" fmla="*/ 834739 w 9854218"/>
              <a:gd name="connsiteY2120" fmla="*/ 1168788 h 10287000"/>
              <a:gd name="connsiteX2121" fmla="*/ 669278 w 9854218"/>
              <a:gd name="connsiteY2121" fmla="*/ 1514108 h 10287000"/>
              <a:gd name="connsiteX2122" fmla="*/ 647206 w 9854218"/>
              <a:gd name="connsiteY2122" fmla="*/ 1489808 h 10287000"/>
              <a:gd name="connsiteX2123" fmla="*/ 698071 w 9854218"/>
              <a:gd name="connsiteY2123" fmla="*/ 1399286 h 10287000"/>
              <a:gd name="connsiteX2124" fmla="*/ 770180 w 9854218"/>
              <a:gd name="connsiteY2124" fmla="*/ 1254008 h 10287000"/>
              <a:gd name="connsiteX2125" fmla="*/ 1017248 w 9854218"/>
              <a:gd name="connsiteY2125" fmla="*/ 759218 h 10287000"/>
              <a:gd name="connsiteX2126" fmla="*/ 1056373 w 9854218"/>
              <a:gd name="connsiteY2126" fmla="*/ 719261 h 10287000"/>
              <a:gd name="connsiteX2127" fmla="*/ 1177109 w 9854218"/>
              <a:gd name="connsiteY2127" fmla="*/ 529832 h 10287000"/>
              <a:gd name="connsiteX2128" fmla="*/ 1183537 w 9854218"/>
              <a:gd name="connsiteY2128" fmla="*/ 492956 h 10287000"/>
              <a:gd name="connsiteX2129" fmla="*/ 1248095 w 9854218"/>
              <a:gd name="connsiteY2129" fmla="*/ 407736 h 10287000"/>
              <a:gd name="connsiteX2130" fmla="*/ 1229092 w 9854218"/>
              <a:gd name="connsiteY2130" fmla="*/ 416123 h 10287000"/>
              <a:gd name="connsiteX2131" fmla="*/ 1382525 w 9854218"/>
              <a:gd name="connsiteY2131" fmla="*/ 223613 h 10287000"/>
              <a:gd name="connsiteX2132" fmla="*/ 1286102 w 9854218"/>
              <a:gd name="connsiteY2132" fmla="*/ 390965 h 10287000"/>
              <a:gd name="connsiteX2133" fmla="*/ 1208299 w 9854218"/>
              <a:gd name="connsiteY2133" fmla="*/ 545849 h 10287000"/>
              <a:gd name="connsiteX2134" fmla="*/ 1127428 w 9854218"/>
              <a:gd name="connsiteY2134" fmla="*/ 690221 h 10287000"/>
              <a:gd name="connsiteX2135" fmla="*/ 1108069 w 9854218"/>
              <a:gd name="connsiteY2135" fmla="*/ 707793 h 10287000"/>
              <a:gd name="connsiteX2136" fmla="*/ 1112260 w 9854218"/>
              <a:gd name="connsiteY2136" fmla="*/ 717290 h 10287000"/>
              <a:gd name="connsiteX2137" fmla="*/ 1127428 w 9854218"/>
              <a:gd name="connsiteY2137" fmla="*/ 690221 h 10287000"/>
              <a:gd name="connsiteX2138" fmla="*/ 1132385 w 9854218"/>
              <a:gd name="connsiteY2138" fmla="*/ 685718 h 10287000"/>
              <a:gd name="connsiteX2139" fmla="*/ 1131265 w 9854218"/>
              <a:gd name="connsiteY2139" fmla="*/ 708903 h 10287000"/>
              <a:gd name="connsiteX2140" fmla="*/ 1135454 w 9854218"/>
              <a:gd name="connsiteY2140" fmla="*/ 718400 h 10287000"/>
              <a:gd name="connsiteX2141" fmla="*/ 1256921 w 9854218"/>
              <a:gd name="connsiteY2141" fmla="*/ 549921 h 10287000"/>
              <a:gd name="connsiteX2142" fmla="*/ 1309982 w 9854218"/>
              <a:gd name="connsiteY2142" fmla="*/ 467855 h 10287000"/>
              <a:gd name="connsiteX2143" fmla="*/ 1323848 w 9854218"/>
              <a:gd name="connsiteY2143" fmla="*/ 443909 h 10287000"/>
              <a:gd name="connsiteX2144" fmla="*/ 1324727 w 9854218"/>
              <a:gd name="connsiteY2144" fmla="*/ 443033 h 10287000"/>
              <a:gd name="connsiteX2145" fmla="*/ 1360994 w 9854218"/>
              <a:gd name="connsiteY2145" fmla="*/ 380607 h 10287000"/>
              <a:gd name="connsiteX2146" fmla="*/ 1424365 w 9854218"/>
              <a:gd name="connsiteY2146" fmla="*/ 313029 h 10287000"/>
              <a:gd name="connsiteX2147" fmla="*/ 1496720 w 9854218"/>
              <a:gd name="connsiteY2147" fmla="*/ 196157 h 10287000"/>
              <a:gd name="connsiteX2148" fmla="*/ 1626158 w 9854218"/>
              <a:gd name="connsiteY2148" fmla="*/ 18683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Lst>
            <a:rect l="l" t="t" r="r" b="b"/>
            <a:pathLst>
              <a:path w="9854218" h="10287000">
                <a:moveTo>
                  <a:pt x="3702233" y="10176083"/>
                </a:moveTo>
                <a:cubicBezTo>
                  <a:pt x="3728380" y="10185165"/>
                  <a:pt x="3760481" y="10220492"/>
                  <a:pt x="3789992" y="10255622"/>
                </a:cubicBezTo>
                <a:lnTo>
                  <a:pt x="3816186" y="10287000"/>
                </a:lnTo>
                <a:lnTo>
                  <a:pt x="3772988" y="10287000"/>
                </a:lnTo>
                <a:lnTo>
                  <a:pt x="3756533" y="10269543"/>
                </a:lnTo>
                <a:cubicBezTo>
                  <a:pt x="3731954" y="10240912"/>
                  <a:pt x="3708635" y="10211966"/>
                  <a:pt x="3678386" y="10176729"/>
                </a:cubicBezTo>
                <a:cubicBezTo>
                  <a:pt x="3685463" y="10172945"/>
                  <a:pt x="3693517" y="10173056"/>
                  <a:pt x="3702233" y="10176083"/>
                </a:cubicBezTo>
                <a:close/>
                <a:moveTo>
                  <a:pt x="3705923" y="10030618"/>
                </a:moveTo>
                <a:cubicBezTo>
                  <a:pt x="3756330" y="10082211"/>
                  <a:pt x="3803273" y="10130656"/>
                  <a:pt x="3847970" y="10176154"/>
                </a:cubicBezTo>
                <a:lnTo>
                  <a:pt x="3959456" y="10287000"/>
                </a:lnTo>
                <a:lnTo>
                  <a:pt x="3904190" y="10287000"/>
                </a:lnTo>
                <a:lnTo>
                  <a:pt x="3902490" y="10285437"/>
                </a:lnTo>
                <a:cubicBezTo>
                  <a:pt x="3877370" y="10263302"/>
                  <a:pt x="3852800" y="10242700"/>
                  <a:pt x="3829493" y="10224459"/>
                </a:cubicBezTo>
                <a:cubicBezTo>
                  <a:pt x="3781590" y="10161530"/>
                  <a:pt x="3721092" y="10091055"/>
                  <a:pt x="3705923" y="10030618"/>
                </a:cubicBezTo>
                <a:close/>
                <a:moveTo>
                  <a:pt x="1244332" y="9732028"/>
                </a:moveTo>
                <a:lnTo>
                  <a:pt x="1244333" y="9742350"/>
                </a:lnTo>
                <a:lnTo>
                  <a:pt x="1244333" y="9752674"/>
                </a:lnTo>
                <a:lnTo>
                  <a:pt x="1234499" y="9744334"/>
                </a:lnTo>
                <a:cubicBezTo>
                  <a:pt x="1234333" y="9743673"/>
                  <a:pt x="1234166" y="9743012"/>
                  <a:pt x="1234001" y="9742350"/>
                </a:cubicBezTo>
                <a:cubicBezTo>
                  <a:pt x="1234001" y="9732026"/>
                  <a:pt x="1234001" y="9732026"/>
                  <a:pt x="1244332" y="9732028"/>
                </a:cubicBezTo>
                <a:close/>
                <a:moveTo>
                  <a:pt x="3569508" y="9650436"/>
                </a:moveTo>
                <a:lnTo>
                  <a:pt x="3581998" y="9662421"/>
                </a:lnTo>
                <a:cubicBezTo>
                  <a:pt x="3575669" y="9662421"/>
                  <a:pt x="3572504" y="9659258"/>
                  <a:pt x="3570923" y="9656094"/>
                </a:cubicBezTo>
                <a:close/>
                <a:moveTo>
                  <a:pt x="3568812" y="9649767"/>
                </a:moveTo>
                <a:lnTo>
                  <a:pt x="3569340" y="9649768"/>
                </a:lnTo>
                <a:lnTo>
                  <a:pt x="3569508" y="9650436"/>
                </a:lnTo>
                <a:close/>
                <a:moveTo>
                  <a:pt x="3733836" y="9636734"/>
                </a:moveTo>
                <a:lnTo>
                  <a:pt x="3746490" y="9649767"/>
                </a:lnTo>
                <a:lnTo>
                  <a:pt x="3733838" y="9637113"/>
                </a:lnTo>
                <a:close/>
                <a:moveTo>
                  <a:pt x="3494952" y="9551220"/>
                </a:moveTo>
                <a:lnTo>
                  <a:pt x="3496187" y="9552490"/>
                </a:lnTo>
                <a:lnTo>
                  <a:pt x="3504850" y="9560888"/>
                </a:lnTo>
                <a:lnTo>
                  <a:pt x="3499745" y="9559612"/>
                </a:lnTo>
                <a:close/>
                <a:moveTo>
                  <a:pt x="3455460" y="9510579"/>
                </a:moveTo>
                <a:cubicBezTo>
                  <a:pt x="3468112" y="9523228"/>
                  <a:pt x="3480766" y="9523232"/>
                  <a:pt x="3480766" y="9535886"/>
                </a:cubicBezTo>
                <a:lnTo>
                  <a:pt x="3493421" y="9548540"/>
                </a:lnTo>
                <a:lnTo>
                  <a:pt x="3494952" y="9551220"/>
                </a:lnTo>
                <a:close/>
                <a:moveTo>
                  <a:pt x="3392190" y="9409350"/>
                </a:moveTo>
                <a:lnTo>
                  <a:pt x="3404846" y="9409350"/>
                </a:lnTo>
                <a:lnTo>
                  <a:pt x="3417497" y="9409350"/>
                </a:lnTo>
                <a:cubicBezTo>
                  <a:pt x="3518728" y="9510580"/>
                  <a:pt x="3670571" y="9649764"/>
                  <a:pt x="3797105" y="9738340"/>
                </a:cubicBezTo>
                <a:lnTo>
                  <a:pt x="3809762" y="9738340"/>
                </a:lnTo>
                <a:cubicBezTo>
                  <a:pt x="3809762" y="9750993"/>
                  <a:pt x="3822416" y="9763647"/>
                  <a:pt x="3835066" y="9776301"/>
                </a:cubicBezTo>
                <a:cubicBezTo>
                  <a:pt x="3835066" y="9776301"/>
                  <a:pt x="3873026" y="9814262"/>
                  <a:pt x="3873026" y="9801610"/>
                </a:cubicBezTo>
                <a:lnTo>
                  <a:pt x="3910990" y="9839571"/>
                </a:lnTo>
                <a:cubicBezTo>
                  <a:pt x="3923640" y="9852224"/>
                  <a:pt x="3923640" y="9852224"/>
                  <a:pt x="3936296" y="9852222"/>
                </a:cubicBezTo>
                <a:cubicBezTo>
                  <a:pt x="3936298" y="9864876"/>
                  <a:pt x="3948950" y="9864876"/>
                  <a:pt x="3961601" y="9877532"/>
                </a:cubicBezTo>
                <a:cubicBezTo>
                  <a:pt x="3961601" y="9877532"/>
                  <a:pt x="3986910" y="9890182"/>
                  <a:pt x="3999564" y="9902836"/>
                </a:cubicBezTo>
                <a:cubicBezTo>
                  <a:pt x="4037526" y="9953451"/>
                  <a:pt x="4075487" y="9966108"/>
                  <a:pt x="4113444" y="10004066"/>
                </a:cubicBezTo>
                <a:cubicBezTo>
                  <a:pt x="4138752" y="10016718"/>
                  <a:pt x="4164058" y="10042026"/>
                  <a:pt x="4176716" y="10054680"/>
                </a:cubicBezTo>
                <a:cubicBezTo>
                  <a:pt x="4202021" y="10067332"/>
                  <a:pt x="4227329" y="10092639"/>
                  <a:pt x="4239982" y="10105293"/>
                </a:cubicBezTo>
                <a:cubicBezTo>
                  <a:pt x="4277945" y="10143254"/>
                  <a:pt x="4328554" y="10168562"/>
                  <a:pt x="4341209" y="10181214"/>
                </a:cubicBezTo>
                <a:cubicBezTo>
                  <a:pt x="4353864" y="10168563"/>
                  <a:pt x="4290594" y="10155908"/>
                  <a:pt x="4328555" y="10143254"/>
                </a:cubicBezTo>
                <a:lnTo>
                  <a:pt x="4328555" y="10155908"/>
                </a:lnTo>
                <a:cubicBezTo>
                  <a:pt x="4353864" y="10168563"/>
                  <a:pt x="4366518" y="10181214"/>
                  <a:pt x="4391824" y="10181214"/>
                </a:cubicBezTo>
                <a:lnTo>
                  <a:pt x="4391824" y="10168562"/>
                </a:lnTo>
                <a:lnTo>
                  <a:pt x="4404478" y="10168562"/>
                </a:lnTo>
                <a:lnTo>
                  <a:pt x="4404476" y="10181214"/>
                </a:lnTo>
                <a:lnTo>
                  <a:pt x="4417134" y="10193868"/>
                </a:lnTo>
                <a:cubicBezTo>
                  <a:pt x="4448766" y="10206520"/>
                  <a:pt x="4477236" y="10225500"/>
                  <a:pt x="4504126" y="10246062"/>
                </a:cubicBezTo>
                <a:lnTo>
                  <a:pt x="4555560" y="10287000"/>
                </a:lnTo>
                <a:lnTo>
                  <a:pt x="4347497" y="10287000"/>
                </a:lnTo>
                <a:lnTo>
                  <a:pt x="4341209" y="10282443"/>
                </a:lnTo>
                <a:cubicBezTo>
                  <a:pt x="4252636" y="10231826"/>
                  <a:pt x="4176714" y="10168562"/>
                  <a:pt x="4088141" y="10105290"/>
                </a:cubicBezTo>
                <a:cubicBezTo>
                  <a:pt x="4088138" y="10101074"/>
                  <a:pt x="4088140" y="10096856"/>
                  <a:pt x="4088136" y="10092639"/>
                </a:cubicBezTo>
                <a:cubicBezTo>
                  <a:pt x="4050179" y="10067332"/>
                  <a:pt x="4012217" y="10029374"/>
                  <a:pt x="3974256" y="10004066"/>
                </a:cubicBezTo>
                <a:lnTo>
                  <a:pt x="3974255" y="9991412"/>
                </a:lnTo>
                <a:lnTo>
                  <a:pt x="3974255" y="9978758"/>
                </a:lnTo>
                <a:lnTo>
                  <a:pt x="3961601" y="9966108"/>
                </a:lnTo>
                <a:lnTo>
                  <a:pt x="3948950" y="9953451"/>
                </a:lnTo>
                <a:lnTo>
                  <a:pt x="3936296" y="9953451"/>
                </a:lnTo>
                <a:cubicBezTo>
                  <a:pt x="3936296" y="9953451"/>
                  <a:pt x="3936296" y="9966106"/>
                  <a:pt x="3948952" y="9966104"/>
                </a:cubicBezTo>
                <a:lnTo>
                  <a:pt x="3961601" y="9978758"/>
                </a:lnTo>
                <a:lnTo>
                  <a:pt x="3948950" y="9991412"/>
                </a:lnTo>
                <a:cubicBezTo>
                  <a:pt x="3910990" y="9953451"/>
                  <a:pt x="3873028" y="9915490"/>
                  <a:pt x="3835066" y="9890182"/>
                </a:cubicBezTo>
                <a:cubicBezTo>
                  <a:pt x="3835067" y="9877528"/>
                  <a:pt x="3822413" y="9877532"/>
                  <a:pt x="3822413" y="9877532"/>
                </a:cubicBezTo>
                <a:cubicBezTo>
                  <a:pt x="3822414" y="9873314"/>
                  <a:pt x="3822414" y="9869094"/>
                  <a:pt x="3822416" y="9864876"/>
                </a:cubicBezTo>
                <a:lnTo>
                  <a:pt x="3784448" y="9826916"/>
                </a:lnTo>
                <a:cubicBezTo>
                  <a:pt x="3784448" y="9826916"/>
                  <a:pt x="3784451" y="9814262"/>
                  <a:pt x="3771798" y="9814262"/>
                </a:cubicBezTo>
                <a:cubicBezTo>
                  <a:pt x="3771802" y="9801610"/>
                  <a:pt x="3759146" y="9801610"/>
                  <a:pt x="3759143" y="9788956"/>
                </a:cubicBezTo>
                <a:cubicBezTo>
                  <a:pt x="3746490" y="9788956"/>
                  <a:pt x="3746489" y="9776301"/>
                  <a:pt x="3733834" y="9763647"/>
                </a:cubicBezTo>
                <a:lnTo>
                  <a:pt x="3721186" y="9763647"/>
                </a:lnTo>
                <a:lnTo>
                  <a:pt x="3721187" y="9750996"/>
                </a:lnTo>
                <a:lnTo>
                  <a:pt x="3708530" y="9750996"/>
                </a:lnTo>
                <a:lnTo>
                  <a:pt x="3670571" y="9713032"/>
                </a:lnTo>
                <a:lnTo>
                  <a:pt x="3683226" y="9713036"/>
                </a:lnTo>
                <a:cubicBezTo>
                  <a:pt x="3632610" y="9662421"/>
                  <a:pt x="3607301" y="9649768"/>
                  <a:pt x="3556684" y="9573846"/>
                </a:cubicBezTo>
                <a:cubicBezTo>
                  <a:pt x="3569340" y="9611808"/>
                  <a:pt x="3556688" y="9608644"/>
                  <a:pt x="3534545" y="9589662"/>
                </a:cubicBezTo>
                <a:lnTo>
                  <a:pt x="3531419" y="9586632"/>
                </a:lnTo>
                <a:cubicBezTo>
                  <a:pt x="3531408" y="9586588"/>
                  <a:pt x="3531394" y="9586545"/>
                  <a:pt x="3531382" y="9586500"/>
                </a:cubicBezTo>
                <a:lnTo>
                  <a:pt x="3531150" y="9586378"/>
                </a:lnTo>
                <a:lnTo>
                  <a:pt x="3504850" y="9560888"/>
                </a:lnTo>
                <a:lnTo>
                  <a:pt x="3506069" y="9561192"/>
                </a:lnTo>
                <a:lnTo>
                  <a:pt x="3518723" y="9573846"/>
                </a:lnTo>
                <a:cubicBezTo>
                  <a:pt x="3518723" y="9573846"/>
                  <a:pt x="3531382" y="9586500"/>
                  <a:pt x="3531383" y="9573843"/>
                </a:cubicBezTo>
                <a:lnTo>
                  <a:pt x="3531382" y="9561192"/>
                </a:lnTo>
                <a:cubicBezTo>
                  <a:pt x="3506072" y="9535886"/>
                  <a:pt x="3493421" y="9510579"/>
                  <a:pt x="3468112" y="9497925"/>
                </a:cubicBezTo>
                <a:lnTo>
                  <a:pt x="3468112" y="9485268"/>
                </a:lnTo>
                <a:lnTo>
                  <a:pt x="3442808" y="9459964"/>
                </a:lnTo>
                <a:lnTo>
                  <a:pt x="3417497" y="9434658"/>
                </a:lnTo>
                <a:close/>
                <a:moveTo>
                  <a:pt x="3012584" y="9257510"/>
                </a:moveTo>
                <a:cubicBezTo>
                  <a:pt x="3018910" y="9263835"/>
                  <a:pt x="3022073" y="9267000"/>
                  <a:pt x="3022073" y="9268580"/>
                </a:cubicBezTo>
                <a:lnTo>
                  <a:pt x="3019736" y="9268968"/>
                </a:lnTo>
                <a:close/>
                <a:moveTo>
                  <a:pt x="2847455" y="8968533"/>
                </a:moveTo>
                <a:lnTo>
                  <a:pt x="2865802" y="8997360"/>
                </a:lnTo>
                <a:lnTo>
                  <a:pt x="2872247" y="9005182"/>
                </a:lnTo>
                <a:lnTo>
                  <a:pt x="2871814" y="9000681"/>
                </a:lnTo>
                <a:cubicBezTo>
                  <a:pt x="2873394" y="8998506"/>
                  <a:pt x="2876558" y="8998902"/>
                  <a:pt x="2879723" y="8999692"/>
                </a:cubicBezTo>
                <a:lnTo>
                  <a:pt x="2882327" y="9000148"/>
                </a:lnTo>
                <a:lnTo>
                  <a:pt x="2884188" y="8997712"/>
                </a:lnTo>
                <a:lnTo>
                  <a:pt x="2885808" y="9000758"/>
                </a:lnTo>
                <a:lnTo>
                  <a:pt x="2887631" y="9001077"/>
                </a:lnTo>
                <a:cubicBezTo>
                  <a:pt x="2889212" y="9000483"/>
                  <a:pt x="2889210" y="8998112"/>
                  <a:pt x="2886047" y="8991786"/>
                </a:cubicBezTo>
                <a:cubicBezTo>
                  <a:pt x="2867069" y="8972806"/>
                  <a:pt x="2862323" y="8982292"/>
                  <a:pt x="2850458" y="8972210"/>
                </a:cubicBezTo>
                <a:close/>
                <a:moveTo>
                  <a:pt x="1261949" y="8958783"/>
                </a:moveTo>
                <a:lnTo>
                  <a:pt x="1262372" y="8959339"/>
                </a:lnTo>
                <a:cubicBezTo>
                  <a:pt x="1264021" y="8962171"/>
                  <a:pt x="1265987" y="8966141"/>
                  <a:pt x="1268305" y="8971461"/>
                </a:cubicBezTo>
                <a:close/>
                <a:moveTo>
                  <a:pt x="1119280" y="8584360"/>
                </a:moveTo>
                <a:lnTo>
                  <a:pt x="1121074" y="8598870"/>
                </a:lnTo>
                <a:cubicBezTo>
                  <a:pt x="1122452" y="8605311"/>
                  <a:pt x="1124435" y="8612043"/>
                  <a:pt x="1126753" y="8617364"/>
                </a:cubicBezTo>
                <a:cubicBezTo>
                  <a:pt x="1132726" y="8622356"/>
                  <a:pt x="1138447" y="8629674"/>
                  <a:pt x="1143751" y="8637490"/>
                </a:cubicBezTo>
                <a:lnTo>
                  <a:pt x="1153022" y="8652268"/>
                </a:lnTo>
                <a:close/>
                <a:moveTo>
                  <a:pt x="993608" y="8563178"/>
                </a:moveTo>
                <a:lnTo>
                  <a:pt x="1001044" y="8596624"/>
                </a:lnTo>
                <a:cubicBezTo>
                  <a:pt x="1023343" y="8643507"/>
                  <a:pt x="968572" y="8547682"/>
                  <a:pt x="978638" y="8602694"/>
                </a:cubicBezTo>
                <a:cubicBezTo>
                  <a:pt x="1037416" y="8731112"/>
                  <a:pt x="1104418" y="8818810"/>
                  <a:pt x="1150966" y="8955356"/>
                </a:cubicBezTo>
                <a:cubicBezTo>
                  <a:pt x="1197725" y="8985993"/>
                  <a:pt x="1236260" y="9057346"/>
                  <a:pt x="1276850" y="9118520"/>
                </a:cubicBezTo>
                <a:cubicBezTo>
                  <a:pt x="1315387" y="9189874"/>
                  <a:pt x="1353923" y="9261231"/>
                  <a:pt x="1396570" y="9312225"/>
                </a:cubicBezTo>
                <a:cubicBezTo>
                  <a:pt x="1364095" y="9263283"/>
                  <a:pt x="1376327" y="9255160"/>
                  <a:pt x="1368209" y="9242926"/>
                </a:cubicBezTo>
                <a:cubicBezTo>
                  <a:pt x="1386500" y="9257217"/>
                  <a:pt x="1388557" y="9247036"/>
                  <a:pt x="1398731" y="9249092"/>
                </a:cubicBezTo>
                <a:cubicBezTo>
                  <a:pt x="1408364" y="9266931"/>
                  <a:pt x="1416862" y="9280566"/>
                  <a:pt x="1424824" y="9291942"/>
                </a:cubicBezTo>
                <a:lnTo>
                  <a:pt x="1437577" y="9308271"/>
                </a:lnTo>
                <a:lnTo>
                  <a:pt x="1426300" y="9285122"/>
                </a:lnTo>
                <a:cubicBezTo>
                  <a:pt x="1417705" y="9267270"/>
                  <a:pt x="1408622" y="9248446"/>
                  <a:pt x="1398241" y="9227676"/>
                </a:cubicBezTo>
                <a:lnTo>
                  <a:pt x="1399595" y="9228166"/>
                </a:lnTo>
                <a:lnTo>
                  <a:pt x="1358393" y="9155026"/>
                </a:lnTo>
                <a:cubicBezTo>
                  <a:pt x="1350428" y="9148370"/>
                  <a:pt x="1333193" y="9120430"/>
                  <a:pt x="1318568" y="9121743"/>
                </a:cubicBezTo>
                <a:cubicBezTo>
                  <a:pt x="1253680" y="8972774"/>
                  <a:pt x="1175336" y="8920834"/>
                  <a:pt x="1090468" y="8795770"/>
                </a:cubicBezTo>
                <a:cubicBezTo>
                  <a:pt x="1081232" y="8754218"/>
                  <a:pt x="1067092" y="8714482"/>
                  <a:pt x="1049606" y="8674704"/>
                </a:cubicBezTo>
                <a:close/>
                <a:moveTo>
                  <a:pt x="978416" y="8451138"/>
                </a:moveTo>
                <a:lnTo>
                  <a:pt x="1037843" y="8567380"/>
                </a:lnTo>
                <a:cubicBezTo>
                  <a:pt x="1065181" y="8615604"/>
                  <a:pt x="1093349" y="8662830"/>
                  <a:pt x="1119851" y="8712051"/>
                </a:cubicBezTo>
                <a:cubicBezTo>
                  <a:pt x="1149687" y="8757285"/>
                  <a:pt x="1179522" y="8802521"/>
                  <a:pt x="1205537" y="8846256"/>
                </a:cubicBezTo>
                <a:lnTo>
                  <a:pt x="1261949" y="8958783"/>
                </a:lnTo>
                <a:lnTo>
                  <a:pt x="1258343" y="8954042"/>
                </a:lnTo>
                <a:cubicBezTo>
                  <a:pt x="1252057" y="8949424"/>
                  <a:pt x="1255998" y="8978095"/>
                  <a:pt x="1262950" y="8994056"/>
                </a:cubicBezTo>
                <a:cubicBezTo>
                  <a:pt x="1286843" y="9014024"/>
                  <a:pt x="1306687" y="9071212"/>
                  <a:pt x="1312042" y="9048618"/>
                </a:cubicBezTo>
                <a:cubicBezTo>
                  <a:pt x="1344847" y="9106488"/>
                  <a:pt x="1362742" y="9136668"/>
                  <a:pt x="1391452" y="9183502"/>
                </a:cubicBezTo>
                <a:lnTo>
                  <a:pt x="1424497" y="9237166"/>
                </a:lnTo>
                <a:lnTo>
                  <a:pt x="1429220" y="9238874"/>
                </a:lnTo>
                <a:lnTo>
                  <a:pt x="1434265" y="9245505"/>
                </a:lnTo>
                <a:lnTo>
                  <a:pt x="1456580" y="9264154"/>
                </a:lnTo>
                <a:cubicBezTo>
                  <a:pt x="1466537" y="9272475"/>
                  <a:pt x="1476492" y="9280796"/>
                  <a:pt x="1488438" y="9290780"/>
                </a:cubicBezTo>
                <a:cubicBezTo>
                  <a:pt x="1499014" y="9326686"/>
                  <a:pt x="1532177" y="9367938"/>
                  <a:pt x="1565340" y="9409190"/>
                </a:cubicBezTo>
                <a:cubicBezTo>
                  <a:pt x="1605166" y="9442467"/>
                  <a:pt x="1630366" y="9477063"/>
                  <a:pt x="1632974" y="9506312"/>
                </a:cubicBezTo>
                <a:cubicBezTo>
                  <a:pt x="1632974" y="9506312"/>
                  <a:pt x="1632974" y="9506312"/>
                  <a:pt x="1626314" y="9514282"/>
                </a:cubicBezTo>
                <a:lnTo>
                  <a:pt x="1611659" y="9502036"/>
                </a:lnTo>
                <a:lnTo>
                  <a:pt x="1622706" y="9517170"/>
                </a:lnTo>
                <a:lnTo>
                  <a:pt x="1722140" y="9649444"/>
                </a:lnTo>
                <a:lnTo>
                  <a:pt x="1730402" y="9674248"/>
                </a:lnTo>
                <a:cubicBezTo>
                  <a:pt x="1730402" y="9674248"/>
                  <a:pt x="1730402" y="9674248"/>
                  <a:pt x="1740784" y="9674248"/>
                </a:cubicBezTo>
                <a:lnTo>
                  <a:pt x="1722140" y="9649444"/>
                </a:lnTo>
                <a:lnTo>
                  <a:pt x="1720020" y="9643092"/>
                </a:lnTo>
                <a:cubicBezTo>
                  <a:pt x="1730402" y="9632706"/>
                  <a:pt x="1740782" y="9643092"/>
                  <a:pt x="1740782" y="9653476"/>
                </a:cubicBezTo>
                <a:cubicBezTo>
                  <a:pt x="1751162" y="9653476"/>
                  <a:pt x="1751162" y="9653476"/>
                  <a:pt x="1751162" y="9653476"/>
                </a:cubicBezTo>
                <a:lnTo>
                  <a:pt x="1657852" y="9494422"/>
                </a:lnTo>
                <a:lnTo>
                  <a:pt x="1559534" y="9346986"/>
                </a:lnTo>
                <a:lnTo>
                  <a:pt x="1533182" y="9310760"/>
                </a:lnTo>
                <a:lnTo>
                  <a:pt x="1529318" y="9301674"/>
                </a:lnTo>
                <a:lnTo>
                  <a:pt x="1470966" y="9214168"/>
                </a:lnTo>
                <a:lnTo>
                  <a:pt x="1207861" y="8762176"/>
                </a:lnTo>
                <a:lnTo>
                  <a:pt x="1204783" y="8758706"/>
                </a:lnTo>
                <a:cubicBezTo>
                  <a:pt x="1197649" y="8751052"/>
                  <a:pt x="1189684" y="8744396"/>
                  <a:pt x="1182371" y="8745052"/>
                </a:cubicBezTo>
                <a:cubicBezTo>
                  <a:pt x="1133705" y="8633324"/>
                  <a:pt x="1077472" y="8576176"/>
                  <a:pt x="1016593" y="8501824"/>
                </a:cubicBezTo>
                <a:close/>
                <a:moveTo>
                  <a:pt x="490171" y="8276537"/>
                </a:moveTo>
                <a:cubicBezTo>
                  <a:pt x="531494" y="8338470"/>
                  <a:pt x="562486" y="8452023"/>
                  <a:pt x="583148" y="8524276"/>
                </a:cubicBezTo>
                <a:cubicBezTo>
                  <a:pt x="614143" y="8513955"/>
                  <a:pt x="676127" y="8637828"/>
                  <a:pt x="676129" y="8689440"/>
                </a:cubicBezTo>
                <a:cubicBezTo>
                  <a:pt x="676130" y="8692881"/>
                  <a:pt x="676129" y="8696324"/>
                  <a:pt x="676130" y="8699764"/>
                </a:cubicBezTo>
                <a:lnTo>
                  <a:pt x="686459" y="8710083"/>
                </a:lnTo>
                <a:cubicBezTo>
                  <a:pt x="686459" y="8720408"/>
                  <a:pt x="676129" y="8720408"/>
                  <a:pt x="676129" y="8720408"/>
                </a:cubicBezTo>
                <a:lnTo>
                  <a:pt x="670654" y="8717283"/>
                </a:lnTo>
                <a:lnTo>
                  <a:pt x="665797" y="8710086"/>
                </a:lnTo>
                <a:cubicBezTo>
                  <a:pt x="665797" y="8710086"/>
                  <a:pt x="665798" y="8712666"/>
                  <a:pt x="667090" y="8715248"/>
                </a:cubicBezTo>
                <a:lnTo>
                  <a:pt x="670654" y="8717283"/>
                </a:lnTo>
                <a:lnTo>
                  <a:pt x="689203" y="8744763"/>
                </a:lnTo>
                <a:cubicBezTo>
                  <a:pt x="712933" y="8777182"/>
                  <a:pt x="738116" y="8808152"/>
                  <a:pt x="769109" y="8885571"/>
                </a:cubicBezTo>
                <a:cubicBezTo>
                  <a:pt x="769103" y="8895892"/>
                  <a:pt x="779438" y="8895892"/>
                  <a:pt x="779438" y="8906216"/>
                </a:cubicBezTo>
                <a:cubicBezTo>
                  <a:pt x="779438" y="8916540"/>
                  <a:pt x="789766" y="8916537"/>
                  <a:pt x="789766" y="8916537"/>
                </a:cubicBezTo>
                <a:cubicBezTo>
                  <a:pt x="789769" y="8937183"/>
                  <a:pt x="789769" y="8937183"/>
                  <a:pt x="779437" y="8937183"/>
                </a:cubicBezTo>
                <a:cubicBezTo>
                  <a:pt x="789769" y="8947508"/>
                  <a:pt x="810430" y="8988798"/>
                  <a:pt x="820763" y="8988798"/>
                </a:cubicBezTo>
                <a:cubicBezTo>
                  <a:pt x="872417" y="9122992"/>
                  <a:pt x="986057" y="9267507"/>
                  <a:pt x="1027381" y="9401702"/>
                </a:cubicBezTo>
                <a:lnTo>
                  <a:pt x="1017050" y="9387624"/>
                </a:lnTo>
                <a:lnTo>
                  <a:pt x="1017052" y="9381058"/>
                </a:lnTo>
                <a:lnTo>
                  <a:pt x="1006720" y="9370732"/>
                </a:lnTo>
                <a:cubicBezTo>
                  <a:pt x="1006720" y="9375896"/>
                  <a:pt x="1009303" y="9378476"/>
                  <a:pt x="1013176" y="9382348"/>
                </a:cubicBezTo>
                <a:lnTo>
                  <a:pt x="1017050" y="9387624"/>
                </a:lnTo>
                <a:lnTo>
                  <a:pt x="1017052" y="9391383"/>
                </a:lnTo>
                <a:cubicBezTo>
                  <a:pt x="1027381" y="9401702"/>
                  <a:pt x="1027381" y="9401702"/>
                  <a:pt x="1027381" y="9412026"/>
                </a:cubicBezTo>
                <a:lnTo>
                  <a:pt x="1017050" y="9412023"/>
                </a:lnTo>
                <a:lnTo>
                  <a:pt x="1008526" y="9402288"/>
                </a:lnTo>
                <a:lnTo>
                  <a:pt x="1006721" y="9391380"/>
                </a:lnTo>
                <a:cubicBezTo>
                  <a:pt x="1006721" y="9396542"/>
                  <a:pt x="1006720" y="9399122"/>
                  <a:pt x="1008011" y="9401702"/>
                </a:cubicBezTo>
                <a:lnTo>
                  <a:pt x="1008526" y="9402288"/>
                </a:lnTo>
                <a:lnTo>
                  <a:pt x="1010108" y="9411862"/>
                </a:lnTo>
                <a:cubicBezTo>
                  <a:pt x="1016405" y="9436542"/>
                  <a:pt x="1029964" y="9471380"/>
                  <a:pt x="1037713" y="9494604"/>
                </a:cubicBezTo>
                <a:lnTo>
                  <a:pt x="1037713" y="9484281"/>
                </a:lnTo>
                <a:cubicBezTo>
                  <a:pt x="1037713" y="9484281"/>
                  <a:pt x="1048043" y="9494606"/>
                  <a:pt x="1048045" y="9504932"/>
                </a:cubicBezTo>
                <a:lnTo>
                  <a:pt x="1058374" y="9515253"/>
                </a:lnTo>
                <a:cubicBezTo>
                  <a:pt x="1097114" y="9592671"/>
                  <a:pt x="1141667" y="9658476"/>
                  <a:pt x="1192031" y="9708318"/>
                </a:cubicBezTo>
                <a:lnTo>
                  <a:pt x="1234499" y="9744334"/>
                </a:lnTo>
                <a:lnTo>
                  <a:pt x="1235294" y="9747512"/>
                </a:lnTo>
                <a:cubicBezTo>
                  <a:pt x="1236584" y="9750092"/>
                  <a:pt x="1239166" y="9752673"/>
                  <a:pt x="1244333" y="9752674"/>
                </a:cubicBezTo>
                <a:lnTo>
                  <a:pt x="1254664" y="9762996"/>
                </a:lnTo>
                <a:cubicBezTo>
                  <a:pt x="1264996" y="9752672"/>
                  <a:pt x="1285657" y="9783639"/>
                  <a:pt x="1306319" y="9814608"/>
                </a:cubicBezTo>
                <a:cubicBezTo>
                  <a:pt x="1295989" y="9824932"/>
                  <a:pt x="1285657" y="9804284"/>
                  <a:pt x="1285657" y="9804284"/>
                </a:cubicBezTo>
                <a:lnTo>
                  <a:pt x="1285658" y="9814605"/>
                </a:lnTo>
                <a:lnTo>
                  <a:pt x="1285658" y="9824930"/>
                </a:lnTo>
                <a:lnTo>
                  <a:pt x="1275326" y="9814608"/>
                </a:lnTo>
                <a:cubicBezTo>
                  <a:pt x="1295987" y="9845578"/>
                  <a:pt x="1285658" y="9845577"/>
                  <a:pt x="1316651" y="9886866"/>
                </a:cubicBezTo>
                <a:lnTo>
                  <a:pt x="1316650" y="9876544"/>
                </a:lnTo>
                <a:lnTo>
                  <a:pt x="1306318" y="9866220"/>
                </a:lnTo>
                <a:lnTo>
                  <a:pt x="1306319" y="9855898"/>
                </a:lnTo>
                <a:cubicBezTo>
                  <a:pt x="1316650" y="9855898"/>
                  <a:pt x="1326980" y="9866220"/>
                  <a:pt x="1326982" y="9876542"/>
                </a:cubicBezTo>
                <a:lnTo>
                  <a:pt x="1337312" y="9886866"/>
                </a:lnTo>
                <a:cubicBezTo>
                  <a:pt x="1357973" y="9886864"/>
                  <a:pt x="1388966" y="9917835"/>
                  <a:pt x="1430291" y="9959126"/>
                </a:cubicBezTo>
                <a:cubicBezTo>
                  <a:pt x="1461284" y="10000414"/>
                  <a:pt x="1492277" y="10052030"/>
                  <a:pt x="1502608" y="10082998"/>
                </a:cubicBezTo>
                <a:lnTo>
                  <a:pt x="1512938" y="10082996"/>
                </a:lnTo>
                <a:cubicBezTo>
                  <a:pt x="1512938" y="10082996"/>
                  <a:pt x="1523270" y="10093316"/>
                  <a:pt x="1523272" y="10103638"/>
                </a:cubicBezTo>
                <a:lnTo>
                  <a:pt x="1533602" y="10103642"/>
                </a:lnTo>
                <a:lnTo>
                  <a:pt x="1533600" y="10113968"/>
                </a:lnTo>
                <a:cubicBezTo>
                  <a:pt x="1554262" y="10144932"/>
                  <a:pt x="1564594" y="10134608"/>
                  <a:pt x="1585256" y="10175902"/>
                </a:cubicBezTo>
                <a:cubicBezTo>
                  <a:pt x="1585256" y="10196548"/>
                  <a:pt x="1564594" y="10165578"/>
                  <a:pt x="1554262" y="10165578"/>
                </a:cubicBezTo>
                <a:lnTo>
                  <a:pt x="1554263" y="10175902"/>
                </a:lnTo>
                <a:cubicBezTo>
                  <a:pt x="1554262" y="10186224"/>
                  <a:pt x="1543931" y="10175902"/>
                  <a:pt x="1543931" y="10165578"/>
                </a:cubicBezTo>
                <a:lnTo>
                  <a:pt x="1533600" y="10165576"/>
                </a:lnTo>
                <a:cubicBezTo>
                  <a:pt x="1554263" y="10196548"/>
                  <a:pt x="1585254" y="10227514"/>
                  <a:pt x="1605917" y="10248159"/>
                </a:cubicBezTo>
                <a:lnTo>
                  <a:pt x="1626580" y="10227514"/>
                </a:lnTo>
                <a:lnTo>
                  <a:pt x="1705960" y="10287000"/>
                </a:lnTo>
                <a:lnTo>
                  <a:pt x="1582592" y="10287000"/>
                </a:lnTo>
                <a:lnTo>
                  <a:pt x="1543931" y="10237834"/>
                </a:lnTo>
                <a:cubicBezTo>
                  <a:pt x="1505190" y="10188802"/>
                  <a:pt x="1466448" y="10139770"/>
                  <a:pt x="1430290" y="10093320"/>
                </a:cubicBezTo>
                <a:cubicBezTo>
                  <a:pt x="1388968" y="10052031"/>
                  <a:pt x="1326980" y="9979772"/>
                  <a:pt x="1275326" y="9897192"/>
                </a:cubicBezTo>
                <a:cubicBezTo>
                  <a:pt x="1213340" y="9824930"/>
                  <a:pt x="1172015" y="9742350"/>
                  <a:pt x="1151353" y="9690735"/>
                </a:cubicBezTo>
                <a:cubicBezTo>
                  <a:pt x="1110031" y="9639123"/>
                  <a:pt x="1068707" y="9577190"/>
                  <a:pt x="1048043" y="9525574"/>
                </a:cubicBezTo>
                <a:lnTo>
                  <a:pt x="1037713" y="9515253"/>
                </a:lnTo>
                <a:cubicBezTo>
                  <a:pt x="1027381" y="9504928"/>
                  <a:pt x="1027381" y="9504928"/>
                  <a:pt x="1027381" y="9494606"/>
                </a:cubicBezTo>
                <a:cubicBezTo>
                  <a:pt x="924071" y="9350090"/>
                  <a:pt x="872417" y="9226216"/>
                  <a:pt x="800101" y="9071380"/>
                </a:cubicBezTo>
                <a:lnTo>
                  <a:pt x="769108" y="9102346"/>
                </a:lnTo>
                <a:cubicBezTo>
                  <a:pt x="748444" y="9092025"/>
                  <a:pt x="738113" y="9071378"/>
                  <a:pt x="717451" y="9050732"/>
                </a:cubicBezTo>
                <a:cubicBezTo>
                  <a:pt x="727783" y="9061056"/>
                  <a:pt x="727783" y="9071378"/>
                  <a:pt x="727783" y="9071378"/>
                </a:cubicBezTo>
                <a:cubicBezTo>
                  <a:pt x="738113" y="9081700"/>
                  <a:pt x="738113" y="9081700"/>
                  <a:pt x="738113" y="9092025"/>
                </a:cubicBezTo>
                <a:lnTo>
                  <a:pt x="727783" y="9081700"/>
                </a:lnTo>
                <a:cubicBezTo>
                  <a:pt x="717451" y="9071380"/>
                  <a:pt x="717451" y="9061056"/>
                  <a:pt x="717451" y="9061056"/>
                </a:cubicBezTo>
                <a:lnTo>
                  <a:pt x="707120" y="9050734"/>
                </a:lnTo>
                <a:cubicBezTo>
                  <a:pt x="696790" y="9030088"/>
                  <a:pt x="686458" y="9009442"/>
                  <a:pt x="676127" y="8999120"/>
                </a:cubicBezTo>
                <a:lnTo>
                  <a:pt x="676127" y="8988798"/>
                </a:lnTo>
                <a:lnTo>
                  <a:pt x="676127" y="8978474"/>
                </a:lnTo>
                <a:lnTo>
                  <a:pt x="683875" y="8978474"/>
                </a:lnTo>
                <a:lnTo>
                  <a:pt x="686458" y="8988795"/>
                </a:lnTo>
                <a:lnTo>
                  <a:pt x="686458" y="8978476"/>
                </a:lnTo>
                <a:lnTo>
                  <a:pt x="683875" y="8978474"/>
                </a:lnTo>
                <a:lnTo>
                  <a:pt x="681293" y="8968152"/>
                </a:lnTo>
                <a:cubicBezTo>
                  <a:pt x="681292" y="8962992"/>
                  <a:pt x="681292" y="8957829"/>
                  <a:pt x="676127" y="8947508"/>
                </a:cubicBezTo>
                <a:cubicBezTo>
                  <a:pt x="686458" y="8916540"/>
                  <a:pt x="707120" y="8978474"/>
                  <a:pt x="727783" y="8978476"/>
                </a:cubicBezTo>
                <a:cubicBezTo>
                  <a:pt x="707122" y="8926862"/>
                  <a:pt x="717451" y="8916540"/>
                  <a:pt x="707120" y="8895896"/>
                </a:cubicBezTo>
                <a:lnTo>
                  <a:pt x="717451" y="8885571"/>
                </a:lnTo>
                <a:lnTo>
                  <a:pt x="707120" y="8885571"/>
                </a:lnTo>
                <a:lnTo>
                  <a:pt x="707120" y="8875250"/>
                </a:lnTo>
                <a:cubicBezTo>
                  <a:pt x="696791" y="8864928"/>
                  <a:pt x="696791" y="8864928"/>
                  <a:pt x="707122" y="8864925"/>
                </a:cubicBezTo>
                <a:cubicBezTo>
                  <a:pt x="707122" y="8861484"/>
                  <a:pt x="707122" y="8858044"/>
                  <a:pt x="707123" y="8854604"/>
                </a:cubicBezTo>
                <a:cubicBezTo>
                  <a:pt x="665801" y="8782344"/>
                  <a:pt x="624473" y="8720408"/>
                  <a:pt x="645137" y="8699764"/>
                </a:cubicBezTo>
                <a:lnTo>
                  <a:pt x="655465" y="8699762"/>
                </a:lnTo>
                <a:cubicBezTo>
                  <a:pt x="645137" y="8699764"/>
                  <a:pt x="645136" y="8689440"/>
                  <a:pt x="645136" y="8689440"/>
                </a:cubicBezTo>
                <a:cubicBezTo>
                  <a:pt x="634807" y="8689443"/>
                  <a:pt x="634804" y="8668796"/>
                  <a:pt x="624473" y="8658474"/>
                </a:cubicBezTo>
                <a:cubicBezTo>
                  <a:pt x="624472" y="8648150"/>
                  <a:pt x="624472" y="8648150"/>
                  <a:pt x="634804" y="8648150"/>
                </a:cubicBezTo>
                <a:cubicBezTo>
                  <a:pt x="603811" y="8637828"/>
                  <a:pt x="572818" y="8575892"/>
                  <a:pt x="541826" y="8493312"/>
                </a:cubicBezTo>
                <a:cubicBezTo>
                  <a:pt x="510832" y="8410731"/>
                  <a:pt x="500500" y="8328149"/>
                  <a:pt x="490171" y="8276537"/>
                </a:cubicBezTo>
                <a:close/>
                <a:moveTo>
                  <a:pt x="806632" y="8255612"/>
                </a:moveTo>
                <a:lnTo>
                  <a:pt x="850907" y="8343801"/>
                </a:lnTo>
                <a:cubicBezTo>
                  <a:pt x="869095" y="8411044"/>
                  <a:pt x="903518" y="8502760"/>
                  <a:pt x="935992" y="8551696"/>
                </a:cubicBezTo>
                <a:cubicBezTo>
                  <a:pt x="936073" y="8511982"/>
                  <a:pt x="954359" y="8529584"/>
                  <a:pt x="969526" y="8533143"/>
                </a:cubicBezTo>
                <a:lnTo>
                  <a:pt x="976687" y="8531121"/>
                </a:lnTo>
                <a:lnTo>
                  <a:pt x="917057" y="8420546"/>
                </a:lnTo>
                <a:cubicBezTo>
                  <a:pt x="892441" y="8373114"/>
                  <a:pt x="867602" y="8321903"/>
                  <a:pt x="844099" y="8265042"/>
                </a:cubicBezTo>
                <a:cubicBezTo>
                  <a:pt x="840083" y="8281989"/>
                  <a:pt x="820424" y="8263022"/>
                  <a:pt x="808037" y="8255841"/>
                </a:cubicBezTo>
                <a:close/>
                <a:moveTo>
                  <a:pt x="2503470" y="8056143"/>
                </a:moveTo>
                <a:lnTo>
                  <a:pt x="2519093" y="8080730"/>
                </a:lnTo>
                <a:cubicBezTo>
                  <a:pt x="2512766" y="8074404"/>
                  <a:pt x="2506439" y="8064915"/>
                  <a:pt x="2503277" y="8057009"/>
                </a:cubicBezTo>
                <a:cubicBezTo>
                  <a:pt x="2503342" y="8056721"/>
                  <a:pt x="2503406" y="8056431"/>
                  <a:pt x="2503470" y="8056143"/>
                </a:cubicBezTo>
                <a:close/>
                <a:moveTo>
                  <a:pt x="764668" y="8009342"/>
                </a:moveTo>
                <a:lnTo>
                  <a:pt x="763417" y="8021661"/>
                </a:lnTo>
                <a:cubicBezTo>
                  <a:pt x="796582" y="8062913"/>
                  <a:pt x="800495" y="8106791"/>
                  <a:pt x="834965" y="8162667"/>
                </a:cubicBezTo>
                <a:cubicBezTo>
                  <a:pt x="834830" y="8243760"/>
                  <a:pt x="875959" y="8291669"/>
                  <a:pt x="931577" y="8419358"/>
                </a:cubicBezTo>
                <a:cubicBezTo>
                  <a:pt x="938237" y="8411388"/>
                  <a:pt x="943885" y="8412724"/>
                  <a:pt x="948700" y="8415056"/>
                </a:cubicBezTo>
                <a:lnTo>
                  <a:pt x="953120" y="8415668"/>
                </a:lnTo>
                <a:lnTo>
                  <a:pt x="913409" y="8298012"/>
                </a:lnTo>
                <a:cubicBezTo>
                  <a:pt x="878441" y="8218455"/>
                  <a:pt x="830095" y="8138715"/>
                  <a:pt x="780862" y="8043854"/>
                </a:cubicBezTo>
                <a:close/>
                <a:moveTo>
                  <a:pt x="2215406" y="7954197"/>
                </a:moveTo>
                <a:cubicBezTo>
                  <a:pt x="2215409" y="7966851"/>
                  <a:pt x="2215409" y="7966851"/>
                  <a:pt x="2228060" y="7966851"/>
                </a:cubicBezTo>
                <a:cubicBezTo>
                  <a:pt x="2215408" y="7979505"/>
                  <a:pt x="2202754" y="7966848"/>
                  <a:pt x="2215406" y="7954197"/>
                </a:cubicBezTo>
                <a:close/>
                <a:moveTo>
                  <a:pt x="3442472" y="7922889"/>
                </a:moveTo>
                <a:lnTo>
                  <a:pt x="3452306" y="7931229"/>
                </a:lnTo>
                <a:cubicBezTo>
                  <a:pt x="3447140" y="7931228"/>
                  <a:pt x="3444560" y="7928648"/>
                  <a:pt x="3443267" y="7926066"/>
                </a:cubicBezTo>
                <a:close/>
                <a:moveTo>
                  <a:pt x="633680" y="7810980"/>
                </a:moveTo>
                <a:lnTo>
                  <a:pt x="657178" y="7880034"/>
                </a:lnTo>
                <a:lnTo>
                  <a:pt x="662339" y="7894485"/>
                </a:lnTo>
                <a:lnTo>
                  <a:pt x="663355" y="7877766"/>
                </a:lnTo>
                <a:lnTo>
                  <a:pt x="662722" y="7877663"/>
                </a:lnTo>
                <a:close/>
                <a:moveTo>
                  <a:pt x="2312033" y="7793150"/>
                </a:moveTo>
                <a:lnTo>
                  <a:pt x="2329289" y="7802352"/>
                </a:lnTo>
                <a:cubicBezTo>
                  <a:pt x="2316636" y="7802355"/>
                  <a:pt x="2329290" y="7815009"/>
                  <a:pt x="2329290" y="7827662"/>
                </a:cubicBezTo>
                <a:lnTo>
                  <a:pt x="2316635" y="7815006"/>
                </a:lnTo>
                <a:lnTo>
                  <a:pt x="2316636" y="7802355"/>
                </a:lnTo>
                <a:close/>
                <a:moveTo>
                  <a:pt x="2296450" y="7769516"/>
                </a:moveTo>
                <a:lnTo>
                  <a:pt x="2303980" y="7777047"/>
                </a:lnTo>
                <a:lnTo>
                  <a:pt x="2312033" y="7793150"/>
                </a:lnTo>
                <a:lnTo>
                  <a:pt x="2308530" y="7791284"/>
                </a:lnTo>
                <a:close/>
                <a:moveTo>
                  <a:pt x="2276478" y="7726433"/>
                </a:moveTo>
                <a:lnTo>
                  <a:pt x="2286584" y="7751738"/>
                </a:lnTo>
                <a:lnTo>
                  <a:pt x="2296450" y="7769516"/>
                </a:lnTo>
                <a:lnTo>
                  <a:pt x="2291328" y="7764395"/>
                </a:lnTo>
                <a:cubicBezTo>
                  <a:pt x="2291328" y="7751738"/>
                  <a:pt x="2278673" y="7739090"/>
                  <a:pt x="2266022" y="7726434"/>
                </a:cubicBezTo>
                <a:close/>
                <a:moveTo>
                  <a:pt x="2268472" y="7706363"/>
                </a:moveTo>
                <a:lnTo>
                  <a:pt x="2278674" y="7726434"/>
                </a:lnTo>
                <a:lnTo>
                  <a:pt x="2276478" y="7726433"/>
                </a:lnTo>
                <a:close/>
                <a:moveTo>
                  <a:pt x="3206446" y="7625214"/>
                </a:moveTo>
                <a:lnTo>
                  <a:pt x="3235355" y="7673157"/>
                </a:lnTo>
                <a:cubicBezTo>
                  <a:pt x="3235355" y="7683482"/>
                  <a:pt x="3235355" y="7683482"/>
                  <a:pt x="3245688" y="7693805"/>
                </a:cubicBezTo>
                <a:cubicBezTo>
                  <a:pt x="3245688" y="7704126"/>
                  <a:pt x="3256018" y="7704129"/>
                  <a:pt x="3256018" y="7704129"/>
                </a:cubicBezTo>
                <a:cubicBezTo>
                  <a:pt x="3276682" y="7755744"/>
                  <a:pt x="3318005" y="7817678"/>
                  <a:pt x="3359327" y="7869293"/>
                </a:cubicBezTo>
                <a:cubicBezTo>
                  <a:pt x="3379990" y="7920902"/>
                  <a:pt x="3421314" y="8003487"/>
                  <a:pt x="3483299" y="8075745"/>
                </a:cubicBezTo>
                <a:cubicBezTo>
                  <a:pt x="3534956" y="8158326"/>
                  <a:pt x="3596940" y="8230581"/>
                  <a:pt x="3638266" y="8271875"/>
                </a:cubicBezTo>
                <a:lnTo>
                  <a:pt x="3778586" y="8450318"/>
                </a:lnTo>
                <a:lnTo>
                  <a:pt x="3799856" y="8410686"/>
                </a:lnTo>
                <a:lnTo>
                  <a:pt x="3796932" y="8407347"/>
                </a:lnTo>
                <a:lnTo>
                  <a:pt x="3739514" y="8350320"/>
                </a:lnTo>
                <a:cubicBezTo>
                  <a:pt x="3718596" y="8331752"/>
                  <a:pt x="3703464" y="8307914"/>
                  <a:pt x="3695316" y="8279910"/>
                </a:cubicBezTo>
                <a:cubicBezTo>
                  <a:pt x="3694896" y="8262531"/>
                  <a:pt x="3694476" y="8245152"/>
                  <a:pt x="3694056" y="8227773"/>
                </a:cubicBezTo>
                <a:lnTo>
                  <a:pt x="3682170" y="8203487"/>
                </a:lnTo>
                <a:cubicBezTo>
                  <a:pt x="3669258" y="8181552"/>
                  <a:pt x="3653760" y="8158323"/>
                  <a:pt x="3638266" y="8137679"/>
                </a:cubicBezTo>
                <a:cubicBezTo>
                  <a:pt x="3596942" y="8096387"/>
                  <a:pt x="3565948" y="8065419"/>
                  <a:pt x="3545285" y="8065419"/>
                </a:cubicBezTo>
                <a:cubicBezTo>
                  <a:pt x="3545285" y="8055099"/>
                  <a:pt x="3534954" y="8055099"/>
                  <a:pt x="3534954" y="8055099"/>
                </a:cubicBezTo>
                <a:cubicBezTo>
                  <a:pt x="3534956" y="8044778"/>
                  <a:pt x="3524626" y="8034453"/>
                  <a:pt x="3514292" y="8034456"/>
                </a:cubicBezTo>
                <a:lnTo>
                  <a:pt x="3514294" y="8044778"/>
                </a:lnTo>
                <a:lnTo>
                  <a:pt x="3524627" y="8055099"/>
                </a:lnTo>
                <a:lnTo>
                  <a:pt x="3524626" y="8065421"/>
                </a:lnTo>
                <a:cubicBezTo>
                  <a:pt x="3493634" y="8024127"/>
                  <a:pt x="3503962" y="8024130"/>
                  <a:pt x="3483299" y="7993160"/>
                </a:cubicBezTo>
                <a:lnTo>
                  <a:pt x="3493632" y="8003487"/>
                </a:lnTo>
                <a:lnTo>
                  <a:pt x="3493634" y="7993163"/>
                </a:lnTo>
                <a:lnTo>
                  <a:pt x="3493632" y="7982841"/>
                </a:lnTo>
                <a:cubicBezTo>
                  <a:pt x="3493632" y="7982841"/>
                  <a:pt x="3503962" y="8003487"/>
                  <a:pt x="3514292" y="7993163"/>
                </a:cubicBezTo>
                <a:cubicBezTo>
                  <a:pt x="3493632" y="7962194"/>
                  <a:pt x="3472968" y="7931226"/>
                  <a:pt x="3462640" y="7941551"/>
                </a:cubicBezTo>
                <a:cubicBezTo>
                  <a:pt x="3462640" y="7941551"/>
                  <a:pt x="3462640" y="7931229"/>
                  <a:pt x="3452306" y="7931229"/>
                </a:cubicBezTo>
                <a:lnTo>
                  <a:pt x="3452306" y="7920905"/>
                </a:lnTo>
                <a:lnTo>
                  <a:pt x="3452306" y="7910582"/>
                </a:lnTo>
                <a:lnTo>
                  <a:pt x="3441976" y="7920905"/>
                </a:lnTo>
                <a:cubicBezTo>
                  <a:pt x="3442140" y="7921568"/>
                  <a:pt x="3442308" y="7922228"/>
                  <a:pt x="3442472" y="7922889"/>
                </a:cubicBezTo>
                <a:lnTo>
                  <a:pt x="3400006" y="7886874"/>
                </a:lnTo>
                <a:cubicBezTo>
                  <a:pt x="3349642" y="7837032"/>
                  <a:pt x="3305090" y="7771226"/>
                  <a:pt x="3266348" y="7693805"/>
                </a:cubicBezTo>
                <a:cubicBezTo>
                  <a:pt x="3266348" y="7693805"/>
                  <a:pt x="3266348" y="7683482"/>
                  <a:pt x="3256018" y="7683485"/>
                </a:cubicBezTo>
                <a:cubicBezTo>
                  <a:pt x="3256018" y="7673160"/>
                  <a:pt x="3245690" y="7662839"/>
                  <a:pt x="3245690" y="7662839"/>
                </a:cubicBezTo>
                <a:lnTo>
                  <a:pt x="3245688" y="7673162"/>
                </a:lnTo>
                <a:lnTo>
                  <a:pt x="3233204" y="7637403"/>
                </a:lnTo>
                <a:close/>
                <a:moveTo>
                  <a:pt x="3217256" y="7536666"/>
                </a:moveTo>
                <a:lnTo>
                  <a:pt x="3221402" y="7555992"/>
                </a:lnTo>
                <a:lnTo>
                  <a:pt x="3225024" y="7559613"/>
                </a:lnTo>
                <a:lnTo>
                  <a:pt x="3225026" y="7566182"/>
                </a:lnTo>
                <a:lnTo>
                  <a:pt x="3222992" y="7563411"/>
                </a:lnTo>
                <a:lnTo>
                  <a:pt x="3228820" y="7590581"/>
                </a:lnTo>
                <a:lnTo>
                  <a:pt x="3235356" y="7590581"/>
                </a:lnTo>
                <a:cubicBezTo>
                  <a:pt x="3235356" y="7580259"/>
                  <a:pt x="3235356" y="7580259"/>
                  <a:pt x="3225026" y="7569936"/>
                </a:cubicBezTo>
                <a:lnTo>
                  <a:pt x="3225026" y="7566182"/>
                </a:lnTo>
                <a:lnTo>
                  <a:pt x="3235356" y="7580259"/>
                </a:lnTo>
                <a:close/>
                <a:moveTo>
                  <a:pt x="576853" y="7500311"/>
                </a:moveTo>
                <a:lnTo>
                  <a:pt x="576661" y="7505700"/>
                </a:lnTo>
                <a:lnTo>
                  <a:pt x="577664" y="7506488"/>
                </a:lnTo>
                <a:lnTo>
                  <a:pt x="580756" y="7503573"/>
                </a:lnTo>
                <a:close/>
                <a:moveTo>
                  <a:pt x="3058964" y="7357428"/>
                </a:moveTo>
                <a:lnTo>
                  <a:pt x="3110093" y="7465419"/>
                </a:lnTo>
                <a:lnTo>
                  <a:pt x="3147628" y="7527669"/>
                </a:lnTo>
                <a:close/>
                <a:moveTo>
                  <a:pt x="1935281" y="7216802"/>
                </a:moveTo>
                <a:lnTo>
                  <a:pt x="1937030" y="7220294"/>
                </a:lnTo>
                <a:lnTo>
                  <a:pt x="1937028" y="7232948"/>
                </a:lnTo>
                <a:lnTo>
                  <a:pt x="1937028" y="7245597"/>
                </a:lnTo>
                <a:cubicBezTo>
                  <a:pt x="1936446" y="7235999"/>
                  <a:pt x="1935863" y="7226400"/>
                  <a:pt x="1935281" y="7216802"/>
                </a:cubicBezTo>
                <a:close/>
                <a:moveTo>
                  <a:pt x="2891850" y="7157030"/>
                </a:moveTo>
                <a:lnTo>
                  <a:pt x="2894432" y="7157030"/>
                </a:lnTo>
                <a:cubicBezTo>
                  <a:pt x="2894430" y="7160471"/>
                  <a:pt x="2894430" y="7163912"/>
                  <a:pt x="2894429" y="7167353"/>
                </a:cubicBezTo>
                <a:close/>
                <a:moveTo>
                  <a:pt x="404158" y="7137999"/>
                </a:moveTo>
                <a:lnTo>
                  <a:pt x="401374" y="7139007"/>
                </a:lnTo>
                <a:cubicBezTo>
                  <a:pt x="401072" y="7144677"/>
                  <a:pt x="403046" y="7156478"/>
                  <a:pt x="408661" y="7178088"/>
                </a:cubicBezTo>
                <a:lnTo>
                  <a:pt x="412363" y="7181183"/>
                </a:lnTo>
                <a:close/>
                <a:moveTo>
                  <a:pt x="2918046" y="7071500"/>
                </a:moveTo>
                <a:lnTo>
                  <a:pt x="2915096" y="7074452"/>
                </a:lnTo>
                <a:cubicBezTo>
                  <a:pt x="2925426" y="7095093"/>
                  <a:pt x="2915093" y="7105416"/>
                  <a:pt x="2935756" y="7157030"/>
                </a:cubicBezTo>
                <a:cubicBezTo>
                  <a:pt x="2915093" y="7157027"/>
                  <a:pt x="2894432" y="7095093"/>
                  <a:pt x="2884102" y="7126059"/>
                </a:cubicBezTo>
                <a:cubicBezTo>
                  <a:pt x="2889268" y="7136382"/>
                  <a:pt x="2889268" y="7141548"/>
                  <a:pt x="2889268" y="7146705"/>
                </a:cubicBezTo>
                <a:lnTo>
                  <a:pt x="2891850" y="7157030"/>
                </a:lnTo>
                <a:lnTo>
                  <a:pt x="2884104" y="7157030"/>
                </a:lnTo>
                <a:lnTo>
                  <a:pt x="2884104" y="7167354"/>
                </a:lnTo>
                <a:lnTo>
                  <a:pt x="2884104" y="7177674"/>
                </a:lnTo>
                <a:cubicBezTo>
                  <a:pt x="2894432" y="7187996"/>
                  <a:pt x="2904764" y="7208642"/>
                  <a:pt x="2915096" y="7229289"/>
                </a:cubicBezTo>
                <a:lnTo>
                  <a:pt x="2925425" y="7239612"/>
                </a:lnTo>
                <a:cubicBezTo>
                  <a:pt x="2925425" y="7239612"/>
                  <a:pt x="2925425" y="7249932"/>
                  <a:pt x="2935756" y="7260254"/>
                </a:cubicBezTo>
                <a:cubicBezTo>
                  <a:pt x="2935756" y="7260254"/>
                  <a:pt x="2935757" y="7270577"/>
                  <a:pt x="2946089" y="7270578"/>
                </a:cubicBezTo>
                <a:cubicBezTo>
                  <a:pt x="2946089" y="7260257"/>
                  <a:pt x="2946089" y="7260257"/>
                  <a:pt x="2935752" y="7249928"/>
                </a:cubicBezTo>
                <a:cubicBezTo>
                  <a:pt x="2935752" y="7249928"/>
                  <a:pt x="2935756" y="7239608"/>
                  <a:pt x="2925425" y="7229289"/>
                </a:cubicBezTo>
                <a:cubicBezTo>
                  <a:pt x="2946086" y="7249932"/>
                  <a:pt x="2956418" y="7270577"/>
                  <a:pt x="2977079" y="7280901"/>
                </a:cubicBezTo>
                <a:cubicBezTo>
                  <a:pt x="2982244" y="7275741"/>
                  <a:pt x="2982248" y="7265417"/>
                  <a:pt x="2984831" y="7257674"/>
                </a:cubicBezTo>
                <a:lnTo>
                  <a:pt x="3003734" y="7251377"/>
                </a:lnTo>
                <a:lnTo>
                  <a:pt x="2942093" y="7133019"/>
                </a:lnTo>
                <a:close/>
                <a:moveTo>
                  <a:pt x="2915093" y="7063944"/>
                </a:moveTo>
                <a:lnTo>
                  <a:pt x="2915093" y="7064126"/>
                </a:lnTo>
                <a:lnTo>
                  <a:pt x="2915164" y="7064126"/>
                </a:lnTo>
                <a:cubicBezTo>
                  <a:pt x="2915140" y="7064067"/>
                  <a:pt x="2915117" y="7064004"/>
                  <a:pt x="2915093" y="7063944"/>
                </a:cubicBezTo>
                <a:close/>
                <a:moveTo>
                  <a:pt x="2849382" y="6895821"/>
                </a:moveTo>
                <a:lnTo>
                  <a:pt x="2848265" y="6901058"/>
                </a:lnTo>
                <a:cubicBezTo>
                  <a:pt x="2849880" y="6910896"/>
                  <a:pt x="2854398" y="6922835"/>
                  <a:pt x="2860859" y="6936381"/>
                </a:cubicBezTo>
                <a:lnTo>
                  <a:pt x="2875322" y="6962196"/>
                </a:lnTo>
                <a:close/>
                <a:moveTo>
                  <a:pt x="385241" y="6674598"/>
                </a:moveTo>
                <a:lnTo>
                  <a:pt x="385633" y="6679001"/>
                </a:lnTo>
                <a:cubicBezTo>
                  <a:pt x="387103" y="6695453"/>
                  <a:pt x="388735" y="6713736"/>
                  <a:pt x="390691" y="6735674"/>
                </a:cubicBezTo>
                <a:cubicBezTo>
                  <a:pt x="456884" y="6899270"/>
                  <a:pt x="457918" y="7076084"/>
                  <a:pt x="520061" y="7276901"/>
                </a:cubicBezTo>
                <a:cubicBezTo>
                  <a:pt x="513403" y="7284867"/>
                  <a:pt x="523978" y="7320776"/>
                  <a:pt x="526588" y="7350027"/>
                </a:cubicBezTo>
                <a:cubicBezTo>
                  <a:pt x="541213" y="7348715"/>
                  <a:pt x="546431" y="7407216"/>
                  <a:pt x="553093" y="7399248"/>
                </a:cubicBezTo>
                <a:cubicBezTo>
                  <a:pt x="557144" y="7362027"/>
                  <a:pt x="537298" y="7304837"/>
                  <a:pt x="566546" y="7302215"/>
                </a:cubicBezTo>
                <a:cubicBezTo>
                  <a:pt x="606235" y="7416590"/>
                  <a:pt x="611455" y="7475093"/>
                  <a:pt x="616675" y="7533593"/>
                </a:cubicBezTo>
                <a:cubicBezTo>
                  <a:pt x="617654" y="7544562"/>
                  <a:pt x="616568" y="7547885"/>
                  <a:pt x="614161" y="7546719"/>
                </a:cubicBezTo>
                <a:lnTo>
                  <a:pt x="609307" y="7540304"/>
                </a:lnTo>
                <a:lnTo>
                  <a:pt x="620531" y="7570017"/>
                </a:lnTo>
                <a:cubicBezTo>
                  <a:pt x="629965" y="7593128"/>
                  <a:pt x="639236" y="7614408"/>
                  <a:pt x="648503" y="7635690"/>
                </a:cubicBezTo>
                <a:cubicBezTo>
                  <a:pt x="641845" y="7643657"/>
                  <a:pt x="624608" y="7615721"/>
                  <a:pt x="627220" y="7644969"/>
                </a:cubicBezTo>
                <a:cubicBezTo>
                  <a:pt x="660385" y="7686221"/>
                  <a:pt x="664298" y="7730099"/>
                  <a:pt x="698768" y="7785975"/>
                </a:cubicBezTo>
                <a:cubicBezTo>
                  <a:pt x="698737" y="7806249"/>
                  <a:pt x="701281" y="7824449"/>
                  <a:pt x="705985" y="7842338"/>
                </a:cubicBezTo>
                <a:lnTo>
                  <a:pt x="719231" y="7878117"/>
                </a:lnTo>
                <a:lnTo>
                  <a:pt x="727777" y="7870068"/>
                </a:lnTo>
                <a:cubicBezTo>
                  <a:pt x="747623" y="7927256"/>
                  <a:pt x="766162" y="7969820"/>
                  <a:pt x="784700" y="8012382"/>
                </a:cubicBezTo>
                <a:lnTo>
                  <a:pt x="781397" y="8012736"/>
                </a:lnTo>
                <a:lnTo>
                  <a:pt x="795380" y="8042666"/>
                </a:lnTo>
                <a:cubicBezTo>
                  <a:pt x="808700" y="8026727"/>
                  <a:pt x="817970" y="8048009"/>
                  <a:pt x="824632" y="8040041"/>
                </a:cubicBezTo>
                <a:cubicBezTo>
                  <a:pt x="870980" y="8146451"/>
                  <a:pt x="930647" y="8236919"/>
                  <a:pt x="983654" y="8335359"/>
                </a:cubicBezTo>
                <a:lnTo>
                  <a:pt x="1037300" y="8419382"/>
                </a:lnTo>
                <a:lnTo>
                  <a:pt x="972338" y="8288648"/>
                </a:lnTo>
                <a:cubicBezTo>
                  <a:pt x="825709" y="7969799"/>
                  <a:pt x="696904" y="7641530"/>
                  <a:pt x="580660" y="7306610"/>
                </a:cubicBezTo>
                <a:cubicBezTo>
                  <a:pt x="536000" y="7176582"/>
                  <a:pt x="492655" y="7046556"/>
                  <a:pt x="452429" y="6916037"/>
                </a:cubicBezTo>
                <a:close/>
                <a:moveTo>
                  <a:pt x="2698146" y="6455090"/>
                </a:moveTo>
                <a:cubicBezTo>
                  <a:pt x="2708474" y="6506702"/>
                  <a:pt x="2718806" y="6589286"/>
                  <a:pt x="2749798" y="6671862"/>
                </a:cubicBezTo>
                <a:cubicBezTo>
                  <a:pt x="2765296" y="6713156"/>
                  <a:pt x="2780790" y="6749286"/>
                  <a:pt x="2796288" y="6776381"/>
                </a:cubicBezTo>
                <a:lnTo>
                  <a:pt x="2807396" y="6788406"/>
                </a:lnTo>
                <a:lnTo>
                  <a:pt x="2758038" y="6662120"/>
                </a:lnTo>
                <a:lnTo>
                  <a:pt x="2702070" y="6463778"/>
                </a:lnTo>
                <a:close/>
                <a:moveTo>
                  <a:pt x="1578806" y="6051324"/>
                </a:moveTo>
                <a:lnTo>
                  <a:pt x="1578095" y="6052265"/>
                </a:lnTo>
                <a:lnTo>
                  <a:pt x="1579340" y="6053457"/>
                </a:lnTo>
                <a:close/>
                <a:moveTo>
                  <a:pt x="3157676" y="5831444"/>
                </a:moveTo>
                <a:lnTo>
                  <a:pt x="3167154" y="5897463"/>
                </a:lnTo>
                <a:lnTo>
                  <a:pt x="3179536" y="5918415"/>
                </a:lnTo>
                <a:lnTo>
                  <a:pt x="3183389" y="5926548"/>
                </a:lnTo>
                <a:close/>
                <a:moveTo>
                  <a:pt x="1608035" y="5790446"/>
                </a:moveTo>
                <a:lnTo>
                  <a:pt x="1608806" y="5802330"/>
                </a:lnTo>
                <a:lnTo>
                  <a:pt x="1608036" y="5803103"/>
                </a:lnTo>
                <a:close/>
                <a:moveTo>
                  <a:pt x="1620094" y="5777793"/>
                </a:moveTo>
                <a:lnTo>
                  <a:pt x="1620690" y="5777793"/>
                </a:lnTo>
                <a:lnTo>
                  <a:pt x="1620689" y="5790449"/>
                </a:lnTo>
                <a:cubicBezTo>
                  <a:pt x="1620491" y="5786231"/>
                  <a:pt x="1620293" y="5782011"/>
                  <a:pt x="1620094" y="5777793"/>
                </a:cubicBezTo>
                <a:close/>
                <a:moveTo>
                  <a:pt x="987599" y="5658741"/>
                </a:moveTo>
                <a:lnTo>
                  <a:pt x="986690" y="5662070"/>
                </a:lnTo>
                <a:lnTo>
                  <a:pt x="988007" y="5663910"/>
                </a:lnTo>
                <a:close/>
                <a:moveTo>
                  <a:pt x="179521" y="5654276"/>
                </a:moveTo>
                <a:cubicBezTo>
                  <a:pt x="176486" y="5655123"/>
                  <a:pt x="173573" y="5658609"/>
                  <a:pt x="170569" y="5666250"/>
                </a:cubicBezTo>
                <a:cubicBezTo>
                  <a:pt x="185059" y="5746032"/>
                  <a:pt x="196937" y="5796564"/>
                  <a:pt x="203464" y="5869691"/>
                </a:cubicBezTo>
                <a:cubicBezTo>
                  <a:pt x="208685" y="5928194"/>
                  <a:pt x="221867" y="5993349"/>
                  <a:pt x="224344" y="6103695"/>
                </a:cubicBezTo>
                <a:cubicBezTo>
                  <a:pt x="224344" y="6103695"/>
                  <a:pt x="209719" y="6105008"/>
                  <a:pt x="211024" y="6119633"/>
                </a:cubicBezTo>
                <a:cubicBezTo>
                  <a:pt x="233477" y="6206070"/>
                  <a:pt x="224212" y="6184790"/>
                  <a:pt x="245357" y="6256604"/>
                </a:cubicBezTo>
                <a:cubicBezTo>
                  <a:pt x="247969" y="6285855"/>
                  <a:pt x="250579" y="6315104"/>
                  <a:pt x="254494" y="6358982"/>
                </a:cubicBezTo>
                <a:lnTo>
                  <a:pt x="266614" y="6397541"/>
                </a:lnTo>
                <a:lnTo>
                  <a:pt x="260396" y="6349323"/>
                </a:lnTo>
                <a:cubicBezTo>
                  <a:pt x="254164" y="6300128"/>
                  <a:pt x="247931" y="6250931"/>
                  <a:pt x="238729" y="6189101"/>
                </a:cubicBezTo>
                <a:cubicBezTo>
                  <a:pt x="242779" y="6151881"/>
                  <a:pt x="248135" y="6129287"/>
                  <a:pt x="245522" y="6100037"/>
                </a:cubicBezTo>
                <a:cubicBezTo>
                  <a:pt x="235667" y="6030894"/>
                  <a:pt x="227479" y="5959761"/>
                  <a:pt x="221948" y="5887466"/>
                </a:cubicBezTo>
                <a:lnTo>
                  <a:pt x="214630" y="5676320"/>
                </a:lnTo>
                <a:lnTo>
                  <a:pt x="200849" y="5668716"/>
                </a:lnTo>
                <a:cubicBezTo>
                  <a:pt x="192137" y="5661435"/>
                  <a:pt x="185588" y="5652579"/>
                  <a:pt x="179521" y="5654276"/>
                </a:cubicBezTo>
                <a:close/>
                <a:moveTo>
                  <a:pt x="207314" y="5516166"/>
                </a:moveTo>
                <a:lnTo>
                  <a:pt x="207958" y="5528946"/>
                </a:lnTo>
                <a:lnTo>
                  <a:pt x="211150" y="5547980"/>
                </a:lnTo>
                <a:lnTo>
                  <a:pt x="210569" y="5526123"/>
                </a:lnTo>
                <a:close/>
                <a:moveTo>
                  <a:pt x="192424" y="5257115"/>
                </a:moveTo>
                <a:lnTo>
                  <a:pt x="193628" y="5272157"/>
                </a:lnTo>
                <a:lnTo>
                  <a:pt x="191896" y="5279469"/>
                </a:lnTo>
                <a:lnTo>
                  <a:pt x="193616" y="5297948"/>
                </a:lnTo>
                <a:lnTo>
                  <a:pt x="196162" y="5303711"/>
                </a:lnTo>
                <a:lnTo>
                  <a:pt x="193628" y="5272157"/>
                </a:lnTo>
                <a:lnTo>
                  <a:pt x="193729" y="5271741"/>
                </a:lnTo>
                <a:cubicBezTo>
                  <a:pt x="193729" y="5271741"/>
                  <a:pt x="193729" y="5271741"/>
                  <a:pt x="192424" y="5257115"/>
                </a:cubicBezTo>
                <a:close/>
                <a:moveTo>
                  <a:pt x="167189" y="5242794"/>
                </a:moveTo>
                <a:cubicBezTo>
                  <a:pt x="165524" y="5244786"/>
                  <a:pt x="165853" y="5248443"/>
                  <a:pt x="169834" y="5251772"/>
                </a:cubicBezTo>
                <a:cubicBezTo>
                  <a:pt x="167089" y="5303616"/>
                  <a:pt x="170969" y="5367765"/>
                  <a:pt x="174181" y="5434740"/>
                </a:cubicBezTo>
                <a:lnTo>
                  <a:pt x="175744" y="5481300"/>
                </a:lnTo>
                <a:lnTo>
                  <a:pt x="176030" y="5479637"/>
                </a:lnTo>
                <a:cubicBezTo>
                  <a:pt x="178870" y="5470169"/>
                  <a:pt x="182201" y="5466183"/>
                  <a:pt x="181550" y="5458872"/>
                </a:cubicBezTo>
                <a:cubicBezTo>
                  <a:pt x="186184" y="5469513"/>
                  <a:pt x="190166" y="5472840"/>
                  <a:pt x="193984" y="5474340"/>
                </a:cubicBezTo>
                <a:lnTo>
                  <a:pt x="201959" y="5477472"/>
                </a:lnTo>
                <a:lnTo>
                  <a:pt x="196402" y="5432868"/>
                </a:lnTo>
                <a:cubicBezTo>
                  <a:pt x="189137" y="5390691"/>
                  <a:pt x="181877" y="5348513"/>
                  <a:pt x="176849" y="5308184"/>
                </a:cubicBezTo>
                <a:lnTo>
                  <a:pt x="173353" y="5243462"/>
                </a:lnTo>
                <a:close/>
                <a:moveTo>
                  <a:pt x="1645996" y="5183081"/>
                </a:moveTo>
                <a:lnTo>
                  <a:pt x="1645996" y="5195732"/>
                </a:lnTo>
                <a:lnTo>
                  <a:pt x="1633342" y="5195732"/>
                </a:lnTo>
                <a:close/>
                <a:moveTo>
                  <a:pt x="1620689" y="5043891"/>
                </a:moveTo>
                <a:cubicBezTo>
                  <a:pt x="1620690" y="5069196"/>
                  <a:pt x="1620690" y="5107157"/>
                  <a:pt x="1633343" y="5119812"/>
                </a:cubicBezTo>
                <a:cubicBezTo>
                  <a:pt x="1633342" y="5132463"/>
                  <a:pt x="1633343" y="5145120"/>
                  <a:pt x="1620690" y="5145120"/>
                </a:cubicBezTo>
                <a:cubicBezTo>
                  <a:pt x="1620689" y="5157771"/>
                  <a:pt x="1620689" y="5170424"/>
                  <a:pt x="1633342" y="5170424"/>
                </a:cubicBezTo>
                <a:cubicBezTo>
                  <a:pt x="1633343" y="5174643"/>
                  <a:pt x="1633344" y="5178861"/>
                  <a:pt x="1633343" y="5183081"/>
                </a:cubicBezTo>
                <a:cubicBezTo>
                  <a:pt x="1633343" y="5187296"/>
                  <a:pt x="1633342" y="5191514"/>
                  <a:pt x="1633342" y="5195732"/>
                </a:cubicBezTo>
                <a:lnTo>
                  <a:pt x="1633342" y="5208387"/>
                </a:lnTo>
                <a:lnTo>
                  <a:pt x="1633343" y="5221041"/>
                </a:lnTo>
                <a:lnTo>
                  <a:pt x="1645996" y="5221038"/>
                </a:lnTo>
                <a:cubicBezTo>
                  <a:pt x="1645996" y="5284307"/>
                  <a:pt x="1633343" y="5221041"/>
                  <a:pt x="1620689" y="5233692"/>
                </a:cubicBezTo>
                <a:cubicBezTo>
                  <a:pt x="1608036" y="5246345"/>
                  <a:pt x="1620690" y="5259002"/>
                  <a:pt x="1633343" y="5246346"/>
                </a:cubicBezTo>
                <a:cubicBezTo>
                  <a:pt x="1633342" y="5309613"/>
                  <a:pt x="1620689" y="5246345"/>
                  <a:pt x="1620689" y="5284307"/>
                </a:cubicBezTo>
                <a:cubicBezTo>
                  <a:pt x="1620689" y="5284307"/>
                  <a:pt x="1620689" y="5322267"/>
                  <a:pt x="1620694" y="5360228"/>
                </a:cubicBezTo>
                <a:lnTo>
                  <a:pt x="1608036" y="5372882"/>
                </a:lnTo>
                <a:cubicBezTo>
                  <a:pt x="1608036" y="5372882"/>
                  <a:pt x="1608035" y="5385537"/>
                  <a:pt x="1620689" y="5385533"/>
                </a:cubicBezTo>
                <a:lnTo>
                  <a:pt x="1608035" y="5385537"/>
                </a:lnTo>
                <a:cubicBezTo>
                  <a:pt x="1633343" y="5436149"/>
                  <a:pt x="1595381" y="5474111"/>
                  <a:pt x="1620689" y="5512071"/>
                </a:cubicBezTo>
                <a:lnTo>
                  <a:pt x="1620690" y="5524721"/>
                </a:lnTo>
                <a:lnTo>
                  <a:pt x="1620689" y="5550032"/>
                </a:lnTo>
                <a:cubicBezTo>
                  <a:pt x="1620690" y="5562681"/>
                  <a:pt x="1620690" y="5562681"/>
                  <a:pt x="1633342" y="5550032"/>
                </a:cubicBezTo>
                <a:cubicBezTo>
                  <a:pt x="1608035" y="5575335"/>
                  <a:pt x="1620690" y="5613299"/>
                  <a:pt x="1620689" y="5651259"/>
                </a:cubicBezTo>
                <a:cubicBezTo>
                  <a:pt x="1620689" y="5663913"/>
                  <a:pt x="1620689" y="5651259"/>
                  <a:pt x="1608035" y="5651259"/>
                </a:cubicBezTo>
                <a:lnTo>
                  <a:pt x="1608035" y="5663913"/>
                </a:lnTo>
                <a:cubicBezTo>
                  <a:pt x="1608035" y="5676567"/>
                  <a:pt x="1608035" y="5676567"/>
                  <a:pt x="1620689" y="5676567"/>
                </a:cubicBezTo>
                <a:lnTo>
                  <a:pt x="1620689" y="5689218"/>
                </a:lnTo>
                <a:cubicBezTo>
                  <a:pt x="1620690" y="5701871"/>
                  <a:pt x="1620690" y="5701871"/>
                  <a:pt x="1633342" y="5701869"/>
                </a:cubicBezTo>
                <a:cubicBezTo>
                  <a:pt x="1642835" y="5739831"/>
                  <a:pt x="1623851" y="5735088"/>
                  <a:pt x="1619108" y="5757035"/>
                </a:cubicBezTo>
                <a:cubicBezTo>
                  <a:pt x="1619435" y="5763954"/>
                  <a:pt x="1619766" y="5770875"/>
                  <a:pt x="1620094" y="5777793"/>
                </a:cubicBezTo>
                <a:lnTo>
                  <a:pt x="1608035" y="5777793"/>
                </a:lnTo>
                <a:lnTo>
                  <a:pt x="1608036" y="5765139"/>
                </a:lnTo>
                <a:lnTo>
                  <a:pt x="1595382" y="5714528"/>
                </a:lnTo>
                <a:cubicBezTo>
                  <a:pt x="1595382" y="5710310"/>
                  <a:pt x="1595382" y="5706092"/>
                  <a:pt x="1595386" y="5701874"/>
                </a:cubicBezTo>
                <a:lnTo>
                  <a:pt x="1582726" y="5714528"/>
                </a:lnTo>
                <a:cubicBezTo>
                  <a:pt x="1570074" y="5651259"/>
                  <a:pt x="1544766" y="5562684"/>
                  <a:pt x="1557422" y="5499417"/>
                </a:cubicBezTo>
                <a:cubicBezTo>
                  <a:pt x="1570074" y="5499414"/>
                  <a:pt x="1570078" y="5436149"/>
                  <a:pt x="1570076" y="5372882"/>
                </a:cubicBezTo>
                <a:cubicBezTo>
                  <a:pt x="1570076" y="5309618"/>
                  <a:pt x="1582726" y="5259002"/>
                  <a:pt x="1608035" y="5271653"/>
                </a:cubicBezTo>
                <a:cubicBezTo>
                  <a:pt x="1620690" y="5183081"/>
                  <a:pt x="1620690" y="5145120"/>
                  <a:pt x="1620689" y="5043891"/>
                </a:cubicBezTo>
                <a:close/>
                <a:moveTo>
                  <a:pt x="139210" y="4996022"/>
                </a:moveTo>
                <a:lnTo>
                  <a:pt x="139087" y="5001062"/>
                </a:lnTo>
                <a:cubicBezTo>
                  <a:pt x="137144" y="5033484"/>
                  <a:pt x="133681" y="5066966"/>
                  <a:pt x="127640" y="5102522"/>
                </a:cubicBezTo>
                <a:cubicBezTo>
                  <a:pt x="134267" y="5114828"/>
                  <a:pt x="139226" y="5129124"/>
                  <a:pt x="143042" y="5144790"/>
                </a:cubicBezTo>
                <a:lnTo>
                  <a:pt x="144632" y="5154192"/>
                </a:lnTo>
                <a:lnTo>
                  <a:pt x="142862" y="5083734"/>
                </a:lnTo>
                <a:lnTo>
                  <a:pt x="142894" y="5017103"/>
                </a:lnTo>
                <a:close/>
                <a:moveTo>
                  <a:pt x="2966222" y="4796178"/>
                </a:moveTo>
                <a:cubicBezTo>
                  <a:pt x="2943960" y="4811502"/>
                  <a:pt x="2946632" y="4827998"/>
                  <a:pt x="2947385" y="4848713"/>
                </a:cubicBezTo>
                <a:cubicBezTo>
                  <a:pt x="2955606" y="5132568"/>
                  <a:pt x="2968048" y="5418345"/>
                  <a:pt x="3017699" y="5700701"/>
                </a:cubicBezTo>
                <a:cubicBezTo>
                  <a:pt x="3023795" y="5754405"/>
                  <a:pt x="3046768" y="5815799"/>
                  <a:pt x="3017195" y="5858349"/>
                </a:cubicBezTo>
                <a:cubicBezTo>
                  <a:pt x="2968038" y="5932724"/>
                  <a:pt x="2999442" y="5997959"/>
                  <a:pt x="3016649" y="6072003"/>
                </a:cubicBezTo>
                <a:cubicBezTo>
                  <a:pt x="3039366" y="6212220"/>
                  <a:pt x="3071866" y="6350528"/>
                  <a:pt x="3109499" y="6487352"/>
                </a:cubicBezTo>
                <a:lnTo>
                  <a:pt x="3193523" y="6763580"/>
                </a:lnTo>
                <a:lnTo>
                  <a:pt x="3215621" y="6797463"/>
                </a:lnTo>
                <a:cubicBezTo>
                  <a:pt x="3249426" y="6839049"/>
                  <a:pt x="3282842" y="6860072"/>
                  <a:pt x="3303474" y="6938549"/>
                </a:cubicBezTo>
                <a:cubicBezTo>
                  <a:pt x="3297698" y="6953375"/>
                  <a:pt x="3281246" y="6929888"/>
                  <a:pt x="3273834" y="6927000"/>
                </a:cubicBezTo>
                <a:cubicBezTo>
                  <a:pt x="3320687" y="7047710"/>
                  <a:pt x="3343676" y="7142046"/>
                  <a:pt x="3415644" y="7264004"/>
                </a:cubicBezTo>
                <a:cubicBezTo>
                  <a:pt x="3414011" y="7246292"/>
                  <a:pt x="3425944" y="7259478"/>
                  <a:pt x="3440762" y="7265252"/>
                </a:cubicBezTo>
                <a:cubicBezTo>
                  <a:pt x="3473669" y="7312224"/>
                  <a:pt x="3484348" y="7350537"/>
                  <a:pt x="3497912" y="7381436"/>
                </a:cubicBezTo>
                <a:cubicBezTo>
                  <a:pt x="3511478" y="7412334"/>
                  <a:pt x="3529565" y="7453533"/>
                  <a:pt x="3572770" y="7495980"/>
                </a:cubicBezTo>
                <a:cubicBezTo>
                  <a:pt x="3586336" y="7526879"/>
                  <a:pt x="3568628" y="7528518"/>
                  <a:pt x="3594125" y="7572603"/>
                </a:cubicBezTo>
                <a:cubicBezTo>
                  <a:pt x="3617988" y="7598976"/>
                  <a:pt x="3619242" y="7573851"/>
                  <a:pt x="3644740" y="7617936"/>
                </a:cubicBezTo>
                <a:cubicBezTo>
                  <a:pt x="3652529" y="7663661"/>
                  <a:pt x="3707664" y="7719294"/>
                  <a:pt x="3749616" y="7786866"/>
                </a:cubicBezTo>
                <a:cubicBezTo>
                  <a:pt x="3743840" y="7801694"/>
                  <a:pt x="3785789" y="7869264"/>
                  <a:pt x="3817064" y="7898523"/>
                </a:cubicBezTo>
                <a:cubicBezTo>
                  <a:pt x="3812542" y="7888224"/>
                  <a:pt x="3812542" y="7888224"/>
                  <a:pt x="3812542" y="7888224"/>
                </a:cubicBezTo>
                <a:cubicBezTo>
                  <a:pt x="3808019" y="7877925"/>
                  <a:pt x="3800610" y="7875038"/>
                  <a:pt x="3810908" y="7870512"/>
                </a:cubicBezTo>
                <a:cubicBezTo>
                  <a:pt x="3810908" y="7870512"/>
                  <a:pt x="3815429" y="7880811"/>
                  <a:pt x="3822840" y="7883699"/>
                </a:cubicBezTo>
                <a:cubicBezTo>
                  <a:pt x="3833136" y="7879172"/>
                  <a:pt x="3833136" y="7879172"/>
                  <a:pt x="3833136" y="7879172"/>
                </a:cubicBezTo>
                <a:cubicBezTo>
                  <a:pt x="3857000" y="7905546"/>
                  <a:pt x="3848336" y="7927785"/>
                  <a:pt x="3839292" y="7907186"/>
                </a:cubicBezTo>
                <a:cubicBezTo>
                  <a:pt x="3843814" y="7917485"/>
                  <a:pt x="3843814" y="7917485"/>
                  <a:pt x="3843814" y="7917485"/>
                </a:cubicBezTo>
                <a:cubicBezTo>
                  <a:pt x="3848336" y="7927785"/>
                  <a:pt x="3845448" y="7935197"/>
                  <a:pt x="3845448" y="7935197"/>
                </a:cubicBezTo>
                <a:cubicBezTo>
                  <a:pt x="3838038" y="7932311"/>
                  <a:pt x="3833518" y="7922010"/>
                  <a:pt x="3826106" y="7919123"/>
                </a:cubicBezTo>
                <a:lnTo>
                  <a:pt x="3821928" y="7917495"/>
                </a:lnTo>
                <a:lnTo>
                  <a:pt x="4217118" y="8397302"/>
                </a:lnTo>
                <a:lnTo>
                  <a:pt x="4226942" y="8401994"/>
                </a:lnTo>
                <a:cubicBezTo>
                  <a:pt x="4241414" y="8414948"/>
                  <a:pt x="4252336" y="8430108"/>
                  <a:pt x="4264216" y="8443161"/>
                </a:cubicBezTo>
                <a:lnTo>
                  <a:pt x="4315950" y="8494650"/>
                </a:lnTo>
                <a:lnTo>
                  <a:pt x="4779590" y="8921636"/>
                </a:lnTo>
                <a:lnTo>
                  <a:pt x="5003136" y="9083376"/>
                </a:lnTo>
                <a:lnTo>
                  <a:pt x="5015632" y="9083552"/>
                </a:lnTo>
                <a:cubicBezTo>
                  <a:pt x="5024545" y="9085068"/>
                  <a:pt x="5033383" y="9086128"/>
                  <a:pt x="5042230" y="9085005"/>
                </a:cubicBezTo>
                <a:lnTo>
                  <a:pt x="5052194" y="9080643"/>
                </a:lnTo>
                <a:lnTo>
                  <a:pt x="4898326" y="8953278"/>
                </a:lnTo>
                <a:lnTo>
                  <a:pt x="4893268" y="8949717"/>
                </a:lnTo>
                <a:lnTo>
                  <a:pt x="4882082" y="8939832"/>
                </a:lnTo>
                <a:lnTo>
                  <a:pt x="4873380" y="8932628"/>
                </a:lnTo>
                <a:lnTo>
                  <a:pt x="4870010" y="8929164"/>
                </a:lnTo>
                <a:lnTo>
                  <a:pt x="4733957" y="8808936"/>
                </a:lnTo>
                <a:cubicBezTo>
                  <a:pt x="4631488" y="8711421"/>
                  <a:pt x="4534811" y="8608635"/>
                  <a:pt x="4433788" y="8512905"/>
                </a:cubicBezTo>
                <a:cubicBezTo>
                  <a:pt x="4415758" y="8497914"/>
                  <a:pt x="4399007" y="8480116"/>
                  <a:pt x="4384469" y="8459937"/>
                </a:cubicBezTo>
                <a:lnTo>
                  <a:pt x="4349390" y="8394454"/>
                </a:lnTo>
                <a:lnTo>
                  <a:pt x="4290320" y="8320214"/>
                </a:lnTo>
                <a:cubicBezTo>
                  <a:pt x="4270846" y="8294244"/>
                  <a:pt x="4250630" y="8267079"/>
                  <a:pt x="4225055" y="8236626"/>
                </a:cubicBezTo>
                <a:cubicBezTo>
                  <a:pt x="4215508" y="8242574"/>
                  <a:pt x="4229195" y="8253926"/>
                  <a:pt x="4219649" y="8259875"/>
                </a:cubicBezTo>
                <a:cubicBezTo>
                  <a:pt x="4178580" y="8225817"/>
                  <a:pt x="4158950" y="8204915"/>
                  <a:pt x="4133375" y="8174462"/>
                </a:cubicBezTo>
                <a:cubicBezTo>
                  <a:pt x="4115544" y="8145812"/>
                  <a:pt x="4089970" y="8115359"/>
                  <a:pt x="4052508" y="8065806"/>
                </a:cubicBezTo>
                <a:cubicBezTo>
                  <a:pt x="4056113" y="8050307"/>
                  <a:pt x="4022792" y="8018054"/>
                  <a:pt x="4006766" y="7981653"/>
                </a:cubicBezTo>
                <a:cubicBezTo>
                  <a:pt x="4010906" y="7998953"/>
                  <a:pt x="4009104" y="8006702"/>
                  <a:pt x="3989472" y="7985799"/>
                </a:cubicBezTo>
                <a:cubicBezTo>
                  <a:pt x="3955616" y="7920747"/>
                  <a:pt x="3871145" y="7827588"/>
                  <a:pt x="3868270" y="7769745"/>
                </a:cubicBezTo>
                <a:cubicBezTo>
                  <a:pt x="3813515" y="7724337"/>
                  <a:pt x="3773716" y="7649735"/>
                  <a:pt x="3743464" y="7569188"/>
                </a:cubicBezTo>
                <a:cubicBezTo>
                  <a:pt x="3735718" y="7567386"/>
                  <a:pt x="3735718" y="7567386"/>
                  <a:pt x="3735718" y="7567386"/>
                </a:cubicBezTo>
                <a:cubicBezTo>
                  <a:pt x="3735718" y="7567386"/>
                  <a:pt x="3737522" y="7559636"/>
                  <a:pt x="3737522" y="7559636"/>
                </a:cubicBezTo>
                <a:cubicBezTo>
                  <a:pt x="3729776" y="7557836"/>
                  <a:pt x="3725634" y="7540536"/>
                  <a:pt x="3725634" y="7540536"/>
                </a:cubicBezTo>
                <a:cubicBezTo>
                  <a:pt x="3719692" y="7530986"/>
                  <a:pt x="3727436" y="7532787"/>
                  <a:pt x="3733379" y="7542338"/>
                </a:cubicBezTo>
                <a:lnTo>
                  <a:pt x="3736644" y="7543607"/>
                </a:lnTo>
                <a:lnTo>
                  <a:pt x="3739324" y="7551888"/>
                </a:lnTo>
                <a:cubicBezTo>
                  <a:pt x="3740224" y="7548014"/>
                  <a:pt x="3740675" y="7546076"/>
                  <a:pt x="3739932" y="7544883"/>
                </a:cubicBezTo>
                <a:lnTo>
                  <a:pt x="3736644" y="7543607"/>
                </a:lnTo>
                <a:lnTo>
                  <a:pt x="3732942" y="7532154"/>
                </a:lnTo>
                <a:cubicBezTo>
                  <a:pt x="3723116" y="7511873"/>
                  <a:pt x="3706500" y="7491162"/>
                  <a:pt x="3715014" y="7480890"/>
                </a:cubicBezTo>
                <a:cubicBezTo>
                  <a:pt x="3770304" y="7559094"/>
                  <a:pt x="3820384" y="7554407"/>
                  <a:pt x="3862522" y="7654056"/>
                </a:cubicBezTo>
                <a:cubicBezTo>
                  <a:pt x="3858917" y="7669554"/>
                  <a:pt x="3839284" y="7648652"/>
                  <a:pt x="3831539" y="7646849"/>
                </a:cubicBezTo>
                <a:cubicBezTo>
                  <a:pt x="3895112" y="7759652"/>
                  <a:pt x="3931307" y="7849751"/>
                  <a:pt x="4019918" y="7960209"/>
                </a:cubicBezTo>
                <a:cubicBezTo>
                  <a:pt x="4015778" y="7942910"/>
                  <a:pt x="4029467" y="7954263"/>
                  <a:pt x="4044958" y="7957865"/>
                </a:cubicBezTo>
                <a:cubicBezTo>
                  <a:pt x="4084220" y="7999671"/>
                  <a:pt x="4100249" y="8036070"/>
                  <a:pt x="4118078" y="8064722"/>
                </a:cubicBezTo>
                <a:cubicBezTo>
                  <a:pt x="4135908" y="8093373"/>
                  <a:pt x="4159680" y="8131574"/>
                  <a:pt x="4208492" y="8167431"/>
                </a:cubicBezTo>
                <a:cubicBezTo>
                  <a:pt x="4226321" y="8196083"/>
                  <a:pt x="4209028" y="8200229"/>
                  <a:pt x="4240546" y="8240231"/>
                </a:cubicBezTo>
                <a:cubicBezTo>
                  <a:pt x="4267924" y="8262935"/>
                  <a:pt x="4265585" y="8237888"/>
                  <a:pt x="4297103" y="8277890"/>
                </a:cubicBezTo>
                <a:cubicBezTo>
                  <a:pt x="4304214" y="8299964"/>
                  <a:pt x="4323398" y="8322803"/>
                  <a:pt x="4347194" y="8347739"/>
                </a:cubicBezTo>
                <a:lnTo>
                  <a:pt x="4351784" y="8352600"/>
                </a:lnTo>
                <a:lnTo>
                  <a:pt x="4361840" y="8340473"/>
                </a:lnTo>
                <a:lnTo>
                  <a:pt x="4268230" y="8210715"/>
                </a:lnTo>
                <a:lnTo>
                  <a:pt x="4380947" y="8337401"/>
                </a:lnTo>
                <a:lnTo>
                  <a:pt x="4391542" y="8337747"/>
                </a:lnTo>
                <a:cubicBezTo>
                  <a:pt x="4397750" y="8343965"/>
                  <a:pt x="4402250" y="8353925"/>
                  <a:pt x="4408034" y="8361078"/>
                </a:cubicBezTo>
                <a:cubicBezTo>
                  <a:pt x="4482524" y="8435680"/>
                  <a:pt x="4562459" y="8508246"/>
                  <a:pt x="4635240" y="8586590"/>
                </a:cubicBezTo>
                <a:lnTo>
                  <a:pt x="5039628" y="8963541"/>
                </a:lnTo>
                <a:lnTo>
                  <a:pt x="5454780" y="9255388"/>
                </a:lnTo>
                <a:cubicBezTo>
                  <a:pt x="5602636" y="9352022"/>
                  <a:pt x="5753536" y="9444945"/>
                  <a:pt x="5905180" y="9536937"/>
                </a:cubicBezTo>
                <a:cubicBezTo>
                  <a:pt x="5519662" y="9287486"/>
                  <a:pt x="5171191" y="9001436"/>
                  <a:pt x="4854150" y="8681319"/>
                </a:cubicBezTo>
                <a:lnTo>
                  <a:pt x="4576214" y="8371013"/>
                </a:lnTo>
                <a:lnTo>
                  <a:pt x="4394212" y="8183049"/>
                </a:lnTo>
                <a:lnTo>
                  <a:pt x="4349627" y="8105747"/>
                </a:lnTo>
                <a:lnTo>
                  <a:pt x="4344314" y="8098556"/>
                </a:lnTo>
                <a:lnTo>
                  <a:pt x="4243772" y="7987931"/>
                </a:lnTo>
                <a:cubicBezTo>
                  <a:pt x="3819179" y="7473444"/>
                  <a:pt x="3485410" y="6881225"/>
                  <a:pt x="3267006" y="6235823"/>
                </a:cubicBezTo>
                <a:lnTo>
                  <a:pt x="3211728" y="6031370"/>
                </a:lnTo>
                <a:lnTo>
                  <a:pt x="3206867" y="6033956"/>
                </a:lnTo>
                <a:cubicBezTo>
                  <a:pt x="3204473" y="6033330"/>
                  <a:pt x="3202001" y="6031191"/>
                  <a:pt x="3199584" y="6028499"/>
                </a:cubicBezTo>
                <a:lnTo>
                  <a:pt x="3192322" y="6019941"/>
                </a:lnTo>
                <a:lnTo>
                  <a:pt x="3227930" y="6178428"/>
                </a:lnTo>
                <a:cubicBezTo>
                  <a:pt x="3231658" y="6195404"/>
                  <a:pt x="3236465" y="6210009"/>
                  <a:pt x="3224717" y="6218504"/>
                </a:cubicBezTo>
                <a:lnTo>
                  <a:pt x="3221740" y="6219554"/>
                </a:lnTo>
                <a:lnTo>
                  <a:pt x="3233850" y="6276857"/>
                </a:lnTo>
                <a:cubicBezTo>
                  <a:pt x="3241373" y="6306689"/>
                  <a:pt x="3250618" y="6337751"/>
                  <a:pt x="3262542" y="6371084"/>
                </a:cubicBezTo>
                <a:cubicBezTo>
                  <a:pt x="3264276" y="6353381"/>
                  <a:pt x="3273509" y="6368579"/>
                  <a:pt x="3286976" y="6377040"/>
                </a:cubicBezTo>
                <a:cubicBezTo>
                  <a:pt x="3310442" y="6429372"/>
                  <a:pt x="3313712" y="6469010"/>
                  <a:pt x="3321210" y="6501911"/>
                </a:cubicBezTo>
                <a:cubicBezTo>
                  <a:pt x="3328712" y="6534812"/>
                  <a:pt x="3338714" y="6578682"/>
                  <a:pt x="3373146" y="6628508"/>
                </a:cubicBezTo>
                <a:cubicBezTo>
                  <a:pt x="3380648" y="6661410"/>
                  <a:pt x="3362948" y="6659682"/>
                  <a:pt x="3379682" y="6707784"/>
                </a:cubicBezTo>
                <a:cubicBezTo>
                  <a:pt x="3398150" y="6738179"/>
                  <a:pt x="3404116" y="6713741"/>
                  <a:pt x="3420848" y="6761841"/>
                </a:cubicBezTo>
                <a:cubicBezTo>
                  <a:pt x="3419885" y="6808215"/>
                  <a:pt x="3463552" y="6873239"/>
                  <a:pt x="3492018" y="6947505"/>
                </a:cubicBezTo>
                <a:cubicBezTo>
                  <a:pt x="3483552" y="6960977"/>
                  <a:pt x="3512021" y="7035242"/>
                  <a:pt x="3537221" y="7069871"/>
                </a:cubicBezTo>
                <a:cubicBezTo>
                  <a:pt x="3534720" y="7058904"/>
                  <a:pt x="3534720" y="7058904"/>
                  <a:pt x="3534720" y="7058904"/>
                </a:cubicBezTo>
                <a:cubicBezTo>
                  <a:pt x="3532220" y="7047936"/>
                  <a:pt x="3525488" y="7043706"/>
                  <a:pt x="3536454" y="7041201"/>
                </a:cubicBezTo>
                <a:cubicBezTo>
                  <a:pt x="3536454" y="7041201"/>
                  <a:pt x="3538955" y="7052168"/>
                  <a:pt x="3545687" y="7056398"/>
                </a:cubicBezTo>
                <a:cubicBezTo>
                  <a:pt x="3556652" y="7053894"/>
                  <a:pt x="3556652" y="7053894"/>
                  <a:pt x="3556652" y="7053894"/>
                </a:cubicBezTo>
                <a:cubicBezTo>
                  <a:pt x="3575120" y="7084290"/>
                  <a:pt x="3562421" y="7104500"/>
                  <a:pt x="3557422" y="7082565"/>
                </a:cubicBezTo>
                <a:cubicBezTo>
                  <a:pt x="3559922" y="7093532"/>
                  <a:pt x="3559922" y="7093532"/>
                  <a:pt x="3559922" y="7093532"/>
                </a:cubicBezTo>
                <a:cubicBezTo>
                  <a:pt x="3562421" y="7104500"/>
                  <a:pt x="3558190" y="7111235"/>
                  <a:pt x="3558190" y="7111235"/>
                </a:cubicBezTo>
                <a:cubicBezTo>
                  <a:pt x="3551456" y="7107003"/>
                  <a:pt x="3548956" y="7096035"/>
                  <a:pt x="3542222" y="7091805"/>
                </a:cubicBezTo>
                <a:cubicBezTo>
                  <a:pt x="3522022" y="7079111"/>
                  <a:pt x="3499322" y="7055451"/>
                  <a:pt x="3516058" y="7103550"/>
                </a:cubicBezTo>
                <a:cubicBezTo>
                  <a:pt x="3474122" y="7020822"/>
                  <a:pt x="3448154" y="6957524"/>
                  <a:pt x="3433152" y="6891720"/>
                </a:cubicBezTo>
                <a:cubicBezTo>
                  <a:pt x="3407186" y="6828422"/>
                  <a:pt x="3394684" y="6773586"/>
                  <a:pt x="3366216" y="6699320"/>
                </a:cubicBezTo>
                <a:cubicBezTo>
                  <a:pt x="3355248" y="6701825"/>
                  <a:pt x="3364484" y="6717024"/>
                  <a:pt x="3353518" y="6719529"/>
                </a:cubicBezTo>
                <a:cubicBezTo>
                  <a:pt x="3325817" y="6673934"/>
                  <a:pt x="3314084" y="6647768"/>
                  <a:pt x="3299850" y="6610635"/>
                </a:cubicBezTo>
                <a:cubicBezTo>
                  <a:pt x="3292349" y="6577733"/>
                  <a:pt x="3278114" y="6540600"/>
                  <a:pt x="3258880" y="6481532"/>
                </a:cubicBezTo>
                <a:cubicBezTo>
                  <a:pt x="3267346" y="6468062"/>
                  <a:pt x="3246380" y="6426698"/>
                  <a:pt x="3243110" y="6387060"/>
                </a:cubicBezTo>
                <a:cubicBezTo>
                  <a:pt x="3241379" y="6404762"/>
                  <a:pt x="3237146" y="6411498"/>
                  <a:pt x="3225413" y="6385334"/>
                </a:cubicBezTo>
                <a:cubicBezTo>
                  <a:pt x="3220028" y="6349064"/>
                  <a:pt x="3204977" y="6302021"/>
                  <a:pt x="3193292" y="6257094"/>
                </a:cubicBezTo>
                <a:lnTo>
                  <a:pt x="3186686" y="6225378"/>
                </a:lnTo>
                <a:lnTo>
                  <a:pt x="3176492" y="6225662"/>
                </a:lnTo>
                <a:cubicBezTo>
                  <a:pt x="3169302" y="6220476"/>
                  <a:pt x="3164804" y="6210788"/>
                  <a:pt x="3162320" y="6199470"/>
                </a:cubicBezTo>
                <a:lnTo>
                  <a:pt x="3154300" y="6149984"/>
                </a:lnTo>
                <a:cubicBezTo>
                  <a:pt x="3062178" y="5726052"/>
                  <a:pt x="2996910" y="5299074"/>
                  <a:pt x="2993406" y="4859490"/>
                </a:cubicBezTo>
                <a:cubicBezTo>
                  <a:pt x="2992656" y="4838775"/>
                  <a:pt x="3003808" y="4803111"/>
                  <a:pt x="2966222" y="4796178"/>
                </a:cubicBezTo>
                <a:close/>
                <a:moveTo>
                  <a:pt x="175099" y="4684419"/>
                </a:moveTo>
                <a:lnTo>
                  <a:pt x="171418" y="4693523"/>
                </a:lnTo>
                <a:cubicBezTo>
                  <a:pt x="169517" y="4699338"/>
                  <a:pt x="167845" y="4706399"/>
                  <a:pt x="166832" y="4715702"/>
                </a:cubicBezTo>
                <a:cubicBezTo>
                  <a:pt x="164774" y="4754585"/>
                  <a:pt x="162868" y="4702238"/>
                  <a:pt x="154717" y="4696059"/>
                </a:cubicBezTo>
                <a:lnTo>
                  <a:pt x="153653" y="4696379"/>
                </a:lnTo>
                <a:lnTo>
                  <a:pt x="162041" y="4772906"/>
                </a:lnTo>
                <a:lnTo>
                  <a:pt x="169337" y="4750575"/>
                </a:lnTo>
                <a:cubicBezTo>
                  <a:pt x="171688" y="4735623"/>
                  <a:pt x="173215" y="4716597"/>
                  <a:pt x="174475" y="4695869"/>
                </a:cubicBezTo>
                <a:close/>
                <a:moveTo>
                  <a:pt x="1004585" y="4636356"/>
                </a:moveTo>
                <a:lnTo>
                  <a:pt x="970019" y="4725380"/>
                </a:lnTo>
                <a:lnTo>
                  <a:pt x="965716" y="4750385"/>
                </a:lnTo>
                <a:lnTo>
                  <a:pt x="970034" y="4774376"/>
                </a:lnTo>
                <a:cubicBezTo>
                  <a:pt x="971045" y="4790331"/>
                  <a:pt x="970007" y="4808609"/>
                  <a:pt x="965494" y="4831253"/>
                </a:cubicBezTo>
                <a:cubicBezTo>
                  <a:pt x="960503" y="4835858"/>
                  <a:pt x="957050" y="4832117"/>
                  <a:pt x="954268" y="4826603"/>
                </a:cubicBezTo>
                <a:lnTo>
                  <a:pt x="953048" y="4824008"/>
                </a:lnTo>
                <a:lnTo>
                  <a:pt x="950050" y="4841435"/>
                </a:lnTo>
                <a:lnTo>
                  <a:pt x="943958" y="4841435"/>
                </a:lnTo>
                <a:lnTo>
                  <a:pt x="931352" y="4963230"/>
                </a:lnTo>
                <a:cubicBezTo>
                  <a:pt x="926975" y="5012306"/>
                  <a:pt x="924947" y="5062679"/>
                  <a:pt x="929729" y="5122931"/>
                </a:cubicBezTo>
                <a:cubicBezTo>
                  <a:pt x="935108" y="5108730"/>
                  <a:pt x="939325" y="5123313"/>
                  <a:pt x="948533" y="5133290"/>
                </a:cubicBezTo>
                <a:cubicBezTo>
                  <a:pt x="956198" y="5181645"/>
                  <a:pt x="950050" y="5215034"/>
                  <a:pt x="948890" y="5243817"/>
                </a:cubicBezTo>
                <a:cubicBezTo>
                  <a:pt x="947734" y="5272602"/>
                  <a:pt x="946189" y="5310978"/>
                  <a:pt x="963448" y="5359716"/>
                </a:cubicBezTo>
                <a:cubicBezTo>
                  <a:pt x="962288" y="5388500"/>
                  <a:pt x="948089" y="5383130"/>
                  <a:pt x="951149" y="5426495"/>
                </a:cubicBezTo>
                <a:cubicBezTo>
                  <a:pt x="959587" y="5455662"/>
                  <a:pt x="969953" y="5436855"/>
                  <a:pt x="973013" y="5480220"/>
                </a:cubicBezTo>
                <a:cubicBezTo>
                  <a:pt x="967444" y="5499219"/>
                  <a:pt x="970028" y="5524548"/>
                  <a:pt x="974866" y="5553570"/>
                </a:cubicBezTo>
                <a:lnTo>
                  <a:pt x="983561" y="5607579"/>
                </a:lnTo>
                <a:lnTo>
                  <a:pt x="983264" y="5603807"/>
                </a:lnTo>
                <a:cubicBezTo>
                  <a:pt x="984845" y="5587991"/>
                  <a:pt x="988009" y="5575337"/>
                  <a:pt x="988007" y="5562681"/>
                </a:cubicBezTo>
                <a:cubicBezTo>
                  <a:pt x="988010" y="5613299"/>
                  <a:pt x="1000663" y="5638607"/>
                  <a:pt x="1013318" y="5638604"/>
                </a:cubicBezTo>
                <a:cubicBezTo>
                  <a:pt x="1000663" y="5562684"/>
                  <a:pt x="1013318" y="5537375"/>
                  <a:pt x="1000663" y="5474109"/>
                </a:cubicBezTo>
                <a:cubicBezTo>
                  <a:pt x="1025971" y="5423496"/>
                  <a:pt x="1051279" y="5486763"/>
                  <a:pt x="1051279" y="5423496"/>
                </a:cubicBezTo>
                <a:lnTo>
                  <a:pt x="1051136" y="5420049"/>
                </a:lnTo>
                <a:lnTo>
                  <a:pt x="1044272" y="5328966"/>
                </a:lnTo>
                <a:cubicBezTo>
                  <a:pt x="1042762" y="5296539"/>
                  <a:pt x="1041310" y="5262711"/>
                  <a:pt x="1037272" y="5223147"/>
                </a:cubicBezTo>
                <a:cubicBezTo>
                  <a:pt x="1026034" y="5222699"/>
                  <a:pt x="1030975" y="5239784"/>
                  <a:pt x="1019735" y="5239334"/>
                </a:cubicBezTo>
                <a:cubicBezTo>
                  <a:pt x="1004911" y="5188086"/>
                  <a:pt x="1000423" y="5159763"/>
                  <a:pt x="996383" y="5120201"/>
                </a:cubicBezTo>
                <a:cubicBezTo>
                  <a:pt x="997742" y="5086482"/>
                  <a:pt x="993706" y="5046920"/>
                  <a:pt x="990572" y="4984880"/>
                </a:cubicBezTo>
                <a:cubicBezTo>
                  <a:pt x="1002265" y="4974087"/>
                  <a:pt x="992834" y="4928682"/>
                  <a:pt x="1000037" y="4889568"/>
                </a:cubicBezTo>
                <a:cubicBezTo>
                  <a:pt x="993739" y="4906203"/>
                  <a:pt x="987893" y="4911599"/>
                  <a:pt x="983404" y="4883276"/>
                </a:cubicBezTo>
                <a:cubicBezTo>
                  <a:pt x="991964" y="4810443"/>
                  <a:pt x="974461" y="4685915"/>
                  <a:pt x="1004594" y="4636457"/>
                </a:cubicBezTo>
                <a:close/>
                <a:moveTo>
                  <a:pt x="149099" y="4457675"/>
                </a:moveTo>
                <a:lnTo>
                  <a:pt x="143266" y="4491044"/>
                </a:lnTo>
                <a:lnTo>
                  <a:pt x="143735" y="4525754"/>
                </a:lnTo>
                <a:lnTo>
                  <a:pt x="149555" y="4628400"/>
                </a:lnTo>
                <a:lnTo>
                  <a:pt x="152983" y="4628075"/>
                </a:lnTo>
                <a:cubicBezTo>
                  <a:pt x="158735" y="4631058"/>
                  <a:pt x="163564" y="4639694"/>
                  <a:pt x="169382" y="4644875"/>
                </a:cubicBezTo>
                <a:lnTo>
                  <a:pt x="177158" y="4646628"/>
                </a:lnTo>
                <a:lnTo>
                  <a:pt x="178010" y="4630940"/>
                </a:lnTo>
                <a:cubicBezTo>
                  <a:pt x="180575" y="4587402"/>
                  <a:pt x="184301" y="4546529"/>
                  <a:pt x="193639" y="4527261"/>
                </a:cubicBezTo>
                <a:cubicBezTo>
                  <a:pt x="179014" y="4528574"/>
                  <a:pt x="171049" y="4521917"/>
                  <a:pt x="183061" y="4491354"/>
                </a:cubicBezTo>
                <a:lnTo>
                  <a:pt x="184220" y="4484595"/>
                </a:lnTo>
                <a:lnTo>
                  <a:pt x="164446" y="4477784"/>
                </a:lnTo>
                <a:close/>
                <a:moveTo>
                  <a:pt x="1160026" y="4212987"/>
                </a:moveTo>
                <a:lnTo>
                  <a:pt x="1147762" y="4244943"/>
                </a:lnTo>
                <a:cubicBezTo>
                  <a:pt x="1140644" y="4263330"/>
                  <a:pt x="1133527" y="4281519"/>
                  <a:pt x="1127200" y="4297337"/>
                </a:cubicBezTo>
                <a:cubicBezTo>
                  <a:pt x="1114547" y="4373258"/>
                  <a:pt x="1127201" y="4474485"/>
                  <a:pt x="1101892" y="4525101"/>
                </a:cubicBezTo>
                <a:cubicBezTo>
                  <a:pt x="1101892" y="4499793"/>
                  <a:pt x="1089239" y="4474485"/>
                  <a:pt x="1089239" y="4474485"/>
                </a:cubicBezTo>
                <a:lnTo>
                  <a:pt x="1066336" y="4519083"/>
                </a:lnTo>
                <a:lnTo>
                  <a:pt x="1064863" y="4537541"/>
                </a:lnTo>
                <a:cubicBezTo>
                  <a:pt x="1061941" y="4540236"/>
                  <a:pt x="1059469" y="4540491"/>
                  <a:pt x="1057318" y="4539261"/>
                </a:cubicBezTo>
                <a:lnTo>
                  <a:pt x="1056508" y="4538223"/>
                </a:lnTo>
                <a:lnTo>
                  <a:pt x="1047917" y="4554953"/>
                </a:lnTo>
                <a:lnTo>
                  <a:pt x="1037087" y="4575152"/>
                </a:lnTo>
                <a:lnTo>
                  <a:pt x="1033973" y="4605788"/>
                </a:lnTo>
                <a:cubicBezTo>
                  <a:pt x="1024109" y="4693521"/>
                  <a:pt x="1014565" y="4773350"/>
                  <a:pt x="1022969" y="4879224"/>
                </a:cubicBezTo>
                <a:cubicBezTo>
                  <a:pt x="1029266" y="4862589"/>
                  <a:pt x="1034207" y="4879671"/>
                  <a:pt x="1044995" y="4891359"/>
                </a:cubicBezTo>
                <a:cubicBezTo>
                  <a:pt x="1053974" y="4948004"/>
                  <a:pt x="1046771" y="4987119"/>
                  <a:pt x="1045415" y="5020836"/>
                </a:cubicBezTo>
                <a:cubicBezTo>
                  <a:pt x="1044736" y="5037696"/>
                  <a:pt x="1043945" y="5057364"/>
                  <a:pt x="1045849" y="5079956"/>
                </a:cubicBezTo>
                <a:lnTo>
                  <a:pt x="1053521" y="5115344"/>
                </a:lnTo>
                <a:lnTo>
                  <a:pt x="1054442" y="5115068"/>
                </a:lnTo>
                <a:cubicBezTo>
                  <a:pt x="1057606" y="5110323"/>
                  <a:pt x="1057607" y="5100833"/>
                  <a:pt x="1051282" y="5081852"/>
                </a:cubicBezTo>
                <a:cubicBezTo>
                  <a:pt x="1076582" y="5119812"/>
                  <a:pt x="1089239" y="5107157"/>
                  <a:pt x="1101892" y="5119812"/>
                </a:cubicBezTo>
                <a:cubicBezTo>
                  <a:pt x="1114546" y="5296962"/>
                  <a:pt x="1165160" y="5512071"/>
                  <a:pt x="1228429" y="5448803"/>
                </a:cubicBezTo>
                <a:cubicBezTo>
                  <a:pt x="1228429" y="5410842"/>
                  <a:pt x="1225267" y="5372882"/>
                  <a:pt x="1223684" y="5338083"/>
                </a:cubicBezTo>
                <a:lnTo>
                  <a:pt x="1227343" y="5267367"/>
                </a:lnTo>
                <a:lnTo>
                  <a:pt x="1220456" y="5226296"/>
                </a:lnTo>
                <a:cubicBezTo>
                  <a:pt x="1216307" y="5189543"/>
                  <a:pt x="1214854" y="5155712"/>
                  <a:pt x="1216210" y="5121995"/>
                </a:cubicBezTo>
                <a:cubicBezTo>
                  <a:pt x="1207684" y="5054109"/>
                  <a:pt x="1209946" y="4997912"/>
                  <a:pt x="1201873" y="4918788"/>
                </a:cubicBezTo>
                <a:cubicBezTo>
                  <a:pt x="1190633" y="4918341"/>
                  <a:pt x="1195574" y="4935423"/>
                  <a:pt x="1184335" y="4934976"/>
                </a:cubicBezTo>
                <a:cubicBezTo>
                  <a:pt x="1169510" y="4883726"/>
                  <a:pt x="1165021" y="4855404"/>
                  <a:pt x="1160984" y="4815842"/>
                </a:cubicBezTo>
                <a:cubicBezTo>
                  <a:pt x="1162342" y="4782125"/>
                  <a:pt x="1158305" y="4742561"/>
                  <a:pt x="1155173" y="4680522"/>
                </a:cubicBezTo>
                <a:cubicBezTo>
                  <a:pt x="1166864" y="4669728"/>
                  <a:pt x="1157432" y="4624323"/>
                  <a:pt x="1164637" y="4585209"/>
                </a:cubicBezTo>
                <a:cubicBezTo>
                  <a:pt x="1158337" y="4601846"/>
                  <a:pt x="1152493" y="4607240"/>
                  <a:pt x="1148003" y="4578918"/>
                </a:cubicBezTo>
                <a:cubicBezTo>
                  <a:pt x="1156564" y="4506086"/>
                  <a:pt x="1139060" y="4381556"/>
                  <a:pt x="1169194" y="4332098"/>
                </a:cubicBezTo>
                <a:cubicBezTo>
                  <a:pt x="1159310" y="4297931"/>
                  <a:pt x="1156624" y="4259829"/>
                  <a:pt x="1158937" y="4219817"/>
                </a:cubicBezTo>
                <a:close/>
                <a:moveTo>
                  <a:pt x="91588" y="4168734"/>
                </a:moveTo>
                <a:lnTo>
                  <a:pt x="83972" y="4316366"/>
                </a:lnTo>
                <a:lnTo>
                  <a:pt x="74405" y="4340697"/>
                </a:lnTo>
                <a:cubicBezTo>
                  <a:pt x="74405" y="4340697"/>
                  <a:pt x="74405" y="4340697"/>
                  <a:pt x="82370" y="4347356"/>
                </a:cubicBezTo>
                <a:lnTo>
                  <a:pt x="83972" y="4316366"/>
                </a:lnTo>
                <a:lnTo>
                  <a:pt x="86419" y="4310133"/>
                </a:lnTo>
                <a:cubicBezTo>
                  <a:pt x="101044" y="4308821"/>
                  <a:pt x="102349" y="4323447"/>
                  <a:pt x="95689" y="4331417"/>
                </a:cubicBezTo>
                <a:lnTo>
                  <a:pt x="100619" y="4335539"/>
                </a:lnTo>
                <a:lnTo>
                  <a:pt x="104017" y="4168869"/>
                </a:lnTo>
                <a:cubicBezTo>
                  <a:pt x="100312" y="4173339"/>
                  <a:pt x="96818" y="4173462"/>
                  <a:pt x="93514" y="4171199"/>
                </a:cubicBezTo>
                <a:close/>
                <a:moveTo>
                  <a:pt x="1747226" y="4145492"/>
                </a:moveTo>
                <a:lnTo>
                  <a:pt x="1747224" y="4196109"/>
                </a:lnTo>
                <a:cubicBezTo>
                  <a:pt x="1734570" y="4208762"/>
                  <a:pt x="1734570" y="4221414"/>
                  <a:pt x="1734570" y="4221414"/>
                </a:cubicBezTo>
                <a:lnTo>
                  <a:pt x="1734570" y="4208762"/>
                </a:lnTo>
                <a:lnTo>
                  <a:pt x="1734570" y="4196109"/>
                </a:lnTo>
                <a:lnTo>
                  <a:pt x="1734570" y="4183452"/>
                </a:lnTo>
                <a:cubicBezTo>
                  <a:pt x="1734570" y="4170800"/>
                  <a:pt x="1734570" y="4158146"/>
                  <a:pt x="1747226" y="4145492"/>
                </a:cubicBezTo>
                <a:close/>
                <a:moveTo>
                  <a:pt x="302197" y="4128171"/>
                </a:moveTo>
                <a:cubicBezTo>
                  <a:pt x="286436" y="4154439"/>
                  <a:pt x="275927" y="4180709"/>
                  <a:pt x="270673" y="4206978"/>
                </a:cubicBezTo>
                <a:cubicBezTo>
                  <a:pt x="260167" y="4280525"/>
                  <a:pt x="254914" y="4354077"/>
                  <a:pt x="244402" y="4427628"/>
                </a:cubicBezTo>
                <a:lnTo>
                  <a:pt x="233195" y="4459299"/>
                </a:lnTo>
                <a:lnTo>
                  <a:pt x="228695" y="4527801"/>
                </a:lnTo>
                <a:lnTo>
                  <a:pt x="220168" y="4693059"/>
                </a:lnTo>
                <a:lnTo>
                  <a:pt x="210602" y="4717389"/>
                </a:lnTo>
                <a:cubicBezTo>
                  <a:pt x="210602" y="4717389"/>
                  <a:pt x="210602" y="4717389"/>
                  <a:pt x="218566" y="4724043"/>
                </a:cubicBezTo>
                <a:lnTo>
                  <a:pt x="220168" y="4693059"/>
                </a:lnTo>
                <a:lnTo>
                  <a:pt x="222616" y="4686827"/>
                </a:lnTo>
                <a:cubicBezTo>
                  <a:pt x="237241" y="4685514"/>
                  <a:pt x="238546" y="4700138"/>
                  <a:pt x="231886" y="4708109"/>
                </a:cubicBezTo>
                <a:cubicBezTo>
                  <a:pt x="239851" y="4714763"/>
                  <a:pt x="239851" y="4714763"/>
                  <a:pt x="239851" y="4714763"/>
                </a:cubicBezTo>
                <a:cubicBezTo>
                  <a:pt x="265319" y="4587170"/>
                  <a:pt x="288179" y="4430322"/>
                  <a:pt x="292363" y="4312007"/>
                </a:cubicBezTo>
                <a:lnTo>
                  <a:pt x="323828" y="4208169"/>
                </a:lnTo>
                <a:lnTo>
                  <a:pt x="322393" y="4195155"/>
                </a:lnTo>
                <a:cubicBezTo>
                  <a:pt x="317960" y="4172826"/>
                  <a:pt x="311393" y="4150499"/>
                  <a:pt x="302197" y="4128171"/>
                </a:cubicBezTo>
                <a:close/>
                <a:moveTo>
                  <a:pt x="136856" y="4085625"/>
                </a:moveTo>
                <a:lnTo>
                  <a:pt x="122686" y="4126770"/>
                </a:lnTo>
                <a:cubicBezTo>
                  <a:pt x="115268" y="4163018"/>
                  <a:pt x="116146" y="4201986"/>
                  <a:pt x="116063" y="4254851"/>
                </a:cubicBezTo>
                <a:lnTo>
                  <a:pt x="115835" y="4265180"/>
                </a:lnTo>
                <a:lnTo>
                  <a:pt x="132179" y="4167393"/>
                </a:lnTo>
                <a:lnTo>
                  <a:pt x="132100" y="4159281"/>
                </a:lnTo>
                <a:close/>
                <a:moveTo>
                  <a:pt x="146296" y="3904146"/>
                </a:moveTo>
                <a:cubicBezTo>
                  <a:pt x="144367" y="3904998"/>
                  <a:pt x="142183" y="3908090"/>
                  <a:pt x="139528" y="3914934"/>
                </a:cubicBezTo>
                <a:cubicBezTo>
                  <a:pt x="145255" y="3940773"/>
                  <a:pt x="144134" y="3963960"/>
                  <a:pt x="142351" y="3988856"/>
                </a:cubicBezTo>
                <a:lnTo>
                  <a:pt x="142147" y="4003731"/>
                </a:lnTo>
                <a:lnTo>
                  <a:pt x="148504" y="3905261"/>
                </a:lnTo>
                <a:close/>
                <a:moveTo>
                  <a:pt x="166543" y="3359468"/>
                </a:moveTo>
                <a:cubicBezTo>
                  <a:pt x="165046" y="3357510"/>
                  <a:pt x="163340" y="3357566"/>
                  <a:pt x="161255" y="3361278"/>
                </a:cubicBezTo>
                <a:cubicBezTo>
                  <a:pt x="158473" y="3366230"/>
                  <a:pt x="155014" y="3377684"/>
                  <a:pt x="150472" y="3399543"/>
                </a:cubicBezTo>
                <a:cubicBezTo>
                  <a:pt x="154664" y="3409040"/>
                  <a:pt x="154664" y="3409040"/>
                  <a:pt x="154664" y="3409040"/>
                </a:cubicBezTo>
                <a:cubicBezTo>
                  <a:pt x="159973" y="3395351"/>
                  <a:pt x="159973" y="3395351"/>
                  <a:pt x="159973" y="3395351"/>
                </a:cubicBezTo>
                <a:cubicBezTo>
                  <a:pt x="159973" y="3395351"/>
                  <a:pt x="159973" y="3395351"/>
                  <a:pt x="164165" y="3404847"/>
                </a:cubicBezTo>
                <a:cubicBezTo>
                  <a:pt x="164165" y="3404847"/>
                  <a:pt x="168355" y="3414344"/>
                  <a:pt x="168355" y="3414344"/>
                </a:cubicBezTo>
                <a:cubicBezTo>
                  <a:pt x="158852" y="3418536"/>
                  <a:pt x="163045" y="3428033"/>
                  <a:pt x="163045" y="3428033"/>
                </a:cubicBezTo>
                <a:cubicBezTo>
                  <a:pt x="153542" y="3432227"/>
                  <a:pt x="153542" y="3432227"/>
                  <a:pt x="153542" y="3432227"/>
                </a:cubicBezTo>
                <a:cubicBezTo>
                  <a:pt x="172546" y="3423840"/>
                  <a:pt x="154373" y="3511281"/>
                  <a:pt x="150184" y="3501785"/>
                </a:cubicBezTo>
                <a:cubicBezTo>
                  <a:pt x="145991" y="3492288"/>
                  <a:pt x="145991" y="3492288"/>
                  <a:pt x="145991" y="3492288"/>
                </a:cubicBezTo>
                <a:cubicBezTo>
                  <a:pt x="145991" y="3492288"/>
                  <a:pt x="150184" y="3501785"/>
                  <a:pt x="144872" y="3515475"/>
                </a:cubicBezTo>
                <a:cubicBezTo>
                  <a:pt x="144872" y="3515475"/>
                  <a:pt x="139562" y="3529161"/>
                  <a:pt x="139562" y="3529161"/>
                </a:cubicBezTo>
                <a:cubicBezTo>
                  <a:pt x="139562" y="3529161"/>
                  <a:pt x="130060" y="3533354"/>
                  <a:pt x="135371" y="3519663"/>
                </a:cubicBezTo>
                <a:cubicBezTo>
                  <a:pt x="135371" y="3519663"/>
                  <a:pt x="131180" y="3510168"/>
                  <a:pt x="131180" y="3510168"/>
                </a:cubicBezTo>
                <a:cubicBezTo>
                  <a:pt x="123629" y="3570230"/>
                  <a:pt x="73595" y="3739805"/>
                  <a:pt x="85049" y="3791483"/>
                </a:cubicBezTo>
                <a:cubicBezTo>
                  <a:pt x="110482" y="3746220"/>
                  <a:pt x="126413" y="3705153"/>
                  <a:pt x="153794" y="3715758"/>
                </a:cubicBezTo>
                <a:cubicBezTo>
                  <a:pt x="149813" y="3726026"/>
                  <a:pt x="144571" y="3762377"/>
                  <a:pt x="156463" y="3768831"/>
                </a:cubicBezTo>
                <a:lnTo>
                  <a:pt x="166171" y="3765864"/>
                </a:lnTo>
                <a:lnTo>
                  <a:pt x="197119" y="3566031"/>
                </a:lnTo>
                <a:lnTo>
                  <a:pt x="236113" y="3380820"/>
                </a:lnTo>
                <a:lnTo>
                  <a:pt x="224242" y="3412373"/>
                </a:lnTo>
                <a:cubicBezTo>
                  <a:pt x="208309" y="3453441"/>
                  <a:pt x="216980" y="3370194"/>
                  <a:pt x="203290" y="3364890"/>
                </a:cubicBezTo>
                <a:cubicBezTo>
                  <a:pt x="203290" y="3364890"/>
                  <a:pt x="192667" y="3392270"/>
                  <a:pt x="178976" y="3386964"/>
                </a:cubicBezTo>
                <a:cubicBezTo>
                  <a:pt x="173632" y="3389322"/>
                  <a:pt x="171029" y="3365342"/>
                  <a:pt x="166543" y="3359468"/>
                </a:cubicBezTo>
                <a:close/>
                <a:moveTo>
                  <a:pt x="675232" y="2205345"/>
                </a:moveTo>
                <a:cubicBezTo>
                  <a:pt x="646334" y="2226359"/>
                  <a:pt x="622691" y="2250000"/>
                  <a:pt x="598391" y="2271671"/>
                </a:cubicBezTo>
                <a:lnTo>
                  <a:pt x="595514" y="2273613"/>
                </a:lnTo>
                <a:lnTo>
                  <a:pt x="593956" y="2282829"/>
                </a:lnTo>
                <a:cubicBezTo>
                  <a:pt x="587123" y="2306837"/>
                  <a:pt x="579290" y="2332385"/>
                  <a:pt x="575621" y="2365005"/>
                </a:cubicBezTo>
                <a:cubicBezTo>
                  <a:pt x="538019" y="2412810"/>
                  <a:pt x="530204" y="2460243"/>
                  <a:pt x="513883" y="2537843"/>
                </a:cubicBezTo>
                <a:lnTo>
                  <a:pt x="507934" y="2563505"/>
                </a:lnTo>
                <a:lnTo>
                  <a:pt x="533374" y="2578352"/>
                </a:lnTo>
                <a:cubicBezTo>
                  <a:pt x="554392" y="2594111"/>
                  <a:pt x="570152" y="2583605"/>
                  <a:pt x="580660" y="2562593"/>
                </a:cubicBezTo>
                <a:cubicBezTo>
                  <a:pt x="622693" y="2452268"/>
                  <a:pt x="680485" y="2341938"/>
                  <a:pt x="675232" y="2205345"/>
                </a:cubicBezTo>
                <a:close/>
                <a:moveTo>
                  <a:pt x="523040" y="2200926"/>
                </a:moveTo>
                <a:lnTo>
                  <a:pt x="513322" y="2228223"/>
                </a:lnTo>
                <a:cubicBezTo>
                  <a:pt x="500569" y="2263632"/>
                  <a:pt x="484639" y="2304701"/>
                  <a:pt x="461300" y="2354711"/>
                </a:cubicBezTo>
                <a:cubicBezTo>
                  <a:pt x="461300" y="2354711"/>
                  <a:pt x="447608" y="2349407"/>
                  <a:pt x="442297" y="2363097"/>
                </a:cubicBezTo>
                <a:cubicBezTo>
                  <a:pt x="424126" y="2450534"/>
                  <a:pt x="425249" y="2427350"/>
                  <a:pt x="412385" y="2501100"/>
                </a:cubicBezTo>
                <a:cubicBezTo>
                  <a:pt x="401762" y="2528478"/>
                  <a:pt x="391144" y="2555858"/>
                  <a:pt x="375211" y="2596926"/>
                </a:cubicBezTo>
                <a:cubicBezTo>
                  <a:pt x="362063" y="2772915"/>
                  <a:pt x="284644" y="2931885"/>
                  <a:pt x="251371" y="3139446"/>
                </a:cubicBezTo>
                <a:cubicBezTo>
                  <a:pt x="241871" y="3143637"/>
                  <a:pt x="235441" y="3180515"/>
                  <a:pt x="224819" y="3207893"/>
                </a:cubicBezTo>
                <a:cubicBezTo>
                  <a:pt x="238511" y="3213197"/>
                  <a:pt x="217268" y="3267957"/>
                  <a:pt x="226771" y="3263763"/>
                </a:cubicBezTo>
                <a:cubicBezTo>
                  <a:pt x="241862" y="3240084"/>
                  <a:pt x="249883" y="3200378"/>
                  <a:pt x="264502" y="3186482"/>
                </a:cubicBezTo>
                <a:lnTo>
                  <a:pt x="277628" y="3183644"/>
                </a:lnTo>
                <a:lnTo>
                  <a:pt x="294317" y="3104372"/>
                </a:lnTo>
                <a:cubicBezTo>
                  <a:pt x="329782" y="2951360"/>
                  <a:pt x="367873" y="2799006"/>
                  <a:pt x="407276" y="2646653"/>
                </a:cubicBezTo>
                <a:cubicBezTo>
                  <a:pt x="419101" y="2599368"/>
                  <a:pt x="433879" y="2549130"/>
                  <a:pt x="478208" y="2553563"/>
                </a:cubicBezTo>
                <a:lnTo>
                  <a:pt x="495008" y="2558340"/>
                </a:lnTo>
                <a:lnTo>
                  <a:pt x="519655" y="2451215"/>
                </a:lnTo>
                <a:cubicBezTo>
                  <a:pt x="501502" y="2465693"/>
                  <a:pt x="500848" y="2412767"/>
                  <a:pt x="490688" y="2414930"/>
                </a:cubicBezTo>
                <a:lnTo>
                  <a:pt x="521407" y="2296610"/>
                </a:lnTo>
                <a:lnTo>
                  <a:pt x="522992" y="2284277"/>
                </a:lnTo>
                <a:lnTo>
                  <a:pt x="518692" y="2290899"/>
                </a:lnTo>
                <a:cubicBezTo>
                  <a:pt x="517693" y="2292438"/>
                  <a:pt x="517693" y="2292438"/>
                  <a:pt x="517693" y="2292438"/>
                </a:cubicBezTo>
                <a:cubicBezTo>
                  <a:pt x="509698" y="2304755"/>
                  <a:pt x="509698" y="2304755"/>
                  <a:pt x="509698" y="2304755"/>
                </a:cubicBezTo>
                <a:cubicBezTo>
                  <a:pt x="507535" y="2294601"/>
                  <a:pt x="505373" y="2284451"/>
                  <a:pt x="503212" y="2274299"/>
                </a:cubicBezTo>
                <a:cubicBezTo>
                  <a:pt x="511207" y="2261982"/>
                  <a:pt x="511207" y="2261982"/>
                  <a:pt x="511207" y="2261982"/>
                </a:cubicBezTo>
                <a:cubicBezTo>
                  <a:pt x="511207" y="2261982"/>
                  <a:pt x="511207" y="2261982"/>
                  <a:pt x="521365" y="2259818"/>
                </a:cubicBezTo>
                <a:cubicBezTo>
                  <a:pt x="517202" y="2252744"/>
                  <a:pt x="516173" y="2241687"/>
                  <a:pt x="517589" y="2227290"/>
                </a:cubicBezTo>
                <a:close/>
                <a:moveTo>
                  <a:pt x="609370" y="1937486"/>
                </a:moveTo>
                <a:lnTo>
                  <a:pt x="606925" y="1938728"/>
                </a:lnTo>
                <a:lnTo>
                  <a:pt x="600083" y="1963008"/>
                </a:lnTo>
                <a:close/>
                <a:moveTo>
                  <a:pt x="2354597" y="1627446"/>
                </a:moveTo>
                <a:cubicBezTo>
                  <a:pt x="2354598" y="1633772"/>
                  <a:pt x="2354598" y="1636937"/>
                  <a:pt x="2353016" y="1638516"/>
                </a:cubicBezTo>
                <a:lnTo>
                  <a:pt x="2347962" y="1639239"/>
                </a:lnTo>
                <a:close/>
                <a:moveTo>
                  <a:pt x="2453333" y="1504730"/>
                </a:moveTo>
                <a:lnTo>
                  <a:pt x="2443172" y="1513565"/>
                </a:lnTo>
                <a:lnTo>
                  <a:pt x="2433042" y="1543170"/>
                </a:lnTo>
                <a:close/>
                <a:moveTo>
                  <a:pt x="2455824" y="966746"/>
                </a:moveTo>
                <a:lnTo>
                  <a:pt x="2455824" y="969464"/>
                </a:lnTo>
                <a:lnTo>
                  <a:pt x="2443172" y="982118"/>
                </a:lnTo>
                <a:close/>
                <a:moveTo>
                  <a:pt x="1481994" y="366944"/>
                </a:moveTo>
                <a:cubicBezTo>
                  <a:pt x="1479083" y="365739"/>
                  <a:pt x="1474638" y="366686"/>
                  <a:pt x="1467562" y="370847"/>
                </a:cubicBezTo>
                <a:cubicBezTo>
                  <a:pt x="1429750" y="442577"/>
                  <a:pt x="1407925" y="489677"/>
                  <a:pt x="1367948" y="551256"/>
                </a:cubicBezTo>
                <a:cubicBezTo>
                  <a:pt x="1335968" y="600519"/>
                  <a:pt x="1306151" y="659933"/>
                  <a:pt x="1240025" y="748308"/>
                </a:cubicBezTo>
                <a:cubicBezTo>
                  <a:pt x="1240025" y="748308"/>
                  <a:pt x="1227707" y="740318"/>
                  <a:pt x="1219709" y="752634"/>
                </a:cubicBezTo>
                <a:cubicBezTo>
                  <a:pt x="1184059" y="834516"/>
                  <a:pt x="1189894" y="812051"/>
                  <a:pt x="1162235" y="881616"/>
                </a:cubicBezTo>
                <a:cubicBezTo>
                  <a:pt x="1146244" y="906249"/>
                  <a:pt x="1130255" y="930879"/>
                  <a:pt x="1106269" y="967827"/>
                </a:cubicBezTo>
                <a:cubicBezTo>
                  <a:pt x="1081856" y="1052624"/>
                  <a:pt x="1042583" y="1129971"/>
                  <a:pt x="1000045" y="1210668"/>
                </a:cubicBezTo>
                <a:lnTo>
                  <a:pt x="959045" y="1289678"/>
                </a:lnTo>
                <a:lnTo>
                  <a:pt x="939901" y="1370676"/>
                </a:lnTo>
                <a:cubicBezTo>
                  <a:pt x="926111" y="1442258"/>
                  <a:pt x="919541" y="1509242"/>
                  <a:pt x="927422" y="1538138"/>
                </a:cubicBezTo>
                <a:cubicBezTo>
                  <a:pt x="1058777" y="1285962"/>
                  <a:pt x="1190123" y="1033787"/>
                  <a:pt x="1289950" y="765854"/>
                </a:cubicBezTo>
                <a:cubicBezTo>
                  <a:pt x="1316218" y="694929"/>
                  <a:pt x="1347743" y="626631"/>
                  <a:pt x="1382551" y="560306"/>
                </a:cubicBezTo>
                <a:lnTo>
                  <a:pt x="1487975" y="378446"/>
                </a:lnTo>
                <a:lnTo>
                  <a:pt x="1487231" y="375944"/>
                </a:lnTo>
                <a:cubicBezTo>
                  <a:pt x="1486283" y="371502"/>
                  <a:pt x="1484906" y="368148"/>
                  <a:pt x="1481994" y="366944"/>
                </a:cubicBezTo>
                <a:close/>
                <a:moveTo>
                  <a:pt x="2896330" y="0"/>
                </a:moveTo>
                <a:lnTo>
                  <a:pt x="3314054" y="0"/>
                </a:lnTo>
                <a:lnTo>
                  <a:pt x="3271984" y="44175"/>
                </a:lnTo>
                <a:cubicBezTo>
                  <a:pt x="3243512" y="77390"/>
                  <a:pt x="3221369" y="109025"/>
                  <a:pt x="3215042" y="134331"/>
                </a:cubicBezTo>
                <a:cubicBezTo>
                  <a:pt x="3189730" y="134331"/>
                  <a:pt x="3215042" y="71066"/>
                  <a:pt x="3164426" y="159642"/>
                </a:cubicBezTo>
                <a:lnTo>
                  <a:pt x="3164426" y="146985"/>
                </a:lnTo>
                <a:lnTo>
                  <a:pt x="3151772" y="146985"/>
                </a:lnTo>
                <a:cubicBezTo>
                  <a:pt x="3151772" y="159641"/>
                  <a:pt x="3139120" y="159641"/>
                  <a:pt x="3139120" y="159641"/>
                </a:cubicBezTo>
                <a:cubicBezTo>
                  <a:pt x="3113812" y="159641"/>
                  <a:pt x="3113812" y="197601"/>
                  <a:pt x="3088506" y="222906"/>
                </a:cubicBezTo>
                <a:lnTo>
                  <a:pt x="3088506" y="210252"/>
                </a:lnTo>
                <a:lnTo>
                  <a:pt x="3075852" y="210252"/>
                </a:lnTo>
                <a:cubicBezTo>
                  <a:pt x="3075852" y="210252"/>
                  <a:pt x="3075851" y="222906"/>
                  <a:pt x="3063198" y="222906"/>
                </a:cubicBezTo>
                <a:lnTo>
                  <a:pt x="3063197" y="235560"/>
                </a:lnTo>
                <a:cubicBezTo>
                  <a:pt x="3037892" y="260870"/>
                  <a:pt x="3050540" y="273522"/>
                  <a:pt x="3037892" y="286175"/>
                </a:cubicBezTo>
                <a:lnTo>
                  <a:pt x="3025236" y="298829"/>
                </a:lnTo>
                <a:lnTo>
                  <a:pt x="3012582" y="298827"/>
                </a:lnTo>
                <a:lnTo>
                  <a:pt x="2999930" y="311481"/>
                </a:lnTo>
                <a:lnTo>
                  <a:pt x="3012582" y="311481"/>
                </a:lnTo>
                <a:lnTo>
                  <a:pt x="3025236" y="311481"/>
                </a:lnTo>
                <a:cubicBezTo>
                  <a:pt x="2987278" y="362096"/>
                  <a:pt x="2974622" y="387402"/>
                  <a:pt x="2936663" y="400056"/>
                </a:cubicBezTo>
                <a:lnTo>
                  <a:pt x="2936662" y="387402"/>
                </a:lnTo>
                <a:lnTo>
                  <a:pt x="2949317" y="374747"/>
                </a:lnTo>
                <a:lnTo>
                  <a:pt x="2936662" y="374750"/>
                </a:lnTo>
                <a:lnTo>
                  <a:pt x="2949318" y="362094"/>
                </a:lnTo>
                <a:lnTo>
                  <a:pt x="2961968" y="362093"/>
                </a:lnTo>
                <a:cubicBezTo>
                  <a:pt x="2961966" y="357876"/>
                  <a:pt x="2961968" y="353658"/>
                  <a:pt x="2961965" y="349442"/>
                </a:cubicBezTo>
                <a:cubicBezTo>
                  <a:pt x="2961968" y="345224"/>
                  <a:pt x="2961968" y="341007"/>
                  <a:pt x="2961968" y="336788"/>
                </a:cubicBezTo>
                <a:lnTo>
                  <a:pt x="2949317" y="349442"/>
                </a:lnTo>
                <a:cubicBezTo>
                  <a:pt x="2974619" y="311484"/>
                  <a:pt x="3025236" y="273521"/>
                  <a:pt x="2961965" y="298827"/>
                </a:cubicBezTo>
                <a:lnTo>
                  <a:pt x="2974624" y="286175"/>
                </a:lnTo>
                <a:lnTo>
                  <a:pt x="2987278" y="286176"/>
                </a:lnTo>
                <a:cubicBezTo>
                  <a:pt x="2999930" y="273521"/>
                  <a:pt x="2999928" y="260870"/>
                  <a:pt x="2999928" y="260870"/>
                </a:cubicBezTo>
                <a:cubicBezTo>
                  <a:pt x="2999928" y="248213"/>
                  <a:pt x="2987276" y="248213"/>
                  <a:pt x="2974622" y="260867"/>
                </a:cubicBezTo>
                <a:lnTo>
                  <a:pt x="2961970" y="273521"/>
                </a:lnTo>
                <a:lnTo>
                  <a:pt x="2949317" y="286175"/>
                </a:lnTo>
                <a:cubicBezTo>
                  <a:pt x="2936662" y="298827"/>
                  <a:pt x="2924009" y="311484"/>
                  <a:pt x="2924008" y="324135"/>
                </a:cubicBezTo>
                <a:cubicBezTo>
                  <a:pt x="2924008" y="324135"/>
                  <a:pt x="2936663" y="324135"/>
                  <a:pt x="2949317" y="311481"/>
                </a:cubicBezTo>
                <a:lnTo>
                  <a:pt x="2961965" y="298827"/>
                </a:lnTo>
                <a:lnTo>
                  <a:pt x="2936662" y="349442"/>
                </a:lnTo>
                <a:lnTo>
                  <a:pt x="2924008" y="362096"/>
                </a:lnTo>
                <a:cubicBezTo>
                  <a:pt x="2911355" y="362093"/>
                  <a:pt x="2911355" y="362093"/>
                  <a:pt x="2898702" y="374747"/>
                </a:cubicBezTo>
                <a:cubicBezTo>
                  <a:pt x="2898702" y="374747"/>
                  <a:pt x="2898702" y="387402"/>
                  <a:pt x="2911350" y="374747"/>
                </a:cubicBezTo>
                <a:cubicBezTo>
                  <a:pt x="2911352" y="378965"/>
                  <a:pt x="2911352" y="383184"/>
                  <a:pt x="2911354" y="387402"/>
                </a:cubicBezTo>
                <a:cubicBezTo>
                  <a:pt x="2886047" y="400056"/>
                  <a:pt x="2886047" y="412713"/>
                  <a:pt x="2911354" y="400059"/>
                </a:cubicBezTo>
                <a:lnTo>
                  <a:pt x="2886048" y="425363"/>
                </a:lnTo>
                <a:cubicBezTo>
                  <a:pt x="2898704" y="438017"/>
                  <a:pt x="2898704" y="438017"/>
                  <a:pt x="2911350" y="425363"/>
                </a:cubicBezTo>
                <a:cubicBezTo>
                  <a:pt x="2911350" y="425363"/>
                  <a:pt x="2911350" y="412710"/>
                  <a:pt x="2924008" y="412712"/>
                </a:cubicBezTo>
                <a:cubicBezTo>
                  <a:pt x="2898704" y="438017"/>
                  <a:pt x="2911354" y="450671"/>
                  <a:pt x="2873394" y="501282"/>
                </a:cubicBezTo>
                <a:cubicBezTo>
                  <a:pt x="2873393" y="488631"/>
                  <a:pt x="2898702" y="463323"/>
                  <a:pt x="2886047" y="450672"/>
                </a:cubicBezTo>
                <a:cubicBezTo>
                  <a:pt x="2873394" y="501282"/>
                  <a:pt x="2873394" y="475979"/>
                  <a:pt x="2848088" y="488633"/>
                </a:cubicBezTo>
                <a:lnTo>
                  <a:pt x="2848086" y="475980"/>
                </a:lnTo>
                <a:cubicBezTo>
                  <a:pt x="2860742" y="463323"/>
                  <a:pt x="2860742" y="450671"/>
                  <a:pt x="2860742" y="450671"/>
                </a:cubicBezTo>
                <a:cubicBezTo>
                  <a:pt x="2848088" y="450672"/>
                  <a:pt x="2835430" y="463322"/>
                  <a:pt x="2822778" y="475977"/>
                </a:cubicBezTo>
                <a:cubicBezTo>
                  <a:pt x="2822777" y="488633"/>
                  <a:pt x="2822777" y="488633"/>
                  <a:pt x="2810128" y="488631"/>
                </a:cubicBezTo>
                <a:cubicBezTo>
                  <a:pt x="2797472" y="488631"/>
                  <a:pt x="2784820" y="513938"/>
                  <a:pt x="2759512" y="539243"/>
                </a:cubicBezTo>
                <a:cubicBezTo>
                  <a:pt x="2772164" y="551898"/>
                  <a:pt x="2784820" y="513938"/>
                  <a:pt x="2797472" y="513938"/>
                </a:cubicBezTo>
                <a:lnTo>
                  <a:pt x="2784818" y="526592"/>
                </a:lnTo>
                <a:cubicBezTo>
                  <a:pt x="2772164" y="539243"/>
                  <a:pt x="2772164" y="551898"/>
                  <a:pt x="2772164" y="551898"/>
                </a:cubicBezTo>
                <a:cubicBezTo>
                  <a:pt x="2772162" y="564552"/>
                  <a:pt x="2784820" y="551898"/>
                  <a:pt x="2797474" y="539243"/>
                </a:cubicBezTo>
                <a:lnTo>
                  <a:pt x="2810128" y="539243"/>
                </a:lnTo>
                <a:cubicBezTo>
                  <a:pt x="2772164" y="577206"/>
                  <a:pt x="2734204" y="627818"/>
                  <a:pt x="2772166" y="602513"/>
                </a:cubicBezTo>
                <a:cubicBezTo>
                  <a:pt x="2734200" y="653127"/>
                  <a:pt x="2759512" y="589857"/>
                  <a:pt x="2721554" y="627818"/>
                </a:cubicBezTo>
                <a:cubicBezTo>
                  <a:pt x="2683589" y="665778"/>
                  <a:pt x="2683589" y="703739"/>
                  <a:pt x="2658284" y="703743"/>
                </a:cubicBezTo>
                <a:lnTo>
                  <a:pt x="2658284" y="741699"/>
                </a:lnTo>
                <a:cubicBezTo>
                  <a:pt x="2645626" y="741699"/>
                  <a:pt x="2632979" y="754355"/>
                  <a:pt x="2595016" y="779661"/>
                </a:cubicBezTo>
                <a:cubicBezTo>
                  <a:pt x="2538072" y="855582"/>
                  <a:pt x="2523836" y="881681"/>
                  <a:pt x="2488250" y="927351"/>
                </a:cubicBezTo>
                <a:lnTo>
                  <a:pt x="2455824" y="966746"/>
                </a:lnTo>
                <a:cubicBezTo>
                  <a:pt x="2455823" y="963432"/>
                  <a:pt x="2455823" y="960122"/>
                  <a:pt x="2455822" y="956810"/>
                </a:cubicBezTo>
                <a:cubicBezTo>
                  <a:pt x="2443172" y="956810"/>
                  <a:pt x="2443172" y="956810"/>
                  <a:pt x="2430518" y="969464"/>
                </a:cubicBezTo>
                <a:cubicBezTo>
                  <a:pt x="2430518" y="982118"/>
                  <a:pt x="2430518" y="982118"/>
                  <a:pt x="2417862" y="994773"/>
                </a:cubicBezTo>
                <a:cubicBezTo>
                  <a:pt x="2392554" y="1007424"/>
                  <a:pt x="2354597" y="1070693"/>
                  <a:pt x="2316635" y="1133960"/>
                </a:cubicBezTo>
                <a:lnTo>
                  <a:pt x="2316635" y="1121304"/>
                </a:lnTo>
                <a:lnTo>
                  <a:pt x="2303984" y="1121304"/>
                </a:lnTo>
                <a:lnTo>
                  <a:pt x="2303984" y="1133960"/>
                </a:lnTo>
                <a:lnTo>
                  <a:pt x="2291328" y="1146614"/>
                </a:lnTo>
                <a:cubicBezTo>
                  <a:pt x="2291326" y="1159269"/>
                  <a:pt x="2278676" y="1171917"/>
                  <a:pt x="2291330" y="1171919"/>
                </a:cubicBezTo>
                <a:cubicBezTo>
                  <a:pt x="2278672" y="1184574"/>
                  <a:pt x="2266022" y="1184576"/>
                  <a:pt x="2266020" y="1171919"/>
                </a:cubicBezTo>
                <a:cubicBezTo>
                  <a:pt x="2253368" y="1184576"/>
                  <a:pt x="2253368" y="1197225"/>
                  <a:pt x="2253370" y="1209881"/>
                </a:cubicBezTo>
                <a:lnTo>
                  <a:pt x="2253368" y="1197225"/>
                </a:lnTo>
                <a:lnTo>
                  <a:pt x="2240712" y="1197225"/>
                </a:lnTo>
                <a:cubicBezTo>
                  <a:pt x="2228060" y="1209879"/>
                  <a:pt x="2228060" y="1222535"/>
                  <a:pt x="2228060" y="1222535"/>
                </a:cubicBezTo>
                <a:lnTo>
                  <a:pt x="2228062" y="1235190"/>
                </a:lnTo>
                <a:cubicBezTo>
                  <a:pt x="2215408" y="1235189"/>
                  <a:pt x="2202754" y="1260494"/>
                  <a:pt x="2190100" y="1285800"/>
                </a:cubicBezTo>
                <a:lnTo>
                  <a:pt x="2177446" y="1298454"/>
                </a:lnTo>
                <a:cubicBezTo>
                  <a:pt x="2177447" y="1311110"/>
                  <a:pt x="2164793" y="1311110"/>
                  <a:pt x="2164790" y="1323761"/>
                </a:cubicBezTo>
                <a:lnTo>
                  <a:pt x="2177447" y="1311110"/>
                </a:lnTo>
                <a:lnTo>
                  <a:pt x="2190096" y="1311111"/>
                </a:lnTo>
                <a:cubicBezTo>
                  <a:pt x="2202754" y="1311110"/>
                  <a:pt x="2152136" y="1349069"/>
                  <a:pt x="2164793" y="1374375"/>
                </a:cubicBezTo>
                <a:cubicBezTo>
                  <a:pt x="2152139" y="1387029"/>
                  <a:pt x="2152139" y="1387029"/>
                  <a:pt x="2152140" y="1399685"/>
                </a:cubicBezTo>
                <a:lnTo>
                  <a:pt x="2139485" y="1399683"/>
                </a:lnTo>
                <a:lnTo>
                  <a:pt x="2139485" y="1412336"/>
                </a:lnTo>
                <a:cubicBezTo>
                  <a:pt x="2139484" y="1424993"/>
                  <a:pt x="2126834" y="1424993"/>
                  <a:pt x="2126834" y="1424993"/>
                </a:cubicBezTo>
                <a:lnTo>
                  <a:pt x="2126832" y="1437641"/>
                </a:lnTo>
                <a:cubicBezTo>
                  <a:pt x="2101524" y="1475604"/>
                  <a:pt x="2088870" y="1488257"/>
                  <a:pt x="2076220" y="1475606"/>
                </a:cubicBezTo>
                <a:lnTo>
                  <a:pt x="2076220" y="1513566"/>
                </a:lnTo>
                <a:cubicBezTo>
                  <a:pt x="2063566" y="1526216"/>
                  <a:pt x="2063564" y="1538871"/>
                  <a:pt x="2063564" y="1538871"/>
                </a:cubicBezTo>
                <a:lnTo>
                  <a:pt x="2076215" y="1538868"/>
                </a:lnTo>
                <a:cubicBezTo>
                  <a:pt x="2076216" y="1534650"/>
                  <a:pt x="2076216" y="1530434"/>
                  <a:pt x="2076218" y="1526216"/>
                </a:cubicBezTo>
                <a:cubicBezTo>
                  <a:pt x="2076215" y="1538868"/>
                  <a:pt x="2076215" y="1538868"/>
                  <a:pt x="2088868" y="1551525"/>
                </a:cubicBezTo>
                <a:cubicBezTo>
                  <a:pt x="1949682" y="1779284"/>
                  <a:pt x="1810493" y="2045012"/>
                  <a:pt x="1734570" y="2285429"/>
                </a:cubicBezTo>
                <a:cubicBezTo>
                  <a:pt x="1696612" y="2298080"/>
                  <a:pt x="1696612" y="2336040"/>
                  <a:pt x="1683956" y="2386655"/>
                </a:cubicBezTo>
                <a:cubicBezTo>
                  <a:pt x="1671304" y="2411966"/>
                  <a:pt x="1645996" y="2424618"/>
                  <a:pt x="1645996" y="2449923"/>
                </a:cubicBezTo>
                <a:cubicBezTo>
                  <a:pt x="1620690" y="2487884"/>
                  <a:pt x="1633343" y="2500539"/>
                  <a:pt x="1620689" y="2551154"/>
                </a:cubicBezTo>
                <a:cubicBezTo>
                  <a:pt x="1595384" y="2639726"/>
                  <a:pt x="1506806" y="2829530"/>
                  <a:pt x="1506806" y="2905451"/>
                </a:cubicBezTo>
                <a:lnTo>
                  <a:pt x="1494152" y="2918102"/>
                </a:lnTo>
                <a:cubicBezTo>
                  <a:pt x="1494152" y="2922320"/>
                  <a:pt x="1494155" y="2926538"/>
                  <a:pt x="1494154" y="2930757"/>
                </a:cubicBezTo>
                <a:lnTo>
                  <a:pt x="1506806" y="2930756"/>
                </a:lnTo>
                <a:lnTo>
                  <a:pt x="1506806" y="2943410"/>
                </a:lnTo>
                <a:cubicBezTo>
                  <a:pt x="1494155" y="2968719"/>
                  <a:pt x="1481500" y="2968716"/>
                  <a:pt x="1494152" y="2943410"/>
                </a:cubicBezTo>
                <a:cubicBezTo>
                  <a:pt x="1468846" y="2956065"/>
                  <a:pt x="1456192" y="3019331"/>
                  <a:pt x="1456192" y="3057288"/>
                </a:cubicBezTo>
                <a:cubicBezTo>
                  <a:pt x="1456193" y="3044640"/>
                  <a:pt x="1456193" y="3044640"/>
                  <a:pt x="1443541" y="3057291"/>
                </a:cubicBezTo>
                <a:cubicBezTo>
                  <a:pt x="1443536" y="3069942"/>
                  <a:pt x="1443536" y="3069942"/>
                  <a:pt x="1443536" y="3082601"/>
                </a:cubicBezTo>
                <a:cubicBezTo>
                  <a:pt x="1430885" y="3158522"/>
                  <a:pt x="1430888" y="3133214"/>
                  <a:pt x="1405579" y="3209135"/>
                </a:cubicBezTo>
                <a:lnTo>
                  <a:pt x="1392929" y="3221789"/>
                </a:lnTo>
                <a:lnTo>
                  <a:pt x="1380271" y="3272402"/>
                </a:lnTo>
                <a:lnTo>
                  <a:pt x="1380272" y="3285053"/>
                </a:lnTo>
                <a:lnTo>
                  <a:pt x="1380271" y="3297705"/>
                </a:lnTo>
                <a:lnTo>
                  <a:pt x="1380271" y="3310362"/>
                </a:lnTo>
                <a:cubicBezTo>
                  <a:pt x="1380272" y="3323013"/>
                  <a:pt x="1367617" y="3323018"/>
                  <a:pt x="1367617" y="3348326"/>
                </a:cubicBezTo>
                <a:cubicBezTo>
                  <a:pt x="1380274" y="3348326"/>
                  <a:pt x="1380272" y="3323013"/>
                  <a:pt x="1392925" y="3335669"/>
                </a:cubicBezTo>
                <a:cubicBezTo>
                  <a:pt x="1392925" y="3348320"/>
                  <a:pt x="1392925" y="3348320"/>
                  <a:pt x="1392928" y="3360977"/>
                </a:cubicBezTo>
                <a:lnTo>
                  <a:pt x="1380272" y="3360974"/>
                </a:lnTo>
                <a:lnTo>
                  <a:pt x="1380271" y="3373631"/>
                </a:lnTo>
                <a:lnTo>
                  <a:pt x="1380271" y="3386286"/>
                </a:lnTo>
                <a:lnTo>
                  <a:pt x="1380271" y="3411591"/>
                </a:lnTo>
                <a:cubicBezTo>
                  <a:pt x="1354961" y="3449549"/>
                  <a:pt x="1354961" y="3500165"/>
                  <a:pt x="1329658" y="3512819"/>
                </a:cubicBezTo>
                <a:cubicBezTo>
                  <a:pt x="1329656" y="3525473"/>
                  <a:pt x="1329656" y="3538127"/>
                  <a:pt x="1342310" y="3512817"/>
                </a:cubicBezTo>
                <a:cubicBezTo>
                  <a:pt x="1342310" y="3512817"/>
                  <a:pt x="1342310" y="3550779"/>
                  <a:pt x="1329658" y="3550775"/>
                </a:cubicBezTo>
                <a:cubicBezTo>
                  <a:pt x="1317004" y="3601392"/>
                  <a:pt x="1342310" y="3525473"/>
                  <a:pt x="1354964" y="3550778"/>
                </a:cubicBezTo>
                <a:cubicBezTo>
                  <a:pt x="1354961" y="3538127"/>
                  <a:pt x="1342310" y="3487512"/>
                  <a:pt x="1367618" y="3500165"/>
                </a:cubicBezTo>
                <a:lnTo>
                  <a:pt x="1367618" y="3512819"/>
                </a:lnTo>
                <a:lnTo>
                  <a:pt x="1380271" y="3512817"/>
                </a:lnTo>
                <a:lnTo>
                  <a:pt x="1380271" y="3500166"/>
                </a:lnTo>
                <a:lnTo>
                  <a:pt x="1380271" y="3487512"/>
                </a:lnTo>
                <a:cubicBezTo>
                  <a:pt x="1392926" y="3525473"/>
                  <a:pt x="1405579" y="3386286"/>
                  <a:pt x="1418236" y="3348324"/>
                </a:cubicBezTo>
                <a:lnTo>
                  <a:pt x="1430885" y="3335669"/>
                </a:lnTo>
                <a:lnTo>
                  <a:pt x="1430887" y="3323013"/>
                </a:lnTo>
                <a:lnTo>
                  <a:pt x="1418234" y="3323015"/>
                </a:lnTo>
                <a:cubicBezTo>
                  <a:pt x="1456193" y="3209135"/>
                  <a:pt x="1506806" y="3044640"/>
                  <a:pt x="1544766" y="2918102"/>
                </a:cubicBezTo>
                <a:lnTo>
                  <a:pt x="1544766" y="2880141"/>
                </a:lnTo>
                <a:cubicBezTo>
                  <a:pt x="1557422" y="2842184"/>
                  <a:pt x="1582727" y="2791569"/>
                  <a:pt x="1595382" y="2740952"/>
                </a:cubicBezTo>
                <a:lnTo>
                  <a:pt x="1582726" y="2753607"/>
                </a:lnTo>
                <a:cubicBezTo>
                  <a:pt x="1595381" y="2728298"/>
                  <a:pt x="1620689" y="2690340"/>
                  <a:pt x="1633342" y="2652380"/>
                </a:cubicBezTo>
                <a:cubicBezTo>
                  <a:pt x="1683958" y="2538498"/>
                  <a:pt x="1734570" y="2386658"/>
                  <a:pt x="1785186" y="2285430"/>
                </a:cubicBezTo>
                <a:cubicBezTo>
                  <a:pt x="1823146" y="2196854"/>
                  <a:pt x="1848454" y="2082972"/>
                  <a:pt x="1886414" y="2007050"/>
                </a:cubicBezTo>
                <a:cubicBezTo>
                  <a:pt x="1911718" y="1981743"/>
                  <a:pt x="1924376" y="1969092"/>
                  <a:pt x="1937028" y="1943783"/>
                </a:cubicBezTo>
                <a:cubicBezTo>
                  <a:pt x="1962334" y="1905822"/>
                  <a:pt x="1962336" y="1867862"/>
                  <a:pt x="1987643" y="1829903"/>
                </a:cubicBezTo>
                <a:cubicBezTo>
                  <a:pt x="2000292" y="1804598"/>
                  <a:pt x="2000294" y="1817246"/>
                  <a:pt x="2012950" y="1804596"/>
                </a:cubicBezTo>
                <a:cubicBezTo>
                  <a:pt x="2050910" y="1753983"/>
                  <a:pt x="2088870" y="1589486"/>
                  <a:pt x="2139486" y="1576833"/>
                </a:cubicBezTo>
                <a:lnTo>
                  <a:pt x="2139485" y="1551525"/>
                </a:lnTo>
                <a:cubicBezTo>
                  <a:pt x="2202754" y="1475604"/>
                  <a:pt x="2228062" y="1412336"/>
                  <a:pt x="2266022" y="1349070"/>
                </a:cubicBezTo>
                <a:cubicBezTo>
                  <a:pt x="2291328" y="1298457"/>
                  <a:pt x="2316635" y="1247843"/>
                  <a:pt x="2367250" y="1197225"/>
                </a:cubicBezTo>
                <a:cubicBezTo>
                  <a:pt x="2354597" y="1197225"/>
                  <a:pt x="2392558" y="1159265"/>
                  <a:pt x="2430518" y="1108653"/>
                </a:cubicBezTo>
                <a:cubicBezTo>
                  <a:pt x="2468477" y="1058039"/>
                  <a:pt x="2519093" y="994770"/>
                  <a:pt x="2519094" y="969464"/>
                </a:cubicBezTo>
                <a:cubicBezTo>
                  <a:pt x="2531747" y="956810"/>
                  <a:pt x="2544401" y="956810"/>
                  <a:pt x="2531748" y="982118"/>
                </a:cubicBezTo>
                <a:cubicBezTo>
                  <a:pt x="2544401" y="982118"/>
                  <a:pt x="2557055" y="931503"/>
                  <a:pt x="2544401" y="944157"/>
                </a:cubicBezTo>
                <a:cubicBezTo>
                  <a:pt x="2595014" y="880889"/>
                  <a:pt x="2658282" y="792314"/>
                  <a:pt x="2721552" y="716393"/>
                </a:cubicBezTo>
                <a:cubicBezTo>
                  <a:pt x="2784818" y="627818"/>
                  <a:pt x="2860744" y="551898"/>
                  <a:pt x="2898701" y="501282"/>
                </a:cubicBezTo>
                <a:cubicBezTo>
                  <a:pt x="2911355" y="475977"/>
                  <a:pt x="2936662" y="463322"/>
                  <a:pt x="2924008" y="488633"/>
                </a:cubicBezTo>
                <a:cubicBezTo>
                  <a:pt x="2949317" y="501285"/>
                  <a:pt x="2949318" y="450671"/>
                  <a:pt x="2936662" y="450671"/>
                </a:cubicBezTo>
                <a:cubicBezTo>
                  <a:pt x="3012582" y="387402"/>
                  <a:pt x="3088506" y="311481"/>
                  <a:pt x="3177078" y="210252"/>
                </a:cubicBezTo>
                <a:lnTo>
                  <a:pt x="3189732" y="210252"/>
                </a:lnTo>
                <a:lnTo>
                  <a:pt x="3202388" y="197600"/>
                </a:lnTo>
                <a:cubicBezTo>
                  <a:pt x="3240348" y="134331"/>
                  <a:pt x="3265658" y="172292"/>
                  <a:pt x="3278308" y="121680"/>
                </a:cubicBezTo>
                <a:lnTo>
                  <a:pt x="3290962" y="134334"/>
                </a:lnTo>
                <a:cubicBezTo>
                  <a:pt x="3290962" y="134334"/>
                  <a:pt x="3303614" y="134331"/>
                  <a:pt x="3303617" y="121682"/>
                </a:cubicBezTo>
                <a:cubicBezTo>
                  <a:pt x="3316268" y="109025"/>
                  <a:pt x="3316268" y="109025"/>
                  <a:pt x="3316272" y="96371"/>
                </a:cubicBezTo>
                <a:cubicBezTo>
                  <a:pt x="3341574" y="96371"/>
                  <a:pt x="3354233" y="96371"/>
                  <a:pt x="3379536" y="58410"/>
                </a:cubicBezTo>
                <a:cubicBezTo>
                  <a:pt x="3366882" y="58410"/>
                  <a:pt x="3341574" y="96371"/>
                  <a:pt x="3341576" y="71066"/>
                </a:cubicBezTo>
                <a:lnTo>
                  <a:pt x="3354233" y="58410"/>
                </a:lnTo>
                <a:lnTo>
                  <a:pt x="3341576" y="58410"/>
                </a:lnTo>
                <a:cubicBezTo>
                  <a:pt x="3354230" y="42594"/>
                  <a:pt x="3365302" y="30732"/>
                  <a:pt x="3374990" y="21242"/>
                </a:cubicBezTo>
                <a:lnTo>
                  <a:pt x="3398246" y="0"/>
                </a:lnTo>
                <a:lnTo>
                  <a:pt x="3467874" y="0"/>
                </a:lnTo>
                <a:lnTo>
                  <a:pt x="3444386" y="25196"/>
                </a:lnTo>
                <a:cubicBezTo>
                  <a:pt x="3417497" y="55248"/>
                  <a:pt x="3392190" y="83718"/>
                  <a:pt x="3366882" y="109025"/>
                </a:cubicBezTo>
                <a:cubicBezTo>
                  <a:pt x="3253002" y="222906"/>
                  <a:pt x="3088505" y="374747"/>
                  <a:pt x="2987278" y="513935"/>
                </a:cubicBezTo>
                <a:cubicBezTo>
                  <a:pt x="2961968" y="526593"/>
                  <a:pt x="2961968" y="564552"/>
                  <a:pt x="2961968" y="564552"/>
                </a:cubicBezTo>
                <a:cubicBezTo>
                  <a:pt x="2936662" y="589857"/>
                  <a:pt x="2924008" y="577206"/>
                  <a:pt x="2911354" y="589857"/>
                </a:cubicBezTo>
                <a:cubicBezTo>
                  <a:pt x="2848088" y="640473"/>
                  <a:pt x="2822778" y="729050"/>
                  <a:pt x="2784818" y="767007"/>
                </a:cubicBezTo>
                <a:cubicBezTo>
                  <a:pt x="2772164" y="779661"/>
                  <a:pt x="2759512" y="779661"/>
                  <a:pt x="2759512" y="779661"/>
                </a:cubicBezTo>
                <a:cubicBezTo>
                  <a:pt x="2721554" y="817623"/>
                  <a:pt x="2670936" y="880889"/>
                  <a:pt x="2696243" y="893543"/>
                </a:cubicBezTo>
                <a:cubicBezTo>
                  <a:pt x="2670936" y="931505"/>
                  <a:pt x="2658284" y="918849"/>
                  <a:pt x="2632974" y="956810"/>
                </a:cubicBezTo>
                <a:cubicBezTo>
                  <a:pt x="2569709" y="1058039"/>
                  <a:pt x="2443174" y="1209879"/>
                  <a:pt x="2392558" y="1323761"/>
                </a:cubicBezTo>
                <a:cubicBezTo>
                  <a:pt x="2341943" y="1374375"/>
                  <a:pt x="2291328" y="1450299"/>
                  <a:pt x="2253366" y="1538871"/>
                </a:cubicBezTo>
                <a:cubicBezTo>
                  <a:pt x="2215408" y="1614791"/>
                  <a:pt x="2240714" y="1576832"/>
                  <a:pt x="2190100" y="1640100"/>
                </a:cubicBezTo>
                <a:cubicBezTo>
                  <a:pt x="2139485" y="1728675"/>
                  <a:pt x="2101524" y="1842554"/>
                  <a:pt x="2038253" y="1956437"/>
                </a:cubicBezTo>
                <a:cubicBezTo>
                  <a:pt x="2038256" y="1981745"/>
                  <a:pt x="2012950" y="1994399"/>
                  <a:pt x="2000296" y="2019705"/>
                </a:cubicBezTo>
                <a:cubicBezTo>
                  <a:pt x="1911720" y="2171547"/>
                  <a:pt x="1861108" y="2348691"/>
                  <a:pt x="1810492" y="2462576"/>
                </a:cubicBezTo>
                <a:cubicBezTo>
                  <a:pt x="1747226" y="2601765"/>
                  <a:pt x="1696610" y="2766260"/>
                  <a:pt x="1633343" y="2930756"/>
                </a:cubicBezTo>
                <a:cubicBezTo>
                  <a:pt x="1608035" y="2994026"/>
                  <a:pt x="1570074" y="3057291"/>
                  <a:pt x="1570074" y="3133212"/>
                </a:cubicBezTo>
                <a:lnTo>
                  <a:pt x="1557420" y="3145868"/>
                </a:lnTo>
                <a:lnTo>
                  <a:pt x="1557422" y="3171176"/>
                </a:lnTo>
                <a:cubicBezTo>
                  <a:pt x="1532116" y="3183827"/>
                  <a:pt x="1519462" y="3272402"/>
                  <a:pt x="1494154" y="3323016"/>
                </a:cubicBezTo>
                <a:cubicBezTo>
                  <a:pt x="1506809" y="3323016"/>
                  <a:pt x="1506806" y="3285057"/>
                  <a:pt x="1519463" y="3297708"/>
                </a:cubicBezTo>
                <a:cubicBezTo>
                  <a:pt x="1519460" y="3247095"/>
                  <a:pt x="1557424" y="3247095"/>
                  <a:pt x="1544768" y="3209136"/>
                </a:cubicBezTo>
                <a:cubicBezTo>
                  <a:pt x="1557420" y="3209135"/>
                  <a:pt x="1557422" y="3234441"/>
                  <a:pt x="1570074" y="3196481"/>
                </a:cubicBezTo>
                <a:cubicBezTo>
                  <a:pt x="1570074" y="3209135"/>
                  <a:pt x="1570074" y="3209135"/>
                  <a:pt x="1582726" y="3196481"/>
                </a:cubicBezTo>
                <a:lnTo>
                  <a:pt x="1582727" y="3183827"/>
                </a:lnTo>
                <a:lnTo>
                  <a:pt x="1582726" y="3171176"/>
                </a:lnTo>
                <a:lnTo>
                  <a:pt x="1582726" y="3158520"/>
                </a:lnTo>
                <a:cubicBezTo>
                  <a:pt x="1595382" y="3133212"/>
                  <a:pt x="1608035" y="3044642"/>
                  <a:pt x="1633342" y="3019331"/>
                </a:cubicBezTo>
                <a:cubicBezTo>
                  <a:pt x="1671305" y="2918102"/>
                  <a:pt x="1696612" y="2804219"/>
                  <a:pt x="1734570" y="2766260"/>
                </a:cubicBezTo>
                <a:cubicBezTo>
                  <a:pt x="1747224" y="2715648"/>
                  <a:pt x="1785185" y="2652377"/>
                  <a:pt x="1823146" y="2576459"/>
                </a:cubicBezTo>
                <a:lnTo>
                  <a:pt x="1835800" y="2576456"/>
                </a:lnTo>
                <a:lnTo>
                  <a:pt x="1835800" y="2551151"/>
                </a:lnTo>
                <a:cubicBezTo>
                  <a:pt x="1835798" y="2546934"/>
                  <a:pt x="1835798" y="2542716"/>
                  <a:pt x="1835796" y="2538498"/>
                </a:cubicBezTo>
                <a:cubicBezTo>
                  <a:pt x="1861106" y="2487885"/>
                  <a:pt x="1873760" y="2424618"/>
                  <a:pt x="1899068" y="2361350"/>
                </a:cubicBezTo>
                <a:cubicBezTo>
                  <a:pt x="1899068" y="2361350"/>
                  <a:pt x="1911722" y="2348691"/>
                  <a:pt x="1911720" y="2336043"/>
                </a:cubicBezTo>
                <a:cubicBezTo>
                  <a:pt x="1924374" y="2336042"/>
                  <a:pt x="1937030" y="2323389"/>
                  <a:pt x="1937026" y="2336043"/>
                </a:cubicBezTo>
                <a:cubicBezTo>
                  <a:pt x="1937030" y="2323389"/>
                  <a:pt x="1937028" y="2310734"/>
                  <a:pt x="1937028" y="2298083"/>
                </a:cubicBezTo>
                <a:cubicBezTo>
                  <a:pt x="1949682" y="2285426"/>
                  <a:pt x="1962335" y="2272770"/>
                  <a:pt x="1962336" y="2260122"/>
                </a:cubicBezTo>
                <a:cubicBezTo>
                  <a:pt x="2025604" y="2146238"/>
                  <a:pt x="2076220" y="2019704"/>
                  <a:pt x="2126832" y="1905822"/>
                </a:cubicBezTo>
                <a:lnTo>
                  <a:pt x="2126832" y="1893168"/>
                </a:lnTo>
                <a:lnTo>
                  <a:pt x="2139485" y="1880514"/>
                </a:lnTo>
                <a:cubicBezTo>
                  <a:pt x="2164793" y="1855208"/>
                  <a:pt x="2190100" y="1791941"/>
                  <a:pt x="2202754" y="1791941"/>
                </a:cubicBezTo>
                <a:lnTo>
                  <a:pt x="2202755" y="1753982"/>
                </a:lnTo>
                <a:lnTo>
                  <a:pt x="2215408" y="1741328"/>
                </a:lnTo>
                <a:cubicBezTo>
                  <a:pt x="2240714" y="1728675"/>
                  <a:pt x="2253368" y="1690712"/>
                  <a:pt x="2278674" y="1652753"/>
                </a:cubicBezTo>
                <a:lnTo>
                  <a:pt x="2291330" y="1640102"/>
                </a:lnTo>
                <a:cubicBezTo>
                  <a:pt x="2303984" y="1627446"/>
                  <a:pt x="2303982" y="1614791"/>
                  <a:pt x="2303982" y="1602140"/>
                </a:cubicBezTo>
                <a:cubicBezTo>
                  <a:pt x="2329289" y="1564178"/>
                  <a:pt x="2316632" y="1564179"/>
                  <a:pt x="2354598" y="1526214"/>
                </a:cubicBezTo>
                <a:lnTo>
                  <a:pt x="2367250" y="1513565"/>
                </a:lnTo>
                <a:lnTo>
                  <a:pt x="2367251" y="1500911"/>
                </a:lnTo>
                <a:cubicBezTo>
                  <a:pt x="2455824" y="1361721"/>
                  <a:pt x="2531747" y="1235189"/>
                  <a:pt x="2620324" y="1095999"/>
                </a:cubicBezTo>
                <a:lnTo>
                  <a:pt x="2632978" y="1083344"/>
                </a:lnTo>
                <a:lnTo>
                  <a:pt x="2645628" y="1070693"/>
                </a:lnTo>
                <a:cubicBezTo>
                  <a:pt x="2645627" y="1066475"/>
                  <a:pt x="2645627" y="1062257"/>
                  <a:pt x="2645626" y="1058039"/>
                </a:cubicBezTo>
                <a:lnTo>
                  <a:pt x="2658282" y="1045385"/>
                </a:lnTo>
                <a:lnTo>
                  <a:pt x="2670936" y="1045385"/>
                </a:lnTo>
                <a:cubicBezTo>
                  <a:pt x="2658284" y="1058040"/>
                  <a:pt x="2658284" y="1058040"/>
                  <a:pt x="2658280" y="1070693"/>
                </a:cubicBezTo>
                <a:cubicBezTo>
                  <a:pt x="2658280" y="1070693"/>
                  <a:pt x="2658281" y="1083344"/>
                  <a:pt x="2670938" y="1070693"/>
                </a:cubicBezTo>
                <a:lnTo>
                  <a:pt x="2683589" y="1070693"/>
                </a:lnTo>
                <a:cubicBezTo>
                  <a:pt x="2683586" y="1058039"/>
                  <a:pt x="2696244" y="1058040"/>
                  <a:pt x="2696244" y="1058040"/>
                </a:cubicBezTo>
                <a:cubicBezTo>
                  <a:pt x="2658284" y="1095999"/>
                  <a:pt x="2658284" y="1095999"/>
                  <a:pt x="2632978" y="1159265"/>
                </a:cubicBezTo>
                <a:cubicBezTo>
                  <a:pt x="2632978" y="1108656"/>
                  <a:pt x="2595014" y="1171919"/>
                  <a:pt x="2557054" y="1235189"/>
                </a:cubicBezTo>
                <a:cubicBezTo>
                  <a:pt x="2569706" y="1235192"/>
                  <a:pt x="2582362" y="1222536"/>
                  <a:pt x="2595012" y="1222535"/>
                </a:cubicBezTo>
                <a:cubicBezTo>
                  <a:pt x="2582362" y="1247843"/>
                  <a:pt x="2569708" y="1285800"/>
                  <a:pt x="2531747" y="1323761"/>
                </a:cubicBezTo>
                <a:lnTo>
                  <a:pt x="2531747" y="1311110"/>
                </a:lnTo>
                <a:lnTo>
                  <a:pt x="2531748" y="1298457"/>
                </a:lnTo>
                <a:lnTo>
                  <a:pt x="2519093" y="1311110"/>
                </a:lnTo>
                <a:cubicBezTo>
                  <a:pt x="2519090" y="1323761"/>
                  <a:pt x="2506440" y="1336415"/>
                  <a:pt x="2506440" y="1336415"/>
                </a:cubicBezTo>
                <a:cubicBezTo>
                  <a:pt x="2493790" y="1336415"/>
                  <a:pt x="2481130" y="1361721"/>
                  <a:pt x="2468480" y="1374375"/>
                </a:cubicBezTo>
                <a:cubicBezTo>
                  <a:pt x="2468476" y="1387029"/>
                  <a:pt x="2455824" y="1387029"/>
                  <a:pt x="2455824" y="1387029"/>
                </a:cubicBezTo>
                <a:lnTo>
                  <a:pt x="2455826" y="1399683"/>
                </a:lnTo>
                <a:lnTo>
                  <a:pt x="2468480" y="1399685"/>
                </a:lnTo>
                <a:lnTo>
                  <a:pt x="2417864" y="1450296"/>
                </a:lnTo>
                <a:cubicBezTo>
                  <a:pt x="2430520" y="1450296"/>
                  <a:pt x="2443172" y="1437641"/>
                  <a:pt x="2455824" y="1450296"/>
                </a:cubicBezTo>
                <a:cubicBezTo>
                  <a:pt x="2417864" y="1500911"/>
                  <a:pt x="2430520" y="1475606"/>
                  <a:pt x="2417861" y="1513565"/>
                </a:cubicBezTo>
                <a:cubicBezTo>
                  <a:pt x="2405212" y="1538868"/>
                  <a:pt x="2405210" y="1513565"/>
                  <a:pt x="2379904" y="1551524"/>
                </a:cubicBezTo>
                <a:cubicBezTo>
                  <a:pt x="2392558" y="1551525"/>
                  <a:pt x="2392558" y="1538871"/>
                  <a:pt x="2405212" y="1538868"/>
                </a:cubicBezTo>
                <a:cubicBezTo>
                  <a:pt x="2392558" y="1564181"/>
                  <a:pt x="2379904" y="1576832"/>
                  <a:pt x="2379904" y="1564179"/>
                </a:cubicBezTo>
                <a:cubicBezTo>
                  <a:pt x="2367246" y="1589486"/>
                  <a:pt x="2367246" y="1589486"/>
                  <a:pt x="2367250" y="1602137"/>
                </a:cubicBezTo>
                <a:lnTo>
                  <a:pt x="2354598" y="1614791"/>
                </a:lnTo>
                <a:lnTo>
                  <a:pt x="2341944" y="1627446"/>
                </a:lnTo>
                <a:lnTo>
                  <a:pt x="2341943" y="1640100"/>
                </a:lnTo>
                <a:lnTo>
                  <a:pt x="2347962" y="1639239"/>
                </a:lnTo>
                <a:lnTo>
                  <a:pt x="2340360" y="1652750"/>
                </a:lnTo>
                <a:cubicBezTo>
                  <a:pt x="2335613" y="1659078"/>
                  <a:pt x="2329289" y="1665405"/>
                  <a:pt x="2316635" y="1678061"/>
                </a:cubicBezTo>
                <a:lnTo>
                  <a:pt x="2316636" y="1690712"/>
                </a:lnTo>
                <a:lnTo>
                  <a:pt x="2316635" y="1703367"/>
                </a:lnTo>
                <a:cubicBezTo>
                  <a:pt x="2303982" y="1716018"/>
                  <a:pt x="2291328" y="1741328"/>
                  <a:pt x="2278674" y="1779284"/>
                </a:cubicBezTo>
                <a:cubicBezTo>
                  <a:pt x="2266024" y="1804596"/>
                  <a:pt x="2240714" y="1791941"/>
                  <a:pt x="2240716" y="1829903"/>
                </a:cubicBezTo>
                <a:lnTo>
                  <a:pt x="2228057" y="1829903"/>
                </a:lnTo>
                <a:cubicBezTo>
                  <a:pt x="2228060" y="1817244"/>
                  <a:pt x="2228057" y="1829903"/>
                  <a:pt x="2215409" y="1829900"/>
                </a:cubicBezTo>
                <a:lnTo>
                  <a:pt x="2215409" y="1855205"/>
                </a:lnTo>
                <a:lnTo>
                  <a:pt x="2215408" y="1867862"/>
                </a:lnTo>
                <a:cubicBezTo>
                  <a:pt x="2202754" y="1880516"/>
                  <a:pt x="2202754" y="1893173"/>
                  <a:pt x="2215409" y="1893168"/>
                </a:cubicBezTo>
                <a:cubicBezTo>
                  <a:pt x="2190101" y="1943783"/>
                  <a:pt x="2152139" y="1956437"/>
                  <a:pt x="2152139" y="1994397"/>
                </a:cubicBezTo>
                <a:cubicBezTo>
                  <a:pt x="2152139" y="1994397"/>
                  <a:pt x="2139485" y="2007051"/>
                  <a:pt x="2139485" y="2019704"/>
                </a:cubicBezTo>
                <a:lnTo>
                  <a:pt x="2139486" y="2032355"/>
                </a:lnTo>
                <a:lnTo>
                  <a:pt x="2139485" y="2045012"/>
                </a:lnTo>
                <a:cubicBezTo>
                  <a:pt x="2126832" y="2070317"/>
                  <a:pt x="2114180" y="2082972"/>
                  <a:pt x="2101526" y="2095623"/>
                </a:cubicBezTo>
                <a:cubicBezTo>
                  <a:pt x="2120505" y="2105114"/>
                  <a:pt x="2089662" y="2121723"/>
                  <a:pt x="2083730" y="2134771"/>
                </a:cubicBezTo>
                <a:lnTo>
                  <a:pt x="2088130" y="2144585"/>
                </a:lnTo>
                <a:lnTo>
                  <a:pt x="2087437" y="2146015"/>
                </a:lnTo>
                <a:cubicBezTo>
                  <a:pt x="2086893" y="2147621"/>
                  <a:pt x="2087289" y="2147819"/>
                  <a:pt x="2088870" y="2146236"/>
                </a:cubicBezTo>
                <a:lnTo>
                  <a:pt x="2088130" y="2144585"/>
                </a:lnTo>
                <a:lnTo>
                  <a:pt x="2091639" y="2137342"/>
                </a:lnTo>
                <a:cubicBezTo>
                  <a:pt x="2104689" y="2113026"/>
                  <a:pt x="2142649" y="2051340"/>
                  <a:pt x="2152139" y="2032358"/>
                </a:cubicBezTo>
                <a:cubicBezTo>
                  <a:pt x="2164790" y="2032358"/>
                  <a:pt x="2164793" y="2019704"/>
                  <a:pt x="2164793" y="2019704"/>
                </a:cubicBezTo>
                <a:lnTo>
                  <a:pt x="2177447" y="2007050"/>
                </a:lnTo>
                <a:cubicBezTo>
                  <a:pt x="2177447" y="1994397"/>
                  <a:pt x="2177447" y="1994397"/>
                  <a:pt x="2164794" y="1994397"/>
                </a:cubicBezTo>
                <a:cubicBezTo>
                  <a:pt x="2164793" y="1981743"/>
                  <a:pt x="2177446" y="1981743"/>
                  <a:pt x="2177447" y="1969089"/>
                </a:cubicBezTo>
                <a:cubicBezTo>
                  <a:pt x="2190101" y="1943783"/>
                  <a:pt x="2190100" y="1956437"/>
                  <a:pt x="2202754" y="1956437"/>
                </a:cubicBezTo>
                <a:cubicBezTo>
                  <a:pt x="2215408" y="1931130"/>
                  <a:pt x="2202754" y="1918476"/>
                  <a:pt x="2228057" y="1880516"/>
                </a:cubicBezTo>
                <a:cubicBezTo>
                  <a:pt x="2228058" y="1876299"/>
                  <a:pt x="2228058" y="1872080"/>
                  <a:pt x="2228060" y="1867862"/>
                </a:cubicBezTo>
                <a:lnTo>
                  <a:pt x="2240714" y="1867862"/>
                </a:lnTo>
                <a:cubicBezTo>
                  <a:pt x="2240714" y="1867862"/>
                  <a:pt x="2253365" y="1867862"/>
                  <a:pt x="2253370" y="1855208"/>
                </a:cubicBezTo>
                <a:lnTo>
                  <a:pt x="2253370" y="1842557"/>
                </a:lnTo>
                <a:lnTo>
                  <a:pt x="2240712" y="1842554"/>
                </a:lnTo>
                <a:cubicBezTo>
                  <a:pt x="2278674" y="1804596"/>
                  <a:pt x="2291328" y="1766636"/>
                  <a:pt x="2329289" y="1703364"/>
                </a:cubicBezTo>
                <a:lnTo>
                  <a:pt x="2329290" y="1716023"/>
                </a:lnTo>
                <a:lnTo>
                  <a:pt x="2341943" y="1703366"/>
                </a:lnTo>
                <a:lnTo>
                  <a:pt x="2341943" y="1690709"/>
                </a:lnTo>
                <a:cubicBezTo>
                  <a:pt x="2354597" y="1665407"/>
                  <a:pt x="2341944" y="1665407"/>
                  <a:pt x="2367250" y="1627446"/>
                </a:cubicBezTo>
                <a:lnTo>
                  <a:pt x="2379904" y="1627443"/>
                </a:lnTo>
                <a:lnTo>
                  <a:pt x="2379904" y="1614791"/>
                </a:lnTo>
                <a:cubicBezTo>
                  <a:pt x="2379902" y="1610574"/>
                  <a:pt x="2379902" y="1606356"/>
                  <a:pt x="2379900" y="1602140"/>
                </a:cubicBezTo>
                <a:cubicBezTo>
                  <a:pt x="2408372" y="1573670"/>
                  <a:pt x="2436844" y="1509612"/>
                  <a:pt x="2465318" y="1468683"/>
                </a:cubicBezTo>
                <a:lnTo>
                  <a:pt x="2481902" y="1450599"/>
                </a:lnTo>
                <a:lnTo>
                  <a:pt x="2579830" y="1265063"/>
                </a:lnTo>
                <a:cubicBezTo>
                  <a:pt x="2717198" y="1022537"/>
                  <a:pt x="2870026" y="786258"/>
                  <a:pt x="3038504" y="556154"/>
                </a:cubicBezTo>
                <a:cubicBezTo>
                  <a:pt x="3120582" y="445845"/>
                  <a:pt x="3206686" y="339281"/>
                  <a:pt x="3295808" y="235523"/>
                </a:cubicBezTo>
                <a:lnTo>
                  <a:pt x="3509334" y="0"/>
                </a:lnTo>
                <a:lnTo>
                  <a:pt x="9854218" y="0"/>
                </a:lnTo>
                <a:lnTo>
                  <a:pt x="9854218" y="10287000"/>
                </a:lnTo>
                <a:lnTo>
                  <a:pt x="4569194" y="10287000"/>
                </a:lnTo>
                <a:lnTo>
                  <a:pt x="4512034" y="10239735"/>
                </a:lnTo>
                <a:cubicBezTo>
                  <a:pt x="4483562" y="10219173"/>
                  <a:pt x="4455092" y="10200194"/>
                  <a:pt x="4429784" y="10181214"/>
                </a:cubicBezTo>
                <a:cubicBezTo>
                  <a:pt x="4429784" y="10168562"/>
                  <a:pt x="4417133" y="10168558"/>
                  <a:pt x="4404479" y="10143254"/>
                </a:cubicBezTo>
                <a:lnTo>
                  <a:pt x="4404479" y="10130601"/>
                </a:lnTo>
                <a:cubicBezTo>
                  <a:pt x="4391824" y="10117947"/>
                  <a:pt x="4391824" y="10105293"/>
                  <a:pt x="4366518" y="10092639"/>
                </a:cubicBezTo>
                <a:cubicBezTo>
                  <a:pt x="4366518" y="10092639"/>
                  <a:pt x="4366520" y="10079986"/>
                  <a:pt x="4353864" y="10079984"/>
                </a:cubicBezTo>
                <a:lnTo>
                  <a:pt x="4341210" y="10079986"/>
                </a:lnTo>
                <a:cubicBezTo>
                  <a:pt x="4341206" y="10092639"/>
                  <a:pt x="4353864" y="10092639"/>
                  <a:pt x="4366518" y="10105293"/>
                </a:cubicBezTo>
                <a:lnTo>
                  <a:pt x="4379172" y="10130601"/>
                </a:lnTo>
                <a:cubicBezTo>
                  <a:pt x="4379171" y="10134819"/>
                  <a:pt x="4379171" y="10139036"/>
                  <a:pt x="4379170" y="10143254"/>
                </a:cubicBezTo>
                <a:lnTo>
                  <a:pt x="4366518" y="10143254"/>
                </a:lnTo>
                <a:lnTo>
                  <a:pt x="4366518" y="10130601"/>
                </a:lnTo>
                <a:lnTo>
                  <a:pt x="4353864" y="10130602"/>
                </a:lnTo>
                <a:lnTo>
                  <a:pt x="4341210" y="10117947"/>
                </a:lnTo>
                <a:cubicBezTo>
                  <a:pt x="4341209" y="10105293"/>
                  <a:pt x="4328555" y="10105293"/>
                  <a:pt x="4328555" y="10105293"/>
                </a:cubicBezTo>
                <a:lnTo>
                  <a:pt x="4328555" y="10092639"/>
                </a:lnTo>
                <a:cubicBezTo>
                  <a:pt x="4328555" y="10092639"/>
                  <a:pt x="4328555" y="10079986"/>
                  <a:pt x="4315904" y="10079986"/>
                </a:cubicBezTo>
                <a:lnTo>
                  <a:pt x="4303250" y="10079985"/>
                </a:lnTo>
                <a:lnTo>
                  <a:pt x="4303250" y="10092639"/>
                </a:lnTo>
                <a:cubicBezTo>
                  <a:pt x="4315904" y="10092639"/>
                  <a:pt x="4315901" y="10105293"/>
                  <a:pt x="4315901" y="10105293"/>
                </a:cubicBezTo>
                <a:lnTo>
                  <a:pt x="4303250" y="10117946"/>
                </a:lnTo>
                <a:lnTo>
                  <a:pt x="4252632" y="10067332"/>
                </a:lnTo>
                <a:cubicBezTo>
                  <a:pt x="4252636" y="10079986"/>
                  <a:pt x="4265290" y="10092639"/>
                  <a:pt x="4252636" y="10092639"/>
                </a:cubicBezTo>
                <a:cubicBezTo>
                  <a:pt x="4252636" y="10092639"/>
                  <a:pt x="4239980" y="10079986"/>
                  <a:pt x="4227329" y="10079986"/>
                </a:cubicBezTo>
                <a:lnTo>
                  <a:pt x="4189368" y="10042026"/>
                </a:lnTo>
                <a:cubicBezTo>
                  <a:pt x="4176714" y="10029372"/>
                  <a:pt x="4151405" y="10016718"/>
                  <a:pt x="4138756" y="10004066"/>
                </a:cubicBezTo>
                <a:cubicBezTo>
                  <a:pt x="4151405" y="10004066"/>
                  <a:pt x="4164062" y="9991413"/>
                  <a:pt x="4189368" y="10016718"/>
                </a:cubicBezTo>
                <a:cubicBezTo>
                  <a:pt x="4176716" y="9978759"/>
                  <a:pt x="4164062" y="9991413"/>
                  <a:pt x="4126100" y="9940797"/>
                </a:cubicBezTo>
                <a:lnTo>
                  <a:pt x="4113446" y="9928143"/>
                </a:lnTo>
                <a:cubicBezTo>
                  <a:pt x="4126100" y="9940797"/>
                  <a:pt x="4138754" y="9928143"/>
                  <a:pt x="4138754" y="9928143"/>
                </a:cubicBezTo>
                <a:cubicBezTo>
                  <a:pt x="4138751" y="9915490"/>
                  <a:pt x="4126100" y="9915490"/>
                  <a:pt x="4126100" y="9902836"/>
                </a:cubicBezTo>
                <a:lnTo>
                  <a:pt x="4113446" y="9890182"/>
                </a:lnTo>
                <a:lnTo>
                  <a:pt x="4100792" y="9877532"/>
                </a:lnTo>
                <a:cubicBezTo>
                  <a:pt x="4088141" y="9890180"/>
                  <a:pt x="4100790" y="9890182"/>
                  <a:pt x="4100790" y="9890182"/>
                </a:cubicBezTo>
                <a:lnTo>
                  <a:pt x="4113444" y="9902836"/>
                </a:lnTo>
                <a:lnTo>
                  <a:pt x="4113446" y="9915490"/>
                </a:lnTo>
                <a:lnTo>
                  <a:pt x="4062832" y="9877532"/>
                </a:lnTo>
                <a:cubicBezTo>
                  <a:pt x="4075486" y="9902834"/>
                  <a:pt x="4050180" y="9877532"/>
                  <a:pt x="4062832" y="9902836"/>
                </a:cubicBezTo>
                <a:cubicBezTo>
                  <a:pt x="4037526" y="9890182"/>
                  <a:pt x="4024871" y="9877530"/>
                  <a:pt x="4012217" y="9877532"/>
                </a:cubicBezTo>
                <a:lnTo>
                  <a:pt x="4012217" y="9890182"/>
                </a:lnTo>
                <a:cubicBezTo>
                  <a:pt x="4012217" y="9877532"/>
                  <a:pt x="3999564" y="9864876"/>
                  <a:pt x="3999564" y="9864876"/>
                </a:cubicBezTo>
                <a:lnTo>
                  <a:pt x="3986910" y="9852222"/>
                </a:lnTo>
                <a:lnTo>
                  <a:pt x="3974254" y="9839571"/>
                </a:lnTo>
                <a:cubicBezTo>
                  <a:pt x="3974255" y="9843788"/>
                  <a:pt x="3974256" y="9848006"/>
                  <a:pt x="3974256" y="9852222"/>
                </a:cubicBezTo>
                <a:cubicBezTo>
                  <a:pt x="3961601" y="9852219"/>
                  <a:pt x="3948950" y="9839571"/>
                  <a:pt x="3936298" y="9826916"/>
                </a:cubicBezTo>
                <a:lnTo>
                  <a:pt x="3936296" y="9814262"/>
                </a:lnTo>
                <a:lnTo>
                  <a:pt x="3936298" y="9801610"/>
                </a:lnTo>
                <a:lnTo>
                  <a:pt x="3923640" y="9801610"/>
                </a:lnTo>
                <a:lnTo>
                  <a:pt x="3910988" y="9801610"/>
                </a:lnTo>
                <a:lnTo>
                  <a:pt x="3898332" y="9788956"/>
                </a:lnTo>
                <a:cubicBezTo>
                  <a:pt x="3898334" y="9784738"/>
                  <a:pt x="3898336" y="9780520"/>
                  <a:pt x="3898336" y="9776301"/>
                </a:cubicBezTo>
                <a:lnTo>
                  <a:pt x="3898336" y="9750996"/>
                </a:lnTo>
                <a:lnTo>
                  <a:pt x="3885682" y="9750996"/>
                </a:lnTo>
                <a:lnTo>
                  <a:pt x="3885680" y="9763644"/>
                </a:lnTo>
                <a:lnTo>
                  <a:pt x="3885682" y="9776301"/>
                </a:lnTo>
                <a:lnTo>
                  <a:pt x="3847722" y="9738340"/>
                </a:lnTo>
                <a:cubicBezTo>
                  <a:pt x="3835066" y="9738340"/>
                  <a:pt x="3847722" y="9750998"/>
                  <a:pt x="3847722" y="9763647"/>
                </a:cubicBezTo>
                <a:cubicBezTo>
                  <a:pt x="3847722" y="9750998"/>
                  <a:pt x="3835064" y="9750996"/>
                  <a:pt x="3835066" y="9738340"/>
                </a:cubicBezTo>
                <a:lnTo>
                  <a:pt x="3835067" y="9725686"/>
                </a:lnTo>
                <a:cubicBezTo>
                  <a:pt x="3809762" y="9687726"/>
                  <a:pt x="3784452" y="9662421"/>
                  <a:pt x="3759146" y="9649764"/>
                </a:cubicBezTo>
                <a:lnTo>
                  <a:pt x="3759146" y="9662421"/>
                </a:lnTo>
                <a:lnTo>
                  <a:pt x="3746490" y="9637114"/>
                </a:lnTo>
                <a:cubicBezTo>
                  <a:pt x="3746492" y="9624458"/>
                  <a:pt x="3746492" y="9624458"/>
                  <a:pt x="3733836" y="9624460"/>
                </a:cubicBezTo>
                <a:lnTo>
                  <a:pt x="3733836" y="9636734"/>
                </a:lnTo>
                <a:lnTo>
                  <a:pt x="3640518" y="9540630"/>
                </a:lnTo>
                <a:cubicBezTo>
                  <a:pt x="3607301" y="9510579"/>
                  <a:pt x="3575669" y="9485271"/>
                  <a:pt x="3544034" y="9459962"/>
                </a:cubicBezTo>
                <a:cubicBezTo>
                  <a:pt x="3480766" y="9409350"/>
                  <a:pt x="3417497" y="9346084"/>
                  <a:pt x="3379536" y="9270158"/>
                </a:cubicBezTo>
                <a:cubicBezTo>
                  <a:pt x="3328919" y="9219549"/>
                  <a:pt x="3253002" y="9181588"/>
                  <a:pt x="3240347" y="9118320"/>
                </a:cubicBezTo>
                <a:cubicBezTo>
                  <a:pt x="3215042" y="9093014"/>
                  <a:pt x="3227696" y="9118320"/>
                  <a:pt x="3227696" y="9118320"/>
                </a:cubicBezTo>
                <a:cubicBezTo>
                  <a:pt x="3202388" y="9055053"/>
                  <a:pt x="3126467" y="8991784"/>
                  <a:pt x="3075851" y="8903210"/>
                </a:cubicBezTo>
                <a:cubicBezTo>
                  <a:pt x="3063198" y="8903210"/>
                  <a:pt x="3075852" y="8915864"/>
                  <a:pt x="3063197" y="8915864"/>
                </a:cubicBezTo>
                <a:cubicBezTo>
                  <a:pt x="2999926" y="8839942"/>
                  <a:pt x="3088506" y="8890558"/>
                  <a:pt x="3025236" y="8827288"/>
                </a:cubicBezTo>
                <a:cubicBezTo>
                  <a:pt x="3012584" y="8827288"/>
                  <a:pt x="3037889" y="8852592"/>
                  <a:pt x="3025238" y="8865246"/>
                </a:cubicBezTo>
                <a:cubicBezTo>
                  <a:pt x="2987276" y="8801984"/>
                  <a:pt x="2898704" y="8726062"/>
                  <a:pt x="2924008" y="8688099"/>
                </a:cubicBezTo>
                <a:cubicBezTo>
                  <a:pt x="2911354" y="8675448"/>
                  <a:pt x="2886047" y="8662794"/>
                  <a:pt x="2873393" y="8650138"/>
                </a:cubicBezTo>
                <a:lnTo>
                  <a:pt x="2873393" y="8637488"/>
                </a:lnTo>
                <a:cubicBezTo>
                  <a:pt x="2873392" y="8633270"/>
                  <a:pt x="2873393" y="8629052"/>
                  <a:pt x="2873392" y="8624834"/>
                </a:cubicBezTo>
                <a:lnTo>
                  <a:pt x="2860744" y="8624834"/>
                </a:lnTo>
                <a:cubicBezTo>
                  <a:pt x="2721550" y="8422374"/>
                  <a:pt x="2607670" y="8245227"/>
                  <a:pt x="2506439" y="8042772"/>
                </a:cubicBezTo>
                <a:lnTo>
                  <a:pt x="2503470" y="8056143"/>
                </a:lnTo>
                <a:lnTo>
                  <a:pt x="2422608" y="7928891"/>
                </a:lnTo>
                <a:cubicBezTo>
                  <a:pt x="2395720" y="7875114"/>
                  <a:pt x="2373578" y="7821335"/>
                  <a:pt x="2354598" y="7777047"/>
                </a:cubicBezTo>
                <a:lnTo>
                  <a:pt x="2316635" y="7701123"/>
                </a:lnTo>
                <a:cubicBezTo>
                  <a:pt x="2303982" y="7688474"/>
                  <a:pt x="2278672" y="7650515"/>
                  <a:pt x="2266022" y="7637859"/>
                </a:cubicBezTo>
                <a:lnTo>
                  <a:pt x="2266022" y="7625202"/>
                </a:lnTo>
                <a:cubicBezTo>
                  <a:pt x="2240714" y="7536630"/>
                  <a:pt x="2215409" y="7498670"/>
                  <a:pt x="2164794" y="7397444"/>
                </a:cubicBezTo>
                <a:lnTo>
                  <a:pt x="2164793" y="7384790"/>
                </a:lnTo>
                <a:cubicBezTo>
                  <a:pt x="2152139" y="7359483"/>
                  <a:pt x="2139482" y="7334177"/>
                  <a:pt x="2126832" y="7334175"/>
                </a:cubicBezTo>
                <a:lnTo>
                  <a:pt x="2114180" y="7346829"/>
                </a:lnTo>
                <a:cubicBezTo>
                  <a:pt x="2114178" y="7359480"/>
                  <a:pt x="2126832" y="7372134"/>
                  <a:pt x="2126832" y="7372134"/>
                </a:cubicBezTo>
                <a:cubicBezTo>
                  <a:pt x="2139486" y="7372133"/>
                  <a:pt x="2139486" y="7384790"/>
                  <a:pt x="2139485" y="7397444"/>
                </a:cubicBezTo>
                <a:cubicBezTo>
                  <a:pt x="2152139" y="7460709"/>
                  <a:pt x="2177447" y="7536632"/>
                  <a:pt x="2202752" y="7549284"/>
                </a:cubicBezTo>
                <a:cubicBezTo>
                  <a:pt x="2190101" y="7561940"/>
                  <a:pt x="2215408" y="7587245"/>
                  <a:pt x="2240714" y="7637859"/>
                </a:cubicBezTo>
                <a:cubicBezTo>
                  <a:pt x="2240714" y="7637859"/>
                  <a:pt x="2253368" y="7650515"/>
                  <a:pt x="2253368" y="7663166"/>
                </a:cubicBezTo>
                <a:cubicBezTo>
                  <a:pt x="2256530" y="7672658"/>
                  <a:pt x="2261276" y="7686891"/>
                  <a:pt x="2267009" y="7702709"/>
                </a:cubicBezTo>
                <a:lnTo>
                  <a:pt x="2268472" y="7706363"/>
                </a:lnTo>
                <a:lnTo>
                  <a:pt x="2183772" y="7539792"/>
                </a:lnTo>
                <a:cubicBezTo>
                  <a:pt x="2152139" y="7482852"/>
                  <a:pt x="2120506" y="7429077"/>
                  <a:pt x="2088870" y="7372134"/>
                </a:cubicBezTo>
                <a:lnTo>
                  <a:pt x="2076218" y="7359483"/>
                </a:lnTo>
                <a:lnTo>
                  <a:pt x="2076220" y="7346829"/>
                </a:lnTo>
                <a:cubicBezTo>
                  <a:pt x="2025605" y="7194987"/>
                  <a:pt x="1974989" y="7030493"/>
                  <a:pt x="1911722" y="6815382"/>
                </a:cubicBezTo>
                <a:cubicBezTo>
                  <a:pt x="1899066" y="6777419"/>
                  <a:pt x="1873760" y="6726804"/>
                  <a:pt x="1861103" y="6676193"/>
                </a:cubicBezTo>
                <a:cubicBezTo>
                  <a:pt x="1861106" y="6650886"/>
                  <a:pt x="1861106" y="6612926"/>
                  <a:pt x="1861103" y="6625580"/>
                </a:cubicBezTo>
                <a:cubicBezTo>
                  <a:pt x="1861106" y="6621362"/>
                  <a:pt x="1861104" y="6617144"/>
                  <a:pt x="1861106" y="6612926"/>
                </a:cubicBezTo>
                <a:cubicBezTo>
                  <a:pt x="1848454" y="6600269"/>
                  <a:pt x="1861106" y="6574965"/>
                  <a:pt x="1861106" y="6574965"/>
                </a:cubicBezTo>
                <a:cubicBezTo>
                  <a:pt x="1848455" y="6511697"/>
                  <a:pt x="1823146" y="6435776"/>
                  <a:pt x="1810492" y="6359856"/>
                </a:cubicBezTo>
                <a:lnTo>
                  <a:pt x="1810492" y="6347198"/>
                </a:lnTo>
                <a:lnTo>
                  <a:pt x="1810493" y="6334550"/>
                </a:lnTo>
                <a:cubicBezTo>
                  <a:pt x="1810492" y="6321896"/>
                  <a:pt x="1797840" y="6309240"/>
                  <a:pt x="1797844" y="6296589"/>
                </a:cubicBezTo>
                <a:cubicBezTo>
                  <a:pt x="1797840" y="6292370"/>
                  <a:pt x="1797840" y="6288152"/>
                  <a:pt x="1797840" y="6283932"/>
                </a:cubicBezTo>
                <a:cubicBezTo>
                  <a:pt x="1797842" y="6258626"/>
                  <a:pt x="1785185" y="6233319"/>
                  <a:pt x="1785185" y="6208014"/>
                </a:cubicBezTo>
                <a:cubicBezTo>
                  <a:pt x="1785185" y="6195359"/>
                  <a:pt x="1785185" y="6182703"/>
                  <a:pt x="1797839" y="6182706"/>
                </a:cubicBezTo>
                <a:cubicBezTo>
                  <a:pt x="1797839" y="6170052"/>
                  <a:pt x="1785185" y="6157400"/>
                  <a:pt x="1785185" y="6170054"/>
                </a:cubicBezTo>
                <a:cubicBezTo>
                  <a:pt x="1785185" y="6144743"/>
                  <a:pt x="1772532" y="6132092"/>
                  <a:pt x="1772531" y="6106785"/>
                </a:cubicBezTo>
                <a:lnTo>
                  <a:pt x="1785185" y="6094131"/>
                </a:lnTo>
                <a:cubicBezTo>
                  <a:pt x="1772531" y="6005558"/>
                  <a:pt x="1772531" y="5929635"/>
                  <a:pt x="1759878" y="5841063"/>
                </a:cubicBezTo>
                <a:cubicBezTo>
                  <a:pt x="1759878" y="5853714"/>
                  <a:pt x="1772531" y="5853713"/>
                  <a:pt x="1772531" y="5853713"/>
                </a:cubicBezTo>
                <a:cubicBezTo>
                  <a:pt x="1759878" y="5803103"/>
                  <a:pt x="1759878" y="5765139"/>
                  <a:pt x="1747224" y="5714525"/>
                </a:cubicBezTo>
                <a:cubicBezTo>
                  <a:pt x="1734570" y="5613297"/>
                  <a:pt x="1734570" y="5512070"/>
                  <a:pt x="1747224" y="5410842"/>
                </a:cubicBezTo>
                <a:lnTo>
                  <a:pt x="1759878" y="5398188"/>
                </a:lnTo>
                <a:lnTo>
                  <a:pt x="1759878" y="5372882"/>
                </a:lnTo>
                <a:cubicBezTo>
                  <a:pt x="1759882" y="5360228"/>
                  <a:pt x="1759882" y="5360228"/>
                  <a:pt x="1747224" y="5360225"/>
                </a:cubicBezTo>
                <a:lnTo>
                  <a:pt x="1747224" y="5347577"/>
                </a:lnTo>
                <a:cubicBezTo>
                  <a:pt x="1747228" y="5334921"/>
                  <a:pt x="1747224" y="5322264"/>
                  <a:pt x="1747224" y="5309616"/>
                </a:cubicBezTo>
                <a:lnTo>
                  <a:pt x="1747224" y="5284304"/>
                </a:lnTo>
                <a:cubicBezTo>
                  <a:pt x="1747224" y="5271653"/>
                  <a:pt x="1747228" y="5246345"/>
                  <a:pt x="1734570" y="5221037"/>
                </a:cubicBezTo>
                <a:lnTo>
                  <a:pt x="1747226" y="5221038"/>
                </a:lnTo>
                <a:lnTo>
                  <a:pt x="1747224" y="5208387"/>
                </a:lnTo>
                <a:lnTo>
                  <a:pt x="1747224" y="5195732"/>
                </a:lnTo>
                <a:lnTo>
                  <a:pt x="1734570" y="5195730"/>
                </a:lnTo>
                <a:lnTo>
                  <a:pt x="1734570" y="5157770"/>
                </a:lnTo>
                <a:cubicBezTo>
                  <a:pt x="1747224" y="5170427"/>
                  <a:pt x="1747226" y="5183078"/>
                  <a:pt x="1759878" y="5183081"/>
                </a:cubicBezTo>
                <a:lnTo>
                  <a:pt x="1759878" y="5170424"/>
                </a:lnTo>
                <a:cubicBezTo>
                  <a:pt x="1823147" y="5334920"/>
                  <a:pt x="1848455" y="5524721"/>
                  <a:pt x="1861106" y="5663910"/>
                </a:cubicBezTo>
                <a:cubicBezTo>
                  <a:pt x="1861108" y="5676567"/>
                  <a:pt x="1861108" y="5676567"/>
                  <a:pt x="1873760" y="5676567"/>
                </a:cubicBezTo>
                <a:lnTo>
                  <a:pt x="1873760" y="5663913"/>
                </a:lnTo>
                <a:lnTo>
                  <a:pt x="1873762" y="5651256"/>
                </a:lnTo>
                <a:cubicBezTo>
                  <a:pt x="1861106" y="5512070"/>
                  <a:pt x="1835801" y="5309616"/>
                  <a:pt x="1772531" y="5145120"/>
                </a:cubicBezTo>
                <a:cubicBezTo>
                  <a:pt x="1772531" y="5081852"/>
                  <a:pt x="1747226" y="5069196"/>
                  <a:pt x="1747226" y="5005928"/>
                </a:cubicBezTo>
                <a:cubicBezTo>
                  <a:pt x="1734572" y="4980623"/>
                  <a:pt x="1721916" y="4980624"/>
                  <a:pt x="1709264" y="4980624"/>
                </a:cubicBezTo>
                <a:cubicBezTo>
                  <a:pt x="1709266" y="4930010"/>
                  <a:pt x="1709266" y="4879394"/>
                  <a:pt x="1721916" y="4828781"/>
                </a:cubicBezTo>
                <a:cubicBezTo>
                  <a:pt x="1721916" y="4828781"/>
                  <a:pt x="1721916" y="4816124"/>
                  <a:pt x="1709264" y="4816124"/>
                </a:cubicBezTo>
                <a:lnTo>
                  <a:pt x="1709266" y="4828781"/>
                </a:lnTo>
                <a:cubicBezTo>
                  <a:pt x="1696610" y="4879395"/>
                  <a:pt x="1696610" y="4930007"/>
                  <a:pt x="1696613" y="4980624"/>
                </a:cubicBezTo>
                <a:cubicBezTo>
                  <a:pt x="1696613" y="4993277"/>
                  <a:pt x="1683956" y="4993277"/>
                  <a:pt x="1683956" y="4993277"/>
                </a:cubicBezTo>
                <a:cubicBezTo>
                  <a:pt x="1683956" y="4993277"/>
                  <a:pt x="1683956" y="4980623"/>
                  <a:pt x="1671304" y="4980624"/>
                </a:cubicBezTo>
                <a:cubicBezTo>
                  <a:pt x="1658650" y="4967967"/>
                  <a:pt x="1671304" y="4955313"/>
                  <a:pt x="1671304" y="4917353"/>
                </a:cubicBezTo>
                <a:cubicBezTo>
                  <a:pt x="1671305" y="4904702"/>
                  <a:pt x="1683956" y="4879392"/>
                  <a:pt x="1683956" y="4866741"/>
                </a:cubicBezTo>
                <a:lnTo>
                  <a:pt x="1683958" y="4854090"/>
                </a:lnTo>
                <a:lnTo>
                  <a:pt x="1683956" y="4841432"/>
                </a:lnTo>
                <a:lnTo>
                  <a:pt x="1696610" y="4828776"/>
                </a:lnTo>
                <a:lnTo>
                  <a:pt x="1696610" y="4816127"/>
                </a:lnTo>
                <a:lnTo>
                  <a:pt x="1696610" y="4803474"/>
                </a:lnTo>
                <a:cubicBezTo>
                  <a:pt x="1683956" y="4790820"/>
                  <a:pt x="1683956" y="4790820"/>
                  <a:pt x="1683956" y="4803471"/>
                </a:cubicBezTo>
                <a:lnTo>
                  <a:pt x="1671308" y="4816127"/>
                </a:lnTo>
                <a:cubicBezTo>
                  <a:pt x="1671304" y="4790820"/>
                  <a:pt x="1671304" y="4778163"/>
                  <a:pt x="1671304" y="4752860"/>
                </a:cubicBezTo>
                <a:lnTo>
                  <a:pt x="1671304" y="4727555"/>
                </a:lnTo>
                <a:cubicBezTo>
                  <a:pt x="1671304" y="4714899"/>
                  <a:pt x="1658650" y="4714898"/>
                  <a:pt x="1658650" y="4702250"/>
                </a:cubicBezTo>
                <a:cubicBezTo>
                  <a:pt x="1671304" y="4676942"/>
                  <a:pt x="1671304" y="4651632"/>
                  <a:pt x="1671304" y="4626324"/>
                </a:cubicBezTo>
                <a:cubicBezTo>
                  <a:pt x="1671305" y="4601019"/>
                  <a:pt x="1671304" y="4575713"/>
                  <a:pt x="1683956" y="4563062"/>
                </a:cubicBezTo>
                <a:lnTo>
                  <a:pt x="1683958" y="4588368"/>
                </a:lnTo>
                <a:cubicBezTo>
                  <a:pt x="1696612" y="4601021"/>
                  <a:pt x="1683956" y="4626326"/>
                  <a:pt x="1683960" y="4638981"/>
                </a:cubicBezTo>
                <a:cubicBezTo>
                  <a:pt x="1683958" y="4643199"/>
                  <a:pt x="1683958" y="4647417"/>
                  <a:pt x="1683958" y="4651632"/>
                </a:cubicBezTo>
                <a:cubicBezTo>
                  <a:pt x="1683956" y="4676942"/>
                  <a:pt x="1696610" y="4702250"/>
                  <a:pt x="1696612" y="4714899"/>
                </a:cubicBezTo>
                <a:lnTo>
                  <a:pt x="1709264" y="4714898"/>
                </a:lnTo>
                <a:lnTo>
                  <a:pt x="1721918" y="4702250"/>
                </a:lnTo>
                <a:lnTo>
                  <a:pt x="1734570" y="4689593"/>
                </a:lnTo>
                <a:lnTo>
                  <a:pt x="1734570" y="4676942"/>
                </a:lnTo>
                <a:cubicBezTo>
                  <a:pt x="1734572" y="4672725"/>
                  <a:pt x="1734572" y="4668506"/>
                  <a:pt x="1734574" y="4664288"/>
                </a:cubicBezTo>
                <a:lnTo>
                  <a:pt x="1721916" y="4676942"/>
                </a:lnTo>
                <a:lnTo>
                  <a:pt x="1709264" y="4689597"/>
                </a:lnTo>
                <a:cubicBezTo>
                  <a:pt x="1709264" y="4676942"/>
                  <a:pt x="1696613" y="4664288"/>
                  <a:pt x="1696610" y="4651632"/>
                </a:cubicBezTo>
                <a:lnTo>
                  <a:pt x="1696610" y="4575714"/>
                </a:lnTo>
                <a:lnTo>
                  <a:pt x="1696610" y="4537751"/>
                </a:lnTo>
                <a:lnTo>
                  <a:pt x="1696610" y="4487138"/>
                </a:lnTo>
                <a:cubicBezTo>
                  <a:pt x="1696610" y="4474482"/>
                  <a:pt x="1696610" y="4461833"/>
                  <a:pt x="1709267" y="4436526"/>
                </a:cubicBezTo>
                <a:cubicBezTo>
                  <a:pt x="1709266" y="4432308"/>
                  <a:pt x="1709266" y="4428090"/>
                  <a:pt x="1709264" y="4423871"/>
                </a:cubicBezTo>
                <a:lnTo>
                  <a:pt x="1709264" y="4385910"/>
                </a:lnTo>
                <a:lnTo>
                  <a:pt x="1721916" y="4398566"/>
                </a:lnTo>
                <a:lnTo>
                  <a:pt x="1734570" y="4373259"/>
                </a:lnTo>
                <a:cubicBezTo>
                  <a:pt x="1721918" y="4360605"/>
                  <a:pt x="1721916" y="4347947"/>
                  <a:pt x="1721916" y="4347947"/>
                </a:cubicBezTo>
                <a:lnTo>
                  <a:pt x="1734570" y="4335296"/>
                </a:lnTo>
                <a:cubicBezTo>
                  <a:pt x="1734570" y="4322646"/>
                  <a:pt x="1734570" y="4322646"/>
                  <a:pt x="1721916" y="4322646"/>
                </a:cubicBezTo>
                <a:lnTo>
                  <a:pt x="1721918" y="4297335"/>
                </a:lnTo>
                <a:cubicBezTo>
                  <a:pt x="1721918" y="4284683"/>
                  <a:pt x="1734572" y="4272029"/>
                  <a:pt x="1734570" y="4259375"/>
                </a:cubicBezTo>
                <a:lnTo>
                  <a:pt x="1747226" y="4246719"/>
                </a:lnTo>
                <a:lnTo>
                  <a:pt x="1747224" y="4221419"/>
                </a:lnTo>
                <a:cubicBezTo>
                  <a:pt x="1747226" y="4208762"/>
                  <a:pt x="1747224" y="4196109"/>
                  <a:pt x="1759880" y="4183454"/>
                </a:cubicBezTo>
                <a:cubicBezTo>
                  <a:pt x="1759882" y="4170800"/>
                  <a:pt x="1759880" y="4158146"/>
                  <a:pt x="1759880" y="4158146"/>
                </a:cubicBezTo>
                <a:cubicBezTo>
                  <a:pt x="1759878" y="4145495"/>
                  <a:pt x="1759882" y="4132838"/>
                  <a:pt x="1759882" y="4132838"/>
                </a:cubicBezTo>
                <a:lnTo>
                  <a:pt x="1747226" y="4145492"/>
                </a:lnTo>
                <a:lnTo>
                  <a:pt x="1747224" y="4094879"/>
                </a:lnTo>
                <a:cubicBezTo>
                  <a:pt x="1747224" y="4082222"/>
                  <a:pt x="1759878" y="4069572"/>
                  <a:pt x="1759878" y="4056920"/>
                </a:cubicBezTo>
                <a:lnTo>
                  <a:pt x="1759880" y="4044264"/>
                </a:lnTo>
                <a:lnTo>
                  <a:pt x="1759878" y="4018959"/>
                </a:lnTo>
                <a:lnTo>
                  <a:pt x="1772531" y="4018959"/>
                </a:lnTo>
                <a:lnTo>
                  <a:pt x="1759878" y="4082226"/>
                </a:lnTo>
                <a:lnTo>
                  <a:pt x="1759878" y="4094879"/>
                </a:lnTo>
                <a:lnTo>
                  <a:pt x="1772532" y="4082226"/>
                </a:lnTo>
                <a:lnTo>
                  <a:pt x="1772531" y="4018959"/>
                </a:lnTo>
                <a:lnTo>
                  <a:pt x="1785185" y="4018956"/>
                </a:lnTo>
                <a:cubicBezTo>
                  <a:pt x="1797839" y="4006302"/>
                  <a:pt x="1797839" y="4006302"/>
                  <a:pt x="1797839" y="3993647"/>
                </a:cubicBezTo>
                <a:lnTo>
                  <a:pt x="1797839" y="3980997"/>
                </a:lnTo>
                <a:cubicBezTo>
                  <a:pt x="1797839" y="3968345"/>
                  <a:pt x="1785185" y="3955692"/>
                  <a:pt x="1785185" y="3943038"/>
                </a:cubicBezTo>
                <a:cubicBezTo>
                  <a:pt x="1785188" y="3938820"/>
                  <a:pt x="1785186" y="3934605"/>
                  <a:pt x="1785188" y="3930384"/>
                </a:cubicBezTo>
                <a:cubicBezTo>
                  <a:pt x="1797839" y="3930381"/>
                  <a:pt x="1810492" y="3930381"/>
                  <a:pt x="1797839" y="3892421"/>
                </a:cubicBezTo>
                <a:cubicBezTo>
                  <a:pt x="1810492" y="3854460"/>
                  <a:pt x="1823147" y="3829157"/>
                  <a:pt x="1823146" y="3803846"/>
                </a:cubicBezTo>
                <a:cubicBezTo>
                  <a:pt x="1835801" y="3765888"/>
                  <a:pt x="1835800" y="3740582"/>
                  <a:pt x="1848454" y="3702623"/>
                </a:cubicBezTo>
                <a:lnTo>
                  <a:pt x="1848454" y="3689967"/>
                </a:lnTo>
                <a:cubicBezTo>
                  <a:pt x="1861108" y="3677310"/>
                  <a:pt x="1873760" y="3639353"/>
                  <a:pt x="1873760" y="3614048"/>
                </a:cubicBezTo>
                <a:cubicBezTo>
                  <a:pt x="1886414" y="3576086"/>
                  <a:pt x="1886414" y="3525473"/>
                  <a:pt x="1899068" y="3487509"/>
                </a:cubicBezTo>
                <a:cubicBezTo>
                  <a:pt x="1911722" y="3462206"/>
                  <a:pt x="1911720" y="3424242"/>
                  <a:pt x="1924374" y="3398939"/>
                </a:cubicBezTo>
                <a:cubicBezTo>
                  <a:pt x="1937026" y="3373631"/>
                  <a:pt x="1937028" y="3348326"/>
                  <a:pt x="1937030" y="3323013"/>
                </a:cubicBezTo>
                <a:cubicBezTo>
                  <a:pt x="1962336" y="3310359"/>
                  <a:pt x="1974986" y="3297705"/>
                  <a:pt x="1962335" y="3259749"/>
                </a:cubicBezTo>
                <a:lnTo>
                  <a:pt x="1991070" y="3218426"/>
                </a:lnTo>
                <a:lnTo>
                  <a:pt x="2009375" y="3131484"/>
                </a:lnTo>
                <a:lnTo>
                  <a:pt x="2101524" y="2813634"/>
                </a:lnTo>
                <a:cubicBezTo>
                  <a:pt x="2101524" y="2810495"/>
                  <a:pt x="2101523" y="2807357"/>
                  <a:pt x="2101523" y="2804220"/>
                </a:cubicBezTo>
                <a:lnTo>
                  <a:pt x="2101522" y="2791569"/>
                </a:lnTo>
                <a:cubicBezTo>
                  <a:pt x="2101526" y="2778915"/>
                  <a:pt x="2101522" y="2791569"/>
                  <a:pt x="2088870" y="2791569"/>
                </a:cubicBezTo>
                <a:cubicBezTo>
                  <a:pt x="2088870" y="2791569"/>
                  <a:pt x="2088868" y="2778912"/>
                  <a:pt x="2088870" y="2766260"/>
                </a:cubicBezTo>
                <a:cubicBezTo>
                  <a:pt x="2095198" y="2766261"/>
                  <a:pt x="2098360" y="2766260"/>
                  <a:pt x="2103107" y="2764679"/>
                </a:cubicBezTo>
                <a:lnTo>
                  <a:pt x="2117687" y="2757873"/>
                </a:lnTo>
                <a:lnTo>
                  <a:pt x="2150044" y="2646270"/>
                </a:lnTo>
                <a:lnTo>
                  <a:pt x="2170826" y="2589693"/>
                </a:lnTo>
                <a:lnTo>
                  <a:pt x="2152136" y="2627073"/>
                </a:lnTo>
                <a:cubicBezTo>
                  <a:pt x="2152139" y="2639726"/>
                  <a:pt x="2139486" y="2665034"/>
                  <a:pt x="2139486" y="2677683"/>
                </a:cubicBezTo>
                <a:lnTo>
                  <a:pt x="2126832" y="2677683"/>
                </a:lnTo>
                <a:cubicBezTo>
                  <a:pt x="2152136" y="2627073"/>
                  <a:pt x="2164793" y="2576459"/>
                  <a:pt x="2190101" y="2525843"/>
                </a:cubicBezTo>
                <a:lnTo>
                  <a:pt x="2193160" y="2528904"/>
                </a:lnTo>
                <a:lnTo>
                  <a:pt x="2326253" y="2166623"/>
                </a:lnTo>
                <a:cubicBezTo>
                  <a:pt x="2390723" y="2007636"/>
                  <a:pt x="2460824" y="1849539"/>
                  <a:pt x="2536276" y="1692287"/>
                </a:cubicBezTo>
                <a:cubicBezTo>
                  <a:pt x="2609657" y="1542369"/>
                  <a:pt x="2693399" y="1392075"/>
                  <a:pt x="2779430" y="1247916"/>
                </a:cubicBezTo>
                <a:cubicBezTo>
                  <a:pt x="2792879" y="1218395"/>
                  <a:pt x="2808626" y="1195008"/>
                  <a:pt x="2770664" y="1177716"/>
                </a:cubicBezTo>
                <a:cubicBezTo>
                  <a:pt x="2761174" y="1173392"/>
                  <a:pt x="2754269" y="1172477"/>
                  <a:pt x="2749036" y="1173831"/>
                </a:cubicBezTo>
                <a:cubicBezTo>
                  <a:pt x="2733335" y="1177899"/>
                  <a:pt x="2732668" y="1202424"/>
                  <a:pt x="2722301" y="1216800"/>
                </a:cubicBezTo>
                <a:cubicBezTo>
                  <a:pt x="2705008" y="1254761"/>
                  <a:pt x="2685796" y="1296938"/>
                  <a:pt x="2664288" y="1332978"/>
                </a:cubicBezTo>
                <a:cubicBezTo>
                  <a:pt x="2499482" y="1650062"/>
                  <a:pt x="2317805" y="1959462"/>
                  <a:pt x="2203618" y="2299605"/>
                </a:cubicBezTo>
                <a:cubicBezTo>
                  <a:pt x="1980254" y="2946521"/>
                  <a:pt x="1775682" y="3596906"/>
                  <a:pt x="1707262" y="4283838"/>
                </a:cubicBezTo>
                <a:cubicBezTo>
                  <a:pt x="1707638" y="4294197"/>
                  <a:pt x="1704170" y="4312989"/>
                  <a:pt x="1681160" y="4307601"/>
                </a:cubicBezTo>
                <a:cubicBezTo>
                  <a:pt x="1657772" y="4291851"/>
                  <a:pt x="1667380" y="4270763"/>
                  <a:pt x="1666626" y="4250051"/>
                </a:cubicBezTo>
                <a:cubicBezTo>
                  <a:pt x="1662954" y="4034477"/>
                  <a:pt x="1719882" y="3831227"/>
                  <a:pt x="1755719" y="3618369"/>
                </a:cubicBezTo>
                <a:cubicBezTo>
                  <a:pt x="1848402" y="3057074"/>
                  <a:pt x="2000620" y="2521628"/>
                  <a:pt x="2213906" y="2011451"/>
                </a:cubicBezTo>
                <a:lnTo>
                  <a:pt x="2291730" y="1839899"/>
                </a:lnTo>
                <a:lnTo>
                  <a:pt x="2270768" y="1875771"/>
                </a:lnTo>
                <a:cubicBezTo>
                  <a:pt x="2250203" y="1912149"/>
                  <a:pt x="2234388" y="1943786"/>
                  <a:pt x="2228062" y="1969091"/>
                </a:cubicBezTo>
                <a:cubicBezTo>
                  <a:pt x="2190100" y="2032358"/>
                  <a:pt x="2139485" y="2120933"/>
                  <a:pt x="2088868" y="2209505"/>
                </a:cubicBezTo>
                <a:cubicBezTo>
                  <a:pt x="2050910" y="2298083"/>
                  <a:pt x="2012950" y="2386658"/>
                  <a:pt x="1987640" y="2449925"/>
                </a:cubicBezTo>
                <a:lnTo>
                  <a:pt x="1974989" y="2462577"/>
                </a:lnTo>
                <a:lnTo>
                  <a:pt x="1974990" y="2475228"/>
                </a:lnTo>
                <a:lnTo>
                  <a:pt x="1987643" y="2475230"/>
                </a:lnTo>
                <a:cubicBezTo>
                  <a:pt x="1962336" y="2513190"/>
                  <a:pt x="1949678" y="2589114"/>
                  <a:pt x="1974989" y="2538498"/>
                </a:cubicBezTo>
                <a:lnTo>
                  <a:pt x="1974989" y="2551151"/>
                </a:lnTo>
                <a:cubicBezTo>
                  <a:pt x="1974989" y="2551151"/>
                  <a:pt x="1974990" y="2563805"/>
                  <a:pt x="1987643" y="2551154"/>
                </a:cubicBezTo>
                <a:lnTo>
                  <a:pt x="2000297" y="2551154"/>
                </a:lnTo>
                <a:cubicBezTo>
                  <a:pt x="1987644" y="2563805"/>
                  <a:pt x="1987643" y="2576460"/>
                  <a:pt x="2000296" y="2563802"/>
                </a:cubicBezTo>
                <a:cubicBezTo>
                  <a:pt x="1962335" y="2601765"/>
                  <a:pt x="1987643" y="2614421"/>
                  <a:pt x="1962335" y="2652381"/>
                </a:cubicBezTo>
                <a:cubicBezTo>
                  <a:pt x="1962335" y="2601765"/>
                  <a:pt x="1949682" y="2627075"/>
                  <a:pt x="1924374" y="2690342"/>
                </a:cubicBezTo>
                <a:lnTo>
                  <a:pt x="1949678" y="2690340"/>
                </a:lnTo>
                <a:cubicBezTo>
                  <a:pt x="1899068" y="2791571"/>
                  <a:pt x="1911722" y="2804220"/>
                  <a:pt x="1873757" y="2867490"/>
                </a:cubicBezTo>
                <a:lnTo>
                  <a:pt x="1886414" y="2880144"/>
                </a:lnTo>
                <a:cubicBezTo>
                  <a:pt x="1886412" y="2892795"/>
                  <a:pt x="1873760" y="2905448"/>
                  <a:pt x="1861106" y="2905451"/>
                </a:cubicBezTo>
                <a:cubicBezTo>
                  <a:pt x="1861106" y="2930756"/>
                  <a:pt x="1873758" y="2918102"/>
                  <a:pt x="1861108" y="2943410"/>
                </a:cubicBezTo>
                <a:cubicBezTo>
                  <a:pt x="1835796" y="3006680"/>
                  <a:pt x="1810493" y="3082601"/>
                  <a:pt x="1772531" y="3196478"/>
                </a:cubicBezTo>
                <a:cubicBezTo>
                  <a:pt x="1759882" y="3234438"/>
                  <a:pt x="1747226" y="3259749"/>
                  <a:pt x="1747226" y="3272402"/>
                </a:cubicBezTo>
                <a:cubicBezTo>
                  <a:pt x="1709267" y="3398937"/>
                  <a:pt x="1683956" y="3576087"/>
                  <a:pt x="1645997" y="3576087"/>
                </a:cubicBezTo>
                <a:cubicBezTo>
                  <a:pt x="1658652" y="3614048"/>
                  <a:pt x="1645997" y="3614048"/>
                  <a:pt x="1633342" y="3689967"/>
                </a:cubicBezTo>
                <a:cubicBezTo>
                  <a:pt x="1620689" y="3740580"/>
                  <a:pt x="1620690" y="3639353"/>
                  <a:pt x="1608035" y="3715275"/>
                </a:cubicBezTo>
                <a:cubicBezTo>
                  <a:pt x="1595381" y="3689967"/>
                  <a:pt x="1582726" y="3740580"/>
                  <a:pt x="1595384" y="3677315"/>
                </a:cubicBezTo>
                <a:cubicBezTo>
                  <a:pt x="1582727" y="3677310"/>
                  <a:pt x="1582726" y="3727928"/>
                  <a:pt x="1570074" y="3727928"/>
                </a:cubicBezTo>
                <a:lnTo>
                  <a:pt x="1570076" y="3740582"/>
                </a:lnTo>
                <a:cubicBezTo>
                  <a:pt x="1570076" y="3740582"/>
                  <a:pt x="1557422" y="3727925"/>
                  <a:pt x="1557420" y="3740582"/>
                </a:cubicBezTo>
                <a:lnTo>
                  <a:pt x="1557422" y="3753236"/>
                </a:lnTo>
                <a:lnTo>
                  <a:pt x="1544766" y="3765888"/>
                </a:lnTo>
                <a:cubicBezTo>
                  <a:pt x="1544768" y="3778539"/>
                  <a:pt x="1544766" y="3791196"/>
                  <a:pt x="1532116" y="3816503"/>
                </a:cubicBezTo>
                <a:cubicBezTo>
                  <a:pt x="1506806" y="3892424"/>
                  <a:pt x="1506806" y="3930384"/>
                  <a:pt x="1494154" y="3955688"/>
                </a:cubicBezTo>
                <a:cubicBezTo>
                  <a:pt x="1494152" y="3943040"/>
                  <a:pt x="1494154" y="3955688"/>
                  <a:pt x="1481500" y="3968345"/>
                </a:cubicBezTo>
                <a:lnTo>
                  <a:pt x="1481500" y="3993647"/>
                </a:lnTo>
                <a:lnTo>
                  <a:pt x="1481501" y="4006304"/>
                </a:lnTo>
                <a:cubicBezTo>
                  <a:pt x="1434052" y="4006302"/>
                  <a:pt x="1407952" y="4113069"/>
                  <a:pt x="1381853" y="4214495"/>
                </a:cubicBezTo>
                <a:lnTo>
                  <a:pt x="1368499" y="4261914"/>
                </a:lnTo>
                <a:lnTo>
                  <a:pt x="1368140" y="4265309"/>
                </a:lnTo>
                <a:cubicBezTo>
                  <a:pt x="1376641" y="4249685"/>
                  <a:pt x="1379215" y="4267281"/>
                  <a:pt x="1388314" y="4280324"/>
                </a:cubicBezTo>
                <a:cubicBezTo>
                  <a:pt x="1389514" y="4337666"/>
                  <a:pt x="1377062" y="4375437"/>
                  <a:pt x="1371136" y="4408659"/>
                </a:cubicBezTo>
                <a:cubicBezTo>
                  <a:pt x="1365209" y="4441880"/>
                  <a:pt x="1357309" y="4486176"/>
                  <a:pt x="1369580" y="4545485"/>
                </a:cubicBezTo>
                <a:cubicBezTo>
                  <a:pt x="1363655" y="4578707"/>
                  <a:pt x="1348031" y="4570214"/>
                  <a:pt x="1344680" y="4621031"/>
                </a:cubicBezTo>
                <a:cubicBezTo>
                  <a:pt x="1349830" y="4656224"/>
                  <a:pt x="1364854" y="4636049"/>
                  <a:pt x="1361503" y="4686864"/>
                </a:cubicBezTo>
                <a:cubicBezTo>
                  <a:pt x="1342526" y="4729188"/>
                  <a:pt x="1357375" y="4806095"/>
                  <a:pt x="1354621" y="4885583"/>
                </a:cubicBezTo>
                <a:cubicBezTo>
                  <a:pt x="1341572" y="4894685"/>
                  <a:pt x="1338818" y="4974173"/>
                  <a:pt x="1348517" y="5015886"/>
                </a:cubicBezTo>
                <a:cubicBezTo>
                  <a:pt x="1350493" y="5004813"/>
                  <a:pt x="1350493" y="5004813"/>
                  <a:pt x="1350493" y="5004813"/>
                </a:cubicBezTo>
                <a:cubicBezTo>
                  <a:pt x="1352468" y="4993740"/>
                  <a:pt x="1347919" y="4987218"/>
                  <a:pt x="1358993" y="4989188"/>
                </a:cubicBezTo>
                <a:cubicBezTo>
                  <a:pt x="1358993" y="4989188"/>
                  <a:pt x="1357018" y="5000262"/>
                  <a:pt x="1361566" y="5006784"/>
                </a:cubicBezTo>
                <a:cubicBezTo>
                  <a:pt x="1372642" y="5008755"/>
                  <a:pt x="1372642" y="5008755"/>
                  <a:pt x="1372642" y="5008755"/>
                </a:cubicBezTo>
                <a:cubicBezTo>
                  <a:pt x="1377790" y="5043947"/>
                  <a:pt x="1358216" y="5057601"/>
                  <a:pt x="1362166" y="5035454"/>
                </a:cubicBezTo>
                <a:cubicBezTo>
                  <a:pt x="1360192" y="5046527"/>
                  <a:pt x="1360192" y="5046527"/>
                  <a:pt x="1360192" y="5046527"/>
                </a:cubicBezTo>
                <a:cubicBezTo>
                  <a:pt x="1358216" y="5057601"/>
                  <a:pt x="1351691" y="5062152"/>
                  <a:pt x="1351691" y="5062152"/>
                </a:cubicBezTo>
                <a:cubicBezTo>
                  <a:pt x="1347142" y="5055632"/>
                  <a:pt x="1349117" y="5044557"/>
                  <a:pt x="1344566" y="5038034"/>
                </a:cubicBezTo>
                <a:cubicBezTo>
                  <a:pt x="1330918" y="5018466"/>
                  <a:pt x="1319245" y="4987827"/>
                  <a:pt x="1315892" y="5038644"/>
                </a:cubicBezTo>
                <a:cubicBezTo>
                  <a:pt x="1309546" y="4946112"/>
                  <a:pt x="1310323" y="4877700"/>
                  <a:pt x="1322174" y="4811256"/>
                </a:cubicBezTo>
                <a:cubicBezTo>
                  <a:pt x="1322951" y="4742843"/>
                  <a:pt x="1332829" y="4687475"/>
                  <a:pt x="1335581" y="4607987"/>
                </a:cubicBezTo>
                <a:cubicBezTo>
                  <a:pt x="1324507" y="4606016"/>
                  <a:pt x="1327079" y="4623612"/>
                  <a:pt x="1316006" y="4621641"/>
                </a:cubicBezTo>
                <a:cubicBezTo>
                  <a:pt x="1308283" y="4568853"/>
                  <a:pt x="1307684" y="4540185"/>
                  <a:pt x="1309060" y="4500440"/>
                </a:cubicBezTo>
                <a:cubicBezTo>
                  <a:pt x="1314986" y="4467219"/>
                  <a:pt x="1316363" y="4427475"/>
                  <a:pt x="1321690" y="4365584"/>
                </a:cubicBezTo>
                <a:cubicBezTo>
                  <a:pt x="1328215" y="4361031"/>
                  <a:pt x="1330682" y="4347189"/>
                  <a:pt x="1333078" y="4329764"/>
                </a:cubicBezTo>
                <a:lnTo>
                  <a:pt x="1339778" y="4294655"/>
                </a:lnTo>
                <a:lnTo>
                  <a:pt x="1334128" y="4283789"/>
                </a:lnTo>
                <a:lnTo>
                  <a:pt x="1333241" y="4284804"/>
                </a:lnTo>
                <a:cubicBezTo>
                  <a:pt x="1331857" y="4284558"/>
                  <a:pt x="1330718" y="4282928"/>
                  <a:pt x="1329890" y="4279569"/>
                </a:cubicBezTo>
                <a:lnTo>
                  <a:pt x="1329440" y="4274876"/>
                </a:lnTo>
                <a:lnTo>
                  <a:pt x="1319377" y="4260165"/>
                </a:lnTo>
                <a:cubicBezTo>
                  <a:pt x="1315421" y="4257003"/>
                  <a:pt x="1310677" y="4256211"/>
                  <a:pt x="1304350" y="4259375"/>
                </a:cubicBezTo>
                <a:cubicBezTo>
                  <a:pt x="1304350" y="4347948"/>
                  <a:pt x="1291696" y="4347950"/>
                  <a:pt x="1291700" y="4411218"/>
                </a:cubicBezTo>
                <a:cubicBezTo>
                  <a:pt x="1253735" y="4461831"/>
                  <a:pt x="1228429" y="4398561"/>
                  <a:pt x="1228430" y="4309989"/>
                </a:cubicBezTo>
                <a:lnTo>
                  <a:pt x="1228429" y="4297332"/>
                </a:lnTo>
                <a:lnTo>
                  <a:pt x="1228429" y="4259375"/>
                </a:lnTo>
                <a:lnTo>
                  <a:pt x="1241081" y="4272029"/>
                </a:lnTo>
                <a:lnTo>
                  <a:pt x="1241083" y="4284678"/>
                </a:lnTo>
                <a:lnTo>
                  <a:pt x="1253735" y="4272029"/>
                </a:lnTo>
                <a:cubicBezTo>
                  <a:pt x="1266386" y="4259375"/>
                  <a:pt x="1266386" y="4158146"/>
                  <a:pt x="1241083" y="4234070"/>
                </a:cubicBezTo>
                <a:lnTo>
                  <a:pt x="1241081" y="4221419"/>
                </a:lnTo>
                <a:lnTo>
                  <a:pt x="1241081" y="4208763"/>
                </a:lnTo>
                <a:cubicBezTo>
                  <a:pt x="1241083" y="4202436"/>
                  <a:pt x="1241084" y="4199273"/>
                  <a:pt x="1239502" y="4197690"/>
                </a:cubicBezTo>
                <a:lnTo>
                  <a:pt x="1232377" y="4196673"/>
                </a:lnTo>
                <a:lnTo>
                  <a:pt x="1229462" y="4233180"/>
                </a:lnTo>
                <a:lnTo>
                  <a:pt x="1228429" y="4233416"/>
                </a:lnTo>
                <a:lnTo>
                  <a:pt x="1228429" y="4234070"/>
                </a:lnTo>
                <a:lnTo>
                  <a:pt x="1228429" y="4246722"/>
                </a:lnTo>
                <a:cubicBezTo>
                  <a:pt x="1228429" y="4246722"/>
                  <a:pt x="1228429" y="4259375"/>
                  <a:pt x="1215775" y="4259375"/>
                </a:cubicBezTo>
                <a:lnTo>
                  <a:pt x="1214402" y="4223664"/>
                </a:lnTo>
                <a:lnTo>
                  <a:pt x="1207888" y="4209806"/>
                </a:lnTo>
                <a:cubicBezTo>
                  <a:pt x="1197065" y="4338836"/>
                  <a:pt x="1176364" y="4433700"/>
                  <a:pt x="1187569" y="4574865"/>
                </a:cubicBezTo>
                <a:cubicBezTo>
                  <a:pt x="1193866" y="4558230"/>
                  <a:pt x="1198807" y="4575314"/>
                  <a:pt x="1209595" y="4587000"/>
                </a:cubicBezTo>
                <a:cubicBezTo>
                  <a:pt x="1218574" y="4643646"/>
                  <a:pt x="1211371" y="4682760"/>
                  <a:pt x="1210015" y="4716479"/>
                </a:cubicBezTo>
                <a:cubicBezTo>
                  <a:pt x="1208657" y="4750196"/>
                  <a:pt x="1206847" y="4795155"/>
                  <a:pt x="1227065" y="4852247"/>
                </a:cubicBezTo>
                <a:cubicBezTo>
                  <a:pt x="1225708" y="4885965"/>
                  <a:pt x="1209076" y="4879676"/>
                  <a:pt x="1212661" y="4930475"/>
                </a:cubicBezTo>
                <a:cubicBezTo>
                  <a:pt x="1222543" y="4964642"/>
                  <a:pt x="1234687" y="4942611"/>
                  <a:pt x="1238272" y="4993412"/>
                </a:cubicBezTo>
                <a:cubicBezTo>
                  <a:pt x="1225222" y="5037923"/>
                  <a:pt x="1250381" y="5112099"/>
                  <a:pt x="1258454" y="5191223"/>
                </a:cubicBezTo>
                <a:cubicBezTo>
                  <a:pt x="1255532" y="5193920"/>
                  <a:pt x="1253845" y="5200890"/>
                  <a:pt x="1253197" y="5210450"/>
                </a:cubicBezTo>
                <a:lnTo>
                  <a:pt x="1254044" y="5240709"/>
                </a:lnTo>
                <a:lnTo>
                  <a:pt x="1254724" y="5240415"/>
                </a:lnTo>
                <a:cubicBezTo>
                  <a:pt x="1285172" y="5244567"/>
                  <a:pt x="1305932" y="5364974"/>
                  <a:pt x="1317005" y="5398188"/>
                </a:cubicBezTo>
                <a:cubicBezTo>
                  <a:pt x="1317004" y="5385537"/>
                  <a:pt x="1317005" y="5360228"/>
                  <a:pt x="1329656" y="5372882"/>
                </a:cubicBezTo>
                <a:cubicBezTo>
                  <a:pt x="1342310" y="5436149"/>
                  <a:pt x="1354961" y="5537378"/>
                  <a:pt x="1380271" y="5613296"/>
                </a:cubicBezTo>
                <a:lnTo>
                  <a:pt x="1380271" y="5651258"/>
                </a:lnTo>
                <a:lnTo>
                  <a:pt x="1392926" y="5638607"/>
                </a:lnTo>
                <a:cubicBezTo>
                  <a:pt x="1392926" y="5651259"/>
                  <a:pt x="1405579" y="5651259"/>
                  <a:pt x="1405579" y="5651259"/>
                </a:cubicBezTo>
                <a:lnTo>
                  <a:pt x="1418234" y="5663912"/>
                </a:lnTo>
                <a:cubicBezTo>
                  <a:pt x="1437212" y="5730344"/>
                  <a:pt x="1463309" y="5818127"/>
                  <a:pt x="1496526" y="5884557"/>
                </a:cubicBezTo>
                <a:lnTo>
                  <a:pt x="1509760" y="5906024"/>
                </a:lnTo>
                <a:lnTo>
                  <a:pt x="1508820" y="5901420"/>
                </a:lnTo>
                <a:cubicBezTo>
                  <a:pt x="1503708" y="5880129"/>
                  <a:pt x="1497413" y="5855456"/>
                  <a:pt x="1490338" y="5825213"/>
                </a:cubicBezTo>
                <a:cubicBezTo>
                  <a:pt x="1499915" y="5812508"/>
                  <a:pt x="1482533" y="5769515"/>
                  <a:pt x="1482641" y="5729742"/>
                </a:cubicBezTo>
                <a:cubicBezTo>
                  <a:pt x="1479412" y="5747235"/>
                  <a:pt x="1474624" y="5753588"/>
                  <a:pt x="1465153" y="5726520"/>
                </a:cubicBezTo>
                <a:cubicBezTo>
                  <a:pt x="1460578" y="5653329"/>
                  <a:pt x="1421134" y="5533922"/>
                  <a:pt x="1441958" y="5479880"/>
                </a:cubicBezTo>
                <a:cubicBezTo>
                  <a:pt x="1410316" y="5416172"/>
                  <a:pt x="1404182" y="5331840"/>
                  <a:pt x="1409186" y="5245944"/>
                </a:cubicBezTo>
                <a:cubicBezTo>
                  <a:pt x="1402835" y="5241156"/>
                  <a:pt x="1402835" y="5241156"/>
                  <a:pt x="1402835" y="5241156"/>
                </a:cubicBezTo>
                <a:cubicBezTo>
                  <a:pt x="1402835" y="5241156"/>
                  <a:pt x="1407625" y="5234805"/>
                  <a:pt x="1407625" y="5234805"/>
                </a:cubicBezTo>
                <a:cubicBezTo>
                  <a:pt x="1401275" y="5230016"/>
                  <a:pt x="1404505" y="5212524"/>
                  <a:pt x="1404505" y="5212524"/>
                </a:cubicBezTo>
                <a:cubicBezTo>
                  <a:pt x="1402943" y="5201384"/>
                  <a:pt x="1409293" y="5206173"/>
                  <a:pt x="1410854" y="5217312"/>
                </a:cubicBezTo>
                <a:lnTo>
                  <a:pt x="1412483" y="5218949"/>
                </a:lnTo>
                <a:lnTo>
                  <a:pt x="1412413" y="5228451"/>
                </a:lnTo>
                <a:cubicBezTo>
                  <a:pt x="1414809" y="5225276"/>
                  <a:pt x="1416006" y="5223688"/>
                  <a:pt x="1415812" y="5222296"/>
                </a:cubicBezTo>
                <a:lnTo>
                  <a:pt x="1412483" y="5218949"/>
                </a:lnTo>
                <a:lnTo>
                  <a:pt x="1412731" y="5185101"/>
                </a:lnTo>
                <a:cubicBezTo>
                  <a:pt x="1411379" y="5170382"/>
                  <a:pt x="1411015" y="5157654"/>
                  <a:pt x="1418980" y="5153696"/>
                </a:cubicBezTo>
                <a:cubicBezTo>
                  <a:pt x="1437814" y="5247602"/>
                  <a:pt x="1485492" y="5263620"/>
                  <a:pt x="1483608" y="5371797"/>
                </a:cubicBezTo>
                <a:cubicBezTo>
                  <a:pt x="1474030" y="5384501"/>
                  <a:pt x="1464559" y="5357433"/>
                  <a:pt x="1458209" y="5352647"/>
                </a:cubicBezTo>
                <a:cubicBezTo>
                  <a:pt x="1470587" y="5481536"/>
                  <a:pt x="1467142" y="5578572"/>
                  <a:pt x="1503359" y="5715473"/>
                </a:cubicBezTo>
                <a:cubicBezTo>
                  <a:pt x="1506588" y="5697980"/>
                  <a:pt x="1514498" y="5713907"/>
                  <a:pt x="1527197" y="5723481"/>
                </a:cubicBezTo>
                <a:cubicBezTo>
                  <a:pt x="1546139" y="5777618"/>
                  <a:pt x="1546032" y="5817389"/>
                  <a:pt x="1550714" y="5850807"/>
                </a:cubicBezTo>
                <a:cubicBezTo>
                  <a:pt x="1555396" y="5884227"/>
                  <a:pt x="1561638" y="5928786"/>
                  <a:pt x="1591721" y="5981355"/>
                </a:cubicBezTo>
                <a:cubicBezTo>
                  <a:pt x="1596402" y="6014775"/>
                  <a:pt x="1578912" y="6011552"/>
                  <a:pt x="1591505" y="6060899"/>
                </a:cubicBezTo>
                <a:cubicBezTo>
                  <a:pt x="1603372" y="6084789"/>
                  <a:pt x="1610848" y="6077349"/>
                  <a:pt x="1619156" y="6092955"/>
                </a:cubicBezTo>
                <a:lnTo>
                  <a:pt x="1620138" y="6095787"/>
                </a:lnTo>
                <a:lnTo>
                  <a:pt x="1620689" y="6081479"/>
                </a:lnTo>
                <a:cubicBezTo>
                  <a:pt x="1620690" y="6077261"/>
                  <a:pt x="1620690" y="6073043"/>
                  <a:pt x="1620694" y="6068825"/>
                </a:cubicBezTo>
                <a:cubicBezTo>
                  <a:pt x="1620689" y="6056168"/>
                  <a:pt x="1608040" y="6056171"/>
                  <a:pt x="1608040" y="6056171"/>
                </a:cubicBezTo>
                <a:cubicBezTo>
                  <a:pt x="1608035" y="5989739"/>
                  <a:pt x="1615154" y="5944664"/>
                  <a:pt x="1613374" y="5872893"/>
                </a:cubicBezTo>
                <a:lnTo>
                  <a:pt x="1608806" y="5802330"/>
                </a:lnTo>
                <a:lnTo>
                  <a:pt x="1620689" y="5790449"/>
                </a:lnTo>
                <a:cubicBezTo>
                  <a:pt x="1633343" y="5790449"/>
                  <a:pt x="1633344" y="5752488"/>
                  <a:pt x="1645996" y="5790447"/>
                </a:cubicBezTo>
                <a:cubicBezTo>
                  <a:pt x="1633343" y="5790449"/>
                  <a:pt x="1645996" y="5815754"/>
                  <a:pt x="1633342" y="5841060"/>
                </a:cubicBezTo>
                <a:lnTo>
                  <a:pt x="1633343" y="5828409"/>
                </a:lnTo>
                <a:cubicBezTo>
                  <a:pt x="1620689" y="5815751"/>
                  <a:pt x="1620689" y="5815751"/>
                  <a:pt x="1620689" y="5828409"/>
                </a:cubicBezTo>
                <a:lnTo>
                  <a:pt x="1620689" y="5841063"/>
                </a:lnTo>
                <a:cubicBezTo>
                  <a:pt x="1633342" y="5841060"/>
                  <a:pt x="1633344" y="5853714"/>
                  <a:pt x="1633344" y="5853714"/>
                </a:cubicBezTo>
                <a:cubicBezTo>
                  <a:pt x="1633342" y="5891675"/>
                  <a:pt x="1658651" y="5866368"/>
                  <a:pt x="1658651" y="5904329"/>
                </a:cubicBezTo>
                <a:cubicBezTo>
                  <a:pt x="1658650" y="5929632"/>
                  <a:pt x="1633342" y="5980245"/>
                  <a:pt x="1658650" y="5992904"/>
                </a:cubicBezTo>
                <a:lnTo>
                  <a:pt x="1658650" y="6005558"/>
                </a:lnTo>
                <a:lnTo>
                  <a:pt x="1658650" y="6030861"/>
                </a:lnTo>
                <a:lnTo>
                  <a:pt x="1658651" y="6043518"/>
                </a:lnTo>
                <a:cubicBezTo>
                  <a:pt x="1633342" y="6043518"/>
                  <a:pt x="1671304" y="6094128"/>
                  <a:pt x="1658652" y="6119439"/>
                </a:cubicBezTo>
                <a:cubicBezTo>
                  <a:pt x="1658652" y="6123657"/>
                  <a:pt x="1658652" y="6127875"/>
                  <a:pt x="1658650" y="6132093"/>
                </a:cubicBezTo>
                <a:cubicBezTo>
                  <a:pt x="1658650" y="6144743"/>
                  <a:pt x="1671304" y="6144746"/>
                  <a:pt x="1671304" y="6144746"/>
                </a:cubicBezTo>
                <a:lnTo>
                  <a:pt x="1671304" y="6157400"/>
                </a:lnTo>
                <a:lnTo>
                  <a:pt x="1671304" y="6182706"/>
                </a:lnTo>
                <a:lnTo>
                  <a:pt x="1671304" y="6195360"/>
                </a:lnTo>
                <a:cubicBezTo>
                  <a:pt x="1671304" y="6220665"/>
                  <a:pt x="1671304" y="6258626"/>
                  <a:pt x="1696612" y="6271281"/>
                </a:cubicBezTo>
                <a:lnTo>
                  <a:pt x="1683956" y="6271278"/>
                </a:lnTo>
                <a:lnTo>
                  <a:pt x="1683956" y="6283935"/>
                </a:lnTo>
                <a:cubicBezTo>
                  <a:pt x="1683956" y="6296589"/>
                  <a:pt x="1683958" y="6309242"/>
                  <a:pt x="1696610" y="6309240"/>
                </a:cubicBezTo>
                <a:cubicBezTo>
                  <a:pt x="1693446" y="6331385"/>
                  <a:pt x="1693448" y="6351945"/>
                  <a:pt x="1695425" y="6372311"/>
                </a:cubicBezTo>
                <a:lnTo>
                  <a:pt x="1699331" y="6394962"/>
                </a:lnTo>
                <a:lnTo>
                  <a:pt x="1701635" y="6401727"/>
                </a:lnTo>
                <a:cubicBezTo>
                  <a:pt x="1706672" y="6414242"/>
                  <a:pt x="1712208" y="6425888"/>
                  <a:pt x="1717750" y="6435048"/>
                </a:cubicBezTo>
                <a:cubicBezTo>
                  <a:pt x="1716190" y="6423909"/>
                  <a:pt x="1716190" y="6423909"/>
                  <a:pt x="1716190" y="6423909"/>
                </a:cubicBezTo>
                <a:cubicBezTo>
                  <a:pt x="1714628" y="6412769"/>
                  <a:pt x="1708278" y="6407981"/>
                  <a:pt x="1719419" y="6406416"/>
                </a:cubicBezTo>
                <a:cubicBezTo>
                  <a:pt x="1719419" y="6406416"/>
                  <a:pt x="1720979" y="6417557"/>
                  <a:pt x="1727328" y="6422343"/>
                </a:cubicBezTo>
                <a:cubicBezTo>
                  <a:pt x="1738468" y="6420779"/>
                  <a:pt x="1738468" y="6420779"/>
                  <a:pt x="1738468" y="6420779"/>
                </a:cubicBezTo>
                <a:cubicBezTo>
                  <a:pt x="1754290" y="6452633"/>
                  <a:pt x="1739921" y="6471690"/>
                  <a:pt x="1736798" y="6449411"/>
                </a:cubicBezTo>
                <a:cubicBezTo>
                  <a:pt x="1738361" y="6460550"/>
                  <a:pt x="1738361" y="6460550"/>
                  <a:pt x="1738361" y="6460550"/>
                </a:cubicBezTo>
                <a:cubicBezTo>
                  <a:pt x="1739921" y="6471690"/>
                  <a:pt x="1735132" y="6478043"/>
                  <a:pt x="1735132" y="6478043"/>
                </a:cubicBezTo>
                <a:cubicBezTo>
                  <a:pt x="1728782" y="6473255"/>
                  <a:pt x="1727220" y="6462116"/>
                  <a:pt x="1720871" y="6457328"/>
                </a:cubicBezTo>
                <a:lnTo>
                  <a:pt x="1709114" y="6447681"/>
                </a:lnTo>
                <a:lnTo>
                  <a:pt x="1721522" y="6503195"/>
                </a:lnTo>
                <a:cubicBezTo>
                  <a:pt x="1726662" y="6528305"/>
                  <a:pt x="1731407" y="6555983"/>
                  <a:pt x="1734572" y="6587615"/>
                </a:cubicBezTo>
                <a:lnTo>
                  <a:pt x="1721918" y="6600269"/>
                </a:lnTo>
                <a:cubicBezTo>
                  <a:pt x="1721916" y="6612926"/>
                  <a:pt x="1734570" y="6625580"/>
                  <a:pt x="1734570" y="6625580"/>
                </a:cubicBezTo>
                <a:lnTo>
                  <a:pt x="1747224" y="6638229"/>
                </a:lnTo>
                <a:lnTo>
                  <a:pt x="1734570" y="6638232"/>
                </a:lnTo>
                <a:cubicBezTo>
                  <a:pt x="1747224" y="6650886"/>
                  <a:pt x="1759878" y="6688847"/>
                  <a:pt x="1759880" y="6714153"/>
                </a:cubicBezTo>
                <a:cubicBezTo>
                  <a:pt x="1759882" y="6718371"/>
                  <a:pt x="1759882" y="6722589"/>
                  <a:pt x="1759882" y="6726807"/>
                </a:cubicBezTo>
                <a:cubicBezTo>
                  <a:pt x="1759882" y="6731024"/>
                  <a:pt x="1759882" y="6735242"/>
                  <a:pt x="1759880" y="6739458"/>
                </a:cubicBezTo>
                <a:lnTo>
                  <a:pt x="1772531" y="6752112"/>
                </a:lnTo>
                <a:cubicBezTo>
                  <a:pt x="1772531" y="6802725"/>
                  <a:pt x="1810492" y="6891303"/>
                  <a:pt x="1810493" y="6929262"/>
                </a:cubicBezTo>
                <a:lnTo>
                  <a:pt x="1797839" y="6929262"/>
                </a:lnTo>
                <a:lnTo>
                  <a:pt x="1797839" y="6941918"/>
                </a:lnTo>
                <a:cubicBezTo>
                  <a:pt x="1797840" y="6954569"/>
                  <a:pt x="1797842" y="6967223"/>
                  <a:pt x="1810493" y="6967223"/>
                </a:cubicBezTo>
                <a:lnTo>
                  <a:pt x="1823147" y="6979875"/>
                </a:lnTo>
                <a:lnTo>
                  <a:pt x="1835800" y="6967220"/>
                </a:lnTo>
                <a:lnTo>
                  <a:pt x="1835801" y="6954573"/>
                </a:lnTo>
                <a:lnTo>
                  <a:pt x="1823147" y="6941916"/>
                </a:lnTo>
                <a:cubicBezTo>
                  <a:pt x="1810493" y="6916605"/>
                  <a:pt x="1823146" y="6916608"/>
                  <a:pt x="1810493" y="6878645"/>
                </a:cubicBezTo>
                <a:cubicBezTo>
                  <a:pt x="1823146" y="6878648"/>
                  <a:pt x="1823146" y="6891303"/>
                  <a:pt x="1835800" y="6916608"/>
                </a:cubicBezTo>
                <a:cubicBezTo>
                  <a:pt x="1835800" y="6903957"/>
                  <a:pt x="1835801" y="6891300"/>
                  <a:pt x="1823146" y="6865997"/>
                </a:cubicBezTo>
                <a:lnTo>
                  <a:pt x="1810492" y="6865997"/>
                </a:lnTo>
                <a:cubicBezTo>
                  <a:pt x="1810492" y="6828036"/>
                  <a:pt x="1797839" y="6790076"/>
                  <a:pt x="1785185" y="6752111"/>
                </a:cubicBezTo>
                <a:cubicBezTo>
                  <a:pt x="1797839" y="6752112"/>
                  <a:pt x="1823146" y="6815382"/>
                  <a:pt x="1797840" y="6739461"/>
                </a:cubicBezTo>
                <a:lnTo>
                  <a:pt x="1810492" y="6739458"/>
                </a:lnTo>
                <a:lnTo>
                  <a:pt x="1810492" y="6752112"/>
                </a:lnTo>
                <a:lnTo>
                  <a:pt x="1823146" y="6739461"/>
                </a:lnTo>
                <a:cubicBezTo>
                  <a:pt x="1848454" y="6777419"/>
                  <a:pt x="1835800" y="6764768"/>
                  <a:pt x="1848454" y="6815379"/>
                </a:cubicBezTo>
                <a:cubicBezTo>
                  <a:pt x="1848454" y="6815379"/>
                  <a:pt x="1848450" y="6802728"/>
                  <a:pt x="1848455" y="6790076"/>
                </a:cubicBezTo>
                <a:cubicBezTo>
                  <a:pt x="1848454" y="6815379"/>
                  <a:pt x="1861108" y="6840686"/>
                  <a:pt x="1848455" y="6865997"/>
                </a:cubicBezTo>
                <a:lnTo>
                  <a:pt x="1873762" y="6891303"/>
                </a:lnTo>
                <a:lnTo>
                  <a:pt x="1861106" y="6891303"/>
                </a:lnTo>
                <a:lnTo>
                  <a:pt x="1861106" y="6903956"/>
                </a:lnTo>
                <a:cubicBezTo>
                  <a:pt x="1861104" y="6908172"/>
                  <a:pt x="1861106" y="6912389"/>
                  <a:pt x="1861103" y="6916605"/>
                </a:cubicBezTo>
                <a:lnTo>
                  <a:pt x="1873760" y="6916608"/>
                </a:lnTo>
                <a:cubicBezTo>
                  <a:pt x="1899070" y="6929262"/>
                  <a:pt x="1873762" y="6954573"/>
                  <a:pt x="1899070" y="6967224"/>
                </a:cubicBezTo>
                <a:cubicBezTo>
                  <a:pt x="1911719" y="6979875"/>
                  <a:pt x="1899066" y="6954569"/>
                  <a:pt x="1899070" y="6929262"/>
                </a:cubicBezTo>
                <a:cubicBezTo>
                  <a:pt x="1899066" y="6954569"/>
                  <a:pt x="1911719" y="6979875"/>
                  <a:pt x="1911720" y="6992532"/>
                </a:cubicBezTo>
                <a:lnTo>
                  <a:pt x="1899068" y="6979878"/>
                </a:lnTo>
                <a:cubicBezTo>
                  <a:pt x="1886414" y="6979880"/>
                  <a:pt x="1886414" y="6979880"/>
                  <a:pt x="1886411" y="6992532"/>
                </a:cubicBezTo>
                <a:cubicBezTo>
                  <a:pt x="1873760" y="6967220"/>
                  <a:pt x="1861106" y="6992532"/>
                  <a:pt x="1861108" y="7017836"/>
                </a:cubicBezTo>
                <a:lnTo>
                  <a:pt x="1861108" y="7043144"/>
                </a:lnTo>
                <a:cubicBezTo>
                  <a:pt x="1861103" y="7055795"/>
                  <a:pt x="1861108" y="7068452"/>
                  <a:pt x="1873757" y="7068452"/>
                </a:cubicBezTo>
                <a:cubicBezTo>
                  <a:pt x="1873758" y="7081103"/>
                  <a:pt x="1886414" y="7081104"/>
                  <a:pt x="1886414" y="7068449"/>
                </a:cubicBezTo>
                <a:lnTo>
                  <a:pt x="1886414" y="7043144"/>
                </a:lnTo>
                <a:cubicBezTo>
                  <a:pt x="1886414" y="7068449"/>
                  <a:pt x="1899066" y="7055795"/>
                  <a:pt x="1911718" y="7068452"/>
                </a:cubicBezTo>
                <a:lnTo>
                  <a:pt x="1911719" y="7081104"/>
                </a:lnTo>
                <a:cubicBezTo>
                  <a:pt x="1911722" y="7093755"/>
                  <a:pt x="1911720" y="7106412"/>
                  <a:pt x="1911720" y="7106412"/>
                </a:cubicBezTo>
                <a:cubicBezTo>
                  <a:pt x="1924374" y="7119068"/>
                  <a:pt x="1924374" y="7119068"/>
                  <a:pt x="1924376" y="7106412"/>
                </a:cubicBezTo>
                <a:lnTo>
                  <a:pt x="1937026" y="7106411"/>
                </a:lnTo>
                <a:lnTo>
                  <a:pt x="1949682" y="7093755"/>
                </a:lnTo>
                <a:cubicBezTo>
                  <a:pt x="1924374" y="7119068"/>
                  <a:pt x="1962336" y="7207640"/>
                  <a:pt x="1911722" y="7131719"/>
                </a:cubicBezTo>
                <a:cubicBezTo>
                  <a:pt x="1918048" y="7157025"/>
                  <a:pt x="1927536" y="7176006"/>
                  <a:pt x="1933865" y="7193405"/>
                </a:cubicBezTo>
                <a:lnTo>
                  <a:pt x="1935281" y="7216802"/>
                </a:lnTo>
                <a:lnTo>
                  <a:pt x="1924374" y="7194987"/>
                </a:lnTo>
                <a:cubicBezTo>
                  <a:pt x="1911720" y="7194986"/>
                  <a:pt x="1911722" y="7207640"/>
                  <a:pt x="1911720" y="7220294"/>
                </a:cubicBezTo>
                <a:lnTo>
                  <a:pt x="1911720" y="7232945"/>
                </a:lnTo>
                <a:cubicBezTo>
                  <a:pt x="1899068" y="7207640"/>
                  <a:pt x="1899066" y="7194987"/>
                  <a:pt x="1886416" y="7169676"/>
                </a:cubicBezTo>
                <a:lnTo>
                  <a:pt x="1873760" y="7182333"/>
                </a:lnTo>
                <a:cubicBezTo>
                  <a:pt x="1861108" y="7182333"/>
                  <a:pt x="1873762" y="7207640"/>
                  <a:pt x="1873760" y="7220291"/>
                </a:cubicBezTo>
                <a:lnTo>
                  <a:pt x="1861106" y="7207640"/>
                </a:lnTo>
                <a:lnTo>
                  <a:pt x="1861106" y="7220295"/>
                </a:lnTo>
                <a:lnTo>
                  <a:pt x="1861106" y="7232945"/>
                </a:lnTo>
                <a:lnTo>
                  <a:pt x="1873762" y="7245600"/>
                </a:lnTo>
                <a:cubicBezTo>
                  <a:pt x="1861108" y="7296216"/>
                  <a:pt x="1937028" y="7308869"/>
                  <a:pt x="1911720" y="7334175"/>
                </a:cubicBezTo>
                <a:cubicBezTo>
                  <a:pt x="1924376" y="7372134"/>
                  <a:pt x="1911720" y="7308869"/>
                  <a:pt x="1937030" y="7321523"/>
                </a:cubicBezTo>
                <a:cubicBezTo>
                  <a:pt x="1911720" y="7308869"/>
                  <a:pt x="1899068" y="7270905"/>
                  <a:pt x="1924374" y="7270908"/>
                </a:cubicBezTo>
                <a:lnTo>
                  <a:pt x="1937028" y="7283561"/>
                </a:lnTo>
                <a:cubicBezTo>
                  <a:pt x="1937027" y="7296215"/>
                  <a:pt x="1949678" y="7308869"/>
                  <a:pt x="1949678" y="7308869"/>
                </a:cubicBezTo>
                <a:cubicBezTo>
                  <a:pt x="1962335" y="7308869"/>
                  <a:pt x="1962335" y="7296215"/>
                  <a:pt x="1949681" y="7270908"/>
                </a:cubicBezTo>
                <a:lnTo>
                  <a:pt x="1949681" y="7258254"/>
                </a:lnTo>
                <a:cubicBezTo>
                  <a:pt x="1974989" y="7270908"/>
                  <a:pt x="1949678" y="7308869"/>
                  <a:pt x="1974986" y="7346829"/>
                </a:cubicBezTo>
                <a:cubicBezTo>
                  <a:pt x="1974986" y="7346829"/>
                  <a:pt x="1962335" y="7346829"/>
                  <a:pt x="1974989" y="7359480"/>
                </a:cubicBezTo>
                <a:cubicBezTo>
                  <a:pt x="1974989" y="7372134"/>
                  <a:pt x="1974989" y="7372134"/>
                  <a:pt x="1987643" y="7372134"/>
                </a:cubicBezTo>
                <a:cubicBezTo>
                  <a:pt x="1974986" y="7397441"/>
                  <a:pt x="2012950" y="7435401"/>
                  <a:pt x="2025602" y="7460709"/>
                </a:cubicBezTo>
                <a:lnTo>
                  <a:pt x="2012950" y="7448058"/>
                </a:lnTo>
                <a:lnTo>
                  <a:pt x="2012951" y="7460709"/>
                </a:lnTo>
                <a:cubicBezTo>
                  <a:pt x="2012950" y="7473362"/>
                  <a:pt x="2012950" y="7473362"/>
                  <a:pt x="2012946" y="7486019"/>
                </a:cubicBezTo>
                <a:lnTo>
                  <a:pt x="2025604" y="7486019"/>
                </a:lnTo>
                <a:cubicBezTo>
                  <a:pt x="2038256" y="7511325"/>
                  <a:pt x="2063564" y="7549284"/>
                  <a:pt x="2076218" y="7574594"/>
                </a:cubicBezTo>
                <a:cubicBezTo>
                  <a:pt x="2076220" y="7587245"/>
                  <a:pt x="2088872" y="7612554"/>
                  <a:pt x="2088870" y="7625205"/>
                </a:cubicBezTo>
                <a:cubicBezTo>
                  <a:pt x="2101526" y="7637859"/>
                  <a:pt x="2114180" y="7663166"/>
                  <a:pt x="2114180" y="7688474"/>
                </a:cubicBezTo>
                <a:lnTo>
                  <a:pt x="2114180" y="7701126"/>
                </a:lnTo>
                <a:lnTo>
                  <a:pt x="2126834" y="7713780"/>
                </a:lnTo>
                <a:cubicBezTo>
                  <a:pt x="2139484" y="7751741"/>
                  <a:pt x="2164793" y="7802355"/>
                  <a:pt x="2190100" y="7852970"/>
                </a:cubicBezTo>
                <a:cubicBezTo>
                  <a:pt x="2202754" y="7890930"/>
                  <a:pt x="2215408" y="7916237"/>
                  <a:pt x="2228060" y="7928891"/>
                </a:cubicBezTo>
                <a:lnTo>
                  <a:pt x="2228060" y="7954194"/>
                </a:lnTo>
                <a:cubicBezTo>
                  <a:pt x="2228060" y="7941545"/>
                  <a:pt x="2215406" y="7941545"/>
                  <a:pt x="2215406" y="7941545"/>
                </a:cubicBezTo>
                <a:cubicBezTo>
                  <a:pt x="2215409" y="7928891"/>
                  <a:pt x="2202750" y="7928891"/>
                  <a:pt x="2202750" y="7928891"/>
                </a:cubicBezTo>
                <a:cubicBezTo>
                  <a:pt x="2202754" y="7941545"/>
                  <a:pt x="2202754" y="7941545"/>
                  <a:pt x="2215406" y="7954197"/>
                </a:cubicBezTo>
                <a:cubicBezTo>
                  <a:pt x="2177446" y="7916237"/>
                  <a:pt x="2202754" y="7979505"/>
                  <a:pt x="2215406" y="7992155"/>
                </a:cubicBezTo>
                <a:lnTo>
                  <a:pt x="2228060" y="8004812"/>
                </a:lnTo>
                <a:lnTo>
                  <a:pt x="2228060" y="8030117"/>
                </a:lnTo>
                <a:lnTo>
                  <a:pt x="2240711" y="8030117"/>
                </a:lnTo>
                <a:cubicBezTo>
                  <a:pt x="2240712" y="8025900"/>
                  <a:pt x="2240712" y="8021682"/>
                  <a:pt x="2240714" y="8017464"/>
                </a:cubicBezTo>
                <a:cubicBezTo>
                  <a:pt x="2253368" y="8030114"/>
                  <a:pt x="2253366" y="8042772"/>
                  <a:pt x="2253366" y="8042772"/>
                </a:cubicBezTo>
                <a:lnTo>
                  <a:pt x="2240714" y="8042772"/>
                </a:lnTo>
                <a:lnTo>
                  <a:pt x="2240714" y="8055425"/>
                </a:lnTo>
                <a:lnTo>
                  <a:pt x="2253370" y="8068077"/>
                </a:lnTo>
                <a:cubicBezTo>
                  <a:pt x="2303982" y="8118692"/>
                  <a:pt x="2303982" y="8131347"/>
                  <a:pt x="2354597" y="8232576"/>
                </a:cubicBezTo>
                <a:cubicBezTo>
                  <a:pt x="2329289" y="8219921"/>
                  <a:pt x="2316636" y="8194613"/>
                  <a:pt x="2341944" y="8283185"/>
                </a:cubicBezTo>
                <a:cubicBezTo>
                  <a:pt x="2354597" y="8270537"/>
                  <a:pt x="2341943" y="8245227"/>
                  <a:pt x="2341943" y="8245227"/>
                </a:cubicBezTo>
                <a:cubicBezTo>
                  <a:pt x="2367251" y="8283188"/>
                  <a:pt x="2417861" y="8359109"/>
                  <a:pt x="2417861" y="8397070"/>
                </a:cubicBezTo>
                <a:cubicBezTo>
                  <a:pt x="2430518" y="8397069"/>
                  <a:pt x="2417864" y="8371760"/>
                  <a:pt x="2430518" y="8397069"/>
                </a:cubicBezTo>
                <a:cubicBezTo>
                  <a:pt x="2430518" y="8460338"/>
                  <a:pt x="2531747" y="8599527"/>
                  <a:pt x="2544400" y="8624834"/>
                </a:cubicBezTo>
                <a:cubicBezTo>
                  <a:pt x="2557050" y="8675448"/>
                  <a:pt x="2632978" y="8814634"/>
                  <a:pt x="2696243" y="8903206"/>
                </a:cubicBezTo>
                <a:lnTo>
                  <a:pt x="2679262" y="8912472"/>
                </a:lnTo>
                <a:lnTo>
                  <a:pt x="2670938" y="8903210"/>
                </a:lnTo>
                <a:cubicBezTo>
                  <a:pt x="2670936" y="8909536"/>
                  <a:pt x="2674100" y="8912700"/>
                  <a:pt x="2678846" y="8912698"/>
                </a:cubicBezTo>
                <a:lnTo>
                  <a:pt x="2679262" y="8912472"/>
                </a:lnTo>
                <a:lnTo>
                  <a:pt x="2699010" y="8934448"/>
                </a:lnTo>
                <a:cubicBezTo>
                  <a:pt x="2726294" y="8975968"/>
                  <a:pt x="2750022" y="9042399"/>
                  <a:pt x="2759512" y="9080360"/>
                </a:cubicBezTo>
                <a:cubicBezTo>
                  <a:pt x="2784818" y="9067706"/>
                  <a:pt x="2759513" y="9093014"/>
                  <a:pt x="2784818" y="9105666"/>
                </a:cubicBezTo>
                <a:cubicBezTo>
                  <a:pt x="2784815" y="9118320"/>
                  <a:pt x="2784818" y="9093014"/>
                  <a:pt x="2797472" y="9105666"/>
                </a:cubicBezTo>
                <a:lnTo>
                  <a:pt x="2797474" y="9130974"/>
                </a:lnTo>
                <a:cubicBezTo>
                  <a:pt x="2797474" y="9130974"/>
                  <a:pt x="2810126" y="9156279"/>
                  <a:pt x="2822778" y="9156278"/>
                </a:cubicBezTo>
                <a:cubicBezTo>
                  <a:pt x="2810126" y="9156279"/>
                  <a:pt x="2797472" y="9143628"/>
                  <a:pt x="2810126" y="9156279"/>
                </a:cubicBezTo>
                <a:cubicBezTo>
                  <a:pt x="2822778" y="9181588"/>
                  <a:pt x="2886044" y="9257506"/>
                  <a:pt x="2911354" y="9308124"/>
                </a:cubicBezTo>
                <a:cubicBezTo>
                  <a:pt x="2911354" y="9308124"/>
                  <a:pt x="2936662" y="9371390"/>
                  <a:pt x="2949317" y="9396696"/>
                </a:cubicBezTo>
                <a:cubicBezTo>
                  <a:pt x="2961968" y="9396696"/>
                  <a:pt x="2961968" y="9384044"/>
                  <a:pt x="2974622" y="9396696"/>
                </a:cubicBezTo>
                <a:cubicBezTo>
                  <a:pt x="2987276" y="9409350"/>
                  <a:pt x="2949317" y="9409350"/>
                  <a:pt x="2974622" y="9422004"/>
                </a:cubicBezTo>
                <a:cubicBezTo>
                  <a:pt x="2987276" y="9409350"/>
                  <a:pt x="2987276" y="9447310"/>
                  <a:pt x="2999928" y="9459962"/>
                </a:cubicBezTo>
                <a:lnTo>
                  <a:pt x="3012582" y="9472618"/>
                </a:lnTo>
                <a:lnTo>
                  <a:pt x="3012584" y="9485268"/>
                </a:lnTo>
                <a:cubicBezTo>
                  <a:pt x="3012584" y="9485268"/>
                  <a:pt x="3012582" y="9497925"/>
                  <a:pt x="3025238" y="9497925"/>
                </a:cubicBezTo>
                <a:cubicBezTo>
                  <a:pt x="3025236" y="9493707"/>
                  <a:pt x="3025235" y="9489489"/>
                  <a:pt x="3025235" y="9485271"/>
                </a:cubicBezTo>
                <a:lnTo>
                  <a:pt x="3037894" y="9485271"/>
                </a:lnTo>
                <a:cubicBezTo>
                  <a:pt x="3050544" y="9510579"/>
                  <a:pt x="3037892" y="9510580"/>
                  <a:pt x="3063194" y="9535886"/>
                </a:cubicBezTo>
                <a:cubicBezTo>
                  <a:pt x="3063197" y="9523232"/>
                  <a:pt x="3050544" y="9510579"/>
                  <a:pt x="3063197" y="9510576"/>
                </a:cubicBezTo>
                <a:lnTo>
                  <a:pt x="3037892" y="9472620"/>
                </a:lnTo>
                <a:lnTo>
                  <a:pt x="3025238" y="9459964"/>
                </a:lnTo>
                <a:lnTo>
                  <a:pt x="3025236" y="9447310"/>
                </a:lnTo>
                <a:lnTo>
                  <a:pt x="3012584" y="9447308"/>
                </a:lnTo>
                <a:cubicBezTo>
                  <a:pt x="2999928" y="9434655"/>
                  <a:pt x="2999928" y="9422001"/>
                  <a:pt x="3012582" y="9434656"/>
                </a:cubicBezTo>
                <a:cubicBezTo>
                  <a:pt x="2949318" y="9346084"/>
                  <a:pt x="2911355" y="9282814"/>
                  <a:pt x="2873393" y="9219549"/>
                </a:cubicBezTo>
                <a:cubicBezTo>
                  <a:pt x="2835432" y="9143628"/>
                  <a:pt x="2810128" y="9080360"/>
                  <a:pt x="2746858" y="8991784"/>
                </a:cubicBezTo>
                <a:cubicBezTo>
                  <a:pt x="2759512" y="9004438"/>
                  <a:pt x="2772164" y="9004438"/>
                  <a:pt x="2759512" y="8991784"/>
                </a:cubicBezTo>
                <a:lnTo>
                  <a:pt x="2772164" y="9004438"/>
                </a:lnTo>
                <a:lnTo>
                  <a:pt x="2772166" y="8991782"/>
                </a:lnTo>
                <a:cubicBezTo>
                  <a:pt x="2772164" y="8979130"/>
                  <a:pt x="2759512" y="8953824"/>
                  <a:pt x="2734200" y="8915860"/>
                </a:cubicBezTo>
                <a:cubicBezTo>
                  <a:pt x="2734202" y="8911644"/>
                  <a:pt x="2734204" y="8907426"/>
                  <a:pt x="2734204" y="8903210"/>
                </a:cubicBezTo>
                <a:cubicBezTo>
                  <a:pt x="2734204" y="8890557"/>
                  <a:pt x="2721550" y="8890558"/>
                  <a:pt x="2721550" y="8890558"/>
                </a:cubicBezTo>
                <a:cubicBezTo>
                  <a:pt x="2721552" y="8886340"/>
                  <a:pt x="2721552" y="8882121"/>
                  <a:pt x="2721552" y="8877904"/>
                </a:cubicBezTo>
                <a:cubicBezTo>
                  <a:pt x="2734204" y="8890557"/>
                  <a:pt x="2746858" y="8890558"/>
                  <a:pt x="2746858" y="8890558"/>
                </a:cubicBezTo>
                <a:cubicBezTo>
                  <a:pt x="2746858" y="8890558"/>
                  <a:pt x="2746854" y="8877903"/>
                  <a:pt x="2746858" y="8865246"/>
                </a:cubicBezTo>
                <a:cubicBezTo>
                  <a:pt x="2746854" y="8877903"/>
                  <a:pt x="2759512" y="8877903"/>
                  <a:pt x="2759512" y="8890556"/>
                </a:cubicBezTo>
                <a:cubicBezTo>
                  <a:pt x="2772164" y="8903210"/>
                  <a:pt x="2721554" y="8814632"/>
                  <a:pt x="2708897" y="8776674"/>
                </a:cubicBezTo>
                <a:lnTo>
                  <a:pt x="2708898" y="8772040"/>
                </a:lnTo>
                <a:lnTo>
                  <a:pt x="2698295" y="8751880"/>
                </a:lnTo>
                <a:lnTo>
                  <a:pt x="2696243" y="8751368"/>
                </a:lnTo>
                <a:lnTo>
                  <a:pt x="2695566" y="8746690"/>
                </a:lnTo>
                <a:lnTo>
                  <a:pt x="2671432" y="8700795"/>
                </a:lnTo>
                <a:lnTo>
                  <a:pt x="2670936" y="8700753"/>
                </a:lnTo>
                <a:lnTo>
                  <a:pt x="2663276" y="8686708"/>
                </a:lnTo>
                <a:lnTo>
                  <a:pt x="2658886" y="8696884"/>
                </a:lnTo>
                <a:cubicBezTo>
                  <a:pt x="2659136" y="8701324"/>
                  <a:pt x="2659385" y="8705766"/>
                  <a:pt x="2654159" y="8707842"/>
                </a:cubicBezTo>
                <a:cubicBezTo>
                  <a:pt x="2619803" y="8667026"/>
                  <a:pt x="2604202" y="8642964"/>
                  <a:pt x="2584451" y="8608449"/>
                </a:cubicBezTo>
                <a:cubicBezTo>
                  <a:pt x="2572000" y="8577084"/>
                  <a:pt x="2552249" y="8542568"/>
                  <a:pt x="2524196" y="8487142"/>
                </a:cubicBezTo>
                <a:cubicBezTo>
                  <a:pt x="2530500" y="8472534"/>
                  <a:pt x="2503446" y="8434868"/>
                  <a:pt x="2494148" y="8396198"/>
                </a:cubicBezTo>
                <a:cubicBezTo>
                  <a:pt x="2495147" y="8413958"/>
                  <a:pt x="2491996" y="8421262"/>
                  <a:pt x="2476394" y="8397201"/>
                </a:cubicBezTo>
                <a:cubicBezTo>
                  <a:pt x="2454647" y="8327166"/>
                  <a:pt x="2388089" y="8220470"/>
                  <a:pt x="2395548" y="8163036"/>
                </a:cubicBezTo>
                <a:cubicBezTo>
                  <a:pt x="2349740" y="8108615"/>
                  <a:pt x="2323844" y="8028123"/>
                  <a:pt x="2308400" y="7943480"/>
                </a:cubicBezTo>
                <a:cubicBezTo>
                  <a:pt x="2301098" y="7940328"/>
                  <a:pt x="2301098" y="7940328"/>
                  <a:pt x="2301098" y="7940328"/>
                </a:cubicBezTo>
                <a:cubicBezTo>
                  <a:pt x="2301098" y="7940328"/>
                  <a:pt x="2304250" y="7933025"/>
                  <a:pt x="2304250" y="7933025"/>
                </a:cubicBezTo>
                <a:cubicBezTo>
                  <a:pt x="2296948" y="7929873"/>
                  <a:pt x="2295948" y="7912115"/>
                  <a:pt x="2295948" y="7912115"/>
                </a:cubicBezTo>
                <a:cubicBezTo>
                  <a:pt x="2291800" y="7901660"/>
                  <a:pt x="2299102" y="7904810"/>
                  <a:pt x="2303249" y="7915265"/>
                </a:cubicBezTo>
                <a:lnTo>
                  <a:pt x="2305222" y="7916473"/>
                </a:lnTo>
                <a:lnTo>
                  <a:pt x="2307401" y="7925720"/>
                </a:lnTo>
                <a:cubicBezTo>
                  <a:pt x="2308977" y="7922068"/>
                  <a:pt x="2309764" y="7920242"/>
                  <a:pt x="2309245" y="7918935"/>
                </a:cubicBezTo>
                <a:lnTo>
                  <a:pt x="2305222" y="7916473"/>
                </a:lnTo>
                <a:lnTo>
                  <a:pt x="2297459" y="7883523"/>
                </a:lnTo>
                <a:cubicBezTo>
                  <a:pt x="2292665" y="7869541"/>
                  <a:pt x="2289302" y="7857261"/>
                  <a:pt x="2296104" y="7851531"/>
                </a:cubicBezTo>
                <a:cubicBezTo>
                  <a:pt x="2336608" y="7938321"/>
                  <a:pt x="2386721" y="7942616"/>
                  <a:pt x="2410464" y="8048171"/>
                </a:cubicBezTo>
                <a:cubicBezTo>
                  <a:pt x="2404162" y="8062779"/>
                  <a:pt x="2388560" y="8038718"/>
                  <a:pt x="2381258" y="8035568"/>
                </a:cubicBezTo>
                <a:cubicBezTo>
                  <a:pt x="2423758" y="8157878"/>
                  <a:pt x="2443352" y="8252978"/>
                  <a:pt x="2510906" y="8377434"/>
                </a:cubicBezTo>
                <a:cubicBezTo>
                  <a:pt x="2509907" y="8359674"/>
                  <a:pt x="2521360" y="8373279"/>
                  <a:pt x="2535962" y="8379581"/>
                </a:cubicBezTo>
                <a:cubicBezTo>
                  <a:pt x="2567165" y="8427702"/>
                  <a:pt x="2576464" y="8466372"/>
                  <a:pt x="2588914" y="8497738"/>
                </a:cubicBezTo>
                <a:cubicBezTo>
                  <a:pt x="2601364" y="8529102"/>
                  <a:pt x="2617962" y="8570924"/>
                  <a:pt x="2659620" y="8614888"/>
                </a:cubicBezTo>
                <a:cubicBezTo>
                  <a:pt x="2665844" y="8630572"/>
                  <a:pt x="2664518" y="8638665"/>
                  <a:pt x="2664623" y="8648457"/>
                </a:cubicBezTo>
                <a:lnTo>
                  <a:pt x="2666112" y="8659284"/>
                </a:lnTo>
                <a:lnTo>
                  <a:pt x="2670938" y="8662794"/>
                </a:lnTo>
                <a:lnTo>
                  <a:pt x="2702213" y="8709080"/>
                </a:lnTo>
                <a:lnTo>
                  <a:pt x="2702321" y="8709128"/>
                </a:lnTo>
                <a:cubicBezTo>
                  <a:pt x="2708710" y="8711884"/>
                  <a:pt x="2715224" y="8716862"/>
                  <a:pt x="2727173" y="8739346"/>
                </a:cubicBezTo>
                <a:lnTo>
                  <a:pt x="2731750" y="8752797"/>
                </a:lnTo>
                <a:lnTo>
                  <a:pt x="2829106" y="8896884"/>
                </a:lnTo>
                <a:cubicBezTo>
                  <a:pt x="2882884" y="8969642"/>
                  <a:pt x="2936662" y="9036072"/>
                  <a:pt x="2987276" y="9093014"/>
                </a:cubicBezTo>
                <a:lnTo>
                  <a:pt x="2999928" y="9105663"/>
                </a:lnTo>
                <a:cubicBezTo>
                  <a:pt x="3012582" y="9118320"/>
                  <a:pt x="3025238" y="9143625"/>
                  <a:pt x="3037892" y="9156280"/>
                </a:cubicBezTo>
                <a:cubicBezTo>
                  <a:pt x="3164428" y="9295468"/>
                  <a:pt x="3316271" y="9434656"/>
                  <a:pt x="3430151" y="9561192"/>
                </a:cubicBezTo>
                <a:cubicBezTo>
                  <a:pt x="3442806" y="9548540"/>
                  <a:pt x="3379536" y="9510579"/>
                  <a:pt x="3379538" y="9497925"/>
                </a:cubicBezTo>
                <a:lnTo>
                  <a:pt x="3392189" y="9497925"/>
                </a:lnTo>
                <a:cubicBezTo>
                  <a:pt x="3392192" y="9510576"/>
                  <a:pt x="3404843" y="9510579"/>
                  <a:pt x="3417497" y="9510579"/>
                </a:cubicBezTo>
                <a:cubicBezTo>
                  <a:pt x="3417497" y="9510579"/>
                  <a:pt x="3417498" y="9497925"/>
                  <a:pt x="3404846" y="9485271"/>
                </a:cubicBezTo>
                <a:lnTo>
                  <a:pt x="3392190" y="9472617"/>
                </a:lnTo>
                <a:cubicBezTo>
                  <a:pt x="3404846" y="9472618"/>
                  <a:pt x="3417497" y="9472618"/>
                  <a:pt x="3430151" y="9485271"/>
                </a:cubicBezTo>
                <a:cubicBezTo>
                  <a:pt x="3430151" y="9489489"/>
                  <a:pt x="3430150" y="9493707"/>
                  <a:pt x="3430150" y="9497925"/>
                </a:cubicBezTo>
                <a:cubicBezTo>
                  <a:pt x="3417498" y="9497925"/>
                  <a:pt x="3430150" y="9497925"/>
                  <a:pt x="3430152" y="9510579"/>
                </a:cubicBezTo>
                <a:lnTo>
                  <a:pt x="3442805" y="9510579"/>
                </a:lnTo>
                <a:cubicBezTo>
                  <a:pt x="3461784" y="9529557"/>
                  <a:pt x="3474438" y="9548538"/>
                  <a:pt x="3487091" y="9562774"/>
                </a:cubicBezTo>
                <a:lnTo>
                  <a:pt x="3531150" y="9586378"/>
                </a:lnTo>
                <a:cubicBezTo>
                  <a:pt x="3531240" y="9586462"/>
                  <a:pt x="3531329" y="9586548"/>
                  <a:pt x="3531419" y="9586632"/>
                </a:cubicBezTo>
                <a:lnTo>
                  <a:pt x="3542453" y="9624460"/>
                </a:lnTo>
                <a:lnTo>
                  <a:pt x="3568812" y="9649767"/>
                </a:lnTo>
                <a:lnTo>
                  <a:pt x="3544032" y="9649767"/>
                </a:lnTo>
                <a:cubicBezTo>
                  <a:pt x="3544032" y="9649767"/>
                  <a:pt x="3544036" y="9675072"/>
                  <a:pt x="3556686" y="9675075"/>
                </a:cubicBezTo>
                <a:lnTo>
                  <a:pt x="3569339" y="9687726"/>
                </a:lnTo>
                <a:cubicBezTo>
                  <a:pt x="3531380" y="9675075"/>
                  <a:pt x="3619955" y="9750996"/>
                  <a:pt x="3657916" y="9788956"/>
                </a:cubicBezTo>
                <a:cubicBezTo>
                  <a:pt x="3657917" y="9793174"/>
                  <a:pt x="3657916" y="9797392"/>
                  <a:pt x="3657914" y="9801610"/>
                </a:cubicBezTo>
                <a:cubicBezTo>
                  <a:pt x="3657917" y="9814262"/>
                  <a:pt x="3670571" y="9814262"/>
                  <a:pt x="3670571" y="9814262"/>
                </a:cubicBezTo>
                <a:lnTo>
                  <a:pt x="3683225" y="9814262"/>
                </a:lnTo>
                <a:cubicBezTo>
                  <a:pt x="3683225" y="9826916"/>
                  <a:pt x="3695876" y="9826916"/>
                  <a:pt x="3708532" y="9826916"/>
                </a:cubicBezTo>
                <a:cubicBezTo>
                  <a:pt x="3771802" y="9890182"/>
                  <a:pt x="3860375" y="9966106"/>
                  <a:pt x="3948950" y="10042026"/>
                </a:cubicBezTo>
                <a:lnTo>
                  <a:pt x="3961601" y="10042026"/>
                </a:lnTo>
                <a:lnTo>
                  <a:pt x="3961601" y="10054677"/>
                </a:lnTo>
                <a:lnTo>
                  <a:pt x="3974255" y="10067332"/>
                </a:lnTo>
                <a:lnTo>
                  <a:pt x="3986910" y="10067332"/>
                </a:lnTo>
                <a:cubicBezTo>
                  <a:pt x="4012212" y="10079986"/>
                  <a:pt x="4037526" y="10105293"/>
                  <a:pt x="4050180" y="10117947"/>
                </a:cubicBezTo>
                <a:cubicBezTo>
                  <a:pt x="4113444" y="10155908"/>
                  <a:pt x="4164060" y="10193868"/>
                  <a:pt x="4202020" y="10231826"/>
                </a:cubicBezTo>
                <a:cubicBezTo>
                  <a:pt x="4176716" y="10231828"/>
                  <a:pt x="4214675" y="10244482"/>
                  <a:pt x="4252636" y="10269788"/>
                </a:cubicBezTo>
                <a:lnTo>
                  <a:pt x="4273434" y="10287000"/>
                </a:lnTo>
                <a:lnTo>
                  <a:pt x="4192550" y="10287000"/>
                </a:lnTo>
                <a:lnTo>
                  <a:pt x="4138751" y="10244482"/>
                </a:lnTo>
                <a:cubicBezTo>
                  <a:pt x="4024871" y="10168562"/>
                  <a:pt x="3910990" y="10067332"/>
                  <a:pt x="3822414" y="9991412"/>
                </a:cubicBezTo>
                <a:cubicBezTo>
                  <a:pt x="3809762" y="9991413"/>
                  <a:pt x="3784451" y="9991412"/>
                  <a:pt x="3784452" y="9978758"/>
                </a:cubicBezTo>
                <a:cubicBezTo>
                  <a:pt x="3733838" y="9953451"/>
                  <a:pt x="3683225" y="9864876"/>
                  <a:pt x="3645262" y="9864876"/>
                </a:cubicBezTo>
                <a:cubicBezTo>
                  <a:pt x="3784451" y="9991412"/>
                  <a:pt x="3936296" y="10130601"/>
                  <a:pt x="4100792" y="10257134"/>
                </a:cubicBezTo>
                <a:lnTo>
                  <a:pt x="4139230" y="10287000"/>
                </a:lnTo>
                <a:lnTo>
                  <a:pt x="4042092" y="10287000"/>
                </a:lnTo>
                <a:lnTo>
                  <a:pt x="3979991" y="10235188"/>
                </a:lnTo>
                <a:cubicBezTo>
                  <a:pt x="3946577" y="10205730"/>
                  <a:pt x="3914152" y="10174887"/>
                  <a:pt x="3885682" y="10143254"/>
                </a:cubicBezTo>
                <a:cubicBezTo>
                  <a:pt x="3822416" y="10092639"/>
                  <a:pt x="3822416" y="10079986"/>
                  <a:pt x="3771802" y="10029369"/>
                </a:cubicBezTo>
                <a:cubicBezTo>
                  <a:pt x="3733836" y="9991408"/>
                  <a:pt x="3695876" y="9940797"/>
                  <a:pt x="3657916" y="9902836"/>
                </a:cubicBezTo>
                <a:cubicBezTo>
                  <a:pt x="3632610" y="9877532"/>
                  <a:pt x="3594652" y="9864876"/>
                  <a:pt x="3594650" y="9852222"/>
                </a:cubicBezTo>
                <a:cubicBezTo>
                  <a:pt x="3569340" y="9839571"/>
                  <a:pt x="3581998" y="9826916"/>
                  <a:pt x="3569340" y="9814263"/>
                </a:cubicBezTo>
                <a:cubicBezTo>
                  <a:pt x="3544032" y="9788956"/>
                  <a:pt x="3480767" y="9763647"/>
                  <a:pt x="3493422" y="9738340"/>
                </a:cubicBezTo>
                <a:cubicBezTo>
                  <a:pt x="3417498" y="9675075"/>
                  <a:pt x="3366884" y="9611806"/>
                  <a:pt x="3303617" y="9535884"/>
                </a:cubicBezTo>
                <a:cubicBezTo>
                  <a:pt x="3290962" y="9523232"/>
                  <a:pt x="3278309" y="9523228"/>
                  <a:pt x="3278308" y="9535886"/>
                </a:cubicBezTo>
                <a:cubicBezTo>
                  <a:pt x="3227696" y="9459964"/>
                  <a:pt x="3164428" y="9371390"/>
                  <a:pt x="3101159" y="9282814"/>
                </a:cubicBezTo>
                <a:cubicBezTo>
                  <a:pt x="3037892" y="9194240"/>
                  <a:pt x="2974622" y="9118317"/>
                  <a:pt x="2924009" y="9055050"/>
                </a:cubicBezTo>
                <a:cubicBezTo>
                  <a:pt x="2924008" y="9067706"/>
                  <a:pt x="2936662" y="9080360"/>
                  <a:pt x="2949317" y="9093010"/>
                </a:cubicBezTo>
                <a:lnTo>
                  <a:pt x="2916180" y="9059880"/>
                </a:lnTo>
                <a:lnTo>
                  <a:pt x="2916390" y="9063592"/>
                </a:lnTo>
                <a:cubicBezTo>
                  <a:pt x="2909088" y="9060442"/>
                  <a:pt x="2904938" y="9049986"/>
                  <a:pt x="2897638" y="9046838"/>
                </a:cubicBezTo>
                <a:cubicBezTo>
                  <a:pt x="2886684" y="9042111"/>
                  <a:pt x="2874695" y="9034772"/>
                  <a:pt x="2868431" y="9034234"/>
                </a:cubicBezTo>
                <a:lnTo>
                  <a:pt x="2866349" y="9036910"/>
                </a:lnTo>
                <a:lnTo>
                  <a:pt x="2886048" y="9074034"/>
                </a:lnTo>
                <a:cubicBezTo>
                  <a:pt x="2898701" y="9099340"/>
                  <a:pt x="2911355" y="9124647"/>
                  <a:pt x="2936662" y="9156279"/>
                </a:cubicBezTo>
                <a:lnTo>
                  <a:pt x="2924008" y="9156278"/>
                </a:lnTo>
                <a:lnTo>
                  <a:pt x="2924009" y="9168934"/>
                </a:lnTo>
                <a:cubicBezTo>
                  <a:pt x="2924008" y="9181588"/>
                  <a:pt x="2936662" y="9194240"/>
                  <a:pt x="2949317" y="9194240"/>
                </a:cubicBezTo>
                <a:cubicBezTo>
                  <a:pt x="2936662" y="9206894"/>
                  <a:pt x="2961968" y="9232202"/>
                  <a:pt x="2974624" y="9257506"/>
                </a:cubicBezTo>
                <a:lnTo>
                  <a:pt x="2987276" y="9257510"/>
                </a:lnTo>
                <a:cubicBezTo>
                  <a:pt x="2999926" y="9270160"/>
                  <a:pt x="3012584" y="9270158"/>
                  <a:pt x="3012584" y="9270158"/>
                </a:cubicBezTo>
                <a:lnTo>
                  <a:pt x="3019736" y="9268968"/>
                </a:lnTo>
                <a:lnTo>
                  <a:pt x="3063198" y="9338571"/>
                </a:lnTo>
                <a:cubicBezTo>
                  <a:pt x="3108278" y="9415677"/>
                  <a:pt x="3139122" y="9482106"/>
                  <a:pt x="3177082" y="9548540"/>
                </a:cubicBezTo>
                <a:cubicBezTo>
                  <a:pt x="3215040" y="9637114"/>
                  <a:pt x="3265658" y="9713032"/>
                  <a:pt x="3328922" y="9826916"/>
                </a:cubicBezTo>
                <a:cubicBezTo>
                  <a:pt x="3328922" y="9801610"/>
                  <a:pt x="3328919" y="9788956"/>
                  <a:pt x="3354232" y="9788956"/>
                </a:cubicBezTo>
                <a:cubicBezTo>
                  <a:pt x="3442806" y="9915490"/>
                  <a:pt x="3531382" y="10042026"/>
                  <a:pt x="3619955" y="10181214"/>
                </a:cubicBezTo>
                <a:lnTo>
                  <a:pt x="3700596" y="10287000"/>
                </a:lnTo>
                <a:lnTo>
                  <a:pt x="3149945" y="10287000"/>
                </a:lnTo>
                <a:lnTo>
                  <a:pt x="2970956" y="10113828"/>
                </a:lnTo>
                <a:cubicBezTo>
                  <a:pt x="2529670" y="9648770"/>
                  <a:pt x="2148152" y="9127170"/>
                  <a:pt x="1838543" y="8560522"/>
                </a:cubicBezTo>
                <a:lnTo>
                  <a:pt x="1724466" y="8334921"/>
                </a:lnTo>
                <a:lnTo>
                  <a:pt x="1746474" y="8411187"/>
                </a:lnTo>
                <a:cubicBezTo>
                  <a:pt x="1763262" y="8466411"/>
                  <a:pt x="1783170" y="8522008"/>
                  <a:pt x="1814813" y="8585349"/>
                </a:cubicBezTo>
                <a:cubicBezTo>
                  <a:pt x="1814420" y="8567566"/>
                  <a:pt x="1825402" y="8581552"/>
                  <a:pt x="1839782" y="8588348"/>
                </a:cubicBezTo>
                <a:cubicBezTo>
                  <a:pt x="1869330" y="8637501"/>
                  <a:pt x="1877309" y="8676465"/>
                  <a:pt x="1888685" y="8708235"/>
                </a:cubicBezTo>
                <a:cubicBezTo>
                  <a:pt x="1900061" y="8740005"/>
                  <a:pt x="1915230" y="8782365"/>
                  <a:pt x="1955369" y="8827724"/>
                </a:cubicBezTo>
                <a:cubicBezTo>
                  <a:pt x="1966744" y="8859495"/>
                  <a:pt x="1948966" y="8859892"/>
                  <a:pt x="1971324" y="8905650"/>
                </a:cubicBezTo>
                <a:cubicBezTo>
                  <a:pt x="1993288" y="8933625"/>
                  <a:pt x="1996294" y="8908648"/>
                  <a:pt x="2018652" y="8954406"/>
                </a:cubicBezTo>
                <a:cubicBezTo>
                  <a:pt x="2023230" y="9000562"/>
                  <a:pt x="2074352" y="9059907"/>
                  <a:pt x="2111486" y="9130240"/>
                </a:cubicBezTo>
                <a:cubicBezTo>
                  <a:pt x="2104688" y="9144628"/>
                  <a:pt x="2141822" y="9214962"/>
                  <a:pt x="2170978" y="9246333"/>
                </a:cubicBezTo>
                <a:cubicBezTo>
                  <a:pt x="2167184" y="9235743"/>
                  <a:pt x="2167184" y="9235743"/>
                  <a:pt x="2167184" y="9235743"/>
                </a:cubicBezTo>
                <a:cubicBezTo>
                  <a:pt x="2163392" y="9225153"/>
                  <a:pt x="2156202" y="9221756"/>
                  <a:pt x="2166791" y="9217959"/>
                </a:cubicBezTo>
                <a:cubicBezTo>
                  <a:pt x="2166791" y="9217959"/>
                  <a:pt x="2170583" y="9228549"/>
                  <a:pt x="2177772" y="9231946"/>
                </a:cubicBezTo>
                <a:cubicBezTo>
                  <a:pt x="2188362" y="9228152"/>
                  <a:pt x="2188362" y="9228152"/>
                  <a:pt x="2188362" y="9228152"/>
                </a:cubicBezTo>
                <a:cubicBezTo>
                  <a:pt x="2210327" y="9256125"/>
                  <a:pt x="2200132" y="9277704"/>
                  <a:pt x="2192548" y="9256526"/>
                </a:cubicBezTo>
                <a:cubicBezTo>
                  <a:pt x="2196340" y="9267114"/>
                  <a:pt x="2196340" y="9267114"/>
                  <a:pt x="2196340" y="9267114"/>
                </a:cubicBezTo>
                <a:cubicBezTo>
                  <a:pt x="2200132" y="9277704"/>
                  <a:pt x="2196734" y="9284898"/>
                  <a:pt x="2196734" y="9284898"/>
                </a:cubicBezTo>
                <a:cubicBezTo>
                  <a:pt x="2189543" y="9281500"/>
                  <a:pt x="2185751" y="9270910"/>
                  <a:pt x="2178560" y="9267513"/>
                </a:cubicBezTo>
                <a:cubicBezTo>
                  <a:pt x="2156988" y="9257322"/>
                  <a:pt x="2131626" y="9236541"/>
                  <a:pt x="2153986" y="9282300"/>
                </a:cubicBezTo>
                <a:cubicBezTo>
                  <a:pt x="2102471" y="9205172"/>
                  <a:pt x="2069129" y="9145428"/>
                  <a:pt x="2046378" y="9081886"/>
                </a:cubicBezTo>
                <a:cubicBezTo>
                  <a:pt x="2013036" y="9022142"/>
                  <a:pt x="1994076" y="8969192"/>
                  <a:pt x="1956944" y="8898856"/>
                </a:cubicBezTo>
                <a:cubicBezTo>
                  <a:pt x="1946354" y="8902653"/>
                  <a:pt x="1957336" y="8916640"/>
                  <a:pt x="1946748" y="8920437"/>
                </a:cubicBezTo>
                <a:cubicBezTo>
                  <a:pt x="1913802" y="8878476"/>
                  <a:pt x="1899026" y="8853898"/>
                  <a:pt x="1880460" y="8818731"/>
                </a:cubicBezTo>
                <a:cubicBezTo>
                  <a:pt x="1869083" y="8786961"/>
                  <a:pt x="1850518" y="8751794"/>
                  <a:pt x="1824366" y="8695446"/>
                </a:cubicBezTo>
                <a:cubicBezTo>
                  <a:pt x="1831162" y="8681061"/>
                  <a:pt x="1805405" y="8642496"/>
                  <a:pt x="1797428" y="8603534"/>
                </a:cubicBezTo>
                <a:cubicBezTo>
                  <a:pt x="1797821" y="8621314"/>
                  <a:pt x="1794424" y="8628508"/>
                  <a:pt x="1779650" y="8603931"/>
                </a:cubicBezTo>
                <a:cubicBezTo>
                  <a:pt x="1760294" y="8533198"/>
                  <a:pt x="1697405" y="8424298"/>
                  <a:pt x="1706812" y="8367155"/>
                </a:cubicBezTo>
                <a:cubicBezTo>
                  <a:pt x="1662881" y="8311205"/>
                  <a:pt x="1639734" y="8229881"/>
                  <a:pt x="1627178" y="8144760"/>
                </a:cubicBezTo>
                <a:cubicBezTo>
                  <a:pt x="1619988" y="8141364"/>
                  <a:pt x="1619988" y="8141364"/>
                  <a:pt x="1619988" y="8141364"/>
                </a:cubicBezTo>
                <a:cubicBezTo>
                  <a:pt x="1619988" y="8141364"/>
                  <a:pt x="1623386" y="8134170"/>
                  <a:pt x="1623386" y="8134170"/>
                </a:cubicBezTo>
                <a:cubicBezTo>
                  <a:pt x="1619790" y="8132472"/>
                  <a:pt x="1617894" y="8127177"/>
                  <a:pt x="1616897" y="8122308"/>
                </a:cubicBezTo>
                <a:lnTo>
                  <a:pt x="1616332" y="8117499"/>
                </a:lnTo>
                <a:lnTo>
                  <a:pt x="1440302" y="7705850"/>
                </a:lnTo>
                <a:cubicBezTo>
                  <a:pt x="1267922" y="7263938"/>
                  <a:pt x="1136690" y="6801146"/>
                  <a:pt x="1051280" y="6321893"/>
                </a:cubicBezTo>
                <a:cubicBezTo>
                  <a:pt x="1038626" y="6309240"/>
                  <a:pt x="1038625" y="6283935"/>
                  <a:pt x="1038625" y="6258624"/>
                </a:cubicBezTo>
                <a:cubicBezTo>
                  <a:pt x="1019644" y="6151070"/>
                  <a:pt x="1003829" y="6043517"/>
                  <a:pt x="989593" y="5935962"/>
                </a:cubicBezTo>
                <a:lnTo>
                  <a:pt x="958919" y="5685665"/>
                </a:lnTo>
                <a:lnTo>
                  <a:pt x="957805" y="5679020"/>
                </a:lnTo>
                <a:lnTo>
                  <a:pt x="957656" y="5675358"/>
                </a:lnTo>
                <a:lnTo>
                  <a:pt x="950050" y="5613296"/>
                </a:lnTo>
                <a:lnTo>
                  <a:pt x="955616" y="5625239"/>
                </a:lnTo>
                <a:lnTo>
                  <a:pt x="954181" y="5589986"/>
                </a:lnTo>
                <a:cubicBezTo>
                  <a:pt x="946903" y="5532035"/>
                  <a:pt x="948833" y="5484063"/>
                  <a:pt x="941941" y="5416520"/>
                </a:cubicBezTo>
                <a:cubicBezTo>
                  <a:pt x="932347" y="5416137"/>
                  <a:pt x="936565" y="5430720"/>
                  <a:pt x="926971" y="5430338"/>
                </a:cubicBezTo>
                <a:cubicBezTo>
                  <a:pt x="914315" y="5386589"/>
                  <a:pt x="910483" y="5362410"/>
                  <a:pt x="907037" y="5328639"/>
                </a:cubicBezTo>
                <a:cubicBezTo>
                  <a:pt x="908197" y="5299856"/>
                  <a:pt x="904750" y="5266083"/>
                  <a:pt x="902077" y="5213123"/>
                </a:cubicBezTo>
                <a:cubicBezTo>
                  <a:pt x="912058" y="5203910"/>
                  <a:pt x="904006" y="5165150"/>
                  <a:pt x="910154" y="5131760"/>
                </a:cubicBezTo>
                <a:cubicBezTo>
                  <a:pt x="904778" y="5145960"/>
                  <a:pt x="899788" y="5150568"/>
                  <a:pt x="895957" y="5126390"/>
                </a:cubicBezTo>
                <a:cubicBezTo>
                  <a:pt x="903263" y="5064216"/>
                  <a:pt x="888320" y="4957913"/>
                  <a:pt x="914044" y="4915692"/>
                </a:cubicBezTo>
                <a:cubicBezTo>
                  <a:pt x="897173" y="4857362"/>
                  <a:pt x="904864" y="4785593"/>
                  <a:pt x="922153" y="4714206"/>
                </a:cubicBezTo>
                <a:cubicBezTo>
                  <a:pt x="917549" y="4709220"/>
                  <a:pt x="917549" y="4709220"/>
                  <a:pt x="917549" y="4709220"/>
                </a:cubicBezTo>
                <a:cubicBezTo>
                  <a:pt x="917549" y="4709220"/>
                  <a:pt x="922538" y="4704612"/>
                  <a:pt x="922538" y="4704612"/>
                </a:cubicBezTo>
                <a:cubicBezTo>
                  <a:pt x="917933" y="4699626"/>
                  <a:pt x="923311" y="4685424"/>
                  <a:pt x="923311" y="4685424"/>
                </a:cubicBezTo>
                <a:cubicBezTo>
                  <a:pt x="923698" y="4675830"/>
                  <a:pt x="928301" y="4680819"/>
                  <a:pt x="927916" y="4690412"/>
                </a:cubicBezTo>
                <a:cubicBezTo>
                  <a:pt x="932519" y="4695401"/>
                  <a:pt x="932519" y="4695401"/>
                  <a:pt x="927530" y="4700007"/>
                </a:cubicBezTo>
                <a:lnTo>
                  <a:pt x="933338" y="4669263"/>
                </a:lnTo>
                <a:lnTo>
                  <a:pt x="946591" y="4403777"/>
                </a:lnTo>
                <a:cubicBezTo>
                  <a:pt x="1026169" y="3391226"/>
                  <a:pt x="1304350" y="2440434"/>
                  <a:pt x="1747224" y="1576832"/>
                </a:cubicBezTo>
                <a:cubicBezTo>
                  <a:pt x="2039838" y="1039058"/>
                  <a:pt x="2396710" y="540825"/>
                  <a:pt x="2805480" y="94493"/>
                </a:cubicBezTo>
                <a:close/>
                <a:moveTo>
                  <a:pt x="1640016" y="0"/>
                </a:moveTo>
                <a:lnTo>
                  <a:pt x="1735528" y="0"/>
                </a:lnTo>
                <a:lnTo>
                  <a:pt x="1681926" y="81093"/>
                </a:lnTo>
                <a:cubicBezTo>
                  <a:pt x="1631794" y="144839"/>
                  <a:pt x="1581656" y="208580"/>
                  <a:pt x="1551839" y="267993"/>
                </a:cubicBezTo>
                <a:cubicBezTo>
                  <a:pt x="1583820" y="218729"/>
                  <a:pt x="1596140" y="226719"/>
                  <a:pt x="1604135" y="214406"/>
                </a:cubicBezTo>
                <a:lnTo>
                  <a:pt x="1604198" y="219425"/>
                </a:lnTo>
                <a:lnTo>
                  <a:pt x="1636301" y="176219"/>
                </a:lnTo>
                <a:lnTo>
                  <a:pt x="1783350" y="0"/>
                </a:lnTo>
                <a:lnTo>
                  <a:pt x="2826772" y="0"/>
                </a:lnTo>
                <a:lnTo>
                  <a:pt x="2746859" y="83717"/>
                </a:lnTo>
                <a:cubicBezTo>
                  <a:pt x="2721552" y="96371"/>
                  <a:pt x="2696242" y="134334"/>
                  <a:pt x="2658284" y="172292"/>
                </a:cubicBezTo>
                <a:cubicBezTo>
                  <a:pt x="2607670" y="235560"/>
                  <a:pt x="2544398" y="311481"/>
                  <a:pt x="2519093" y="349442"/>
                </a:cubicBezTo>
                <a:cubicBezTo>
                  <a:pt x="2531748" y="349442"/>
                  <a:pt x="2531748" y="349442"/>
                  <a:pt x="2544401" y="336788"/>
                </a:cubicBezTo>
                <a:cubicBezTo>
                  <a:pt x="2240716" y="729048"/>
                  <a:pt x="1962332" y="1146614"/>
                  <a:pt x="1747224" y="1576832"/>
                </a:cubicBezTo>
                <a:cubicBezTo>
                  <a:pt x="1329656" y="2336042"/>
                  <a:pt x="1051279" y="3183824"/>
                  <a:pt x="924742" y="4082226"/>
                </a:cubicBezTo>
                <a:cubicBezTo>
                  <a:pt x="886781" y="4360605"/>
                  <a:pt x="861475" y="4626326"/>
                  <a:pt x="848822" y="4904699"/>
                </a:cubicBezTo>
                <a:lnTo>
                  <a:pt x="848822" y="5259002"/>
                </a:lnTo>
                <a:lnTo>
                  <a:pt x="836168" y="5271650"/>
                </a:lnTo>
                <a:lnTo>
                  <a:pt x="836167" y="5309613"/>
                </a:lnTo>
                <a:cubicBezTo>
                  <a:pt x="836167" y="5322267"/>
                  <a:pt x="848822" y="5322267"/>
                  <a:pt x="848822" y="5322267"/>
                </a:cubicBezTo>
                <a:cubicBezTo>
                  <a:pt x="848821" y="5486760"/>
                  <a:pt x="861475" y="5638607"/>
                  <a:pt x="874127" y="5803103"/>
                </a:cubicBezTo>
                <a:cubicBezTo>
                  <a:pt x="1013315" y="7412471"/>
                  <a:pt x="1678816" y="8902222"/>
                  <a:pt x="2714376" y="10074994"/>
                </a:cubicBezTo>
                <a:lnTo>
                  <a:pt x="2912543" y="10287000"/>
                </a:lnTo>
                <a:lnTo>
                  <a:pt x="2242091" y="10287000"/>
                </a:lnTo>
                <a:lnTo>
                  <a:pt x="2206586" y="10246742"/>
                </a:lnTo>
                <a:lnTo>
                  <a:pt x="2073134" y="10110816"/>
                </a:lnTo>
                <a:lnTo>
                  <a:pt x="2072944" y="10110432"/>
                </a:lnTo>
                <a:cubicBezTo>
                  <a:pt x="2072944" y="10110432"/>
                  <a:pt x="2072944" y="10110432"/>
                  <a:pt x="2062562" y="10100046"/>
                </a:cubicBezTo>
                <a:lnTo>
                  <a:pt x="2073134" y="10110816"/>
                </a:lnTo>
                <a:lnTo>
                  <a:pt x="2083324" y="10131204"/>
                </a:lnTo>
                <a:cubicBezTo>
                  <a:pt x="2072942" y="10131204"/>
                  <a:pt x="2062562" y="10131204"/>
                  <a:pt x="2052182" y="10110432"/>
                </a:cubicBezTo>
                <a:cubicBezTo>
                  <a:pt x="2052182" y="10110432"/>
                  <a:pt x="2041802" y="10100046"/>
                  <a:pt x="2041802" y="10100046"/>
                </a:cubicBezTo>
                <a:cubicBezTo>
                  <a:pt x="2031422" y="10100046"/>
                  <a:pt x="2031422" y="10110432"/>
                  <a:pt x="2041802" y="10110432"/>
                </a:cubicBezTo>
                <a:cubicBezTo>
                  <a:pt x="2072942" y="10151974"/>
                  <a:pt x="2117057" y="10198708"/>
                  <a:pt x="2162470" y="10248039"/>
                </a:cubicBezTo>
                <a:lnTo>
                  <a:pt x="2195141" y="10287000"/>
                </a:lnTo>
                <a:lnTo>
                  <a:pt x="2149260" y="10287000"/>
                </a:lnTo>
                <a:lnTo>
                  <a:pt x="2124520" y="10248201"/>
                </a:lnTo>
                <a:cubicBezTo>
                  <a:pt x="2114464" y="10232460"/>
                  <a:pt x="2104084" y="10216882"/>
                  <a:pt x="2093704" y="10203902"/>
                </a:cubicBezTo>
                <a:cubicBezTo>
                  <a:pt x="1979524" y="10068892"/>
                  <a:pt x="1844580" y="9933880"/>
                  <a:pt x="1740782" y="9778100"/>
                </a:cubicBezTo>
                <a:cubicBezTo>
                  <a:pt x="1730400" y="9757332"/>
                  <a:pt x="1730402" y="9746946"/>
                  <a:pt x="1720022" y="9726174"/>
                </a:cubicBezTo>
                <a:cubicBezTo>
                  <a:pt x="1688880" y="9674248"/>
                  <a:pt x="1605842" y="9580779"/>
                  <a:pt x="1595462" y="9539236"/>
                </a:cubicBezTo>
                <a:cubicBezTo>
                  <a:pt x="1585080" y="9549622"/>
                  <a:pt x="1574700" y="9549622"/>
                  <a:pt x="1564320" y="9518468"/>
                </a:cubicBezTo>
                <a:cubicBezTo>
                  <a:pt x="1553940" y="9508083"/>
                  <a:pt x="1522800" y="9425000"/>
                  <a:pt x="1512419" y="9425000"/>
                </a:cubicBezTo>
                <a:cubicBezTo>
                  <a:pt x="1522800" y="9435384"/>
                  <a:pt x="1512420" y="9435386"/>
                  <a:pt x="1512419" y="9445772"/>
                </a:cubicBezTo>
                <a:lnTo>
                  <a:pt x="1496198" y="9418281"/>
                </a:lnTo>
                <a:lnTo>
                  <a:pt x="1485197" y="9418202"/>
                </a:lnTo>
                <a:cubicBezTo>
                  <a:pt x="1479634" y="9417075"/>
                  <a:pt x="1474356" y="9415347"/>
                  <a:pt x="1469904" y="9414448"/>
                </a:cubicBezTo>
                <a:cubicBezTo>
                  <a:pt x="1461001" y="9412650"/>
                  <a:pt x="1455400" y="9414168"/>
                  <a:pt x="1457402" y="9430466"/>
                </a:cubicBezTo>
                <a:cubicBezTo>
                  <a:pt x="1508168" y="9493694"/>
                  <a:pt x="1542696" y="9532455"/>
                  <a:pt x="1583290" y="9593630"/>
                </a:cubicBezTo>
                <a:cubicBezTo>
                  <a:pt x="1615763" y="9642572"/>
                  <a:pt x="1658408" y="9693564"/>
                  <a:pt x="1713180" y="9789388"/>
                </a:cubicBezTo>
                <a:cubicBezTo>
                  <a:pt x="1713180" y="9789388"/>
                  <a:pt x="1700950" y="9797514"/>
                  <a:pt x="1709069" y="9809750"/>
                </a:cubicBezTo>
                <a:cubicBezTo>
                  <a:pt x="1770008" y="9875034"/>
                  <a:pt x="1751717" y="9860744"/>
                  <a:pt x="1804538" y="9913796"/>
                </a:cubicBezTo>
                <a:cubicBezTo>
                  <a:pt x="1820774" y="9938265"/>
                  <a:pt x="1837012" y="9962733"/>
                  <a:pt x="1861366" y="9999440"/>
                </a:cubicBezTo>
                <a:cubicBezTo>
                  <a:pt x="1929450" y="10055574"/>
                  <a:pt x="1984790" y="10122376"/>
                  <a:pt x="2041901" y="10193510"/>
                </a:cubicBezTo>
                <a:lnTo>
                  <a:pt x="2117966" y="10287000"/>
                </a:lnTo>
                <a:lnTo>
                  <a:pt x="2016236" y="10287000"/>
                </a:lnTo>
                <a:lnTo>
                  <a:pt x="1972859" y="10233862"/>
                </a:lnTo>
                <a:cubicBezTo>
                  <a:pt x="1963714" y="10226716"/>
                  <a:pt x="1952024" y="10219058"/>
                  <a:pt x="1940588" y="10210128"/>
                </a:cubicBezTo>
                <a:lnTo>
                  <a:pt x="1917792" y="10186852"/>
                </a:lnTo>
                <a:lnTo>
                  <a:pt x="1917737" y="10185646"/>
                </a:lnTo>
                <a:cubicBezTo>
                  <a:pt x="1916981" y="10182844"/>
                  <a:pt x="1914948" y="10179784"/>
                  <a:pt x="1909860" y="10178757"/>
                </a:cubicBezTo>
                <a:lnTo>
                  <a:pt x="1917792" y="10186852"/>
                </a:lnTo>
                <a:lnTo>
                  <a:pt x="1917978" y="10190992"/>
                </a:lnTo>
                <a:cubicBezTo>
                  <a:pt x="1923068" y="10192020"/>
                  <a:pt x="1925098" y="10195080"/>
                  <a:pt x="1924584" y="10197622"/>
                </a:cubicBezTo>
                <a:lnTo>
                  <a:pt x="1920834" y="10199162"/>
                </a:lnTo>
                <a:lnTo>
                  <a:pt x="1651610" y="9866038"/>
                </a:lnTo>
                <a:lnTo>
                  <a:pt x="1658088" y="9852428"/>
                </a:lnTo>
                <a:cubicBezTo>
                  <a:pt x="1582968" y="9752492"/>
                  <a:pt x="1542377" y="9691316"/>
                  <a:pt x="1467258" y="9591382"/>
                </a:cubicBezTo>
                <a:cubicBezTo>
                  <a:pt x="1453078" y="9556731"/>
                  <a:pt x="1447015" y="9534316"/>
                  <a:pt x="1430779" y="9509848"/>
                </a:cubicBezTo>
                <a:cubicBezTo>
                  <a:pt x="1347538" y="9397677"/>
                  <a:pt x="1266356" y="9275326"/>
                  <a:pt x="1197406" y="9144856"/>
                </a:cubicBezTo>
                <a:cubicBezTo>
                  <a:pt x="1161901" y="9084705"/>
                  <a:pt x="1128943" y="9025072"/>
                  <a:pt x="1094453" y="8966456"/>
                </a:cubicBezTo>
                <a:lnTo>
                  <a:pt x="990553" y="8806798"/>
                </a:lnTo>
                <a:lnTo>
                  <a:pt x="990442" y="8806383"/>
                </a:lnTo>
                <a:cubicBezTo>
                  <a:pt x="990442" y="8806383"/>
                  <a:pt x="990442" y="8806383"/>
                  <a:pt x="982324" y="8794148"/>
                </a:cubicBezTo>
                <a:lnTo>
                  <a:pt x="990553" y="8806798"/>
                </a:lnTo>
                <a:lnTo>
                  <a:pt x="996503" y="8828799"/>
                </a:lnTo>
                <a:cubicBezTo>
                  <a:pt x="986329" y="8826744"/>
                  <a:pt x="976154" y="8824689"/>
                  <a:pt x="970094" y="8802273"/>
                </a:cubicBezTo>
                <a:cubicBezTo>
                  <a:pt x="970094" y="8802273"/>
                  <a:pt x="961973" y="8790038"/>
                  <a:pt x="961973" y="8790038"/>
                </a:cubicBezTo>
                <a:cubicBezTo>
                  <a:pt x="951800" y="8787982"/>
                  <a:pt x="949744" y="8798163"/>
                  <a:pt x="959918" y="8800218"/>
                </a:cubicBezTo>
                <a:cubicBezTo>
                  <a:pt x="1004516" y="8893988"/>
                  <a:pt x="1095872" y="9018393"/>
                  <a:pt x="1146532" y="9134578"/>
                </a:cubicBezTo>
                <a:cubicBezTo>
                  <a:pt x="1132246" y="9152878"/>
                  <a:pt x="1140364" y="9165116"/>
                  <a:pt x="1113953" y="9138590"/>
                </a:cubicBezTo>
                <a:cubicBezTo>
                  <a:pt x="1118065" y="9118233"/>
                  <a:pt x="1093709" y="9081526"/>
                  <a:pt x="1069355" y="9044823"/>
                </a:cubicBezTo>
                <a:cubicBezTo>
                  <a:pt x="1044893" y="9061070"/>
                  <a:pt x="1022702" y="8961231"/>
                  <a:pt x="992285" y="8902113"/>
                </a:cubicBezTo>
                <a:cubicBezTo>
                  <a:pt x="907099" y="8747169"/>
                  <a:pt x="801557" y="8588112"/>
                  <a:pt x="730658" y="8414864"/>
                </a:cubicBezTo>
                <a:cubicBezTo>
                  <a:pt x="724597" y="8392452"/>
                  <a:pt x="726652" y="8382272"/>
                  <a:pt x="720590" y="8359856"/>
                </a:cubicBezTo>
                <a:cubicBezTo>
                  <a:pt x="700346" y="8302793"/>
                  <a:pt x="637459" y="8194733"/>
                  <a:pt x="635510" y="8151957"/>
                </a:cubicBezTo>
                <a:cubicBezTo>
                  <a:pt x="623279" y="8160081"/>
                  <a:pt x="613103" y="8158026"/>
                  <a:pt x="609097" y="8125434"/>
                </a:cubicBezTo>
                <a:cubicBezTo>
                  <a:pt x="600979" y="8113199"/>
                  <a:pt x="586904" y="8025594"/>
                  <a:pt x="576730" y="8023539"/>
                </a:cubicBezTo>
                <a:cubicBezTo>
                  <a:pt x="584848" y="8035775"/>
                  <a:pt x="574673" y="8033718"/>
                  <a:pt x="572618" y="8043899"/>
                </a:cubicBezTo>
                <a:cubicBezTo>
                  <a:pt x="538196" y="7952186"/>
                  <a:pt x="528128" y="7897175"/>
                  <a:pt x="503882" y="7807515"/>
                </a:cubicBezTo>
                <a:cubicBezTo>
                  <a:pt x="546635" y="7805556"/>
                  <a:pt x="566768" y="7915575"/>
                  <a:pt x="584957" y="7982819"/>
                </a:cubicBezTo>
                <a:cubicBezTo>
                  <a:pt x="618457" y="8026670"/>
                  <a:pt x="642272" y="8079158"/>
                  <a:pt x="666584" y="8135721"/>
                </a:cubicBezTo>
                <a:lnTo>
                  <a:pt x="737858" y="8285064"/>
                </a:lnTo>
                <a:lnTo>
                  <a:pt x="741046" y="8311013"/>
                </a:lnTo>
                <a:cubicBezTo>
                  <a:pt x="741046" y="8311013"/>
                  <a:pt x="741046" y="8311013"/>
                  <a:pt x="751222" y="8313069"/>
                </a:cubicBezTo>
                <a:lnTo>
                  <a:pt x="737858" y="8285064"/>
                </a:lnTo>
                <a:lnTo>
                  <a:pt x="737039" y="8278418"/>
                </a:lnTo>
                <a:cubicBezTo>
                  <a:pt x="749272" y="8270292"/>
                  <a:pt x="757390" y="8282528"/>
                  <a:pt x="755335" y="8292708"/>
                </a:cubicBezTo>
                <a:cubicBezTo>
                  <a:pt x="765508" y="8294763"/>
                  <a:pt x="765508" y="8294763"/>
                  <a:pt x="765508" y="8294763"/>
                </a:cubicBezTo>
                <a:cubicBezTo>
                  <a:pt x="727078" y="8170454"/>
                  <a:pt x="672415" y="8021676"/>
                  <a:pt x="619700" y="7915673"/>
                </a:cubicBezTo>
                <a:lnTo>
                  <a:pt x="595768" y="7799183"/>
                </a:lnTo>
                <a:lnTo>
                  <a:pt x="566957" y="7711010"/>
                </a:lnTo>
                <a:lnTo>
                  <a:pt x="544270" y="7665315"/>
                </a:lnTo>
                <a:cubicBezTo>
                  <a:pt x="527885" y="7626243"/>
                  <a:pt x="510358" y="7574375"/>
                  <a:pt x="490513" y="7517186"/>
                </a:cubicBezTo>
                <a:cubicBezTo>
                  <a:pt x="450826" y="7402809"/>
                  <a:pt x="408526" y="7259183"/>
                  <a:pt x="368836" y="7144805"/>
                </a:cubicBezTo>
                <a:cubicBezTo>
                  <a:pt x="350299" y="7102242"/>
                  <a:pt x="339722" y="7066337"/>
                  <a:pt x="329147" y="7030430"/>
                </a:cubicBezTo>
                <a:cubicBezTo>
                  <a:pt x="286849" y="6886802"/>
                  <a:pt x="267137" y="6748517"/>
                  <a:pt x="240769" y="6618203"/>
                </a:cubicBezTo>
                <a:cubicBezTo>
                  <a:pt x="236137" y="6607562"/>
                  <a:pt x="229510" y="6595259"/>
                  <a:pt x="223714" y="6581958"/>
                </a:cubicBezTo>
                <a:lnTo>
                  <a:pt x="214768" y="6550631"/>
                </a:lnTo>
                <a:lnTo>
                  <a:pt x="215294" y="6549543"/>
                </a:lnTo>
                <a:cubicBezTo>
                  <a:pt x="215963" y="6546719"/>
                  <a:pt x="215638" y="6543062"/>
                  <a:pt x="211654" y="6539733"/>
                </a:cubicBezTo>
                <a:lnTo>
                  <a:pt x="214768" y="6550631"/>
                </a:lnTo>
                <a:lnTo>
                  <a:pt x="212959" y="6554360"/>
                </a:lnTo>
                <a:cubicBezTo>
                  <a:pt x="216941" y="6557687"/>
                  <a:pt x="217270" y="6561345"/>
                  <a:pt x="215606" y="6563334"/>
                </a:cubicBezTo>
                <a:lnTo>
                  <a:pt x="211577" y="6562901"/>
                </a:lnTo>
                <a:lnTo>
                  <a:pt x="133682" y="6141731"/>
                </a:lnTo>
                <a:lnTo>
                  <a:pt x="145867" y="6132851"/>
                </a:lnTo>
                <a:cubicBezTo>
                  <a:pt x="127462" y="6009194"/>
                  <a:pt x="120935" y="5936066"/>
                  <a:pt x="102532" y="5812410"/>
                </a:cubicBezTo>
                <a:cubicBezTo>
                  <a:pt x="106582" y="5775189"/>
                  <a:pt x="111940" y="5752595"/>
                  <a:pt x="109325" y="5723345"/>
                </a:cubicBezTo>
                <a:cubicBezTo>
                  <a:pt x="89617" y="5585060"/>
                  <a:pt x="76567" y="5438808"/>
                  <a:pt x="78142" y="5291246"/>
                </a:cubicBezTo>
                <a:cubicBezTo>
                  <a:pt x="75601" y="5221445"/>
                  <a:pt x="75049" y="5153312"/>
                  <a:pt x="72668" y="5085344"/>
                </a:cubicBezTo>
                <a:lnTo>
                  <a:pt x="57433" y="4895465"/>
                </a:lnTo>
                <a:lnTo>
                  <a:pt x="57532" y="4895049"/>
                </a:lnTo>
                <a:cubicBezTo>
                  <a:pt x="57532" y="4895049"/>
                  <a:pt x="57532" y="4895049"/>
                  <a:pt x="56227" y="4880423"/>
                </a:cubicBezTo>
                <a:lnTo>
                  <a:pt x="57433" y="4895465"/>
                </a:lnTo>
                <a:lnTo>
                  <a:pt x="52177" y="4917644"/>
                </a:lnTo>
                <a:cubicBezTo>
                  <a:pt x="44213" y="4910987"/>
                  <a:pt x="36247" y="4904330"/>
                  <a:pt x="41602" y="4881735"/>
                </a:cubicBezTo>
                <a:cubicBezTo>
                  <a:pt x="41602" y="4881735"/>
                  <a:pt x="40297" y="4867110"/>
                  <a:pt x="40297" y="4867110"/>
                </a:cubicBezTo>
                <a:cubicBezTo>
                  <a:pt x="32332" y="4860453"/>
                  <a:pt x="25672" y="4868423"/>
                  <a:pt x="33638" y="4875080"/>
                </a:cubicBezTo>
                <a:cubicBezTo>
                  <a:pt x="28147" y="4978769"/>
                  <a:pt x="49160" y="5131679"/>
                  <a:pt x="38317" y="5257962"/>
                </a:cubicBezTo>
                <a:cubicBezTo>
                  <a:pt x="17035" y="5267243"/>
                  <a:pt x="18338" y="5281868"/>
                  <a:pt x="7763" y="5245961"/>
                </a:cubicBezTo>
                <a:cubicBezTo>
                  <a:pt x="21083" y="5230025"/>
                  <a:pt x="17167" y="5186145"/>
                  <a:pt x="13253" y="5142273"/>
                </a:cubicBezTo>
                <a:cubicBezTo>
                  <a:pt x="-15996" y="5144895"/>
                  <a:pt x="12085" y="5046551"/>
                  <a:pt x="13523" y="4980081"/>
                </a:cubicBezTo>
                <a:cubicBezTo>
                  <a:pt x="12487" y="4803267"/>
                  <a:pt x="-4477" y="4613139"/>
                  <a:pt x="15772" y="4427040"/>
                </a:cubicBezTo>
                <a:cubicBezTo>
                  <a:pt x="21127" y="4404449"/>
                  <a:pt x="27787" y="4396479"/>
                  <a:pt x="33140" y="4373885"/>
                </a:cubicBezTo>
                <a:cubicBezTo>
                  <a:pt x="42544" y="4314074"/>
                  <a:pt x="38765" y="4189101"/>
                  <a:pt x="57440" y="4150566"/>
                </a:cubicBezTo>
                <a:cubicBezTo>
                  <a:pt x="42815" y="4151882"/>
                  <a:pt x="34852" y="4145225"/>
                  <a:pt x="46864" y="4114664"/>
                </a:cubicBezTo>
                <a:cubicBezTo>
                  <a:pt x="45886" y="4103694"/>
                  <a:pt x="62168" y="4053858"/>
                  <a:pt x="67012" y="4026818"/>
                </a:cubicBezTo>
                <a:lnTo>
                  <a:pt x="67000" y="4020699"/>
                </a:lnTo>
                <a:lnTo>
                  <a:pt x="65014" y="4025822"/>
                </a:lnTo>
                <a:cubicBezTo>
                  <a:pt x="64348" y="4027533"/>
                  <a:pt x="64348" y="4027533"/>
                  <a:pt x="64348" y="4027533"/>
                </a:cubicBezTo>
                <a:lnTo>
                  <a:pt x="61525" y="4021134"/>
                </a:lnTo>
                <a:lnTo>
                  <a:pt x="53659" y="4025597"/>
                </a:lnTo>
                <a:lnTo>
                  <a:pt x="56329" y="4009362"/>
                </a:lnTo>
                <a:lnTo>
                  <a:pt x="51775" y="3999042"/>
                </a:lnTo>
                <a:cubicBezTo>
                  <a:pt x="57086" y="3985355"/>
                  <a:pt x="57086" y="3985355"/>
                  <a:pt x="57086" y="3985355"/>
                </a:cubicBezTo>
                <a:cubicBezTo>
                  <a:pt x="57086" y="3985355"/>
                  <a:pt x="57086" y="3985355"/>
                  <a:pt x="58274" y="3984828"/>
                </a:cubicBezTo>
                <a:lnTo>
                  <a:pt x="60529" y="3983834"/>
                </a:lnTo>
                <a:lnTo>
                  <a:pt x="62828" y="3969863"/>
                </a:lnTo>
                <a:lnTo>
                  <a:pt x="56248" y="3950091"/>
                </a:lnTo>
                <a:cubicBezTo>
                  <a:pt x="51574" y="3906947"/>
                  <a:pt x="62270" y="3829898"/>
                  <a:pt x="73595" y="3739805"/>
                </a:cubicBezTo>
                <a:cubicBezTo>
                  <a:pt x="88697" y="3619683"/>
                  <a:pt x="114418" y="3472184"/>
                  <a:pt x="129517" y="3352061"/>
                </a:cubicBezTo>
                <a:cubicBezTo>
                  <a:pt x="131758" y="3305691"/>
                  <a:pt x="138187" y="3268815"/>
                  <a:pt x="144617" y="3231939"/>
                </a:cubicBezTo>
                <a:cubicBezTo>
                  <a:pt x="170339" y="3084440"/>
                  <a:pt x="213943" y="2951736"/>
                  <a:pt x="248047" y="2823230"/>
                </a:cubicBezTo>
                <a:cubicBezTo>
                  <a:pt x="248606" y="2811638"/>
                  <a:pt x="248120" y="2797671"/>
                  <a:pt x="248816" y="2783181"/>
                </a:cubicBezTo>
                <a:lnTo>
                  <a:pt x="254678" y="2751132"/>
                </a:lnTo>
                <a:lnTo>
                  <a:pt x="255632" y="2750391"/>
                </a:lnTo>
                <a:cubicBezTo>
                  <a:pt x="257483" y="2748155"/>
                  <a:pt x="258811" y="2744733"/>
                  <a:pt x="256715" y="2739984"/>
                </a:cubicBezTo>
                <a:lnTo>
                  <a:pt x="254678" y="2751132"/>
                </a:lnTo>
                <a:lnTo>
                  <a:pt x="251404" y="2753673"/>
                </a:lnTo>
                <a:cubicBezTo>
                  <a:pt x="253499" y="2758421"/>
                  <a:pt x="252173" y="2761847"/>
                  <a:pt x="249802" y="2762892"/>
                </a:cubicBezTo>
                <a:lnTo>
                  <a:pt x="246382" y="2760717"/>
                </a:lnTo>
                <a:lnTo>
                  <a:pt x="363172" y="2348637"/>
                </a:lnTo>
                <a:lnTo>
                  <a:pt x="378028" y="2346074"/>
                </a:lnTo>
                <a:cubicBezTo>
                  <a:pt x="416323" y="2227064"/>
                  <a:pt x="442874" y="2158616"/>
                  <a:pt x="481169" y="2039606"/>
                </a:cubicBezTo>
                <a:cubicBezTo>
                  <a:pt x="501292" y="2008034"/>
                  <a:pt x="516106" y="1990151"/>
                  <a:pt x="526723" y="1962774"/>
                </a:cubicBezTo>
                <a:cubicBezTo>
                  <a:pt x="570329" y="1830071"/>
                  <a:pt x="623435" y="1693178"/>
                  <a:pt x="690233" y="1561589"/>
                </a:cubicBezTo>
                <a:cubicBezTo>
                  <a:pt x="718880" y="1497890"/>
                  <a:pt x="748577" y="1436565"/>
                  <a:pt x="776561" y="1374578"/>
                </a:cubicBezTo>
                <a:lnTo>
                  <a:pt x="847036" y="1197606"/>
                </a:lnTo>
                <a:lnTo>
                  <a:pt x="847310" y="1197278"/>
                </a:lnTo>
                <a:cubicBezTo>
                  <a:pt x="847310" y="1197278"/>
                  <a:pt x="847310" y="1197278"/>
                  <a:pt x="852622" y="1183587"/>
                </a:cubicBezTo>
                <a:lnTo>
                  <a:pt x="847036" y="1197606"/>
                </a:lnTo>
                <a:lnTo>
                  <a:pt x="832498" y="1215161"/>
                </a:lnTo>
                <a:cubicBezTo>
                  <a:pt x="828308" y="1205664"/>
                  <a:pt x="824116" y="1196169"/>
                  <a:pt x="838928" y="1178285"/>
                </a:cubicBezTo>
                <a:cubicBezTo>
                  <a:pt x="838928" y="1178285"/>
                  <a:pt x="844240" y="1164594"/>
                  <a:pt x="844240" y="1164594"/>
                </a:cubicBezTo>
                <a:cubicBezTo>
                  <a:pt x="840050" y="1155098"/>
                  <a:pt x="830546" y="1159292"/>
                  <a:pt x="834739" y="1168788"/>
                </a:cubicBezTo>
                <a:cubicBezTo>
                  <a:pt x="783872" y="1259310"/>
                  <a:pt x="734956" y="1405701"/>
                  <a:pt x="669278" y="1514108"/>
                </a:cubicBezTo>
                <a:cubicBezTo>
                  <a:pt x="646087" y="1512995"/>
                  <a:pt x="640775" y="1526684"/>
                  <a:pt x="647206" y="1489808"/>
                </a:cubicBezTo>
                <a:cubicBezTo>
                  <a:pt x="666206" y="1481423"/>
                  <a:pt x="682141" y="1440354"/>
                  <a:pt x="698071" y="1399286"/>
                </a:cubicBezTo>
                <a:cubicBezTo>
                  <a:pt x="670687" y="1388678"/>
                  <a:pt x="739438" y="1312958"/>
                  <a:pt x="770180" y="1254008"/>
                </a:cubicBezTo>
                <a:cubicBezTo>
                  <a:pt x="847600" y="1095041"/>
                  <a:pt x="916636" y="917075"/>
                  <a:pt x="1017248" y="759218"/>
                </a:cubicBezTo>
                <a:cubicBezTo>
                  <a:pt x="1032058" y="741336"/>
                  <a:pt x="1041560" y="737144"/>
                  <a:pt x="1056373" y="719261"/>
                </a:cubicBezTo>
                <a:cubicBezTo>
                  <a:pt x="1091308" y="669806"/>
                  <a:pt x="1143295" y="556101"/>
                  <a:pt x="1177109" y="529832"/>
                </a:cubicBezTo>
                <a:cubicBezTo>
                  <a:pt x="1163416" y="524528"/>
                  <a:pt x="1159226" y="515031"/>
                  <a:pt x="1183537" y="492956"/>
                </a:cubicBezTo>
                <a:cubicBezTo>
                  <a:pt x="1188850" y="479267"/>
                  <a:pt x="1252286" y="417234"/>
                  <a:pt x="1248095" y="407736"/>
                </a:cubicBezTo>
                <a:cubicBezTo>
                  <a:pt x="1242784" y="421427"/>
                  <a:pt x="1238594" y="411930"/>
                  <a:pt x="1229092" y="416123"/>
                </a:cubicBezTo>
                <a:cubicBezTo>
                  <a:pt x="1284149" y="335099"/>
                  <a:pt x="1323278" y="295140"/>
                  <a:pt x="1382525" y="223613"/>
                </a:cubicBezTo>
                <a:cubicBezTo>
                  <a:pt x="1408789" y="257405"/>
                  <a:pt x="1330538" y="337317"/>
                  <a:pt x="1286102" y="390965"/>
                </a:cubicBezTo>
                <a:cubicBezTo>
                  <a:pt x="1269610" y="443627"/>
                  <a:pt x="1240474" y="493356"/>
                  <a:pt x="1208299" y="545849"/>
                </a:cubicBezTo>
                <a:lnTo>
                  <a:pt x="1127428" y="690221"/>
                </a:lnTo>
                <a:lnTo>
                  <a:pt x="1108069" y="707793"/>
                </a:lnTo>
                <a:cubicBezTo>
                  <a:pt x="1108069" y="707793"/>
                  <a:pt x="1108069" y="707793"/>
                  <a:pt x="1112260" y="717290"/>
                </a:cubicBezTo>
                <a:lnTo>
                  <a:pt x="1127428" y="690221"/>
                </a:lnTo>
                <a:lnTo>
                  <a:pt x="1132385" y="685718"/>
                </a:lnTo>
                <a:cubicBezTo>
                  <a:pt x="1146076" y="691020"/>
                  <a:pt x="1140766" y="704711"/>
                  <a:pt x="1131265" y="708903"/>
                </a:cubicBezTo>
                <a:cubicBezTo>
                  <a:pt x="1135454" y="718400"/>
                  <a:pt x="1135454" y="718400"/>
                  <a:pt x="1135454" y="718400"/>
                </a:cubicBezTo>
                <a:cubicBezTo>
                  <a:pt x="1175140" y="666849"/>
                  <a:pt x="1217480" y="608454"/>
                  <a:pt x="1256921" y="549921"/>
                </a:cubicBezTo>
                <a:lnTo>
                  <a:pt x="1309982" y="467855"/>
                </a:lnTo>
                <a:lnTo>
                  <a:pt x="1323848" y="443909"/>
                </a:lnTo>
                <a:lnTo>
                  <a:pt x="1324727" y="443033"/>
                </a:lnTo>
                <a:lnTo>
                  <a:pt x="1360994" y="380607"/>
                </a:lnTo>
                <a:lnTo>
                  <a:pt x="1424365" y="313029"/>
                </a:lnTo>
                <a:lnTo>
                  <a:pt x="1496720" y="196157"/>
                </a:lnTo>
                <a:cubicBezTo>
                  <a:pt x="1536966" y="135848"/>
                  <a:pt x="1580024" y="76266"/>
                  <a:pt x="1626158" y="18683"/>
                </a:cubicBez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5583205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F949C55-7049-48E6-BF47-20C885196F95}"/>
              </a:ext>
            </a:extLst>
          </p:cNvPr>
          <p:cNvSpPr/>
          <p:nvPr userDrawn="1"/>
        </p:nvSpPr>
        <p:spPr>
          <a:xfrm>
            <a:off x="0" y="5724052"/>
            <a:ext cx="7228116" cy="530052"/>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3" name="Group 2">
            <a:extLst>
              <a:ext uri="{FF2B5EF4-FFF2-40B4-BE49-F238E27FC236}">
                <a16:creationId xmlns:a16="http://schemas.microsoft.com/office/drawing/2014/main" id="{5B6E9378-3AE8-4175-BFF9-D4A80A07DBEA}"/>
              </a:ext>
            </a:extLst>
          </p:cNvPr>
          <p:cNvGrpSpPr/>
          <p:nvPr userDrawn="1"/>
        </p:nvGrpSpPr>
        <p:grpSpPr>
          <a:xfrm>
            <a:off x="738218" y="2580613"/>
            <a:ext cx="6123410" cy="3364399"/>
            <a:chOff x="-548507" y="477868"/>
            <a:chExt cx="11570449" cy="6357177"/>
          </a:xfrm>
        </p:grpSpPr>
        <p:sp>
          <p:nvSpPr>
            <p:cNvPr id="4" name="Freeform: Shape 3">
              <a:extLst>
                <a:ext uri="{FF2B5EF4-FFF2-40B4-BE49-F238E27FC236}">
                  <a16:creationId xmlns:a16="http://schemas.microsoft.com/office/drawing/2014/main" id="{0910F74B-EC52-4773-BC59-A95B4A2C6E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7FF96CEC-5ECE-4416-AB10-FE34AE7BAF1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7F755C6F-D202-4C89-B564-B246B06F1F6D}"/>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62E5B49-F2D4-4500-B669-8FBE9BB5834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F77D40F1-5CB3-48EE-924E-6E3223E10226}"/>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9AFA37A4-144E-4F6B-A5A4-A8C4BBDC697A}"/>
                </a:ext>
              </a:extLst>
            </p:cNvPr>
            <p:cNvGrpSpPr/>
            <p:nvPr/>
          </p:nvGrpSpPr>
          <p:grpSpPr>
            <a:xfrm>
              <a:off x="1606" y="6382978"/>
              <a:ext cx="413937" cy="115242"/>
              <a:chOff x="5955" y="6353672"/>
              <a:chExt cx="413937" cy="115242"/>
            </a:xfrm>
          </p:grpSpPr>
          <p:sp>
            <p:nvSpPr>
              <p:cNvPr id="14" name="Rectangle: Rounded Corners 13">
                <a:extLst>
                  <a:ext uri="{FF2B5EF4-FFF2-40B4-BE49-F238E27FC236}">
                    <a16:creationId xmlns:a16="http://schemas.microsoft.com/office/drawing/2014/main" id="{BA89A6E2-E8EB-4AD0-85F6-B0A17B2422D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8314224-AFA8-48BD-BEE7-13ED7B48495E}"/>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E6139F3-8852-433B-9901-75B623701259}"/>
                </a:ext>
              </a:extLst>
            </p:cNvPr>
            <p:cNvGrpSpPr/>
            <p:nvPr/>
          </p:nvGrpSpPr>
          <p:grpSpPr>
            <a:xfrm>
              <a:off x="9855291" y="6381600"/>
              <a:ext cx="885989" cy="115242"/>
              <a:chOff x="5955" y="6353672"/>
              <a:chExt cx="413937" cy="115242"/>
            </a:xfrm>
          </p:grpSpPr>
          <p:sp>
            <p:nvSpPr>
              <p:cNvPr id="12" name="Rectangle: Rounded Corners 11">
                <a:extLst>
                  <a:ext uri="{FF2B5EF4-FFF2-40B4-BE49-F238E27FC236}">
                    <a16:creationId xmlns:a16="http://schemas.microsoft.com/office/drawing/2014/main" id="{8EFA1CC8-0444-4599-AC49-BA67BBF07DD2}"/>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768C533-0E1A-45D1-A3AF-081C6C4A09E2}"/>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0">
              <a:extLst>
                <a:ext uri="{FF2B5EF4-FFF2-40B4-BE49-F238E27FC236}">
                  <a16:creationId xmlns:a16="http://schemas.microsoft.com/office/drawing/2014/main" id="{9F295247-3F7C-4048-9891-FA9EC6DCF741}"/>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Picture Placeholder 2">
            <a:extLst>
              <a:ext uri="{FF2B5EF4-FFF2-40B4-BE49-F238E27FC236}">
                <a16:creationId xmlns:a16="http://schemas.microsoft.com/office/drawing/2014/main" id="{7BB75F30-01AA-4ED9-8798-66B87A667AAA}"/>
              </a:ext>
            </a:extLst>
          </p:cNvPr>
          <p:cNvSpPr>
            <a:spLocks noGrp="1"/>
          </p:cNvSpPr>
          <p:nvPr>
            <p:ph type="pic" idx="11" hasCustomPrompt="1"/>
          </p:nvPr>
        </p:nvSpPr>
        <p:spPr>
          <a:xfrm>
            <a:off x="1560919" y="2771971"/>
            <a:ext cx="4535081" cy="2723593"/>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17" name="Text Placeholder 9">
            <a:extLst>
              <a:ext uri="{FF2B5EF4-FFF2-40B4-BE49-F238E27FC236}">
                <a16:creationId xmlns:a16="http://schemas.microsoft.com/office/drawing/2014/main" id="{B3616A90-E1DE-47A7-83AE-E8FD3279FFFD}"/>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mage slide layout">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972A6FBE-80C8-41A9-8F01-025A02D5F969}"/>
              </a:ext>
            </a:extLst>
          </p:cNvPr>
          <p:cNvSpPr>
            <a:spLocks noGrp="1"/>
          </p:cNvSpPr>
          <p:nvPr>
            <p:ph type="pic" sz="quarter" idx="14" hasCustomPrompt="1"/>
          </p:nvPr>
        </p:nvSpPr>
        <p:spPr>
          <a:xfrm>
            <a:off x="8133805" y="1987826"/>
            <a:ext cx="3312000" cy="4870174"/>
          </a:xfrm>
          <a:prstGeom prst="rect">
            <a:avLst/>
          </a:prstGeom>
          <a:solidFill>
            <a:schemeClr val="bg1">
              <a:lumMod val="95000"/>
            </a:schemeClr>
          </a:solidFill>
        </p:spPr>
        <p:txBody>
          <a:bodyPr anchor="ct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
        <p:nvSpPr>
          <p:cNvPr id="4" name="Rectangle 3">
            <a:extLst>
              <a:ext uri="{FF2B5EF4-FFF2-40B4-BE49-F238E27FC236}">
                <a16:creationId xmlns:a16="http://schemas.microsoft.com/office/drawing/2014/main" id="{B720DE8C-528D-4E98-90AA-3FF5AB518367}"/>
              </a:ext>
            </a:extLst>
          </p:cNvPr>
          <p:cNvSpPr/>
          <p:nvPr userDrawn="1"/>
        </p:nvSpPr>
        <p:spPr>
          <a:xfrm>
            <a:off x="8133805" y="0"/>
            <a:ext cx="3312000" cy="18601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
        <p:nvSpPr>
          <p:cNvPr id="5" name="그림 개체 틀 2">
            <a:extLst>
              <a:ext uri="{FF2B5EF4-FFF2-40B4-BE49-F238E27FC236}">
                <a16:creationId xmlns:a16="http://schemas.microsoft.com/office/drawing/2014/main" id="{0FD44402-6FEA-44E2-B1F9-3D7C76696CC9}"/>
              </a:ext>
            </a:extLst>
          </p:cNvPr>
          <p:cNvSpPr>
            <a:spLocks noGrp="1"/>
          </p:cNvSpPr>
          <p:nvPr>
            <p:ph type="pic" sz="quarter" idx="41" hasCustomPrompt="1"/>
          </p:nvPr>
        </p:nvSpPr>
        <p:spPr>
          <a:xfrm>
            <a:off x="4650651" y="0"/>
            <a:ext cx="3312000" cy="4870174"/>
          </a:xfrm>
          <a:prstGeom prst="rect">
            <a:avLst/>
          </a:prstGeom>
          <a:solidFill>
            <a:schemeClr val="bg1">
              <a:lumMod val="95000"/>
            </a:schemeClr>
          </a:solidFill>
        </p:spPr>
        <p:txBody>
          <a:bodyPr anchor="ct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
        <p:nvSpPr>
          <p:cNvPr id="6" name="Rectangle 5">
            <a:extLst>
              <a:ext uri="{FF2B5EF4-FFF2-40B4-BE49-F238E27FC236}">
                <a16:creationId xmlns:a16="http://schemas.microsoft.com/office/drawing/2014/main" id="{E3756DB5-8E07-4BC7-AB2A-BC8D03EDE6CB}"/>
              </a:ext>
            </a:extLst>
          </p:cNvPr>
          <p:cNvSpPr/>
          <p:nvPr userDrawn="1"/>
        </p:nvSpPr>
        <p:spPr>
          <a:xfrm>
            <a:off x="4650651" y="4997807"/>
            <a:ext cx="3312000" cy="18601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Tree>
    <p:extLst>
      <p:ext uri="{BB962C8B-B14F-4D97-AF65-F5344CB8AC3E}">
        <p14:creationId xmlns:p14="http://schemas.microsoft.com/office/powerpoint/2010/main" val="4381407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45B078-9C2E-4F0F-A743-1BD2E374A3F2}"/>
              </a:ext>
            </a:extLst>
          </p:cNvPr>
          <p:cNvSpPr/>
          <p:nvPr userDrawn="1"/>
        </p:nvSpPr>
        <p:spPr>
          <a:xfrm>
            <a:off x="0" y="3254185"/>
            <a:ext cx="12192000" cy="1296144"/>
          </a:xfrm>
          <a:prstGeom prst="rect">
            <a:avLst/>
          </a:prstGeom>
          <a:solidFill>
            <a:schemeClr val="accent6"/>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3" name="Group 8">
            <a:extLst>
              <a:ext uri="{FF2B5EF4-FFF2-40B4-BE49-F238E27FC236}">
                <a16:creationId xmlns:a16="http://schemas.microsoft.com/office/drawing/2014/main" id="{346031F5-1B63-4620-8505-DE5C4A40B24C}"/>
              </a:ext>
            </a:extLst>
          </p:cNvPr>
          <p:cNvGrpSpPr/>
          <p:nvPr userDrawn="1"/>
        </p:nvGrpSpPr>
        <p:grpSpPr>
          <a:xfrm>
            <a:off x="741800" y="1570966"/>
            <a:ext cx="2520000" cy="4680000"/>
            <a:chOff x="445712" y="1449040"/>
            <a:chExt cx="2520000" cy="4680000"/>
          </a:xfrm>
        </p:grpSpPr>
        <p:sp>
          <p:nvSpPr>
            <p:cNvPr id="4" name="Rounded Rectangle 3">
              <a:extLst>
                <a:ext uri="{FF2B5EF4-FFF2-40B4-BE49-F238E27FC236}">
                  <a16:creationId xmlns:a16="http://schemas.microsoft.com/office/drawing/2014/main" id="{FC27CB74-33CD-4A23-B325-C122DA66528C}"/>
                </a:ext>
              </a:extLst>
            </p:cNvPr>
            <p:cNvSpPr/>
            <p:nvPr userDrawn="1"/>
          </p:nvSpPr>
          <p:spPr>
            <a:xfrm>
              <a:off x="445712" y="1449040"/>
              <a:ext cx="2520000" cy="468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Rectangle 5">
              <a:extLst>
                <a:ext uri="{FF2B5EF4-FFF2-40B4-BE49-F238E27FC236}">
                  <a16:creationId xmlns:a16="http://schemas.microsoft.com/office/drawing/2014/main" id="{58D7BEA8-16EF-49F6-A423-7760EDAB82F5}"/>
                </a:ext>
              </a:extLst>
            </p:cNvPr>
            <p:cNvSpPr/>
            <p:nvPr userDrawn="1"/>
          </p:nvSpPr>
          <p:spPr>
            <a:xfrm>
              <a:off x="1597700" y="1680321"/>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6" name="Group 1">
              <a:extLst>
                <a:ext uri="{FF2B5EF4-FFF2-40B4-BE49-F238E27FC236}">
                  <a16:creationId xmlns:a16="http://schemas.microsoft.com/office/drawing/2014/main" id="{ADA26798-7DB1-4A1B-8875-4A1F787E724F}"/>
                </a:ext>
              </a:extLst>
            </p:cNvPr>
            <p:cNvGrpSpPr/>
            <p:nvPr userDrawn="1"/>
          </p:nvGrpSpPr>
          <p:grpSpPr>
            <a:xfrm>
              <a:off x="1549420" y="5712364"/>
              <a:ext cx="312583" cy="312583"/>
              <a:chOff x="1570727" y="5532687"/>
              <a:chExt cx="312583" cy="312583"/>
            </a:xfrm>
          </p:grpSpPr>
          <p:sp>
            <p:nvSpPr>
              <p:cNvPr id="7" name="Oval 4">
                <a:extLst>
                  <a:ext uri="{FF2B5EF4-FFF2-40B4-BE49-F238E27FC236}">
                    <a16:creationId xmlns:a16="http://schemas.microsoft.com/office/drawing/2014/main" id="{3F0E6646-AD22-4810-B8E0-6B3AA6FA86A2}"/>
                  </a:ext>
                </a:extLst>
              </p:cNvPr>
              <p:cNvSpPr/>
              <p:nvPr userDrawn="1"/>
            </p:nvSpPr>
            <p:spPr>
              <a:xfrm>
                <a:off x="1570727" y="5532687"/>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 name="Rounded Rectangle 7">
                <a:extLst>
                  <a:ext uri="{FF2B5EF4-FFF2-40B4-BE49-F238E27FC236}">
                    <a16:creationId xmlns:a16="http://schemas.microsoft.com/office/drawing/2014/main" id="{84E7817A-50E1-44BF-B5F3-B2BEF3E94706}"/>
                  </a:ext>
                </a:extLst>
              </p:cNvPr>
              <p:cNvSpPr/>
              <p:nvPr userDrawn="1"/>
            </p:nvSpPr>
            <p:spPr>
              <a:xfrm>
                <a:off x="1655532" y="5616970"/>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9" name="Picture Placeholder 9">
            <a:extLst>
              <a:ext uri="{FF2B5EF4-FFF2-40B4-BE49-F238E27FC236}">
                <a16:creationId xmlns:a16="http://schemas.microsoft.com/office/drawing/2014/main" id="{FD8E3FD2-2332-4C3D-A627-541B7AFCAC9B}"/>
              </a:ext>
            </a:extLst>
          </p:cNvPr>
          <p:cNvSpPr>
            <a:spLocks noGrp="1"/>
          </p:cNvSpPr>
          <p:nvPr>
            <p:ph type="pic" sz="quarter" idx="10" hasCustomPrompt="1"/>
          </p:nvPr>
        </p:nvSpPr>
        <p:spPr>
          <a:xfrm>
            <a:off x="921680" y="1930403"/>
            <a:ext cx="2160240" cy="3744416"/>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latin typeface="+mn-lt"/>
              </a:defRPr>
            </a:lvl1pPr>
          </a:lstStyle>
          <a:p>
            <a:pPr marL="0" lvl="0" algn="ctr"/>
            <a:r>
              <a:rPr lang="en-US" altLang="ko-KR" dirty="0"/>
              <a:t>Place Your Picture Here</a:t>
            </a:r>
            <a:endParaRPr lang="ko-KR" altLang="en-US" dirty="0"/>
          </a:p>
        </p:txBody>
      </p:sp>
      <p:sp>
        <p:nvSpPr>
          <p:cNvPr id="10" name="Text Placeholder 9">
            <a:extLst>
              <a:ext uri="{FF2B5EF4-FFF2-40B4-BE49-F238E27FC236}">
                <a16:creationId xmlns:a16="http://schemas.microsoft.com/office/drawing/2014/main" id="{88439E42-0E0F-4CED-B659-F8D68A350182}"/>
              </a:ext>
            </a:extLst>
          </p:cNvPr>
          <p:cNvSpPr>
            <a:spLocks noGrp="1"/>
          </p:cNvSpPr>
          <p:nvPr>
            <p:ph type="body" sz="quarter" idx="11"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9188379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0C2BD9-6214-4567-96BE-E813DFC881B3}"/>
              </a:ext>
            </a:extLst>
          </p:cNvPr>
          <p:cNvSpPr>
            <a:spLocks noGrp="1"/>
          </p:cNvSpPr>
          <p:nvPr>
            <p:ph type="pic" idx="14" hasCustomPrompt="1"/>
          </p:nvPr>
        </p:nvSpPr>
        <p:spPr>
          <a:xfrm>
            <a:off x="3779656" y="1838324"/>
            <a:ext cx="8412345" cy="4067177"/>
          </a:xfrm>
          <a:custGeom>
            <a:avLst/>
            <a:gdLst>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1340647 w 8412345"/>
              <a:gd name="connsiteY8" fmla="*/ 3752847 h 4067177"/>
              <a:gd name="connsiteX9" fmla="*/ 2028961 w 8412345"/>
              <a:gd name="connsiteY9" fmla="*/ 3752847 h 4067177"/>
              <a:gd name="connsiteX10" fmla="*/ 2028961 w 8412345"/>
              <a:gd name="connsiteY10" fmla="*/ 3524256 h 4067177"/>
              <a:gd name="connsiteX11" fmla="*/ 1258986 w 8412345"/>
              <a:gd name="connsiteY11" fmla="*/ 3524256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2028961 w 8412345"/>
              <a:gd name="connsiteY10" fmla="*/ 3752847 h 4067177"/>
              <a:gd name="connsiteX11" fmla="*/ 1258986 w 8412345"/>
              <a:gd name="connsiteY11" fmla="*/ 3524256 h 4067177"/>
              <a:gd name="connsiteX12" fmla="*/ 0 w 8412345"/>
              <a:gd name="connsiteY12"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1258986 w 8412345"/>
              <a:gd name="connsiteY10" fmla="*/ 3524256 h 4067177"/>
              <a:gd name="connsiteX11" fmla="*/ 0 w 8412345"/>
              <a:gd name="connsiteY11"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258986 w 8412345"/>
              <a:gd name="connsiteY9" fmla="*/ 3524256 h 4067177"/>
              <a:gd name="connsiteX10" fmla="*/ 0 w 8412345"/>
              <a:gd name="connsiteY10"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0 w 8412345"/>
              <a:gd name="connsiteY9" fmla="*/ 0 h 4067177"/>
              <a:gd name="connsiteX0" fmla="*/ 8412344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0 w 8412345"/>
              <a:gd name="connsiteY8" fmla="*/ 0 h 4067177"/>
              <a:gd name="connsiteX0" fmla="*/ 8412344 w 8412345"/>
              <a:gd name="connsiteY0" fmla="*/ 3524256 h 4067177"/>
              <a:gd name="connsiteX1" fmla="*/ 8412344 w 8412345"/>
              <a:gd name="connsiteY1" fmla="*/ 3752847 h 4067177"/>
              <a:gd name="connsiteX2" fmla="*/ 8412344 w 8412345"/>
              <a:gd name="connsiteY2" fmla="*/ 3524256 h 4067177"/>
              <a:gd name="connsiteX3" fmla="*/ 0 w 8412345"/>
              <a:gd name="connsiteY3" fmla="*/ 0 h 4067177"/>
              <a:gd name="connsiteX4" fmla="*/ 8412345 w 8412345"/>
              <a:gd name="connsiteY4" fmla="*/ 0 h 4067177"/>
              <a:gd name="connsiteX5" fmla="*/ 8412345 w 8412345"/>
              <a:gd name="connsiteY5" fmla="*/ 4067177 h 4067177"/>
              <a:gd name="connsiteX6" fmla="*/ 1452936 w 8412345"/>
              <a:gd name="connsiteY6" fmla="*/ 4067177 h 4067177"/>
              <a:gd name="connsiteX7" fmla="*/ 0 w 8412345"/>
              <a:gd name="connsiteY7" fmla="*/ 0 h 4067177"/>
              <a:gd name="connsiteX0" fmla="*/ 0 w 8412345"/>
              <a:gd name="connsiteY0" fmla="*/ 0 h 4067177"/>
              <a:gd name="connsiteX1" fmla="*/ 8412345 w 8412345"/>
              <a:gd name="connsiteY1" fmla="*/ 0 h 4067177"/>
              <a:gd name="connsiteX2" fmla="*/ 8412345 w 8412345"/>
              <a:gd name="connsiteY2" fmla="*/ 4067177 h 4067177"/>
              <a:gd name="connsiteX3" fmla="*/ 1452936 w 8412345"/>
              <a:gd name="connsiteY3" fmla="*/ 4067177 h 4067177"/>
              <a:gd name="connsiteX4" fmla="*/ 0 w 8412345"/>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2345" h="4067177">
                <a:moveTo>
                  <a:pt x="0" y="0"/>
                </a:moveTo>
                <a:lnTo>
                  <a:pt x="8412345" y="0"/>
                </a:lnTo>
                <a:lnTo>
                  <a:pt x="8412345" y="4067177"/>
                </a:lnTo>
                <a:lnTo>
                  <a:pt x="1452936" y="4067177"/>
                </a:lnTo>
                <a:lnTo>
                  <a:pt x="0" y="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3" name="Picture Placeholder 33">
            <a:extLst>
              <a:ext uri="{FF2B5EF4-FFF2-40B4-BE49-F238E27FC236}">
                <a16:creationId xmlns:a16="http://schemas.microsoft.com/office/drawing/2014/main" id="{98249CAB-AC39-4CCE-919B-8382181E4BB3}"/>
              </a:ext>
            </a:extLst>
          </p:cNvPr>
          <p:cNvSpPr>
            <a:spLocks noGrp="1"/>
          </p:cNvSpPr>
          <p:nvPr>
            <p:ph type="pic" idx="15" hasCustomPrompt="1"/>
          </p:nvPr>
        </p:nvSpPr>
        <p:spPr>
          <a:xfrm>
            <a:off x="0" y="1285875"/>
            <a:ext cx="4432248" cy="4067177"/>
          </a:xfrm>
          <a:custGeom>
            <a:avLst/>
            <a:gdLst>
              <a:gd name="connsiteX0" fmla="*/ 0 w 4432248"/>
              <a:gd name="connsiteY0" fmla="*/ 0 h 4067177"/>
              <a:gd name="connsiteX1" fmla="*/ 571500 w 4432248"/>
              <a:gd name="connsiteY1" fmla="*/ 0 h 4067177"/>
              <a:gd name="connsiteX2" fmla="*/ 904875 w 4432248"/>
              <a:gd name="connsiteY2" fmla="*/ 0 h 4067177"/>
              <a:gd name="connsiteX3" fmla="*/ 2979312 w 4432248"/>
              <a:gd name="connsiteY3" fmla="*/ 0 h 4067177"/>
              <a:gd name="connsiteX4" fmla="*/ 4432248 w 4432248"/>
              <a:gd name="connsiteY4" fmla="*/ 4067177 h 4067177"/>
              <a:gd name="connsiteX5" fmla="*/ 571500 w 4432248"/>
              <a:gd name="connsiteY5" fmla="*/ 4067177 h 4067177"/>
              <a:gd name="connsiteX6" fmla="*/ 571500 w 4432248"/>
              <a:gd name="connsiteY6" fmla="*/ 4067175 h 4067177"/>
              <a:gd name="connsiteX7" fmla="*/ 0 w 4432248"/>
              <a:gd name="connsiteY7" fmla="*/ 4067175 h 4067177"/>
              <a:gd name="connsiteX0" fmla="*/ 0 w 4432248"/>
              <a:gd name="connsiteY0" fmla="*/ 0 h 4067177"/>
              <a:gd name="connsiteX1" fmla="*/ 571500 w 4432248"/>
              <a:gd name="connsiteY1" fmla="*/ 0 h 4067177"/>
              <a:gd name="connsiteX2" fmla="*/ 2979312 w 4432248"/>
              <a:gd name="connsiteY2" fmla="*/ 0 h 4067177"/>
              <a:gd name="connsiteX3" fmla="*/ 4432248 w 4432248"/>
              <a:gd name="connsiteY3" fmla="*/ 4067177 h 4067177"/>
              <a:gd name="connsiteX4" fmla="*/ 571500 w 4432248"/>
              <a:gd name="connsiteY4" fmla="*/ 4067177 h 4067177"/>
              <a:gd name="connsiteX5" fmla="*/ 571500 w 4432248"/>
              <a:gd name="connsiteY5" fmla="*/ 4067175 h 4067177"/>
              <a:gd name="connsiteX6" fmla="*/ 0 w 4432248"/>
              <a:gd name="connsiteY6" fmla="*/ 4067175 h 4067177"/>
              <a:gd name="connsiteX7" fmla="*/ 0 w 4432248"/>
              <a:gd name="connsiteY7"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571500 w 4432248"/>
              <a:gd name="connsiteY4" fmla="*/ 4067175 h 4067177"/>
              <a:gd name="connsiteX5" fmla="*/ 0 w 4432248"/>
              <a:gd name="connsiteY5" fmla="*/ 4067175 h 4067177"/>
              <a:gd name="connsiteX6" fmla="*/ 0 w 4432248"/>
              <a:gd name="connsiteY6"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0 w 4432248"/>
              <a:gd name="connsiteY4" fmla="*/ 4067175 h 4067177"/>
              <a:gd name="connsiteX5" fmla="*/ 0 w 4432248"/>
              <a:gd name="connsiteY5" fmla="*/ 0 h 4067177"/>
              <a:gd name="connsiteX0" fmla="*/ 0 w 4432248"/>
              <a:gd name="connsiteY0" fmla="*/ 0 h 4067177"/>
              <a:gd name="connsiteX1" fmla="*/ 2979312 w 4432248"/>
              <a:gd name="connsiteY1" fmla="*/ 0 h 4067177"/>
              <a:gd name="connsiteX2" fmla="*/ 4432248 w 4432248"/>
              <a:gd name="connsiteY2" fmla="*/ 4067177 h 4067177"/>
              <a:gd name="connsiteX3" fmla="*/ 0 w 4432248"/>
              <a:gd name="connsiteY3" fmla="*/ 4067175 h 4067177"/>
              <a:gd name="connsiteX4" fmla="*/ 0 w 4432248"/>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2248" h="4067177">
                <a:moveTo>
                  <a:pt x="0" y="0"/>
                </a:moveTo>
                <a:lnTo>
                  <a:pt x="2979312" y="0"/>
                </a:lnTo>
                <a:lnTo>
                  <a:pt x="4432248" y="4067177"/>
                </a:lnTo>
                <a:lnTo>
                  <a:pt x="0" y="4067175"/>
                </a:lnTo>
                <a:lnTo>
                  <a:pt x="0" y="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7509740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6D0E4AAB-0F04-4DBA-B80B-E677726620AB}"/>
              </a:ext>
            </a:extLst>
          </p:cNvPr>
          <p:cNvSpPr>
            <a:spLocks noGrp="1"/>
          </p:cNvSpPr>
          <p:nvPr>
            <p:ph type="pic" sz="quarter" idx="10" hasCustomPrompt="1"/>
          </p:nvPr>
        </p:nvSpPr>
        <p:spPr>
          <a:xfrm>
            <a:off x="0" y="-1"/>
            <a:ext cx="12192000" cy="4580547"/>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latin typeface="+mn-lt"/>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905695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0343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638200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661148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219511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527804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12439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037039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026515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316291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533079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2698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5541546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7_Contents slide layout">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F949C55-7049-48E6-BF47-20C885196F95}"/>
              </a:ext>
            </a:extLst>
          </p:cNvPr>
          <p:cNvSpPr/>
          <p:nvPr userDrawn="1"/>
        </p:nvSpPr>
        <p:spPr>
          <a:xfrm>
            <a:off x="0" y="5724052"/>
            <a:ext cx="7228116" cy="530052"/>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3" name="Group 2">
            <a:extLst>
              <a:ext uri="{FF2B5EF4-FFF2-40B4-BE49-F238E27FC236}">
                <a16:creationId xmlns:a16="http://schemas.microsoft.com/office/drawing/2014/main" id="{5B6E9378-3AE8-4175-BFF9-D4A80A07DBEA}"/>
              </a:ext>
            </a:extLst>
          </p:cNvPr>
          <p:cNvGrpSpPr/>
          <p:nvPr userDrawn="1"/>
        </p:nvGrpSpPr>
        <p:grpSpPr>
          <a:xfrm>
            <a:off x="738218" y="2580613"/>
            <a:ext cx="6123410" cy="3364399"/>
            <a:chOff x="-548507" y="477868"/>
            <a:chExt cx="11570449" cy="6357177"/>
          </a:xfrm>
        </p:grpSpPr>
        <p:sp>
          <p:nvSpPr>
            <p:cNvPr id="4" name="Freeform: Shape 3">
              <a:extLst>
                <a:ext uri="{FF2B5EF4-FFF2-40B4-BE49-F238E27FC236}">
                  <a16:creationId xmlns:a16="http://schemas.microsoft.com/office/drawing/2014/main" id="{0910F74B-EC52-4773-BC59-A95B4A2C6E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7FF96CEC-5ECE-4416-AB10-FE34AE7BAF1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7F755C6F-D202-4C89-B564-B246B06F1F6D}"/>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62E5B49-F2D4-4500-B669-8FBE9BB5834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F77D40F1-5CB3-48EE-924E-6E3223E10226}"/>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9AFA37A4-144E-4F6B-A5A4-A8C4BBDC697A}"/>
                </a:ext>
              </a:extLst>
            </p:cNvPr>
            <p:cNvGrpSpPr/>
            <p:nvPr/>
          </p:nvGrpSpPr>
          <p:grpSpPr>
            <a:xfrm>
              <a:off x="1606" y="6382978"/>
              <a:ext cx="413937" cy="115242"/>
              <a:chOff x="5955" y="6353672"/>
              <a:chExt cx="413937" cy="115242"/>
            </a:xfrm>
          </p:grpSpPr>
          <p:sp>
            <p:nvSpPr>
              <p:cNvPr id="14" name="Rectangle: Rounded Corners 13">
                <a:extLst>
                  <a:ext uri="{FF2B5EF4-FFF2-40B4-BE49-F238E27FC236}">
                    <a16:creationId xmlns:a16="http://schemas.microsoft.com/office/drawing/2014/main" id="{BA89A6E2-E8EB-4AD0-85F6-B0A17B2422D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8314224-AFA8-48BD-BEE7-13ED7B48495E}"/>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E6139F3-8852-433B-9901-75B623701259}"/>
                </a:ext>
              </a:extLst>
            </p:cNvPr>
            <p:cNvGrpSpPr/>
            <p:nvPr/>
          </p:nvGrpSpPr>
          <p:grpSpPr>
            <a:xfrm>
              <a:off x="9855291" y="6381600"/>
              <a:ext cx="885989" cy="115242"/>
              <a:chOff x="5955" y="6353672"/>
              <a:chExt cx="413937" cy="115242"/>
            </a:xfrm>
          </p:grpSpPr>
          <p:sp>
            <p:nvSpPr>
              <p:cNvPr id="12" name="Rectangle: Rounded Corners 11">
                <a:extLst>
                  <a:ext uri="{FF2B5EF4-FFF2-40B4-BE49-F238E27FC236}">
                    <a16:creationId xmlns:a16="http://schemas.microsoft.com/office/drawing/2014/main" id="{8EFA1CC8-0444-4599-AC49-BA67BBF07DD2}"/>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768C533-0E1A-45D1-A3AF-081C6C4A09E2}"/>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0">
              <a:extLst>
                <a:ext uri="{FF2B5EF4-FFF2-40B4-BE49-F238E27FC236}">
                  <a16:creationId xmlns:a16="http://schemas.microsoft.com/office/drawing/2014/main" id="{9F295247-3F7C-4048-9891-FA9EC6DCF741}"/>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Picture Placeholder 2">
            <a:extLst>
              <a:ext uri="{FF2B5EF4-FFF2-40B4-BE49-F238E27FC236}">
                <a16:creationId xmlns:a16="http://schemas.microsoft.com/office/drawing/2014/main" id="{7BB75F30-01AA-4ED9-8798-66B87A667AAA}"/>
              </a:ext>
            </a:extLst>
          </p:cNvPr>
          <p:cNvSpPr>
            <a:spLocks noGrp="1"/>
          </p:cNvSpPr>
          <p:nvPr>
            <p:ph type="pic" idx="11" hasCustomPrompt="1"/>
          </p:nvPr>
        </p:nvSpPr>
        <p:spPr>
          <a:xfrm>
            <a:off x="1560919" y="2771971"/>
            <a:ext cx="4535081" cy="2723593"/>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17" name="Text Placeholder 9">
            <a:extLst>
              <a:ext uri="{FF2B5EF4-FFF2-40B4-BE49-F238E27FC236}">
                <a16:creationId xmlns:a16="http://schemas.microsoft.com/office/drawing/2014/main" id="{B3616A90-E1DE-47A7-83AE-E8FD3279FFFD}"/>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9899736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Picture Placeholder 2">
            <a:extLst>
              <a:ext uri="{FF2B5EF4-FFF2-40B4-BE49-F238E27FC236}">
                <a16:creationId xmlns:a16="http://schemas.microsoft.com/office/drawing/2014/main" id="{CB93A692-6FE4-459D-971B-4D9666573565}"/>
              </a:ext>
            </a:extLst>
          </p:cNvPr>
          <p:cNvSpPr>
            <a:spLocks noGrp="1"/>
          </p:cNvSpPr>
          <p:nvPr>
            <p:ph type="pic" idx="15" hasCustomPrompt="1"/>
          </p:nvPr>
        </p:nvSpPr>
        <p:spPr>
          <a:xfrm>
            <a:off x="3650190"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CE149D9E-74F2-422A-9403-DE25D7880EE3}"/>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0B5A09A4-9D5C-43E2-B67D-0F7F764E33B2}"/>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63E81662-E3DD-4893-A0D0-8BE33B2D3F55}"/>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41305735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45841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theme" Target="../theme/theme2.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theme" Target="../theme/theme4.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75" r:id="rId4"/>
    <p:sldLayoutId id="2147483676" r:id="rId5"/>
    <p:sldLayoutId id="2147483690" r:id="rId6"/>
    <p:sldLayoutId id="2147483678" r:id="rId7"/>
    <p:sldLayoutId id="2147483679" r:id="rId8"/>
    <p:sldLayoutId id="2147483680" r:id="rId9"/>
    <p:sldLayoutId id="2147483691" r:id="rId10"/>
    <p:sldLayoutId id="2147483682" r:id="rId11"/>
    <p:sldLayoutId id="2147483683" r:id="rId12"/>
    <p:sldLayoutId id="2147483684" r:id="rId13"/>
    <p:sldLayoutId id="2147483685" r:id="rId14"/>
    <p:sldLayoutId id="2147483686" r:id="rId15"/>
    <p:sldLayoutId id="2147483689" r:id="rId16"/>
    <p:sldLayoutId id="2147483687" r:id="rId17"/>
    <p:sldLayoutId id="2147483688" r:id="rId18"/>
    <p:sldLayoutId id="2147483671" r:id="rId19"/>
    <p:sldLayoutId id="2147483672" r:id="rId20"/>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4/11/2025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44149956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40" r:id="rId16"/>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7.xml"/><Relationship Id="rId5" Type="http://schemas.openxmlformats.org/officeDocument/2006/relationships/hyperlink" Target="https://creativecommons.org/licenses/by-nc-sa/3.0/" TargetMode="External"/><Relationship Id="rId4" Type="http://schemas.openxmlformats.org/officeDocument/2006/relationships/hyperlink" Target="http://www.hackplayers.com/2013/12/principales-certificaciones-seguridad-hacking.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AF0D90FD-3E28-4722-97C4-8CCC735E8F08}"/>
              </a:ext>
            </a:extLst>
          </p:cNvPr>
          <p:cNvSpPr txBox="1"/>
          <p:nvPr/>
        </p:nvSpPr>
        <p:spPr>
          <a:xfrm>
            <a:off x="7399893" y="516855"/>
            <a:ext cx="4496186" cy="2585323"/>
          </a:xfrm>
          <a:prstGeom prst="rect">
            <a:avLst/>
          </a:prstGeom>
          <a:noFill/>
        </p:spPr>
        <p:txBody>
          <a:bodyPr wrap="square" rtlCol="0" anchor="ctr">
            <a:spAutoFit/>
          </a:bodyPr>
          <a:lstStyle/>
          <a:p>
            <a:r>
              <a:rPr lang="en-US" sz="5400" dirty="0">
                <a:solidFill>
                  <a:schemeClr val="bg1"/>
                </a:solidFill>
                <a:latin typeface="+mj-lt"/>
              </a:rPr>
              <a:t>Chapter 1: Introduction to Security</a:t>
            </a:r>
            <a:endParaRPr lang="ko-KR" altLang="en-US" sz="5400" dirty="0">
              <a:solidFill>
                <a:schemeClr val="bg1"/>
              </a:solidFill>
              <a:latin typeface="+mj-lt"/>
              <a:cs typeface="Arial" pitchFamily="34" charset="0"/>
            </a:endParaRPr>
          </a:p>
        </p:txBody>
      </p:sp>
    </p:spTree>
    <p:extLst>
      <p:ext uri="{BB962C8B-B14F-4D97-AF65-F5344CB8AC3E}">
        <p14:creationId xmlns:p14="http://schemas.microsoft.com/office/powerpoint/2010/main" val="26528630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775063" y="455515"/>
            <a:ext cx="3761426" cy="1754326"/>
          </a:xfrm>
          <a:prstGeom prst="rect">
            <a:avLst/>
          </a:prstGeom>
          <a:noFill/>
        </p:spPr>
        <p:txBody>
          <a:bodyPr wrap="square" rtlCol="0" anchor="ctr">
            <a:spAutoFit/>
          </a:bodyPr>
          <a:lstStyle/>
          <a:p>
            <a:r>
              <a:rPr lang="en-US" altLang="ko-KR" sz="5400" dirty="0">
                <a:solidFill>
                  <a:schemeClr val="bg1"/>
                </a:solidFill>
                <a:cs typeface="Arial" pitchFamily="34" charset="0"/>
              </a:rPr>
              <a:t>Learning Objectives</a:t>
            </a:r>
            <a:endParaRPr lang="ko-KR" altLang="en-US" sz="5400" dirty="0">
              <a:solidFill>
                <a:schemeClr val="bg1"/>
              </a:solidFill>
              <a:cs typeface="Arial" pitchFamily="34" charset="0"/>
            </a:endParaRPr>
          </a:p>
        </p:txBody>
      </p:sp>
      <p:grpSp>
        <p:nvGrpSpPr>
          <p:cNvPr id="5" name="Group 4">
            <a:extLst>
              <a:ext uri="{FF2B5EF4-FFF2-40B4-BE49-F238E27FC236}">
                <a16:creationId xmlns:a16="http://schemas.microsoft.com/office/drawing/2014/main" id="{38877758-0130-4B47-B37B-2645E0648265}"/>
              </a:ext>
            </a:extLst>
          </p:cNvPr>
          <p:cNvGrpSpPr/>
          <p:nvPr/>
        </p:nvGrpSpPr>
        <p:grpSpPr>
          <a:xfrm>
            <a:off x="6096000" y="1344319"/>
            <a:ext cx="4815287" cy="1200329"/>
            <a:chOff x="756138" y="1100479"/>
            <a:chExt cx="4815287" cy="1200329"/>
          </a:xfrm>
        </p:grpSpPr>
        <p:sp>
          <p:nvSpPr>
            <p:cNvPr id="6" name="TextBox 5">
              <a:extLst>
                <a:ext uri="{FF2B5EF4-FFF2-40B4-BE49-F238E27FC236}">
                  <a16:creationId xmlns:a16="http://schemas.microsoft.com/office/drawing/2014/main" id="{2947E2A2-80C5-4050-946D-2423EA7FB990}"/>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1">
                      <a:alpha val="40000"/>
                    </a:schemeClr>
                  </a:solidFill>
                  <a:cs typeface="Arial" pitchFamily="34" charset="0"/>
                </a:rPr>
                <a:t>01</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3ED9CA4B-818D-4FC2-B606-12A65F5454AA}"/>
                </a:ext>
              </a:extLst>
            </p:cNvPr>
            <p:cNvSpPr txBox="1"/>
            <p:nvPr/>
          </p:nvSpPr>
          <p:spPr>
            <a:xfrm>
              <a:off x="1923585" y="1414027"/>
              <a:ext cx="3647840" cy="584775"/>
            </a:xfrm>
            <a:prstGeom prst="rect">
              <a:avLst/>
            </a:prstGeom>
            <a:noFill/>
          </p:spPr>
          <p:txBody>
            <a:bodyPr wrap="square" rtlCol="0" anchor="ctr">
              <a:spAutoFit/>
            </a:bodyPr>
            <a:lstStyle/>
            <a:p>
              <a:pPr algn="l"/>
              <a:r>
                <a:rPr lang="en-GB" sz="1600" b="0" i="0" u="none" strike="noStrike" baseline="0" dirty="0">
                  <a:solidFill>
                    <a:schemeClr val="bg1"/>
                  </a:solidFill>
                  <a:latin typeface="Rooney-Regular"/>
                </a:rPr>
                <a:t>Explain the challenges of securing information</a:t>
              </a:r>
            </a:p>
          </p:txBody>
        </p:sp>
      </p:grpSp>
      <p:grpSp>
        <p:nvGrpSpPr>
          <p:cNvPr id="10" name="Group 9">
            <a:extLst>
              <a:ext uri="{FF2B5EF4-FFF2-40B4-BE49-F238E27FC236}">
                <a16:creationId xmlns:a16="http://schemas.microsoft.com/office/drawing/2014/main" id="{DE430930-E28C-4495-AA16-BE8B4280B144}"/>
              </a:ext>
            </a:extLst>
          </p:cNvPr>
          <p:cNvGrpSpPr/>
          <p:nvPr/>
        </p:nvGrpSpPr>
        <p:grpSpPr>
          <a:xfrm>
            <a:off x="6096000" y="2498130"/>
            <a:ext cx="4815287" cy="1200329"/>
            <a:chOff x="756138" y="1100479"/>
            <a:chExt cx="4815287" cy="1200329"/>
          </a:xfrm>
        </p:grpSpPr>
        <p:sp>
          <p:nvSpPr>
            <p:cNvPr id="11" name="TextBox 10">
              <a:extLst>
                <a:ext uri="{FF2B5EF4-FFF2-40B4-BE49-F238E27FC236}">
                  <a16:creationId xmlns:a16="http://schemas.microsoft.com/office/drawing/2014/main" id="{D4042D83-6D94-4C7D-AF7E-6001991A5C32}"/>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2">
                      <a:alpha val="40000"/>
                    </a:schemeClr>
                  </a:solidFill>
                  <a:cs typeface="Arial" pitchFamily="34" charset="0"/>
                </a:rPr>
                <a:t>02</a:t>
              </a:r>
              <a:endParaRPr lang="ko-KR" altLang="en-US" sz="7200" b="1" dirty="0">
                <a:solidFill>
                  <a:schemeClr val="accent2">
                    <a:alpha val="40000"/>
                  </a:schemeClr>
                </a:solidFill>
                <a:cs typeface="Arial" pitchFamily="34" charset="0"/>
              </a:endParaRPr>
            </a:p>
          </p:txBody>
        </p:sp>
        <p:sp>
          <p:nvSpPr>
            <p:cNvPr id="14" name="TextBox 13">
              <a:extLst>
                <a:ext uri="{FF2B5EF4-FFF2-40B4-BE49-F238E27FC236}">
                  <a16:creationId xmlns:a16="http://schemas.microsoft.com/office/drawing/2014/main" id="{80265188-9BE9-4313-A539-6528A964AACD}"/>
                </a:ext>
              </a:extLst>
            </p:cNvPr>
            <p:cNvSpPr txBox="1"/>
            <p:nvPr/>
          </p:nvSpPr>
          <p:spPr>
            <a:xfrm>
              <a:off x="1923585" y="1414028"/>
              <a:ext cx="3647840" cy="584775"/>
            </a:xfrm>
            <a:prstGeom prst="rect">
              <a:avLst/>
            </a:prstGeom>
            <a:noFill/>
          </p:spPr>
          <p:txBody>
            <a:bodyPr wrap="square" rtlCol="0" anchor="ctr">
              <a:spAutoFit/>
            </a:bodyPr>
            <a:lstStyle/>
            <a:p>
              <a:pPr algn="l"/>
              <a:r>
                <a:rPr lang="en-GB" sz="1600" b="0" i="0" u="none" strike="noStrike" baseline="0" dirty="0">
                  <a:solidFill>
                    <a:schemeClr val="bg1"/>
                  </a:solidFill>
                  <a:latin typeface="Rooney-Regular"/>
                </a:rPr>
                <a:t>Define information security and explain why it is important</a:t>
              </a:r>
            </a:p>
          </p:txBody>
        </p:sp>
      </p:grpSp>
      <p:grpSp>
        <p:nvGrpSpPr>
          <p:cNvPr id="15" name="Group 14">
            <a:extLst>
              <a:ext uri="{FF2B5EF4-FFF2-40B4-BE49-F238E27FC236}">
                <a16:creationId xmlns:a16="http://schemas.microsoft.com/office/drawing/2014/main" id="{6597F79A-37DD-44B2-A79B-C1F933227444}"/>
              </a:ext>
            </a:extLst>
          </p:cNvPr>
          <p:cNvGrpSpPr/>
          <p:nvPr/>
        </p:nvGrpSpPr>
        <p:grpSpPr>
          <a:xfrm>
            <a:off x="6096000" y="3710001"/>
            <a:ext cx="4815287" cy="1200329"/>
            <a:chOff x="756138" y="1100479"/>
            <a:chExt cx="4815287" cy="1200329"/>
          </a:xfrm>
        </p:grpSpPr>
        <p:sp>
          <p:nvSpPr>
            <p:cNvPr id="16" name="TextBox 15">
              <a:extLst>
                <a:ext uri="{FF2B5EF4-FFF2-40B4-BE49-F238E27FC236}">
                  <a16:creationId xmlns:a16="http://schemas.microsoft.com/office/drawing/2014/main" id="{6290E45A-078D-4537-9792-CA96313E8A83}"/>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3">
                      <a:alpha val="40000"/>
                    </a:schemeClr>
                  </a:solidFill>
                  <a:cs typeface="Arial" pitchFamily="34" charset="0"/>
                </a:rPr>
                <a:t>03</a:t>
              </a:r>
              <a:endParaRPr lang="ko-KR" altLang="en-US" sz="7200" b="1" dirty="0">
                <a:solidFill>
                  <a:schemeClr val="accent3">
                    <a:alpha val="40000"/>
                  </a:schemeClr>
                </a:solidFill>
                <a:cs typeface="Arial" pitchFamily="34" charset="0"/>
              </a:endParaRPr>
            </a:p>
          </p:txBody>
        </p:sp>
        <p:sp>
          <p:nvSpPr>
            <p:cNvPr id="19" name="TextBox 18">
              <a:extLst>
                <a:ext uri="{FF2B5EF4-FFF2-40B4-BE49-F238E27FC236}">
                  <a16:creationId xmlns:a16="http://schemas.microsoft.com/office/drawing/2014/main" id="{5C49DD5E-A68F-4ACA-895F-B6F1AFD2783A}"/>
                </a:ext>
              </a:extLst>
            </p:cNvPr>
            <p:cNvSpPr txBox="1"/>
            <p:nvPr/>
          </p:nvSpPr>
          <p:spPr>
            <a:xfrm>
              <a:off x="1923585" y="1414028"/>
              <a:ext cx="3647840" cy="584775"/>
            </a:xfrm>
            <a:prstGeom prst="rect">
              <a:avLst/>
            </a:prstGeom>
            <a:noFill/>
          </p:spPr>
          <p:txBody>
            <a:bodyPr wrap="square" rtlCol="0" anchor="ctr">
              <a:spAutoFit/>
            </a:bodyPr>
            <a:lstStyle/>
            <a:p>
              <a:pPr algn="l"/>
              <a:r>
                <a:rPr lang="en-GB" sz="1600" b="0" i="0" u="none" strike="noStrike" baseline="0" dirty="0">
                  <a:solidFill>
                    <a:schemeClr val="bg1"/>
                  </a:solidFill>
                  <a:latin typeface="Rooney-Regular"/>
                </a:rPr>
                <a:t>Identify the types of threat actors that are common today</a:t>
              </a:r>
            </a:p>
          </p:txBody>
        </p:sp>
      </p:grpSp>
      <p:grpSp>
        <p:nvGrpSpPr>
          <p:cNvPr id="24" name="Group 23">
            <a:extLst>
              <a:ext uri="{FF2B5EF4-FFF2-40B4-BE49-F238E27FC236}">
                <a16:creationId xmlns:a16="http://schemas.microsoft.com/office/drawing/2014/main" id="{AF4CD16D-AD24-4892-94BE-1006B4F5FAAC}"/>
              </a:ext>
            </a:extLst>
          </p:cNvPr>
          <p:cNvGrpSpPr/>
          <p:nvPr/>
        </p:nvGrpSpPr>
        <p:grpSpPr>
          <a:xfrm>
            <a:off x="6096000" y="4943223"/>
            <a:ext cx="4815287" cy="1200329"/>
            <a:chOff x="756138" y="1100479"/>
            <a:chExt cx="4815287" cy="1200329"/>
          </a:xfrm>
        </p:grpSpPr>
        <p:sp>
          <p:nvSpPr>
            <p:cNvPr id="25" name="TextBox 24">
              <a:extLst>
                <a:ext uri="{FF2B5EF4-FFF2-40B4-BE49-F238E27FC236}">
                  <a16:creationId xmlns:a16="http://schemas.microsoft.com/office/drawing/2014/main" id="{F67B840D-DE3D-4475-910C-64B2DAF987DC}"/>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2">
                      <a:alpha val="40000"/>
                    </a:schemeClr>
                  </a:solidFill>
                  <a:cs typeface="Arial" pitchFamily="34" charset="0"/>
                </a:rPr>
                <a:t>04</a:t>
              </a:r>
              <a:endParaRPr lang="ko-KR" altLang="en-US" sz="7200" b="1" dirty="0">
                <a:solidFill>
                  <a:schemeClr val="accent2">
                    <a:alpha val="40000"/>
                  </a:schemeClr>
                </a:solidFill>
                <a:cs typeface="Arial" pitchFamily="34" charset="0"/>
              </a:endParaRPr>
            </a:p>
          </p:txBody>
        </p:sp>
        <p:sp>
          <p:nvSpPr>
            <p:cNvPr id="26" name="TextBox 25">
              <a:extLst>
                <a:ext uri="{FF2B5EF4-FFF2-40B4-BE49-F238E27FC236}">
                  <a16:creationId xmlns:a16="http://schemas.microsoft.com/office/drawing/2014/main" id="{3850F44D-C732-4FDD-994F-4783F3011FE0}"/>
                </a:ext>
              </a:extLst>
            </p:cNvPr>
            <p:cNvSpPr txBox="1"/>
            <p:nvPr/>
          </p:nvSpPr>
          <p:spPr>
            <a:xfrm>
              <a:off x="1923585" y="1537138"/>
              <a:ext cx="3647840" cy="338554"/>
            </a:xfrm>
            <a:prstGeom prst="rect">
              <a:avLst/>
            </a:prstGeom>
            <a:noFill/>
          </p:spPr>
          <p:txBody>
            <a:bodyPr wrap="square" rtlCol="0" anchor="ctr">
              <a:spAutoFit/>
            </a:bodyPr>
            <a:lstStyle/>
            <a:p>
              <a:pPr algn="l"/>
              <a:r>
                <a:rPr lang="en-GB" sz="1600" b="0" i="0" u="none" strike="noStrike" baseline="0" dirty="0">
                  <a:solidFill>
                    <a:schemeClr val="bg1"/>
                  </a:solidFill>
                  <a:latin typeface="Rooney-Regular"/>
                </a:rPr>
                <a:t>Describe how to defend against attacks</a:t>
              </a:r>
              <a:endParaRPr lang="en-US" altLang="ko-KR" sz="1100" dirty="0">
                <a:solidFill>
                  <a:schemeClr val="bg1"/>
                </a:solidFill>
                <a:cs typeface="Arial" pitchFamily="34" charset="0"/>
              </a:endParaRPr>
            </a:p>
          </p:txBody>
        </p:sp>
      </p:grpSp>
    </p:spTree>
    <p:extLst>
      <p:ext uri="{BB962C8B-B14F-4D97-AF65-F5344CB8AC3E}">
        <p14:creationId xmlns:p14="http://schemas.microsoft.com/office/powerpoint/2010/main" val="37849891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Introduction</a:t>
            </a:r>
          </a:p>
        </p:txBody>
      </p:sp>
      <p:sp>
        <p:nvSpPr>
          <p:cNvPr id="4" name="TextBox 3">
            <a:extLst>
              <a:ext uri="{FF2B5EF4-FFF2-40B4-BE49-F238E27FC236}">
                <a16:creationId xmlns:a16="http://schemas.microsoft.com/office/drawing/2014/main" id="{042C95E0-D49E-40DD-BB3A-C76C9D225EB9}"/>
              </a:ext>
            </a:extLst>
          </p:cNvPr>
          <p:cNvSpPr txBox="1"/>
          <p:nvPr/>
        </p:nvSpPr>
        <p:spPr>
          <a:xfrm>
            <a:off x="1026851" y="1849100"/>
            <a:ext cx="10138298" cy="3949799"/>
          </a:xfrm>
          <a:prstGeom prst="rect">
            <a:avLst/>
          </a:prstGeom>
          <a:noFill/>
        </p:spPr>
        <p:txBody>
          <a:bodyPr wrap="square">
            <a:spAutoFit/>
          </a:bodyPr>
          <a:lstStyle/>
          <a:p>
            <a:pPr marL="342900" indent="-342900" algn="just">
              <a:spcAft>
                <a:spcPts val="150"/>
              </a:spcAft>
              <a:buBlip>
                <a:blip r:embed="rId2"/>
              </a:buBlip>
            </a:pPr>
            <a:r>
              <a:rPr lang="en-GB" sz="2000" b="0" i="0" u="none" strike="noStrike" baseline="0" dirty="0">
                <a:solidFill>
                  <a:srgbClr val="211808"/>
                </a:solidFill>
                <a:latin typeface="Rooney-Regular"/>
              </a:rPr>
              <a:t>One area that has also been an especially frequent target of attacks is information technology (IT). </a:t>
            </a:r>
          </a:p>
          <a:p>
            <a:pPr marL="342900" indent="-342900" algn="just">
              <a:spcAft>
                <a:spcPts val="150"/>
              </a:spcAft>
              <a:buBlip>
                <a:blip r:embed="rId2"/>
              </a:buBlip>
            </a:pPr>
            <a:r>
              <a:rPr lang="en-GB" sz="2000" b="0" i="0" u="none" strike="noStrike" baseline="0" dirty="0">
                <a:solidFill>
                  <a:srgbClr val="211808"/>
                </a:solidFill>
                <a:latin typeface="Rooney-Regular"/>
              </a:rPr>
              <a:t>A seemingly endless array of attacks is directed at individuals, schools, businesses, and governments through desktop computers, laptops, and smartphones. Internet web servers must resist thousands of attacks every day. </a:t>
            </a:r>
          </a:p>
          <a:p>
            <a:pPr marL="342900" indent="-342900" algn="just">
              <a:spcAft>
                <a:spcPts val="150"/>
              </a:spcAft>
              <a:buBlip>
                <a:blip r:embed="rId2"/>
              </a:buBlip>
            </a:pPr>
            <a:r>
              <a:rPr lang="en-GB" sz="2000" b="0" i="0" u="none" strike="noStrike" baseline="0" dirty="0">
                <a:solidFill>
                  <a:srgbClr val="211808"/>
                </a:solidFill>
                <a:latin typeface="Rooney-Regular"/>
              </a:rPr>
              <a:t>Identity theft using stolen electronic data has skyrocketed. </a:t>
            </a:r>
          </a:p>
          <a:p>
            <a:pPr marL="342900" indent="-342900" algn="just">
              <a:spcAft>
                <a:spcPts val="150"/>
              </a:spcAft>
              <a:buBlip>
                <a:blip r:embed="rId2"/>
              </a:buBlip>
            </a:pPr>
            <a:r>
              <a:rPr lang="en-GB" sz="2000" b="0" i="0" u="none" strike="noStrike" baseline="0" dirty="0">
                <a:solidFill>
                  <a:srgbClr val="211808"/>
                </a:solidFill>
                <a:latin typeface="Rooney-Regular"/>
              </a:rPr>
              <a:t>An unprotected computer connected to the Internet may be infected in fewer than 60 seconds. Viruses, phishing, worms, and botnets, virtually unheard of just a few years ago, are now part of our everyday technology vocabulary. </a:t>
            </a:r>
          </a:p>
          <a:p>
            <a:pPr marL="342900" indent="-342900" algn="just">
              <a:spcAft>
                <a:spcPts val="150"/>
              </a:spcAft>
              <a:buBlip>
                <a:blip r:embed="rId2"/>
              </a:buBlip>
            </a:pPr>
            <a:r>
              <a:rPr lang="en-GB" sz="2000" b="0" i="0" u="none" strike="noStrike" baseline="0" dirty="0">
                <a:solidFill>
                  <a:srgbClr val="211808"/>
                </a:solidFill>
                <a:latin typeface="Rooney-Regular"/>
              </a:rPr>
              <a:t>The need to defend against these attacks directed toward our technology devices has created an element of IT that is now at the very core of the industry Known as </a:t>
            </a:r>
            <a:r>
              <a:rPr lang="en-GB" sz="2000" b="0" i="1" u="none" strike="noStrike" baseline="0" dirty="0">
                <a:solidFill>
                  <a:srgbClr val="211808"/>
                </a:solidFill>
                <a:latin typeface="Rooney-RegularItalic"/>
              </a:rPr>
              <a:t>information security</a:t>
            </a:r>
            <a:r>
              <a:rPr lang="en-GB" sz="2000" b="0" i="0" u="none" strike="noStrike" baseline="0" dirty="0">
                <a:solidFill>
                  <a:srgbClr val="211808"/>
                </a:solidFill>
                <a:latin typeface="Rooney-Regular"/>
              </a:rPr>
              <a:t>, it is focused on protecting the electronic information of enterprises and users.</a:t>
            </a:r>
            <a:r>
              <a:rPr lang="en-GB" sz="2000" dirty="0"/>
              <a:t> </a:t>
            </a:r>
          </a:p>
        </p:txBody>
      </p:sp>
    </p:spTree>
    <p:extLst>
      <p:ext uri="{BB962C8B-B14F-4D97-AF65-F5344CB8AC3E}">
        <p14:creationId xmlns:p14="http://schemas.microsoft.com/office/powerpoint/2010/main" val="31139132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BB3ACD-39D6-4B07-B165-F979837486AA}"/>
              </a:ext>
            </a:extLst>
          </p:cNvPr>
          <p:cNvSpPr>
            <a:spLocks noGrp="1"/>
          </p:cNvSpPr>
          <p:nvPr>
            <p:ph type="body" sz="quarter" idx="10"/>
          </p:nvPr>
        </p:nvSpPr>
        <p:spPr>
          <a:xfrm>
            <a:off x="309401" y="283442"/>
            <a:ext cx="11573197" cy="724247"/>
          </a:xfrm>
        </p:spPr>
        <p:txBody>
          <a:bodyPr>
            <a:normAutofit/>
          </a:bodyPr>
          <a:lstStyle/>
          <a:p>
            <a:r>
              <a:rPr lang="en-GB" sz="3600" b="1" dirty="0">
                <a:solidFill>
                  <a:srgbClr val="211808"/>
                </a:solidFill>
                <a:latin typeface="Rooney-Regular"/>
              </a:rPr>
              <a:t>C</a:t>
            </a:r>
            <a:r>
              <a:rPr lang="en-GB" sz="3600" b="1" i="0" u="none" strike="noStrike" baseline="0" dirty="0">
                <a:solidFill>
                  <a:srgbClr val="211808"/>
                </a:solidFill>
                <a:latin typeface="Rooney-Regular"/>
              </a:rPr>
              <a:t>ategories of Information Security Personnel</a:t>
            </a:r>
            <a:endParaRPr lang="en-US" sz="8800" b="1" dirty="0"/>
          </a:p>
        </p:txBody>
      </p:sp>
      <p:sp>
        <p:nvSpPr>
          <p:cNvPr id="3" name="Rectangle 2">
            <a:extLst>
              <a:ext uri="{FF2B5EF4-FFF2-40B4-BE49-F238E27FC236}">
                <a16:creationId xmlns:a16="http://schemas.microsoft.com/office/drawing/2014/main" id="{643C3E9E-4EC3-4821-BCA4-B0D1D847EBF4}"/>
              </a:ext>
            </a:extLst>
          </p:cNvPr>
          <p:cNvSpPr/>
          <p:nvPr/>
        </p:nvSpPr>
        <p:spPr>
          <a:xfrm>
            <a:off x="3414446" y="992519"/>
            <a:ext cx="2124000" cy="504000"/>
          </a:xfrm>
          <a:prstGeom prst="rect">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4" name="Rectangle 3">
            <a:extLst>
              <a:ext uri="{FF2B5EF4-FFF2-40B4-BE49-F238E27FC236}">
                <a16:creationId xmlns:a16="http://schemas.microsoft.com/office/drawing/2014/main" id="{051932ED-1652-49F2-AA72-F2FDE7719792}"/>
              </a:ext>
            </a:extLst>
          </p:cNvPr>
          <p:cNvSpPr/>
          <p:nvPr/>
        </p:nvSpPr>
        <p:spPr>
          <a:xfrm>
            <a:off x="6167653" y="992519"/>
            <a:ext cx="2124000" cy="504000"/>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5" name="Rectangle 4">
            <a:extLst>
              <a:ext uri="{FF2B5EF4-FFF2-40B4-BE49-F238E27FC236}">
                <a16:creationId xmlns:a16="http://schemas.microsoft.com/office/drawing/2014/main" id="{4629CB70-36B2-402F-B95A-7CFC8B8BCAA4}"/>
              </a:ext>
            </a:extLst>
          </p:cNvPr>
          <p:cNvSpPr/>
          <p:nvPr/>
        </p:nvSpPr>
        <p:spPr>
          <a:xfrm>
            <a:off x="6401653" y="3869568"/>
            <a:ext cx="2124000" cy="724247"/>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6" name="Rectangle 5">
            <a:extLst>
              <a:ext uri="{FF2B5EF4-FFF2-40B4-BE49-F238E27FC236}">
                <a16:creationId xmlns:a16="http://schemas.microsoft.com/office/drawing/2014/main" id="{5AB4FE4B-0371-4E51-9700-9A6B0A19032F}"/>
              </a:ext>
            </a:extLst>
          </p:cNvPr>
          <p:cNvSpPr/>
          <p:nvPr/>
        </p:nvSpPr>
        <p:spPr>
          <a:xfrm>
            <a:off x="9154859" y="3869567"/>
            <a:ext cx="2124000" cy="724247"/>
          </a:xfrm>
          <a:prstGeom prst="rect">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7" name="Rectangle 8">
            <a:extLst>
              <a:ext uri="{FF2B5EF4-FFF2-40B4-BE49-F238E27FC236}">
                <a16:creationId xmlns:a16="http://schemas.microsoft.com/office/drawing/2014/main" id="{244FDFE5-080A-4A24-910B-F74E3769E550}"/>
              </a:ext>
            </a:extLst>
          </p:cNvPr>
          <p:cNvSpPr/>
          <p:nvPr/>
        </p:nvSpPr>
        <p:spPr>
          <a:xfrm>
            <a:off x="3414446" y="1498911"/>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8" name="Rectangle 8">
            <a:extLst>
              <a:ext uri="{FF2B5EF4-FFF2-40B4-BE49-F238E27FC236}">
                <a16:creationId xmlns:a16="http://schemas.microsoft.com/office/drawing/2014/main" id="{5EBA7746-82E3-4615-B9BD-423CDE591D07}"/>
              </a:ext>
            </a:extLst>
          </p:cNvPr>
          <p:cNvSpPr/>
          <p:nvPr/>
        </p:nvSpPr>
        <p:spPr>
          <a:xfrm>
            <a:off x="6167653" y="1498911"/>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9" name="Rectangle 8">
            <a:extLst>
              <a:ext uri="{FF2B5EF4-FFF2-40B4-BE49-F238E27FC236}">
                <a16:creationId xmlns:a16="http://schemas.microsoft.com/office/drawing/2014/main" id="{6CB89295-0DF0-4B74-9C21-C8C671297339}"/>
              </a:ext>
            </a:extLst>
          </p:cNvPr>
          <p:cNvSpPr/>
          <p:nvPr/>
        </p:nvSpPr>
        <p:spPr>
          <a:xfrm>
            <a:off x="6401653" y="4596207"/>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0" name="Rectangle 8">
            <a:extLst>
              <a:ext uri="{FF2B5EF4-FFF2-40B4-BE49-F238E27FC236}">
                <a16:creationId xmlns:a16="http://schemas.microsoft.com/office/drawing/2014/main" id="{1AD195CE-8614-4DC0-9918-F35E79F67026}"/>
              </a:ext>
            </a:extLst>
          </p:cNvPr>
          <p:cNvSpPr/>
          <p:nvPr/>
        </p:nvSpPr>
        <p:spPr>
          <a:xfrm>
            <a:off x="9154859" y="4596207"/>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684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Rectangle: Rounded Corners 10">
            <a:extLst>
              <a:ext uri="{FF2B5EF4-FFF2-40B4-BE49-F238E27FC236}">
                <a16:creationId xmlns:a16="http://schemas.microsoft.com/office/drawing/2014/main" id="{340F91F6-25DE-478B-8455-76425C1C6C73}"/>
              </a:ext>
            </a:extLst>
          </p:cNvPr>
          <p:cNvSpPr/>
          <p:nvPr/>
        </p:nvSpPr>
        <p:spPr>
          <a:xfrm>
            <a:off x="4224446" y="2737428"/>
            <a:ext cx="504000" cy="504000"/>
          </a:xfrm>
          <a:prstGeom prst="roundRect">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2" name="Rectangle: Rounded Corners 11">
            <a:extLst>
              <a:ext uri="{FF2B5EF4-FFF2-40B4-BE49-F238E27FC236}">
                <a16:creationId xmlns:a16="http://schemas.microsoft.com/office/drawing/2014/main" id="{68D5ED09-C595-4AEF-A3BF-93A0C1A8F9AB}"/>
              </a:ext>
            </a:extLst>
          </p:cNvPr>
          <p:cNvSpPr/>
          <p:nvPr/>
        </p:nvSpPr>
        <p:spPr>
          <a:xfrm>
            <a:off x="6977653" y="2737428"/>
            <a:ext cx="504000" cy="504000"/>
          </a:xfrm>
          <a:prstGeom prst="round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9" name="Text Placeholder 18">
            <a:extLst>
              <a:ext uri="{FF2B5EF4-FFF2-40B4-BE49-F238E27FC236}">
                <a16:creationId xmlns:a16="http://schemas.microsoft.com/office/drawing/2014/main" id="{66131E7C-B85B-41D0-8B12-AB2D07CDD6DC}"/>
              </a:ext>
            </a:extLst>
          </p:cNvPr>
          <p:cNvSpPr txBox="1">
            <a:spLocks/>
          </p:cNvSpPr>
          <p:nvPr/>
        </p:nvSpPr>
        <p:spPr>
          <a:xfrm>
            <a:off x="3648446" y="1548096"/>
            <a:ext cx="1656000" cy="316303"/>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altLang="ko-KR" sz="1400" b="1" dirty="0">
              <a:solidFill>
                <a:schemeClr val="tx1">
                  <a:lumMod val="75000"/>
                  <a:lumOff val="25000"/>
                </a:schemeClr>
              </a:solidFill>
            </a:endParaRPr>
          </a:p>
        </p:txBody>
      </p:sp>
      <p:sp>
        <p:nvSpPr>
          <p:cNvPr id="20" name="TextBox 19">
            <a:extLst>
              <a:ext uri="{FF2B5EF4-FFF2-40B4-BE49-F238E27FC236}">
                <a16:creationId xmlns:a16="http://schemas.microsoft.com/office/drawing/2014/main" id="{E9F54C7F-7BFA-4E4E-94B9-63DB6123A4F0}"/>
              </a:ext>
            </a:extLst>
          </p:cNvPr>
          <p:cNvSpPr txBox="1"/>
          <p:nvPr/>
        </p:nvSpPr>
        <p:spPr>
          <a:xfrm>
            <a:off x="3641909" y="1711185"/>
            <a:ext cx="1656000" cy="830997"/>
          </a:xfrm>
          <a:prstGeom prst="rect">
            <a:avLst/>
          </a:prstGeom>
          <a:noFill/>
        </p:spPr>
        <p:txBody>
          <a:bodyPr wrap="square" rtlCol="0">
            <a:spAutoFit/>
          </a:bodyPr>
          <a:lstStyle/>
          <a:p>
            <a:pPr algn="ctr"/>
            <a:r>
              <a:rPr lang="en-GB" sz="1200" dirty="0">
                <a:solidFill>
                  <a:srgbClr val="211808"/>
                </a:solidFill>
                <a:latin typeface="Rooney-Regular"/>
              </a:rPr>
              <a:t>A</a:t>
            </a:r>
            <a:r>
              <a:rPr lang="en-GB" sz="1200" b="0" i="0" u="none" strike="noStrike" baseline="0" dirty="0">
                <a:solidFill>
                  <a:srgbClr val="211808"/>
                </a:solidFill>
                <a:latin typeface="Rooney-Regular"/>
              </a:rPr>
              <a:t>dminister and manage plans, policies, and</a:t>
            </a:r>
          </a:p>
          <a:p>
            <a:pPr algn="ctr"/>
            <a:r>
              <a:rPr lang="en-GB" sz="1200" b="0" i="0" u="none" strike="noStrike" baseline="0" dirty="0">
                <a:solidFill>
                  <a:srgbClr val="211808"/>
                </a:solidFill>
                <a:latin typeface="Rooney-Regular"/>
              </a:rPr>
              <a:t>People.</a:t>
            </a:r>
            <a:endParaRPr lang="ko-KR" altLang="en-US" sz="1000" dirty="0">
              <a:solidFill>
                <a:schemeClr val="tx1">
                  <a:lumMod val="75000"/>
                  <a:lumOff val="25000"/>
                </a:schemeClr>
              </a:solidFill>
              <a:cs typeface="Arial" pitchFamily="34" charset="0"/>
            </a:endParaRPr>
          </a:p>
        </p:txBody>
      </p:sp>
      <p:sp>
        <p:nvSpPr>
          <p:cNvPr id="21" name="Text Placeholder 17">
            <a:extLst>
              <a:ext uri="{FF2B5EF4-FFF2-40B4-BE49-F238E27FC236}">
                <a16:creationId xmlns:a16="http://schemas.microsoft.com/office/drawing/2014/main" id="{6596EF40-92F6-4BF2-A6FD-A904AD5B0FA3}"/>
              </a:ext>
            </a:extLst>
          </p:cNvPr>
          <p:cNvSpPr txBox="1">
            <a:spLocks/>
          </p:cNvSpPr>
          <p:nvPr/>
        </p:nvSpPr>
        <p:spPr>
          <a:xfrm>
            <a:off x="3414446" y="1077487"/>
            <a:ext cx="2124000" cy="35619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600" b="1" dirty="0">
                <a:solidFill>
                  <a:srgbClr val="211808"/>
                </a:solidFill>
                <a:latin typeface="Rooney-RegularItalic"/>
              </a:rPr>
              <a:t>M</a:t>
            </a:r>
            <a:r>
              <a:rPr lang="en-GB" sz="1600" b="1" u="none" strike="noStrike" baseline="0" dirty="0">
                <a:solidFill>
                  <a:srgbClr val="211808"/>
                </a:solidFill>
                <a:latin typeface="Rooney-RegularItalic"/>
              </a:rPr>
              <a:t>anagerial personnel</a:t>
            </a:r>
            <a:endParaRPr lang="en-US" sz="1600" b="1" dirty="0">
              <a:solidFill>
                <a:schemeClr val="tx1">
                  <a:lumMod val="75000"/>
                  <a:lumOff val="25000"/>
                </a:schemeClr>
              </a:solidFill>
              <a:cs typeface="Arial" pitchFamily="34" charset="0"/>
            </a:endParaRPr>
          </a:p>
        </p:txBody>
      </p:sp>
      <p:sp>
        <p:nvSpPr>
          <p:cNvPr id="23" name="TextBox 22">
            <a:extLst>
              <a:ext uri="{FF2B5EF4-FFF2-40B4-BE49-F238E27FC236}">
                <a16:creationId xmlns:a16="http://schemas.microsoft.com/office/drawing/2014/main" id="{22A6D03A-F267-4451-A516-A08C83ED7B84}"/>
              </a:ext>
            </a:extLst>
          </p:cNvPr>
          <p:cNvSpPr txBox="1"/>
          <p:nvPr/>
        </p:nvSpPr>
        <p:spPr>
          <a:xfrm>
            <a:off x="6401653" y="1663790"/>
            <a:ext cx="1656000" cy="1015663"/>
          </a:xfrm>
          <a:prstGeom prst="rect">
            <a:avLst/>
          </a:prstGeom>
          <a:noFill/>
        </p:spPr>
        <p:txBody>
          <a:bodyPr wrap="square" rtlCol="0">
            <a:spAutoFit/>
          </a:bodyPr>
          <a:lstStyle/>
          <a:p>
            <a:pPr algn="ctr"/>
            <a:r>
              <a:rPr lang="en-GB" sz="1200" dirty="0">
                <a:solidFill>
                  <a:srgbClr val="211808"/>
                </a:solidFill>
                <a:latin typeface="Rooney-Regular"/>
              </a:rPr>
              <a:t>D</a:t>
            </a:r>
            <a:r>
              <a:rPr lang="en-GB" sz="1200" b="0" i="0" u="none" strike="noStrike" baseline="0" dirty="0">
                <a:solidFill>
                  <a:srgbClr val="211808"/>
                </a:solidFill>
                <a:latin typeface="Rooney-Regular"/>
              </a:rPr>
              <a:t>esigning,</a:t>
            </a:r>
          </a:p>
          <a:p>
            <a:pPr algn="ctr"/>
            <a:r>
              <a:rPr lang="en-GB" sz="1200" b="0" i="0" u="none" strike="noStrike" baseline="0" dirty="0">
                <a:solidFill>
                  <a:srgbClr val="211808"/>
                </a:solidFill>
                <a:latin typeface="Rooney-Regular"/>
              </a:rPr>
              <a:t>configuring, installing, and maintaining technical security equipment.</a:t>
            </a:r>
            <a:endParaRPr lang="ko-KR" altLang="en-US" sz="1000" dirty="0">
              <a:solidFill>
                <a:schemeClr val="tx1">
                  <a:lumMod val="75000"/>
                  <a:lumOff val="25000"/>
                </a:schemeClr>
              </a:solidFill>
              <a:cs typeface="Arial" pitchFamily="34" charset="0"/>
            </a:endParaRPr>
          </a:p>
        </p:txBody>
      </p:sp>
      <p:sp>
        <p:nvSpPr>
          <p:cNvPr id="24" name="Text Placeholder 17">
            <a:extLst>
              <a:ext uri="{FF2B5EF4-FFF2-40B4-BE49-F238E27FC236}">
                <a16:creationId xmlns:a16="http://schemas.microsoft.com/office/drawing/2014/main" id="{11CFCFE6-B26F-45CE-AFF7-5976AF61CFB8}"/>
              </a:ext>
            </a:extLst>
          </p:cNvPr>
          <p:cNvSpPr txBox="1">
            <a:spLocks/>
          </p:cNvSpPr>
          <p:nvPr/>
        </p:nvSpPr>
        <p:spPr>
          <a:xfrm>
            <a:off x="6297130" y="1060526"/>
            <a:ext cx="1890001" cy="39583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600" b="1" dirty="0">
                <a:solidFill>
                  <a:schemeClr val="tx1">
                    <a:lumMod val="75000"/>
                    <a:lumOff val="25000"/>
                  </a:schemeClr>
                </a:solidFill>
                <a:cs typeface="Arial" pitchFamily="34" charset="0"/>
              </a:rPr>
              <a:t>Technical Personnel</a:t>
            </a:r>
          </a:p>
        </p:txBody>
      </p:sp>
      <p:sp>
        <p:nvSpPr>
          <p:cNvPr id="26" name="TextBox 25">
            <a:extLst>
              <a:ext uri="{FF2B5EF4-FFF2-40B4-BE49-F238E27FC236}">
                <a16:creationId xmlns:a16="http://schemas.microsoft.com/office/drawing/2014/main" id="{0B8D5D36-7C04-49E9-A039-95A6081EF456}"/>
              </a:ext>
            </a:extLst>
          </p:cNvPr>
          <p:cNvSpPr txBox="1"/>
          <p:nvPr/>
        </p:nvSpPr>
        <p:spPr>
          <a:xfrm>
            <a:off x="6442115" y="4635314"/>
            <a:ext cx="2083538" cy="1384995"/>
          </a:xfrm>
          <a:prstGeom prst="rect">
            <a:avLst/>
          </a:prstGeom>
          <a:noFill/>
        </p:spPr>
        <p:txBody>
          <a:bodyPr wrap="square" rtlCol="0">
            <a:spAutoFit/>
          </a:bodyPr>
          <a:lstStyle/>
          <a:p>
            <a:pPr algn="ctr"/>
            <a:r>
              <a:rPr lang="en-GB" sz="1200" b="0" i="0" u="none" strike="noStrike" baseline="0" dirty="0">
                <a:solidFill>
                  <a:srgbClr val="211808"/>
                </a:solidFill>
                <a:latin typeface="Rooney-Regular"/>
              </a:rPr>
              <a:t>A security administrator manages daily operations of</a:t>
            </a:r>
          </a:p>
          <a:p>
            <a:pPr algn="ctr"/>
            <a:r>
              <a:rPr lang="en-GB" sz="1200" b="0" i="0" u="none" strike="noStrike" baseline="0" dirty="0">
                <a:solidFill>
                  <a:srgbClr val="211808"/>
                </a:solidFill>
                <a:latin typeface="Rooney-Regular"/>
              </a:rPr>
              <a:t>security technology, and may </a:t>
            </a:r>
            <a:r>
              <a:rPr lang="en-GB" sz="1200" b="0" i="0" u="none" strike="noStrike" baseline="0" dirty="0" err="1">
                <a:solidFill>
                  <a:srgbClr val="211808"/>
                </a:solidFill>
                <a:latin typeface="Rooney-Regular"/>
              </a:rPr>
              <a:t>analyze</a:t>
            </a:r>
            <a:r>
              <a:rPr lang="en-GB" sz="1200" b="0" i="0" u="none" strike="noStrike" baseline="0" dirty="0">
                <a:solidFill>
                  <a:srgbClr val="211808"/>
                </a:solidFill>
                <a:latin typeface="Rooney-Regular"/>
              </a:rPr>
              <a:t> and design security solutions within a</a:t>
            </a:r>
          </a:p>
          <a:p>
            <a:pPr algn="ctr"/>
            <a:r>
              <a:rPr lang="en-GB" sz="1200" b="0" i="0" u="none" strike="noStrike" baseline="0" dirty="0">
                <a:solidFill>
                  <a:srgbClr val="211808"/>
                </a:solidFill>
                <a:latin typeface="Rooney-Regular"/>
              </a:rPr>
              <a:t>specific entity as well as identifying users’ needs.</a:t>
            </a:r>
            <a:endParaRPr lang="ko-KR" altLang="en-US" sz="1000" dirty="0">
              <a:solidFill>
                <a:schemeClr val="tx1">
                  <a:lumMod val="75000"/>
                  <a:lumOff val="25000"/>
                </a:schemeClr>
              </a:solidFill>
              <a:cs typeface="Arial" pitchFamily="34" charset="0"/>
            </a:endParaRPr>
          </a:p>
        </p:txBody>
      </p:sp>
      <p:sp>
        <p:nvSpPr>
          <p:cNvPr id="27" name="Text Placeholder 17">
            <a:extLst>
              <a:ext uri="{FF2B5EF4-FFF2-40B4-BE49-F238E27FC236}">
                <a16:creationId xmlns:a16="http://schemas.microsoft.com/office/drawing/2014/main" id="{CF53AE6D-ACE8-4E6C-9684-49E91C415FAC}"/>
              </a:ext>
            </a:extLst>
          </p:cNvPr>
          <p:cNvSpPr txBox="1">
            <a:spLocks/>
          </p:cNvSpPr>
          <p:nvPr/>
        </p:nvSpPr>
        <p:spPr>
          <a:xfrm>
            <a:off x="6337162" y="4095233"/>
            <a:ext cx="2268985"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700" b="1" dirty="0">
                <a:cs typeface="Arial" pitchFamily="34" charset="0"/>
              </a:rPr>
              <a:t>Security Administrator</a:t>
            </a:r>
          </a:p>
        </p:txBody>
      </p:sp>
      <p:sp>
        <p:nvSpPr>
          <p:cNvPr id="29" name="TextBox 28">
            <a:extLst>
              <a:ext uri="{FF2B5EF4-FFF2-40B4-BE49-F238E27FC236}">
                <a16:creationId xmlns:a16="http://schemas.microsoft.com/office/drawing/2014/main" id="{0FEDE485-B7FD-4580-BDF5-D2E414DB9236}"/>
              </a:ext>
            </a:extLst>
          </p:cNvPr>
          <p:cNvSpPr txBox="1"/>
          <p:nvPr/>
        </p:nvSpPr>
        <p:spPr>
          <a:xfrm>
            <a:off x="9437744" y="4644638"/>
            <a:ext cx="1656000" cy="1384995"/>
          </a:xfrm>
          <a:prstGeom prst="rect">
            <a:avLst/>
          </a:prstGeom>
          <a:noFill/>
        </p:spPr>
        <p:txBody>
          <a:bodyPr wrap="square" rtlCol="0">
            <a:spAutoFit/>
          </a:bodyPr>
          <a:lstStyle/>
          <a:p>
            <a:pPr algn="ctr"/>
            <a:r>
              <a:rPr lang="en-GB" sz="1200" b="0" i="0" u="none" strike="noStrike" baseline="0" dirty="0">
                <a:solidFill>
                  <a:srgbClr val="211808"/>
                </a:solidFill>
                <a:latin typeface="Rooney-Regular"/>
              </a:rPr>
              <a:t>Technicians provide technical support</a:t>
            </a:r>
          </a:p>
          <a:p>
            <a:pPr algn="ctr"/>
            <a:r>
              <a:rPr lang="en-GB" sz="1200" b="0" i="0" u="none" strike="noStrike" baseline="0" dirty="0">
                <a:solidFill>
                  <a:srgbClr val="211808"/>
                </a:solidFill>
                <a:latin typeface="Rooney-Regular"/>
              </a:rPr>
              <a:t>to configure security hardware, implement security software, and diagnose and</a:t>
            </a:r>
          </a:p>
          <a:p>
            <a:pPr algn="ctr"/>
            <a:r>
              <a:rPr lang="en-GB" sz="1200" b="0" i="0" u="none" strike="noStrike" baseline="0" dirty="0">
                <a:solidFill>
                  <a:srgbClr val="211808"/>
                </a:solidFill>
                <a:latin typeface="Rooney-Regular"/>
              </a:rPr>
              <a:t>troubleshoot problems.</a:t>
            </a:r>
            <a:endParaRPr lang="ko-KR" altLang="en-US" sz="1000" dirty="0">
              <a:solidFill>
                <a:schemeClr val="tx1">
                  <a:lumMod val="75000"/>
                  <a:lumOff val="25000"/>
                </a:schemeClr>
              </a:solidFill>
              <a:cs typeface="Arial" pitchFamily="34" charset="0"/>
            </a:endParaRPr>
          </a:p>
        </p:txBody>
      </p:sp>
      <p:sp>
        <p:nvSpPr>
          <p:cNvPr id="30" name="Text Placeholder 17">
            <a:extLst>
              <a:ext uri="{FF2B5EF4-FFF2-40B4-BE49-F238E27FC236}">
                <a16:creationId xmlns:a16="http://schemas.microsoft.com/office/drawing/2014/main" id="{C9843E4A-8E0D-4765-BBAB-6BA55EB39397}"/>
              </a:ext>
            </a:extLst>
          </p:cNvPr>
          <p:cNvSpPr txBox="1">
            <a:spLocks/>
          </p:cNvSpPr>
          <p:nvPr/>
        </p:nvSpPr>
        <p:spPr>
          <a:xfrm>
            <a:off x="9195140" y="4147835"/>
            <a:ext cx="2073044" cy="167709"/>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800" b="1" dirty="0">
                <a:cs typeface="Arial" pitchFamily="34" charset="0"/>
              </a:rPr>
              <a:t>Security Technician</a:t>
            </a:r>
          </a:p>
        </p:txBody>
      </p:sp>
      <p:sp>
        <p:nvSpPr>
          <p:cNvPr id="31" name="Rectangle 16">
            <a:extLst>
              <a:ext uri="{FF2B5EF4-FFF2-40B4-BE49-F238E27FC236}">
                <a16:creationId xmlns:a16="http://schemas.microsoft.com/office/drawing/2014/main" id="{D2F6938B-287A-4C69-845B-ABEBAEBA7445}"/>
              </a:ext>
            </a:extLst>
          </p:cNvPr>
          <p:cNvSpPr/>
          <p:nvPr/>
        </p:nvSpPr>
        <p:spPr>
          <a:xfrm rot="2700000">
            <a:off x="7107109" y="2788655"/>
            <a:ext cx="245088" cy="439397"/>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2" name="Rectangle 9">
            <a:extLst>
              <a:ext uri="{FF2B5EF4-FFF2-40B4-BE49-F238E27FC236}">
                <a16:creationId xmlns:a16="http://schemas.microsoft.com/office/drawing/2014/main" id="{8DD6543E-D1B4-4855-A51A-A9F5F4E2B5D0}"/>
              </a:ext>
            </a:extLst>
          </p:cNvPr>
          <p:cNvSpPr/>
          <p:nvPr/>
        </p:nvSpPr>
        <p:spPr>
          <a:xfrm>
            <a:off x="4303953" y="2843144"/>
            <a:ext cx="331913" cy="310700"/>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5" name="Rectangle 34">
            <a:extLst>
              <a:ext uri="{FF2B5EF4-FFF2-40B4-BE49-F238E27FC236}">
                <a16:creationId xmlns:a16="http://schemas.microsoft.com/office/drawing/2014/main" id="{518C0AA0-A119-4A93-8E90-4DABD9C176B4}"/>
              </a:ext>
            </a:extLst>
          </p:cNvPr>
          <p:cNvSpPr/>
          <p:nvPr/>
        </p:nvSpPr>
        <p:spPr>
          <a:xfrm>
            <a:off x="883603" y="3869568"/>
            <a:ext cx="2124000" cy="724247"/>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36" name="Rectangle 35">
            <a:extLst>
              <a:ext uri="{FF2B5EF4-FFF2-40B4-BE49-F238E27FC236}">
                <a16:creationId xmlns:a16="http://schemas.microsoft.com/office/drawing/2014/main" id="{8DC132F7-B5E1-41BF-B542-809B0235DD1C}"/>
              </a:ext>
            </a:extLst>
          </p:cNvPr>
          <p:cNvSpPr/>
          <p:nvPr/>
        </p:nvSpPr>
        <p:spPr>
          <a:xfrm>
            <a:off x="3662859" y="3869568"/>
            <a:ext cx="2124000" cy="724247"/>
          </a:xfrm>
          <a:prstGeom prst="rect">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38" name="Rectangle 8">
            <a:extLst>
              <a:ext uri="{FF2B5EF4-FFF2-40B4-BE49-F238E27FC236}">
                <a16:creationId xmlns:a16="http://schemas.microsoft.com/office/drawing/2014/main" id="{302D5D5B-07FC-458E-AA98-04F11E8E2A8C}"/>
              </a:ext>
            </a:extLst>
          </p:cNvPr>
          <p:cNvSpPr/>
          <p:nvPr/>
        </p:nvSpPr>
        <p:spPr>
          <a:xfrm>
            <a:off x="883603" y="4596207"/>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39" name="Rectangle 8">
            <a:extLst>
              <a:ext uri="{FF2B5EF4-FFF2-40B4-BE49-F238E27FC236}">
                <a16:creationId xmlns:a16="http://schemas.microsoft.com/office/drawing/2014/main" id="{23B1C931-86D7-4F6D-B058-0DD20D4C34B8}"/>
              </a:ext>
            </a:extLst>
          </p:cNvPr>
          <p:cNvSpPr/>
          <p:nvPr/>
        </p:nvSpPr>
        <p:spPr>
          <a:xfrm>
            <a:off x="3662859" y="4596207"/>
            <a:ext cx="2124000" cy="1512000"/>
          </a:xfrm>
          <a:custGeom>
            <a:avLst/>
            <a:gdLst>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290771 h 1584176"/>
              <a:gd name="connsiteX5" fmla="*/ 684000 w 1944000"/>
              <a:gd name="connsiteY5" fmla="*/ 1584176 h 1584176"/>
              <a:gd name="connsiteX6" fmla="*/ 0 w 1944000"/>
              <a:gd name="connsiteY6" fmla="*/ 1584176 h 1584176"/>
              <a:gd name="connsiteX7" fmla="*/ 0 w 1944000"/>
              <a:gd name="connsiteY7" fmla="*/ 0 h 1584176"/>
              <a:gd name="connsiteX0" fmla="*/ 0 w 1944000"/>
              <a:gd name="connsiteY0" fmla="*/ 0 h 1584176"/>
              <a:gd name="connsiteX1" fmla="*/ 1944000 w 1944000"/>
              <a:gd name="connsiteY1" fmla="*/ 0 h 1584176"/>
              <a:gd name="connsiteX2" fmla="*/ 1944000 w 1944000"/>
              <a:gd name="connsiteY2" fmla="*/ 1584176 h 1584176"/>
              <a:gd name="connsiteX3" fmla="*/ 1260000 w 1944000"/>
              <a:gd name="connsiteY3" fmla="*/ 1584176 h 1584176"/>
              <a:gd name="connsiteX4" fmla="*/ 684000 w 1944000"/>
              <a:gd name="connsiteY4" fmla="*/ 1584176 h 1584176"/>
              <a:gd name="connsiteX5" fmla="*/ 0 w 1944000"/>
              <a:gd name="connsiteY5" fmla="*/ 1584176 h 1584176"/>
              <a:gd name="connsiteX6" fmla="*/ 0 w 1944000"/>
              <a:gd name="connsiteY6" fmla="*/ 0 h 1584176"/>
              <a:gd name="connsiteX0" fmla="*/ 0 w 1944000"/>
              <a:gd name="connsiteY0" fmla="*/ 0 h 1584176"/>
              <a:gd name="connsiteX1" fmla="*/ 1944000 w 1944000"/>
              <a:gd name="connsiteY1" fmla="*/ 0 h 1584176"/>
              <a:gd name="connsiteX2" fmla="*/ 1944000 w 1944000"/>
              <a:gd name="connsiteY2" fmla="*/ 1584176 h 1584176"/>
              <a:gd name="connsiteX3" fmla="*/ 684000 w 1944000"/>
              <a:gd name="connsiteY3" fmla="*/ 1584176 h 1584176"/>
              <a:gd name="connsiteX4" fmla="*/ 0 w 1944000"/>
              <a:gd name="connsiteY4" fmla="*/ 1584176 h 1584176"/>
              <a:gd name="connsiteX5" fmla="*/ 0 w 1944000"/>
              <a:gd name="connsiteY5" fmla="*/ 0 h 1584176"/>
              <a:gd name="connsiteX0" fmla="*/ 0 w 1944000"/>
              <a:gd name="connsiteY0" fmla="*/ 0 h 1584176"/>
              <a:gd name="connsiteX1" fmla="*/ 1944000 w 1944000"/>
              <a:gd name="connsiteY1" fmla="*/ 0 h 1584176"/>
              <a:gd name="connsiteX2" fmla="*/ 1944000 w 1944000"/>
              <a:gd name="connsiteY2" fmla="*/ 1584176 h 1584176"/>
              <a:gd name="connsiteX3" fmla="*/ 0 w 1944000"/>
              <a:gd name="connsiteY3" fmla="*/ 1584176 h 1584176"/>
              <a:gd name="connsiteX4" fmla="*/ 0 w 1944000"/>
              <a:gd name="connsiteY4" fmla="*/ 0 h 158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000" h="1584176">
                <a:moveTo>
                  <a:pt x="0" y="0"/>
                </a:moveTo>
                <a:lnTo>
                  <a:pt x="1944000" y="0"/>
                </a:lnTo>
                <a:lnTo>
                  <a:pt x="1944000" y="1584176"/>
                </a:lnTo>
                <a:lnTo>
                  <a:pt x="0" y="1584176"/>
                </a:lnTo>
                <a:lnTo>
                  <a:pt x="0" y="0"/>
                </a:ln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TextBox 43">
            <a:extLst>
              <a:ext uri="{FF2B5EF4-FFF2-40B4-BE49-F238E27FC236}">
                <a16:creationId xmlns:a16="http://schemas.microsoft.com/office/drawing/2014/main" id="{26058EE7-5575-4A90-B23E-6DA3C49455B5}"/>
              </a:ext>
            </a:extLst>
          </p:cNvPr>
          <p:cNvSpPr txBox="1"/>
          <p:nvPr/>
        </p:nvSpPr>
        <p:spPr>
          <a:xfrm>
            <a:off x="1109664" y="4644638"/>
            <a:ext cx="1656000" cy="1015663"/>
          </a:xfrm>
          <a:prstGeom prst="rect">
            <a:avLst/>
          </a:prstGeom>
          <a:noFill/>
        </p:spPr>
        <p:txBody>
          <a:bodyPr wrap="square" rtlCol="0">
            <a:spAutoFit/>
          </a:bodyPr>
          <a:lstStyle/>
          <a:p>
            <a:pPr algn="ctr"/>
            <a:r>
              <a:rPr lang="en-GB" sz="1200" b="0" i="0" u="none" strike="noStrike" baseline="0" dirty="0">
                <a:solidFill>
                  <a:srgbClr val="211808"/>
                </a:solidFill>
                <a:latin typeface="Rooney-Regular"/>
              </a:rPr>
              <a:t>This person is responsible for assessing, managing,</a:t>
            </a:r>
          </a:p>
          <a:p>
            <a:pPr algn="ctr"/>
            <a:r>
              <a:rPr lang="en-GB" sz="1200" b="0" i="0" u="none" strike="noStrike" baseline="0" dirty="0">
                <a:solidFill>
                  <a:srgbClr val="211808"/>
                </a:solidFill>
                <a:latin typeface="Rooney-Regular"/>
              </a:rPr>
              <a:t>and implementing security.</a:t>
            </a:r>
            <a:endParaRPr lang="ko-KR" altLang="en-US" sz="1000" dirty="0">
              <a:solidFill>
                <a:schemeClr val="tx1">
                  <a:lumMod val="75000"/>
                  <a:lumOff val="25000"/>
                </a:schemeClr>
              </a:solidFill>
              <a:cs typeface="Arial" pitchFamily="34" charset="0"/>
            </a:endParaRPr>
          </a:p>
        </p:txBody>
      </p:sp>
      <p:sp>
        <p:nvSpPr>
          <p:cNvPr id="45" name="Text Placeholder 17">
            <a:extLst>
              <a:ext uri="{FF2B5EF4-FFF2-40B4-BE49-F238E27FC236}">
                <a16:creationId xmlns:a16="http://schemas.microsoft.com/office/drawing/2014/main" id="{43B911A5-1410-404C-99C0-F65E0CB75965}"/>
              </a:ext>
            </a:extLst>
          </p:cNvPr>
          <p:cNvSpPr txBox="1">
            <a:spLocks/>
          </p:cNvSpPr>
          <p:nvPr/>
        </p:nvSpPr>
        <p:spPr>
          <a:xfrm>
            <a:off x="993138" y="4197981"/>
            <a:ext cx="2014465" cy="167709"/>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600" b="1" u="none" strike="noStrike" baseline="0" dirty="0">
                <a:solidFill>
                  <a:srgbClr val="211808"/>
                </a:solidFill>
                <a:latin typeface="Rooney-RegularItalic"/>
              </a:rPr>
              <a:t>Chief Information Security Officer (CISO)</a:t>
            </a:r>
            <a:endParaRPr lang="en-US" sz="1600" b="1" dirty="0">
              <a:solidFill>
                <a:schemeClr val="tx1">
                  <a:lumMod val="75000"/>
                  <a:lumOff val="25000"/>
                </a:schemeClr>
              </a:solidFill>
              <a:cs typeface="Arial" pitchFamily="34" charset="0"/>
            </a:endParaRPr>
          </a:p>
        </p:txBody>
      </p:sp>
      <p:sp>
        <p:nvSpPr>
          <p:cNvPr id="47" name="TextBox 46">
            <a:extLst>
              <a:ext uri="{FF2B5EF4-FFF2-40B4-BE49-F238E27FC236}">
                <a16:creationId xmlns:a16="http://schemas.microsoft.com/office/drawing/2014/main" id="{A2819AF1-FB7F-4C6F-9808-3EE4F75F5725}"/>
              </a:ext>
            </a:extLst>
          </p:cNvPr>
          <p:cNvSpPr txBox="1"/>
          <p:nvPr/>
        </p:nvSpPr>
        <p:spPr>
          <a:xfrm>
            <a:off x="3908267" y="4644638"/>
            <a:ext cx="1656000" cy="1200329"/>
          </a:xfrm>
          <a:prstGeom prst="rect">
            <a:avLst/>
          </a:prstGeom>
          <a:noFill/>
        </p:spPr>
        <p:txBody>
          <a:bodyPr wrap="square" rtlCol="0">
            <a:spAutoFit/>
          </a:bodyPr>
          <a:lstStyle/>
          <a:p>
            <a:pPr algn="ctr"/>
            <a:r>
              <a:rPr lang="en-GB" sz="1200" b="0" i="0" u="none" strike="noStrike" baseline="0" dirty="0">
                <a:solidFill>
                  <a:srgbClr val="211808"/>
                </a:solidFill>
                <a:latin typeface="Rooney-Regular"/>
              </a:rPr>
              <a:t>The security manager reports to the CISO and supervises</a:t>
            </a:r>
          </a:p>
          <a:p>
            <a:pPr algn="ctr"/>
            <a:r>
              <a:rPr lang="en-GB" sz="1200" b="0" i="0" u="none" strike="noStrike" baseline="0" dirty="0">
                <a:solidFill>
                  <a:srgbClr val="211808"/>
                </a:solidFill>
                <a:latin typeface="Rooney-Regular"/>
              </a:rPr>
              <a:t>technicians, administrators, and security staff. </a:t>
            </a:r>
            <a:endParaRPr lang="ko-KR" altLang="en-US" sz="1000" dirty="0">
              <a:solidFill>
                <a:schemeClr val="tx1">
                  <a:lumMod val="75000"/>
                  <a:lumOff val="25000"/>
                </a:schemeClr>
              </a:solidFill>
              <a:cs typeface="Arial" pitchFamily="34" charset="0"/>
            </a:endParaRPr>
          </a:p>
        </p:txBody>
      </p:sp>
      <p:sp>
        <p:nvSpPr>
          <p:cNvPr id="48" name="Text Placeholder 17">
            <a:extLst>
              <a:ext uri="{FF2B5EF4-FFF2-40B4-BE49-F238E27FC236}">
                <a16:creationId xmlns:a16="http://schemas.microsoft.com/office/drawing/2014/main" id="{8FAAB527-A4FA-4768-A315-44B7F43F75BA}"/>
              </a:ext>
            </a:extLst>
          </p:cNvPr>
          <p:cNvSpPr txBox="1">
            <a:spLocks/>
          </p:cNvSpPr>
          <p:nvPr/>
        </p:nvSpPr>
        <p:spPr>
          <a:xfrm>
            <a:off x="3717819" y="4027294"/>
            <a:ext cx="2036895" cy="44703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800" b="1" dirty="0">
                <a:cs typeface="Arial" pitchFamily="34" charset="0"/>
              </a:rPr>
              <a:t>Security Manager</a:t>
            </a:r>
          </a:p>
        </p:txBody>
      </p:sp>
      <p:sp>
        <p:nvSpPr>
          <p:cNvPr id="67" name="Text Placeholder 1">
            <a:extLst>
              <a:ext uri="{FF2B5EF4-FFF2-40B4-BE49-F238E27FC236}">
                <a16:creationId xmlns:a16="http://schemas.microsoft.com/office/drawing/2014/main" id="{B1C9F458-791C-4A25-9D0F-367BEFB12A1A}"/>
              </a:ext>
            </a:extLst>
          </p:cNvPr>
          <p:cNvSpPr txBox="1">
            <a:spLocks/>
          </p:cNvSpPr>
          <p:nvPr/>
        </p:nvSpPr>
        <p:spPr>
          <a:xfrm>
            <a:off x="4156364" y="3177727"/>
            <a:ext cx="3439647" cy="724247"/>
          </a:xfrm>
          <a:prstGeom prst="rect">
            <a:avLst/>
          </a:prstGeom>
        </p:spPr>
        <p:txBody>
          <a:bodyPr vert="horz" lIns="91440" tIns="45720" rIns="91440" bIns="45720" rtlCol="0" anchor="ctr">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600" b="1" dirty="0">
                <a:solidFill>
                  <a:srgbClr val="211808"/>
                </a:solidFill>
                <a:latin typeface="Rooney-Regular"/>
              </a:rPr>
              <a:t>Security Positions</a:t>
            </a:r>
            <a:endParaRPr lang="en-US" sz="8800" b="1" dirty="0"/>
          </a:p>
        </p:txBody>
      </p:sp>
    </p:spTree>
    <p:extLst>
      <p:ext uri="{BB962C8B-B14F-4D97-AF65-F5344CB8AC3E}">
        <p14:creationId xmlns:p14="http://schemas.microsoft.com/office/powerpoint/2010/main" val="1410785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65730D-FC81-49F8-9B4E-BF009D0426B6}"/>
              </a:ext>
            </a:extLst>
          </p:cNvPr>
          <p:cNvSpPr>
            <a:spLocks noGrp="1"/>
          </p:cNvSpPr>
          <p:nvPr>
            <p:ph type="body" sz="quarter" idx="10"/>
          </p:nvPr>
        </p:nvSpPr>
        <p:spPr/>
        <p:txBody>
          <a:bodyPr>
            <a:normAutofit fontScale="92500" lnSpcReduction="10000"/>
          </a:bodyPr>
          <a:lstStyle/>
          <a:p>
            <a:r>
              <a:rPr lang="en-GB" b="1" dirty="0"/>
              <a:t>CompTIA Certification</a:t>
            </a:r>
          </a:p>
        </p:txBody>
      </p:sp>
      <p:sp>
        <p:nvSpPr>
          <p:cNvPr id="5" name="TextBox 4">
            <a:extLst>
              <a:ext uri="{FF2B5EF4-FFF2-40B4-BE49-F238E27FC236}">
                <a16:creationId xmlns:a16="http://schemas.microsoft.com/office/drawing/2014/main" id="{F90DBA35-8E38-4247-8C8E-7B1934E68257}"/>
              </a:ext>
            </a:extLst>
          </p:cNvPr>
          <p:cNvSpPr txBox="1"/>
          <p:nvPr/>
        </p:nvSpPr>
        <p:spPr>
          <a:xfrm>
            <a:off x="6631709" y="1381129"/>
            <a:ext cx="4959928" cy="4801314"/>
          </a:xfrm>
          <a:prstGeom prst="rect">
            <a:avLst/>
          </a:prstGeom>
          <a:noFill/>
        </p:spPr>
        <p:txBody>
          <a:bodyPr wrap="square">
            <a:spAutoFit/>
          </a:bodyPr>
          <a:lstStyle/>
          <a:p>
            <a:pPr marL="285750" indent="-285750" algn="just">
              <a:buBlip>
                <a:blip r:embed="rId2"/>
              </a:buBlip>
            </a:pPr>
            <a:r>
              <a:rPr lang="en-GB" sz="1800" b="0" i="0" u="none" strike="noStrike" baseline="0" dirty="0">
                <a:solidFill>
                  <a:srgbClr val="211808"/>
                </a:solidFill>
                <a:latin typeface="Rooney-Regular"/>
              </a:rPr>
              <a:t>Employment trends indicate that security personnel who also have a certification in security are in high demand. IT employers want and pay a premium for certified security personnel. </a:t>
            </a:r>
          </a:p>
          <a:p>
            <a:pPr marL="285750" indent="-285750" algn="just">
              <a:buBlip>
                <a:blip r:embed="rId2"/>
              </a:buBlip>
            </a:pPr>
            <a:r>
              <a:rPr lang="en-GB" sz="1800" b="0" i="0" u="none" strike="noStrike" baseline="0" dirty="0">
                <a:solidFill>
                  <a:srgbClr val="211808"/>
                </a:solidFill>
                <a:latin typeface="Rooney-Regular"/>
              </a:rPr>
              <a:t>An overwhelming majority of enterprises use the Computing Technology Industry Association (CompTIA) Security+ certification to verify security competency. </a:t>
            </a:r>
          </a:p>
          <a:p>
            <a:pPr marL="285750" indent="-285750" algn="just">
              <a:buBlip>
                <a:blip r:embed="rId2"/>
              </a:buBlip>
            </a:pPr>
            <a:r>
              <a:rPr lang="en-GB" sz="1800" b="0" i="0" u="none" strike="noStrike" baseline="0" dirty="0">
                <a:solidFill>
                  <a:srgbClr val="211808"/>
                </a:solidFill>
                <a:latin typeface="Rooney-Regular"/>
              </a:rPr>
              <a:t>Of the hundreds of security certifications currently available, Security+ is one of the most widely acclaimed. </a:t>
            </a:r>
          </a:p>
          <a:p>
            <a:pPr marL="285750" indent="-285750" algn="just">
              <a:buBlip>
                <a:blip r:embed="rId2"/>
              </a:buBlip>
            </a:pPr>
            <a:r>
              <a:rPr lang="en-GB" sz="1800" b="0" i="0" u="none" strike="noStrike" baseline="0" dirty="0">
                <a:solidFill>
                  <a:srgbClr val="211808"/>
                </a:solidFill>
                <a:latin typeface="Rooney-Regular"/>
              </a:rPr>
              <a:t>Because it is internationally recognized as validating a foundation level of security skills and knowledge, the Security+ certification has become the security baseline for today’s IT professionals.</a:t>
            </a:r>
            <a:endParaRPr lang="en-GB" dirty="0"/>
          </a:p>
        </p:txBody>
      </p:sp>
      <p:pic>
        <p:nvPicPr>
          <p:cNvPr id="7" name="Picture 6">
            <a:extLst>
              <a:ext uri="{FF2B5EF4-FFF2-40B4-BE49-F238E27FC236}">
                <a16:creationId xmlns:a16="http://schemas.microsoft.com/office/drawing/2014/main" id="{C53BCA35-9A09-4566-B10F-3C4AC01B8E2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607127" y="2743201"/>
            <a:ext cx="4488873" cy="2706254"/>
          </a:xfrm>
          <a:prstGeom prst="rect">
            <a:avLst/>
          </a:prstGeom>
        </p:spPr>
      </p:pic>
      <p:sp>
        <p:nvSpPr>
          <p:cNvPr id="8" name="TextBox 7">
            <a:extLst>
              <a:ext uri="{FF2B5EF4-FFF2-40B4-BE49-F238E27FC236}">
                <a16:creationId xmlns:a16="http://schemas.microsoft.com/office/drawing/2014/main" id="{20351743-A656-4AB4-B9F9-C1EBE06BF27A}"/>
              </a:ext>
            </a:extLst>
          </p:cNvPr>
          <p:cNvSpPr txBox="1"/>
          <p:nvPr/>
        </p:nvSpPr>
        <p:spPr>
          <a:xfrm>
            <a:off x="1418365" y="5447727"/>
            <a:ext cx="3013451" cy="369332"/>
          </a:xfrm>
          <a:prstGeom prst="rect">
            <a:avLst/>
          </a:prstGeom>
          <a:noFill/>
        </p:spPr>
        <p:txBody>
          <a:bodyPr wrap="square" rtlCol="0">
            <a:spAutoFit/>
          </a:bodyPr>
          <a:lstStyle/>
          <a:p>
            <a:r>
              <a:rPr lang="en-GB" sz="900">
                <a:hlinkClick r:id="rId4" tooltip="http://www.hackplayers.com/2013/12/principales-certificaciones-seguridad-hacking.html"/>
              </a:rPr>
              <a:t>This Photo</a:t>
            </a:r>
            <a:r>
              <a:rPr lang="en-GB" sz="900"/>
              <a:t> by Unknown Author is licensed under </a:t>
            </a:r>
            <a:r>
              <a:rPr lang="en-GB" sz="900">
                <a:hlinkClick r:id="rId5" tooltip="https://creativecommons.org/licenses/by-nc-sa/3.0/"/>
              </a:rPr>
              <a:t>CC BY-SA-NC</a:t>
            </a:r>
            <a:endParaRPr lang="en-GB" sz="900"/>
          </a:p>
        </p:txBody>
      </p:sp>
    </p:spTree>
    <p:extLst>
      <p:ext uri="{BB962C8B-B14F-4D97-AF65-F5344CB8AC3E}">
        <p14:creationId xmlns:p14="http://schemas.microsoft.com/office/powerpoint/2010/main" val="29813585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CF5BDA4-10C7-46A6-AC30-523A3FC438AC}"/>
              </a:ext>
            </a:extLst>
          </p:cNvPr>
          <p:cNvSpPr txBox="1"/>
          <p:nvPr/>
        </p:nvSpPr>
        <p:spPr>
          <a:xfrm>
            <a:off x="6982172" y="2181073"/>
            <a:ext cx="4636517" cy="2308324"/>
          </a:xfrm>
          <a:prstGeom prst="rect">
            <a:avLst/>
          </a:prstGeom>
          <a:noFill/>
        </p:spPr>
        <p:txBody>
          <a:bodyPr wrap="square" rtlCol="0" anchor="ctr">
            <a:spAutoFit/>
          </a:bodyPr>
          <a:lstStyle/>
          <a:p>
            <a:pPr algn="ctr"/>
            <a:r>
              <a:rPr lang="en-US" altLang="ko-KR" sz="4800" b="1" dirty="0">
                <a:solidFill>
                  <a:schemeClr val="bg1"/>
                </a:solidFill>
                <a:latin typeface="+mj-lt"/>
                <a:cs typeface="Arial" pitchFamily="34" charset="0"/>
              </a:rPr>
              <a:t>Challenges of Securing Information</a:t>
            </a:r>
            <a:endParaRPr lang="ko-KR" altLang="en-US" sz="4800" b="1" dirty="0">
              <a:solidFill>
                <a:schemeClr val="bg1"/>
              </a:solidFill>
              <a:latin typeface="+mj-lt"/>
              <a:cs typeface="Arial" pitchFamily="34" charset="0"/>
            </a:endParaRPr>
          </a:p>
        </p:txBody>
      </p:sp>
      <p:grpSp>
        <p:nvGrpSpPr>
          <p:cNvPr id="5" name="Group 4">
            <a:extLst>
              <a:ext uri="{FF2B5EF4-FFF2-40B4-BE49-F238E27FC236}">
                <a16:creationId xmlns:a16="http://schemas.microsoft.com/office/drawing/2014/main" id="{BA7A764B-1D8C-4E54-8B32-1F52A76F485E}"/>
              </a:ext>
            </a:extLst>
          </p:cNvPr>
          <p:cNvGrpSpPr/>
          <p:nvPr/>
        </p:nvGrpSpPr>
        <p:grpSpPr>
          <a:xfrm>
            <a:off x="6184408" y="2011796"/>
            <a:ext cx="4939943" cy="1831270"/>
            <a:chOff x="631482" y="1537137"/>
            <a:chExt cx="4939943" cy="1831270"/>
          </a:xfrm>
        </p:grpSpPr>
        <p:sp>
          <p:nvSpPr>
            <p:cNvPr id="7" name="TextBox 6">
              <a:extLst>
                <a:ext uri="{FF2B5EF4-FFF2-40B4-BE49-F238E27FC236}">
                  <a16:creationId xmlns:a16="http://schemas.microsoft.com/office/drawing/2014/main" id="{01624378-939A-4A7B-AB02-CD136801D4ED}"/>
                </a:ext>
              </a:extLst>
            </p:cNvPr>
            <p:cNvSpPr txBox="1"/>
            <p:nvPr/>
          </p:nvSpPr>
          <p:spPr>
            <a:xfrm>
              <a:off x="631482" y="2044968"/>
              <a:ext cx="1292103" cy="1323439"/>
            </a:xfrm>
            <a:prstGeom prst="rect">
              <a:avLst/>
            </a:prstGeom>
            <a:noFill/>
          </p:spPr>
          <p:txBody>
            <a:bodyPr wrap="square" lIns="108000" rIns="108000" rtlCol="0">
              <a:spAutoFit/>
            </a:bodyPr>
            <a:lstStyle/>
            <a:p>
              <a:pPr algn="r"/>
              <a:r>
                <a:rPr lang="en-US" altLang="ko-KR" sz="8000" b="1" dirty="0">
                  <a:solidFill>
                    <a:srgbClr val="FFFF00">
                      <a:alpha val="40000"/>
                    </a:srgbClr>
                  </a:solidFill>
                  <a:cs typeface="Arial" pitchFamily="34" charset="0"/>
                </a:rPr>
                <a:t>01</a:t>
              </a:r>
              <a:endParaRPr lang="ko-KR" altLang="en-US" sz="8000" b="1" dirty="0">
                <a:solidFill>
                  <a:srgbClr val="FFFF00">
                    <a:alpha val="40000"/>
                  </a:srgbClr>
                </a:solidFill>
                <a:cs typeface="Arial" pitchFamily="34" charset="0"/>
              </a:endParaRPr>
            </a:p>
          </p:txBody>
        </p:sp>
        <p:sp>
          <p:nvSpPr>
            <p:cNvPr id="10" name="TextBox 9">
              <a:extLst>
                <a:ext uri="{FF2B5EF4-FFF2-40B4-BE49-F238E27FC236}">
                  <a16:creationId xmlns:a16="http://schemas.microsoft.com/office/drawing/2014/main" id="{21846C42-3E93-4139-AD07-65E9411A1B3A}"/>
                </a:ext>
              </a:extLst>
            </p:cNvPr>
            <p:cNvSpPr txBox="1"/>
            <p:nvPr/>
          </p:nvSpPr>
          <p:spPr>
            <a:xfrm>
              <a:off x="1923585" y="1537137"/>
              <a:ext cx="3647840" cy="338554"/>
            </a:xfrm>
            <a:prstGeom prst="rect">
              <a:avLst/>
            </a:prstGeom>
            <a:noFill/>
          </p:spPr>
          <p:txBody>
            <a:bodyPr wrap="square" rtlCol="0" anchor="ctr">
              <a:spAutoFit/>
            </a:bodyPr>
            <a:lstStyle/>
            <a:p>
              <a:pPr algn="l"/>
              <a:endParaRPr lang="en-GB" sz="1600" b="0" i="0" u="none" strike="noStrike" baseline="0" dirty="0">
                <a:solidFill>
                  <a:schemeClr val="bg1"/>
                </a:solidFill>
                <a:latin typeface="Rooney-Regular"/>
              </a:endParaRPr>
            </a:p>
          </p:txBody>
        </p:sp>
      </p:grpSp>
    </p:spTree>
    <p:extLst>
      <p:ext uri="{BB962C8B-B14F-4D97-AF65-F5344CB8AC3E}">
        <p14:creationId xmlns:p14="http://schemas.microsoft.com/office/powerpoint/2010/main" val="18548267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normAutofit fontScale="92500" lnSpcReduction="10000"/>
          </a:bodyPr>
          <a:lstStyle/>
          <a:p>
            <a:r>
              <a:rPr lang="en-US" b="1" dirty="0"/>
              <a:t>Today’s Security Attacks</a:t>
            </a:r>
          </a:p>
        </p:txBody>
      </p:sp>
      <p:grpSp>
        <p:nvGrpSpPr>
          <p:cNvPr id="7" name="Group 6">
            <a:extLst>
              <a:ext uri="{FF2B5EF4-FFF2-40B4-BE49-F238E27FC236}">
                <a16:creationId xmlns:a16="http://schemas.microsoft.com/office/drawing/2014/main" id="{3CCB3A26-4EF7-4AE3-B544-602E31387B37}"/>
              </a:ext>
            </a:extLst>
          </p:cNvPr>
          <p:cNvGrpSpPr/>
          <p:nvPr/>
        </p:nvGrpSpPr>
        <p:grpSpPr>
          <a:xfrm>
            <a:off x="405768" y="1720256"/>
            <a:ext cx="4523362" cy="4135956"/>
            <a:chOff x="732823" y="2045143"/>
            <a:chExt cx="4898146" cy="4089765"/>
          </a:xfrm>
        </p:grpSpPr>
        <p:grpSp>
          <p:nvGrpSpPr>
            <p:cNvPr id="3" name="Group 2">
              <a:extLst>
                <a:ext uri="{FF2B5EF4-FFF2-40B4-BE49-F238E27FC236}">
                  <a16:creationId xmlns:a16="http://schemas.microsoft.com/office/drawing/2014/main" id="{2535BC1C-AD87-4B65-9FDA-17D261C01A9C}"/>
                </a:ext>
              </a:extLst>
            </p:cNvPr>
            <p:cNvGrpSpPr/>
            <p:nvPr/>
          </p:nvGrpSpPr>
          <p:grpSpPr>
            <a:xfrm flipH="1">
              <a:off x="732823" y="3007650"/>
              <a:ext cx="4898146" cy="3127258"/>
              <a:chOff x="1585738" y="4408438"/>
              <a:chExt cx="2717520" cy="1735021"/>
            </a:xfrm>
          </p:grpSpPr>
          <p:sp>
            <p:nvSpPr>
              <p:cNvPr id="31" name="Oval 30">
                <a:extLst>
                  <a:ext uri="{FF2B5EF4-FFF2-40B4-BE49-F238E27FC236}">
                    <a16:creationId xmlns:a16="http://schemas.microsoft.com/office/drawing/2014/main" id="{99AD4B73-8FF4-4221-94CE-25C909601B26}"/>
                  </a:ext>
                </a:extLst>
              </p:cNvPr>
              <p:cNvSpPr/>
              <p:nvPr/>
            </p:nvSpPr>
            <p:spPr>
              <a:xfrm>
                <a:off x="1585738" y="5752874"/>
                <a:ext cx="2717520" cy="390585"/>
              </a:xfrm>
              <a:prstGeom prst="ellipse">
                <a:avLst/>
              </a:prstGeom>
              <a:solidFill>
                <a:schemeClr val="bg1">
                  <a:lumMod val="65000"/>
                </a:schemeClr>
              </a:solidFill>
              <a:ln>
                <a:noFill/>
              </a:ln>
              <a:effectLst>
                <a:softEdge rad="215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34" charset="-127"/>
                  <a:cs typeface="+mn-cs"/>
                </a:endParaRPr>
              </a:p>
            </p:txBody>
          </p:sp>
          <p:grpSp>
            <p:nvGrpSpPr>
              <p:cNvPr id="10" name="Group 9">
                <a:extLst>
                  <a:ext uri="{FF2B5EF4-FFF2-40B4-BE49-F238E27FC236}">
                    <a16:creationId xmlns:a16="http://schemas.microsoft.com/office/drawing/2014/main" id="{43E2D379-4A78-40E2-9F22-E5F085058729}"/>
                  </a:ext>
                </a:extLst>
              </p:cNvPr>
              <p:cNvGrpSpPr/>
              <p:nvPr/>
            </p:nvGrpSpPr>
            <p:grpSpPr>
              <a:xfrm flipH="1">
                <a:off x="1855021" y="4408438"/>
                <a:ext cx="2426144" cy="1612821"/>
                <a:chOff x="6917382" y="4652701"/>
                <a:chExt cx="2983072" cy="1983048"/>
              </a:xfrm>
            </p:grpSpPr>
            <p:sp>
              <p:nvSpPr>
                <p:cNvPr id="12" name="Freeform: Shape 11">
                  <a:extLst>
                    <a:ext uri="{FF2B5EF4-FFF2-40B4-BE49-F238E27FC236}">
                      <a16:creationId xmlns:a16="http://schemas.microsoft.com/office/drawing/2014/main" id="{6BB287FF-01F8-4D87-A1D4-D02E51E028F7}"/>
                    </a:ext>
                  </a:extLst>
                </p:cNvPr>
                <p:cNvSpPr/>
                <p:nvPr/>
              </p:nvSpPr>
              <p:spPr>
                <a:xfrm>
                  <a:off x="6917382" y="4652701"/>
                  <a:ext cx="2983072" cy="1983048"/>
                </a:xfrm>
                <a:custGeom>
                  <a:avLst/>
                  <a:gdLst>
                    <a:gd name="connsiteX0" fmla="*/ 2977241 w 2983072"/>
                    <a:gd name="connsiteY0" fmla="*/ 1404120 h 1983048"/>
                    <a:gd name="connsiteX1" fmla="*/ 1664038 w 2983072"/>
                    <a:gd name="connsiteY1" fmla="*/ 1312116 h 1983048"/>
                    <a:gd name="connsiteX2" fmla="*/ 1634323 w 2983072"/>
                    <a:gd name="connsiteY2" fmla="*/ 1288114 h 1983048"/>
                    <a:gd name="connsiteX3" fmla="*/ 1230305 w 2983072"/>
                    <a:gd name="connsiteY3" fmla="*/ 69774 h 1983048"/>
                    <a:gd name="connsiteX4" fmla="*/ 1130872 w 2983072"/>
                    <a:gd name="connsiteY4" fmla="*/ 56 h 1983048"/>
                    <a:gd name="connsiteX5" fmla="*/ 68538 w 2983072"/>
                    <a:gd name="connsiteY5" fmla="*/ 15486 h 1983048"/>
                    <a:gd name="connsiteX6" fmla="*/ 1678 w 2983072"/>
                    <a:gd name="connsiteY6" fmla="*/ 98918 h 1983048"/>
                    <a:gd name="connsiteX7" fmla="*/ 437126 w 2983072"/>
                    <a:gd name="connsiteY7" fmla="*/ 1469265 h 1983048"/>
                    <a:gd name="connsiteX8" fmla="*/ 531416 w 2983072"/>
                    <a:gd name="connsiteY8" fmla="*/ 1703562 h 1983048"/>
                    <a:gd name="connsiteX9" fmla="*/ 478271 w 2983072"/>
                    <a:gd name="connsiteY9" fmla="*/ 1825853 h 1983048"/>
                    <a:gd name="connsiteX10" fmla="*/ 554274 w 2983072"/>
                    <a:gd name="connsiteY10" fmla="*/ 1888141 h 1983048"/>
                    <a:gd name="connsiteX11" fmla="*/ 2109201 w 2983072"/>
                    <a:gd name="connsiteY11" fmla="*/ 1983003 h 1983048"/>
                    <a:gd name="connsiteX12" fmla="*/ 2322354 w 2983072"/>
                    <a:gd name="connsiteY12" fmla="*/ 1912714 h 1983048"/>
                    <a:gd name="connsiteX13" fmla="*/ 2959525 w 2983072"/>
                    <a:gd name="connsiteY13" fmla="*/ 1470408 h 1983048"/>
                    <a:gd name="connsiteX14" fmla="*/ 2977241 w 2983072"/>
                    <a:gd name="connsiteY14" fmla="*/ 1404120 h 1983048"/>
                    <a:gd name="connsiteX15" fmla="*/ 2977241 w 2983072"/>
                    <a:gd name="connsiteY15" fmla="*/ 1404120 h 19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3072" h="1983048">
                      <a:moveTo>
                        <a:pt x="2977241" y="1404120"/>
                      </a:moveTo>
                      <a:cubicBezTo>
                        <a:pt x="2934953" y="1378976"/>
                        <a:pt x="1826903" y="1330402"/>
                        <a:pt x="1664038" y="1312116"/>
                      </a:cubicBezTo>
                      <a:cubicBezTo>
                        <a:pt x="1645752" y="1310401"/>
                        <a:pt x="1638895" y="1303544"/>
                        <a:pt x="1634323" y="1288114"/>
                      </a:cubicBezTo>
                      <a:cubicBezTo>
                        <a:pt x="1595464" y="1168680"/>
                        <a:pt x="1325737" y="356644"/>
                        <a:pt x="1230305" y="69774"/>
                      </a:cubicBezTo>
                      <a:cubicBezTo>
                        <a:pt x="1212018" y="14914"/>
                        <a:pt x="1189160" y="-1087"/>
                        <a:pt x="1130872" y="56"/>
                      </a:cubicBezTo>
                      <a:cubicBezTo>
                        <a:pt x="1060011" y="1199"/>
                        <a:pt x="140541" y="14914"/>
                        <a:pt x="68538" y="15486"/>
                      </a:cubicBezTo>
                      <a:cubicBezTo>
                        <a:pt x="17678" y="16057"/>
                        <a:pt x="-6894" y="48059"/>
                        <a:pt x="1678" y="98918"/>
                      </a:cubicBezTo>
                      <a:cubicBezTo>
                        <a:pt x="6249" y="125776"/>
                        <a:pt x="422840" y="1433835"/>
                        <a:pt x="437126" y="1469265"/>
                      </a:cubicBezTo>
                      <a:cubicBezTo>
                        <a:pt x="467413" y="1548126"/>
                        <a:pt x="471413" y="1637273"/>
                        <a:pt x="531416" y="1703562"/>
                      </a:cubicBezTo>
                      <a:cubicBezTo>
                        <a:pt x="458270" y="1744707"/>
                        <a:pt x="455413" y="1751564"/>
                        <a:pt x="478271" y="1825853"/>
                      </a:cubicBezTo>
                      <a:cubicBezTo>
                        <a:pt x="489700" y="1863569"/>
                        <a:pt x="514272" y="1885284"/>
                        <a:pt x="554274" y="1888141"/>
                      </a:cubicBezTo>
                      <a:cubicBezTo>
                        <a:pt x="729711" y="1900713"/>
                        <a:pt x="1952051" y="1985289"/>
                        <a:pt x="2109201" y="1983003"/>
                      </a:cubicBezTo>
                      <a:cubicBezTo>
                        <a:pt x="2188062" y="1981288"/>
                        <a:pt x="2226350" y="1983574"/>
                        <a:pt x="2322354" y="1912714"/>
                      </a:cubicBezTo>
                      <a:cubicBezTo>
                        <a:pt x="2388643" y="1865283"/>
                        <a:pt x="2905809" y="1512125"/>
                        <a:pt x="2959525" y="1470408"/>
                      </a:cubicBezTo>
                      <a:cubicBezTo>
                        <a:pt x="2984670" y="1449836"/>
                        <a:pt x="2988098" y="1430978"/>
                        <a:pt x="2977241" y="1404120"/>
                      </a:cubicBezTo>
                      <a:lnTo>
                        <a:pt x="2977241" y="1404120"/>
                      </a:lnTo>
                      <a:close/>
                    </a:path>
                  </a:pathLst>
                </a:custGeom>
                <a:solidFill>
                  <a:srgbClr val="484848"/>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54E3CDCC-152C-4E9D-97B1-2173440C3105}"/>
                    </a:ext>
                  </a:extLst>
                </p:cNvPr>
                <p:cNvSpPr/>
                <p:nvPr/>
              </p:nvSpPr>
              <p:spPr>
                <a:xfrm>
                  <a:off x="7049409" y="4778370"/>
                  <a:ext cx="1445617" cy="1416648"/>
                </a:xfrm>
                <a:custGeom>
                  <a:avLst/>
                  <a:gdLst>
                    <a:gd name="connsiteX0" fmla="*/ 1442293 w 1445617"/>
                    <a:gd name="connsiteY0" fmla="*/ 1036725 h 1416648"/>
                    <a:gd name="connsiteX1" fmla="*/ 1349718 w 1445617"/>
                    <a:gd name="connsiteY1" fmla="*/ 770427 h 1416648"/>
                    <a:gd name="connsiteX2" fmla="*/ 1094277 w 1445617"/>
                    <a:gd name="connsiteY2" fmla="*/ 25251 h 1416648"/>
                    <a:gd name="connsiteX3" fmla="*/ 1059419 w 1445617"/>
                    <a:gd name="connsiteY3" fmla="*/ 107 h 1416648"/>
                    <a:gd name="connsiteX4" fmla="*/ 62802 w 1445617"/>
                    <a:gd name="connsiteY4" fmla="*/ 41251 h 1416648"/>
                    <a:gd name="connsiteX5" fmla="*/ 13086 w 1445617"/>
                    <a:gd name="connsiteY5" fmla="*/ 109255 h 1416648"/>
                    <a:gd name="connsiteX6" fmla="*/ 166807 w 1445617"/>
                    <a:gd name="connsiteY6" fmla="*/ 575561 h 1416648"/>
                    <a:gd name="connsiteX7" fmla="*/ 430247 w 1445617"/>
                    <a:gd name="connsiteY7" fmla="*/ 1385312 h 1416648"/>
                    <a:gd name="connsiteX8" fmla="*/ 478250 w 1445617"/>
                    <a:gd name="connsiteY8" fmla="*/ 1408742 h 1416648"/>
                    <a:gd name="connsiteX9" fmla="*/ 1106278 w 1445617"/>
                    <a:gd name="connsiteY9" fmla="*/ 1184160 h 1416648"/>
                    <a:gd name="connsiteX10" fmla="*/ 1245141 w 1445617"/>
                    <a:gd name="connsiteY10" fmla="*/ 1132729 h 1416648"/>
                    <a:gd name="connsiteX11" fmla="*/ 1245141 w 1445617"/>
                    <a:gd name="connsiteY11" fmla="*/ 1132729 h 1416648"/>
                    <a:gd name="connsiteX12" fmla="*/ 1245141 w 1445617"/>
                    <a:gd name="connsiteY12" fmla="*/ 1132729 h 1416648"/>
                    <a:gd name="connsiteX13" fmla="*/ 1424007 w 1445617"/>
                    <a:gd name="connsiteY13" fmla="*/ 1071012 h 1416648"/>
                    <a:gd name="connsiteX14" fmla="*/ 1442293 w 1445617"/>
                    <a:gd name="connsiteY14" fmla="*/ 1036725 h 1416648"/>
                    <a:gd name="connsiteX15" fmla="*/ 1442293 w 1445617"/>
                    <a:gd name="connsiteY15" fmla="*/ 1036725 h 141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5617" h="1416648">
                      <a:moveTo>
                        <a:pt x="1442293" y="1036725"/>
                      </a:moveTo>
                      <a:cubicBezTo>
                        <a:pt x="1410292" y="948150"/>
                        <a:pt x="1380005" y="859003"/>
                        <a:pt x="1349718" y="770427"/>
                      </a:cubicBezTo>
                      <a:cubicBezTo>
                        <a:pt x="1263999" y="521845"/>
                        <a:pt x="1178853" y="273833"/>
                        <a:pt x="1094277" y="25251"/>
                      </a:cubicBezTo>
                      <a:cubicBezTo>
                        <a:pt x="1087991" y="6964"/>
                        <a:pt x="1080563" y="-1036"/>
                        <a:pt x="1059419" y="107"/>
                      </a:cubicBezTo>
                      <a:cubicBezTo>
                        <a:pt x="1013131" y="2964"/>
                        <a:pt x="181093" y="35537"/>
                        <a:pt x="62802" y="41251"/>
                      </a:cubicBezTo>
                      <a:cubicBezTo>
                        <a:pt x="-9201" y="44680"/>
                        <a:pt x="-9201" y="41823"/>
                        <a:pt x="13086" y="109255"/>
                      </a:cubicBezTo>
                      <a:cubicBezTo>
                        <a:pt x="64517" y="264690"/>
                        <a:pt x="115948" y="420126"/>
                        <a:pt x="166807" y="575561"/>
                      </a:cubicBezTo>
                      <a:cubicBezTo>
                        <a:pt x="254811" y="845288"/>
                        <a:pt x="342243" y="1115586"/>
                        <a:pt x="430247" y="1385312"/>
                      </a:cubicBezTo>
                      <a:cubicBezTo>
                        <a:pt x="442248" y="1422457"/>
                        <a:pt x="442819" y="1421314"/>
                        <a:pt x="478250" y="1408742"/>
                      </a:cubicBezTo>
                      <a:cubicBezTo>
                        <a:pt x="687973" y="1333881"/>
                        <a:pt x="897126" y="1259592"/>
                        <a:pt x="1106278" y="1184160"/>
                      </a:cubicBezTo>
                      <a:cubicBezTo>
                        <a:pt x="1152566" y="1167588"/>
                        <a:pt x="1201139" y="1155016"/>
                        <a:pt x="1245141" y="1132729"/>
                      </a:cubicBezTo>
                      <a:lnTo>
                        <a:pt x="1245141" y="1132729"/>
                      </a:lnTo>
                      <a:lnTo>
                        <a:pt x="1245141" y="1132729"/>
                      </a:lnTo>
                      <a:cubicBezTo>
                        <a:pt x="1304573" y="1112157"/>
                        <a:pt x="1364004" y="1090442"/>
                        <a:pt x="1424007" y="1071012"/>
                      </a:cubicBezTo>
                      <a:cubicBezTo>
                        <a:pt x="1445150" y="1065298"/>
                        <a:pt x="1449722" y="1057869"/>
                        <a:pt x="1442293" y="1036725"/>
                      </a:cubicBezTo>
                      <a:lnTo>
                        <a:pt x="1442293" y="1036725"/>
                      </a:lnTo>
                      <a:close/>
                    </a:path>
                  </a:pathLst>
                </a:custGeom>
                <a:solidFill>
                  <a:srgbClr val="8F8C8D"/>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A31859BD-7525-4B2A-B9B5-F61E3564AC5F}"/>
                    </a:ext>
                  </a:extLst>
                </p:cNvPr>
                <p:cNvSpPr/>
                <p:nvPr/>
              </p:nvSpPr>
              <p:spPr>
                <a:xfrm>
                  <a:off x="7048837" y="4800764"/>
                  <a:ext cx="1251998" cy="1394255"/>
                </a:xfrm>
                <a:custGeom>
                  <a:avLst/>
                  <a:gdLst>
                    <a:gd name="connsiteX0" fmla="*/ 1251999 w 1251998"/>
                    <a:gd name="connsiteY0" fmla="*/ 1108050 h 1394255"/>
                    <a:gd name="connsiteX1" fmla="*/ 413104 w 1251998"/>
                    <a:gd name="connsiteY1" fmla="*/ 0 h 1394255"/>
                    <a:gd name="connsiteX2" fmla="*/ 62802 w 1251998"/>
                    <a:gd name="connsiteY2" fmla="*/ 16001 h 1394255"/>
                    <a:gd name="connsiteX3" fmla="*/ 13086 w 1251998"/>
                    <a:gd name="connsiteY3" fmla="*/ 84575 h 1394255"/>
                    <a:gd name="connsiteX4" fmla="*/ 166807 w 1251998"/>
                    <a:gd name="connsiteY4" fmla="*/ 551453 h 1394255"/>
                    <a:gd name="connsiteX5" fmla="*/ 429676 w 1251998"/>
                    <a:gd name="connsiteY5" fmla="*/ 1362919 h 1394255"/>
                    <a:gd name="connsiteX6" fmla="*/ 477678 w 1251998"/>
                    <a:gd name="connsiteY6" fmla="*/ 1386348 h 1394255"/>
                    <a:gd name="connsiteX7" fmla="*/ 1105706 w 1251998"/>
                    <a:gd name="connsiteY7" fmla="*/ 1161195 h 1394255"/>
                    <a:gd name="connsiteX8" fmla="*/ 1244570 w 1251998"/>
                    <a:gd name="connsiteY8" fmla="*/ 1109764 h 1394255"/>
                    <a:gd name="connsiteX9" fmla="*/ 1244570 w 1251998"/>
                    <a:gd name="connsiteY9" fmla="*/ 1109764 h 1394255"/>
                    <a:gd name="connsiteX10" fmla="*/ 1244570 w 1251998"/>
                    <a:gd name="connsiteY10" fmla="*/ 1109764 h 1394255"/>
                    <a:gd name="connsiteX11" fmla="*/ 1251999 w 1251998"/>
                    <a:gd name="connsiteY11" fmla="*/ 1108050 h 1394255"/>
                    <a:gd name="connsiteX12" fmla="*/ 1251999 w 1251998"/>
                    <a:gd name="connsiteY12" fmla="*/ 1108050 h 13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998" h="1394255">
                      <a:moveTo>
                        <a:pt x="1251999" y="1108050"/>
                      </a:moveTo>
                      <a:lnTo>
                        <a:pt x="413104" y="0"/>
                      </a:lnTo>
                      <a:cubicBezTo>
                        <a:pt x="296527" y="10858"/>
                        <a:pt x="179379" y="10286"/>
                        <a:pt x="62802" y="16001"/>
                      </a:cubicBezTo>
                      <a:cubicBezTo>
                        <a:pt x="-9201" y="19429"/>
                        <a:pt x="-9201" y="16572"/>
                        <a:pt x="13086" y="84575"/>
                      </a:cubicBezTo>
                      <a:cubicBezTo>
                        <a:pt x="64517" y="240011"/>
                        <a:pt x="115948" y="396018"/>
                        <a:pt x="166807" y="551453"/>
                      </a:cubicBezTo>
                      <a:cubicBezTo>
                        <a:pt x="254811" y="821751"/>
                        <a:pt x="342243" y="1092049"/>
                        <a:pt x="429676" y="1362919"/>
                      </a:cubicBezTo>
                      <a:cubicBezTo>
                        <a:pt x="441677" y="1400063"/>
                        <a:pt x="442248" y="1398920"/>
                        <a:pt x="477678" y="1386348"/>
                      </a:cubicBezTo>
                      <a:cubicBezTo>
                        <a:pt x="686830" y="1311488"/>
                        <a:pt x="896554" y="1237199"/>
                        <a:pt x="1105706" y="1161195"/>
                      </a:cubicBezTo>
                      <a:cubicBezTo>
                        <a:pt x="1151994" y="1144623"/>
                        <a:pt x="1200568" y="1132051"/>
                        <a:pt x="1244570" y="1109764"/>
                      </a:cubicBezTo>
                      <a:lnTo>
                        <a:pt x="1244570" y="1109764"/>
                      </a:lnTo>
                      <a:lnTo>
                        <a:pt x="1244570" y="1109764"/>
                      </a:lnTo>
                      <a:cubicBezTo>
                        <a:pt x="1247427" y="1109764"/>
                        <a:pt x="1249713" y="1108621"/>
                        <a:pt x="1251999" y="1108050"/>
                      </a:cubicBezTo>
                      <a:lnTo>
                        <a:pt x="1251999" y="1108050"/>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63643218-0DBA-4BFA-BDA7-B0D7EE0094D3}"/>
                    </a:ext>
                  </a:extLst>
                </p:cNvPr>
                <p:cNvSpPr/>
                <p:nvPr/>
              </p:nvSpPr>
              <p:spPr>
                <a:xfrm>
                  <a:off x="7409336" y="6400982"/>
                  <a:ext cx="1760252" cy="217078"/>
                </a:xfrm>
                <a:custGeom>
                  <a:avLst/>
                  <a:gdLst>
                    <a:gd name="connsiteX0" fmla="*/ 1634963 w 1760252"/>
                    <a:gd name="connsiteY0" fmla="*/ 216435 h 217078"/>
                    <a:gd name="connsiteX1" fmla="*/ 84035 w 1760252"/>
                    <a:gd name="connsiteY1" fmla="*/ 121574 h 217078"/>
                    <a:gd name="connsiteX2" fmla="*/ 603 w 1760252"/>
                    <a:gd name="connsiteY2" fmla="*/ 29570 h 217078"/>
                    <a:gd name="connsiteX3" fmla="*/ 37748 w 1760252"/>
                    <a:gd name="connsiteY3" fmla="*/ 997 h 217078"/>
                    <a:gd name="connsiteX4" fmla="*/ 1735539 w 1760252"/>
                    <a:gd name="connsiteY4" fmla="*/ 162718 h 217078"/>
                    <a:gd name="connsiteX5" fmla="*/ 1760111 w 1760252"/>
                    <a:gd name="connsiteY5" fmla="*/ 178719 h 217078"/>
                    <a:gd name="connsiteX6" fmla="*/ 1737824 w 1760252"/>
                    <a:gd name="connsiteY6" fmla="*/ 197577 h 217078"/>
                    <a:gd name="connsiteX7" fmla="*/ 1634963 w 1760252"/>
                    <a:gd name="connsiteY7" fmla="*/ 216435 h 217078"/>
                    <a:gd name="connsiteX8" fmla="*/ 1634963 w 1760252"/>
                    <a:gd name="connsiteY8" fmla="*/ 216435 h 21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252" h="217078">
                      <a:moveTo>
                        <a:pt x="1634963" y="216435"/>
                      </a:moveTo>
                      <a:cubicBezTo>
                        <a:pt x="1518386" y="208435"/>
                        <a:pt x="207470" y="130145"/>
                        <a:pt x="84035" y="121574"/>
                      </a:cubicBezTo>
                      <a:cubicBezTo>
                        <a:pt x="30319" y="118145"/>
                        <a:pt x="-5111" y="77572"/>
                        <a:pt x="603" y="29570"/>
                      </a:cubicBezTo>
                      <a:cubicBezTo>
                        <a:pt x="3460" y="7854"/>
                        <a:pt x="13175" y="-3575"/>
                        <a:pt x="37748" y="997"/>
                      </a:cubicBezTo>
                      <a:cubicBezTo>
                        <a:pt x="112608" y="13569"/>
                        <a:pt x="1641820" y="147289"/>
                        <a:pt x="1735539" y="162718"/>
                      </a:cubicBezTo>
                      <a:cubicBezTo>
                        <a:pt x="1746968" y="164433"/>
                        <a:pt x="1758397" y="167290"/>
                        <a:pt x="1760111" y="178719"/>
                      </a:cubicBezTo>
                      <a:cubicBezTo>
                        <a:pt x="1761825" y="192434"/>
                        <a:pt x="1747539" y="194148"/>
                        <a:pt x="1737824" y="197577"/>
                      </a:cubicBezTo>
                      <a:cubicBezTo>
                        <a:pt x="1704109" y="209006"/>
                        <a:pt x="1670964" y="219864"/>
                        <a:pt x="1634963" y="216435"/>
                      </a:cubicBezTo>
                      <a:lnTo>
                        <a:pt x="1634963" y="216435"/>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697AC4EB-E961-405F-ACDA-B2434F876BE4}"/>
                    </a:ext>
                  </a:extLst>
                </p:cNvPr>
                <p:cNvSpPr/>
                <p:nvPr/>
              </p:nvSpPr>
              <p:spPr>
                <a:xfrm>
                  <a:off x="6952507" y="4726584"/>
                  <a:ext cx="531234" cy="1611633"/>
                </a:xfrm>
                <a:custGeom>
                  <a:avLst/>
                  <a:gdLst>
                    <a:gd name="connsiteX0" fmla="*/ 531149 w 531234"/>
                    <a:gd name="connsiteY0" fmla="*/ 1599963 h 1611633"/>
                    <a:gd name="connsiteX1" fmla="*/ 524291 w 531234"/>
                    <a:gd name="connsiteY1" fmla="*/ 1610821 h 1611633"/>
                    <a:gd name="connsiteX2" fmla="*/ 511719 w 531234"/>
                    <a:gd name="connsiteY2" fmla="*/ 1606249 h 1611633"/>
                    <a:gd name="connsiteX3" fmla="*/ 500290 w 531234"/>
                    <a:gd name="connsiteY3" fmla="*/ 1573105 h 1611633"/>
                    <a:gd name="connsiteX4" fmla="*/ 294567 w 531234"/>
                    <a:gd name="connsiteY4" fmla="*/ 933648 h 1611633"/>
                    <a:gd name="connsiteX5" fmla="*/ 8840 w 531234"/>
                    <a:gd name="connsiteY5" fmla="*/ 36464 h 1611633"/>
                    <a:gd name="connsiteX6" fmla="*/ 8268 w 531234"/>
                    <a:gd name="connsiteY6" fmla="*/ 1034 h 1611633"/>
                    <a:gd name="connsiteX7" fmla="*/ 28269 w 531234"/>
                    <a:gd name="connsiteY7" fmla="*/ 29035 h 1611633"/>
                    <a:gd name="connsiteX8" fmla="*/ 288281 w 531234"/>
                    <a:gd name="connsiteY8" fmla="*/ 843358 h 1611633"/>
                    <a:gd name="connsiteX9" fmla="*/ 524863 w 531234"/>
                    <a:gd name="connsiteY9" fmla="*/ 1579962 h 1611633"/>
                    <a:gd name="connsiteX10" fmla="*/ 531149 w 531234"/>
                    <a:gd name="connsiteY10" fmla="*/ 1599963 h 1611633"/>
                    <a:gd name="connsiteX11" fmla="*/ 531149 w 531234"/>
                    <a:gd name="connsiteY11" fmla="*/ 1599963 h 16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1234" h="1611633">
                      <a:moveTo>
                        <a:pt x="531149" y="1599963"/>
                      </a:moveTo>
                      <a:cubicBezTo>
                        <a:pt x="531720" y="1604535"/>
                        <a:pt x="529434" y="1608535"/>
                        <a:pt x="524291" y="1610821"/>
                      </a:cubicBezTo>
                      <a:cubicBezTo>
                        <a:pt x="518577" y="1613107"/>
                        <a:pt x="514005" y="1610249"/>
                        <a:pt x="511719" y="1606249"/>
                      </a:cubicBezTo>
                      <a:cubicBezTo>
                        <a:pt x="507148" y="1595392"/>
                        <a:pt x="503719" y="1584534"/>
                        <a:pt x="500290" y="1573105"/>
                      </a:cubicBezTo>
                      <a:cubicBezTo>
                        <a:pt x="431716" y="1359953"/>
                        <a:pt x="363141" y="1146800"/>
                        <a:pt x="294567" y="933648"/>
                      </a:cubicBezTo>
                      <a:cubicBezTo>
                        <a:pt x="199134" y="634777"/>
                        <a:pt x="103701" y="335335"/>
                        <a:pt x="8840" y="36464"/>
                      </a:cubicBezTo>
                      <a:cubicBezTo>
                        <a:pt x="5411" y="25607"/>
                        <a:pt x="-8876" y="6749"/>
                        <a:pt x="8268" y="1034"/>
                      </a:cubicBezTo>
                      <a:cubicBezTo>
                        <a:pt x="27126" y="-5252"/>
                        <a:pt x="24840" y="18749"/>
                        <a:pt x="28269" y="29035"/>
                      </a:cubicBezTo>
                      <a:cubicBezTo>
                        <a:pt x="115702" y="299905"/>
                        <a:pt x="201420" y="571917"/>
                        <a:pt x="288281" y="843358"/>
                      </a:cubicBezTo>
                      <a:cubicBezTo>
                        <a:pt x="366570" y="1089083"/>
                        <a:pt x="446002" y="1334237"/>
                        <a:pt x="524863" y="1579962"/>
                      </a:cubicBezTo>
                      <a:cubicBezTo>
                        <a:pt x="526577" y="1585677"/>
                        <a:pt x="528292" y="1592535"/>
                        <a:pt x="531149" y="1599963"/>
                      </a:cubicBezTo>
                      <a:lnTo>
                        <a:pt x="531149" y="1599963"/>
                      </a:lnTo>
                      <a:close/>
                    </a:path>
                  </a:pathLst>
                </a:custGeom>
                <a:solidFill>
                  <a:srgbClr val="9090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27C7DB33-6C87-4BD6-B733-8B52949F12E2}"/>
                    </a:ext>
                  </a:extLst>
                </p:cNvPr>
                <p:cNvSpPr/>
                <p:nvPr/>
              </p:nvSpPr>
              <p:spPr>
                <a:xfrm>
                  <a:off x="7729130" y="6057561"/>
                  <a:ext cx="662402" cy="280414"/>
                </a:xfrm>
                <a:custGeom>
                  <a:avLst/>
                  <a:gdLst>
                    <a:gd name="connsiteX0" fmla="*/ 13395 w 662402"/>
                    <a:gd name="connsiteY0" fmla="*/ 280415 h 280414"/>
                    <a:gd name="connsiteX1" fmla="*/ 251 w 662402"/>
                    <a:gd name="connsiteY1" fmla="*/ 273557 h 280414"/>
                    <a:gd name="connsiteX2" fmla="*/ 11109 w 662402"/>
                    <a:gd name="connsiteY2" fmla="*/ 259271 h 280414"/>
                    <a:gd name="connsiteX3" fmla="*/ 628280 w 662402"/>
                    <a:gd name="connsiteY3" fmla="*/ 10117 h 280414"/>
                    <a:gd name="connsiteX4" fmla="*/ 660853 w 662402"/>
                    <a:gd name="connsiteY4" fmla="*/ 7260 h 280414"/>
                    <a:gd name="connsiteX5" fmla="*/ 636852 w 662402"/>
                    <a:gd name="connsiteY5" fmla="*/ 28975 h 280414"/>
                    <a:gd name="connsiteX6" fmla="*/ 13395 w 662402"/>
                    <a:gd name="connsiteY6" fmla="*/ 280415 h 280414"/>
                    <a:gd name="connsiteX7" fmla="*/ 13395 w 662402"/>
                    <a:gd name="connsiteY7" fmla="*/ 280415 h 28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402" h="280414">
                      <a:moveTo>
                        <a:pt x="13395" y="280415"/>
                      </a:moveTo>
                      <a:cubicBezTo>
                        <a:pt x="6537" y="280415"/>
                        <a:pt x="1394" y="279844"/>
                        <a:pt x="251" y="273557"/>
                      </a:cubicBezTo>
                      <a:cubicBezTo>
                        <a:pt x="-1463" y="264414"/>
                        <a:pt x="5966" y="261557"/>
                        <a:pt x="11109" y="259271"/>
                      </a:cubicBezTo>
                      <a:cubicBezTo>
                        <a:pt x="48825" y="243270"/>
                        <a:pt x="460272" y="77549"/>
                        <a:pt x="628280" y="10117"/>
                      </a:cubicBezTo>
                      <a:cubicBezTo>
                        <a:pt x="638566" y="6117"/>
                        <a:pt x="653995" y="-8741"/>
                        <a:pt x="660853" y="7260"/>
                      </a:cubicBezTo>
                      <a:cubicBezTo>
                        <a:pt x="668282" y="23832"/>
                        <a:pt x="647138" y="24403"/>
                        <a:pt x="636852" y="28975"/>
                      </a:cubicBezTo>
                      <a:cubicBezTo>
                        <a:pt x="435700" y="111265"/>
                        <a:pt x="18538" y="278701"/>
                        <a:pt x="13395" y="280415"/>
                      </a:cubicBezTo>
                      <a:lnTo>
                        <a:pt x="13395" y="280415"/>
                      </a:lnTo>
                      <a:close/>
                    </a:path>
                  </a:pathLst>
                </a:custGeom>
                <a:solidFill>
                  <a:srgbClr val="908F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C1A410AF-BEB1-42F0-8445-252CE520DCC5}"/>
                    </a:ext>
                  </a:extLst>
                </p:cNvPr>
                <p:cNvSpPr/>
                <p:nvPr/>
              </p:nvSpPr>
              <p:spPr>
                <a:xfrm>
                  <a:off x="7609376" y="6263687"/>
                  <a:ext cx="114290" cy="51430"/>
                </a:xfrm>
                <a:custGeom>
                  <a:avLst/>
                  <a:gdLst>
                    <a:gd name="connsiteX0" fmla="*/ 0 w 114290"/>
                    <a:gd name="connsiteY0" fmla="*/ 42288 h 51430"/>
                    <a:gd name="connsiteX1" fmla="*/ 110862 w 114290"/>
                    <a:gd name="connsiteY1" fmla="*/ 0 h 51430"/>
                    <a:gd name="connsiteX2" fmla="*/ 114291 w 114290"/>
                    <a:gd name="connsiteY2" fmla="*/ 9143 h 51430"/>
                    <a:gd name="connsiteX3" fmla="*/ 3429 w 114290"/>
                    <a:gd name="connsiteY3" fmla="*/ 51431 h 51430"/>
                    <a:gd name="connsiteX4" fmla="*/ 0 w 114290"/>
                    <a:gd name="connsiteY4" fmla="*/ 42288 h 51430"/>
                    <a:gd name="connsiteX5" fmla="*/ 0 w 114290"/>
                    <a:gd name="connsiteY5" fmla="*/ 42288 h 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0" h="51430">
                      <a:moveTo>
                        <a:pt x="0" y="42288"/>
                      </a:moveTo>
                      <a:cubicBezTo>
                        <a:pt x="36573" y="28001"/>
                        <a:pt x="73718" y="14286"/>
                        <a:pt x="110862" y="0"/>
                      </a:cubicBezTo>
                      <a:cubicBezTo>
                        <a:pt x="112005" y="3429"/>
                        <a:pt x="113148" y="6286"/>
                        <a:pt x="114291" y="9143"/>
                      </a:cubicBezTo>
                      <a:cubicBezTo>
                        <a:pt x="77718" y="23429"/>
                        <a:pt x="40573" y="37145"/>
                        <a:pt x="3429" y="51431"/>
                      </a:cubicBezTo>
                      <a:cubicBezTo>
                        <a:pt x="2286" y="48574"/>
                        <a:pt x="1143" y="45145"/>
                        <a:pt x="0" y="42288"/>
                      </a:cubicBezTo>
                      <a:lnTo>
                        <a:pt x="0" y="42288"/>
                      </a:lnTo>
                      <a:close/>
                    </a:path>
                  </a:pathLst>
                </a:custGeom>
                <a:solidFill>
                  <a:srgbClr val="D0D0D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6" name="Group 5">
              <a:extLst>
                <a:ext uri="{FF2B5EF4-FFF2-40B4-BE49-F238E27FC236}">
                  <a16:creationId xmlns:a16="http://schemas.microsoft.com/office/drawing/2014/main" id="{28F1E337-6C60-4127-884D-6EC7C45D8862}"/>
                </a:ext>
              </a:extLst>
            </p:cNvPr>
            <p:cNvGrpSpPr/>
            <p:nvPr/>
          </p:nvGrpSpPr>
          <p:grpSpPr>
            <a:xfrm>
              <a:off x="1036543" y="2045143"/>
              <a:ext cx="2961756" cy="3431661"/>
              <a:chOff x="810119" y="1788769"/>
              <a:chExt cx="2961756" cy="3431661"/>
            </a:xfrm>
          </p:grpSpPr>
          <p:sp>
            <p:nvSpPr>
              <p:cNvPr id="33" name="Freeform: Shape 32">
                <a:extLst>
                  <a:ext uri="{FF2B5EF4-FFF2-40B4-BE49-F238E27FC236}">
                    <a16:creationId xmlns:a16="http://schemas.microsoft.com/office/drawing/2014/main" id="{3D05294A-8EBB-4E5E-AE89-A2B9790146E3}"/>
                  </a:ext>
                </a:extLst>
              </p:cNvPr>
              <p:cNvSpPr/>
              <p:nvPr/>
            </p:nvSpPr>
            <p:spPr>
              <a:xfrm rot="739140" flipH="1">
                <a:off x="2488836" y="1806214"/>
                <a:ext cx="589030" cy="684918"/>
              </a:xfrm>
              <a:custGeom>
                <a:avLst/>
                <a:gdLst>
                  <a:gd name="connsiteX0" fmla="*/ 737970 w 815751"/>
                  <a:gd name="connsiteY0" fmla="*/ 666829 h 948547"/>
                  <a:gd name="connsiteX1" fmla="*/ 821442 w 815751"/>
                  <a:gd name="connsiteY1" fmla="*/ 388905 h 948547"/>
                  <a:gd name="connsiteX2" fmla="*/ 410721 w 815751"/>
                  <a:gd name="connsiteY2" fmla="*/ 0 h 948547"/>
                  <a:gd name="connsiteX3" fmla="*/ 0 w 815751"/>
                  <a:gd name="connsiteY3" fmla="*/ 388905 h 948547"/>
                  <a:gd name="connsiteX4" fmla="*/ 42685 w 815751"/>
                  <a:gd name="connsiteY4" fmla="*/ 561540 h 948547"/>
                  <a:gd name="connsiteX5" fmla="*/ 90112 w 815751"/>
                  <a:gd name="connsiteY5" fmla="*/ 828082 h 948547"/>
                  <a:gd name="connsiteX6" fmla="*/ 90112 w 815751"/>
                  <a:gd name="connsiteY6" fmla="*/ 828082 h 948547"/>
                  <a:gd name="connsiteX7" fmla="*/ 129002 w 815751"/>
                  <a:gd name="connsiteY7" fmla="*/ 863178 h 948547"/>
                  <a:gd name="connsiteX8" fmla="*/ 257056 w 815751"/>
                  <a:gd name="connsiteY8" fmla="*/ 897326 h 948547"/>
                  <a:gd name="connsiteX9" fmla="*/ 492296 w 815751"/>
                  <a:gd name="connsiteY9" fmla="*/ 860333 h 948547"/>
                  <a:gd name="connsiteX10" fmla="*/ 602328 w 815751"/>
                  <a:gd name="connsiteY10" fmla="*/ 957085 h 948547"/>
                  <a:gd name="connsiteX11" fmla="*/ 758838 w 815751"/>
                  <a:gd name="connsiteY11" fmla="*/ 734176 h 948547"/>
                  <a:gd name="connsiteX12" fmla="*/ 737970 w 815751"/>
                  <a:gd name="connsiteY12" fmla="*/ 666829 h 94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5751" h="948547">
                    <a:moveTo>
                      <a:pt x="737970" y="666829"/>
                    </a:moveTo>
                    <a:cubicBezTo>
                      <a:pt x="771169" y="552055"/>
                      <a:pt x="815751" y="510319"/>
                      <a:pt x="821442" y="388905"/>
                    </a:cubicBezTo>
                    <a:cubicBezTo>
                      <a:pt x="832825" y="174533"/>
                      <a:pt x="637424" y="0"/>
                      <a:pt x="410721" y="0"/>
                    </a:cubicBezTo>
                    <a:cubicBezTo>
                      <a:pt x="184018" y="0"/>
                      <a:pt x="0" y="173584"/>
                      <a:pt x="0" y="388905"/>
                    </a:cubicBezTo>
                    <a:cubicBezTo>
                      <a:pt x="0" y="451509"/>
                      <a:pt x="31302" y="502730"/>
                      <a:pt x="42685" y="561540"/>
                    </a:cubicBezTo>
                    <a:cubicBezTo>
                      <a:pt x="42685" y="562489"/>
                      <a:pt x="81575" y="825237"/>
                      <a:pt x="90112" y="828082"/>
                    </a:cubicBezTo>
                    <a:lnTo>
                      <a:pt x="90112" y="828082"/>
                    </a:lnTo>
                    <a:cubicBezTo>
                      <a:pt x="95803" y="849899"/>
                      <a:pt x="111929" y="857487"/>
                      <a:pt x="129002" y="863178"/>
                    </a:cubicBezTo>
                    <a:cubicBezTo>
                      <a:pt x="136591" y="867921"/>
                      <a:pt x="252314" y="894481"/>
                      <a:pt x="257056" y="897326"/>
                    </a:cubicBezTo>
                    <a:cubicBezTo>
                      <a:pt x="338632" y="905863"/>
                      <a:pt x="416412" y="889738"/>
                      <a:pt x="492296" y="860333"/>
                    </a:cubicBezTo>
                    <a:cubicBezTo>
                      <a:pt x="515061" y="850847"/>
                      <a:pt x="578614" y="932422"/>
                      <a:pt x="602328" y="957085"/>
                    </a:cubicBezTo>
                    <a:cubicBezTo>
                      <a:pt x="615608" y="959930"/>
                      <a:pt x="742713" y="794883"/>
                      <a:pt x="758838" y="734176"/>
                    </a:cubicBezTo>
                    <a:cubicBezTo>
                      <a:pt x="750301" y="723742"/>
                      <a:pt x="737970" y="688646"/>
                      <a:pt x="737970" y="66682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A580AE8D-9042-445B-9D1C-34885AEA4D6C}"/>
                  </a:ext>
                </a:extLst>
              </p:cNvPr>
              <p:cNvSpPr/>
              <p:nvPr/>
            </p:nvSpPr>
            <p:spPr>
              <a:xfrm rot="739140" flipH="1">
                <a:off x="2428885" y="1788769"/>
                <a:ext cx="684918" cy="506840"/>
              </a:xfrm>
              <a:custGeom>
                <a:avLst/>
                <a:gdLst>
                  <a:gd name="connsiteX0" fmla="*/ 912217 w 948547"/>
                  <a:gd name="connsiteY0" fmla="*/ 188902 h 701925"/>
                  <a:gd name="connsiteX1" fmla="*/ 798391 w 948547"/>
                  <a:gd name="connsiteY1" fmla="*/ 80768 h 701925"/>
                  <a:gd name="connsiteX2" fmla="*/ 748118 w 948547"/>
                  <a:gd name="connsiteY2" fmla="*/ 11524 h 701925"/>
                  <a:gd name="connsiteX3" fmla="*/ 639983 w 948547"/>
                  <a:gd name="connsiteY3" fmla="*/ 13421 h 701925"/>
                  <a:gd name="connsiteX4" fmla="*/ 597299 w 948547"/>
                  <a:gd name="connsiteY4" fmla="*/ 19112 h 701925"/>
                  <a:gd name="connsiteX5" fmla="*/ 386721 w 948547"/>
                  <a:gd name="connsiteY5" fmla="*/ 10575 h 701925"/>
                  <a:gd name="connsiteX6" fmla="*/ 288072 w 948547"/>
                  <a:gd name="connsiteY6" fmla="*/ 24804 h 701925"/>
                  <a:gd name="connsiteX7" fmla="*/ 158121 w 948547"/>
                  <a:gd name="connsiteY7" fmla="*/ 56106 h 701925"/>
                  <a:gd name="connsiteX8" fmla="*/ 125870 w 948547"/>
                  <a:gd name="connsiteY8" fmla="*/ 76025 h 701925"/>
                  <a:gd name="connsiteX9" fmla="*/ 63266 w 948547"/>
                  <a:gd name="connsiteY9" fmla="*/ 198388 h 701925"/>
                  <a:gd name="connsiteX10" fmla="*/ 3508 w 948547"/>
                  <a:gd name="connsiteY10" fmla="*/ 349207 h 701925"/>
                  <a:gd name="connsiteX11" fmla="*/ 4456 w 948547"/>
                  <a:gd name="connsiteY11" fmla="*/ 422245 h 701925"/>
                  <a:gd name="connsiteX12" fmla="*/ 4456 w 948547"/>
                  <a:gd name="connsiteY12" fmla="*/ 422245 h 701925"/>
                  <a:gd name="connsiteX13" fmla="*/ 58524 w 948547"/>
                  <a:gd name="connsiteY13" fmla="*/ 583498 h 701925"/>
                  <a:gd name="connsiteX14" fmla="*/ 71803 w 948547"/>
                  <a:gd name="connsiteY14" fmla="*/ 560733 h 701925"/>
                  <a:gd name="connsiteX15" fmla="*/ 104054 w 948547"/>
                  <a:gd name="connsiteY15" fmla="*/ 474415 h 701925"/>
                  <a:gd name="connsiteX16" fmla="*/ 142944 w 948547"/>
                  <a:gd name="connsiteY16" fmla="*/ 476312 h 701925"/>
                  <a:gd name="connsiteX17" fmla="*/ 200806 w 948547"/>
                  <a:gd name="connsiteY17" fmla="*/ 564527 h 701925"/>
                  <a:gd name="connsiteX18" fmla="*/ 263410 w 948547"/>
                  <a:gd name="connsiteY18" fmla="*/ 581601 h 701925"/>
                  <a:gd name="connsiteX19" fmla="*/ 421817 w 948547"/>
                  <a:gd name="connsiteY19" fmla="*/ 565476 h 701925"/>
                  <a:gd name="connsiteX20" fmla="*/ 497701 w 948547"/>
                  <a:gd name="connsiteY20" fmla="*/ 528482 h 701925"/>
                  <a:gd name="connsiteX21" fmla="*/ 524260 w 948547"/>
                  <a:gd name="connsiteY21" fmla="*/ 540814 h 701925"/>
                  <a:gd name="connsiteX22" fmla="*/ 739581 w 948547"/>
                  <a:gd name="connsiteY22" fmla="*/ 710604 h 701925"/>
                  <a:gd name="connsiteX23" fmla="*/ 788905 w 948547"/>
                  <a:gd name="connsiteY23" fmla="*/ 634720 h 701925"/>
                  <a:gd name="connsiteX24" fmla="*/ 814516 w 948547"/>
                  <a:gd name="connsiteY24" fmla="*/ 570219 h 701925"/>
                  <a:gd name="connsiteX25" fmla="*/ 863841 w 948547"/>
                  <a:gd name="connsiteY25" fmla="*/ 491489 h 701925"/>
                  <a:gd name="connsiteX26" fmla="*/ 919805 w 948547"/>
                  <a:gd name="connsiteY26" fmla="*/ 377663 h 701925"/>
                  <a:gd name="connsiteX27" fmla="*/ 912217 w 948547"/>
                  <a:gd name="connsiteY27" fmla="*/ 188902 h 701925"/>
                  <a:gd name="connsiteX28" fmla="*/ 104054 w 948547"/>
                  <a:gd name="connsiteY28" fmla="*/ 413708 h 701925"/>
                  <a:gd name="connsiteX29" fmla="*/ 85083 w 948547"/>
                  <a:gd name="connsiteY29" fmla="*/ 446907 h 701925"/>
                  <a:gd name="connsiteX30" fmla="*/ 40501 w 948547"/>
                  <a:gd name="connsiteY30" fmla="*/ 445959 h 701925"/>
                  <a:gd name="connsiteX31" fmla="*/ 24376 w 948547"/>
                  <a:gd name="connsiteY31" fmla="*/ 431731 h 701925"/>
                  <a:gd name="connsiteX32" fmla="*/ 44295 w 948547"/>
                  <a:gd name="connsiteY32" fmla="*/ 400429 h 701925"/>
                  <a:gd name="connsiteX33" fmla="*/ 80340 w 948547"/>
                  <a:gd name="connsiteY33" fmla="*/ 394737 h 701925"/>
                  <a:gd name="connsiteX34" fmla="*/ 100260 w 948547"/>
                  <a:gd name="connsiteY34" fmla="*/ 403274 h 701925"/>
                  <a:gd name="connsiteX35" fmla="*/ 104054 w 948547"/>
                  <a:gd name="connsiteY35" fmla="*/ 413708 h 701925"/>
                  <a:gd name="connsiteX36" fmla="*/ 366802 w 948547"/>
                  <a:gd name="connsiteY36" fmla="*/ 431731 h 701925"/>
                  <a:gd name="connsiteX37" fmla="*/ 346882 w 948547"/>
                  <a:gd name="connsiteY37" fmla="*/ 442165 h 701925"/>
                  <a:gd name="connsiteX38" fmla="*/ 257719 w 948547"/>
                  <a:gd name="connsiteY38" fmla="*/ 439319 h 701925"/>
                  <a:gd name="connsiteX39" fmla="*/ 229262 w 948547"/>
                  <a:gd name="connsiteY39" fmla="*/ 405171 h 701925"/>
                  <a:gd name="connsiteX40" fmla="*/ 235902 w 948547"/>
                  <a:gd name="connsiteY40" fmla="*/ 396634 h 701925"/>
                  <a:gd name="connsiteX41" fmla="*/ 270050 w 948547"/>
                  <a:gd name="connsiteY41" fmla="*/ 385252 h 701925"/>
                  <a:gd name="connsiteX42" fmla="*/ 327911 w 948547"/>
                  <a:gd name="connsiteY42" fmla="*/ 395686 h 701925"/>
                  <a:gd name="connsiteX43" fmla="*/ 366802 w 948547"/>
                  <a:gd name="connsiteY43" fmla="*/ 431731 h 70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48547" h="701925">
                    <a:moveTo>
                      <a:pt x="912217" y="188902"/>
                    </a:moveTo>
                    <a:cubicBezTo>
                      <a:pt x="893246" y="179417"/>
                      <a:pt x="800288" y="120607"/>
                      <a:pt x="798391" y="80768"/>
                    </a:cubicBezTo>
                    <a:cubicBezTo>
                      <a:pt x="796494" y="48517"/>
                      <a:pt x="778471" y="24804"/>
                      <a:pt x="748118" y="11524"/>
                    </a:cubicBezTo>
                    <a:cubicBezTo>
                      <a:pt x="711124" y="-4601"/>
                      <a:pt x="676028" y="-3653"/>
                      <a:pt x="639983" y="13421"/>
                    </a:cubicBezTo>
                    <a:cubicBezTo>
                      <a:pt x="626704" y="21958"/>
                      <a:pt x="611527" y="21009"/>
                      <a:pt x="597299" y="19112"/>
                    </a:cubicBezTo>
                    <a:cubicBezTo>
                      <a:pt x="573585" y="15318"/>
                      <a:pt x="432251" y="141"/>
                      <a:pt x="386721" y="10575"/>
                    </a:cubicBezTo>
                    <a:cubicBezTo>
                      <a:pt x="356367" y="18164"/>
                      <a:pt x="318426" y="18164"/>
                      <a:pt x="288072" y="24804"/>
                    </a:cubicBezTo>
                    <a:cubicBezTo>
                      <a:pt x="266255" y="29546"/>
                      <a:pt x="203651" y="58951"/>
                      <a:pt x="158121" y="56106"/>
                    </a:cubicBezTo>
                    <a:cubicBezTo>
                      <a:pt x="144841" y="55157"/>
                      <a:pt x="133459" y="63694"/>
                      <a:pt x="125870" y="76025"/>
                    </a:cubicBezTo>
                    <a:cubicBezTo>
                      <a:pt x="101208" y="114916"/>
                      <a:pt x="78443" y="154755"/>
                      <a:pt x="63266" y="198388"/>
                    </a:cubicBezTo>
                    <a:cubicBezTo>
                      <a:pt x="39553" y="258146"/>
                      <a:pt x="7302" y="292294"/>
                      <a:pt x="3508" y="349207"/>
                    </a:cubicBezTo>
                    <a:cubicBezTo>
                      <a:pt x="662" y="358692"/>
                      <a:pt x="-3132" y="396634"/>
                      <a:pt x="4456" y="422245"/>
                    </a:cubicBezTo>
                    <a:lnTo>
                      <a:pt x="4456" y="422245"/>
                    </a:lnTo>
                    <a:cubicBezTo>
                      <a:pt x="18684" y="451650"/>
                      <a:pt x="51884" y="563579"/>
                      <a:pt x="58524" y="583498"/>
                    </a:cubicBezTo>
                    <a:cubicBezTo>
                      <a:pt x="71803" y="581601"/>
                      <a:pt x="68958" y="569270"/>
                      <a:pt x="71803" y="560733"/>
                    </a:cubicBezTo>
                    <a:cubicBezTo>
                      <a:pt x="80340" y="531328"/>
                      <a:pt x="85083" y="500026"/>
                      <a:pt x="104054" y="474415"/>
                    </a:cubicBezTo>
                    <a:cubicBezTo>
                      <a:pt x="115436" y="463981"/>
                      <a:pt x="132510" y="457341"/>
                      <a:pt x="142944" y="476312"/>
                    </a:cubicBezTo>
                    <a:cubicBezTo>
                      <a:pt x="167607" y="518049"/>
                      <a:pt x="177092" y="536071"/>
                      <a:pt x="200806" y="564527"/>
                    </a:cubicBezTo>
                    <a:cubicBezTo>
                      <a:pt x="217880" y="584447"/>
                      <a:pt x="237799" y="592984"/>
                      <a:pt x="263410" y="581601"/>
                    </a:cubicBezTo>
                    <a:cubicBezTo>
                      <a:pt x="296609" y="568322"/>
                      <a:pt x="403795" y="566424"/>
                      <a:pt x="421817" y="565476"/>
                    </a:cubicBezTo>
                    <a:cubicBezTo>
                      <a:pt x="455017" y="564527"/>
                      <a:pt x="484421" y="559785"/>
                      <a:pt x="497701" y="528482"/>
                    </a:cubicBezTo>
                    <a:cubicBezTo>
                      <a:pt x="501495" y="518049"/>
                      <a:pt x="518569" y="532277"/>
                      <a:pt x="524260" y="540814"/>
                    </a:cubicBezTo>
                    <a:cubicBezTo>
                      <a:pt x="555563" y="616697"/>
                      <a:pt x="685514" y="703964"/>
                      <a:pt x="739581" y="710604"/>
                    </a:cubicBezTo>
                    <a:cubicBezTo>
                      <a:pt x="782266" y="715346"/>
                      <a:pt x="786060" y="649897"/>
                      <a:pt x="788905" y="634720"/>
                    </a:cubicBezTo>
                    <a:cubicBezTo>
                      <a:pt x="792699" y="611006"/>
                      <a:pt x="797442" y="586344"/>
                      <a:pt x="814516" y="570219"/>
                    </a:cubicBezTo>
                    <a:cubicBezTo>
                      <a:pt x="837281" y="549351"/>
                      <a:pt x="860995" y="522791"/>
                      <a:pt x="863841" y="491489"/>
                    </a:cubicBezTo>
                    <a:cubicBezTo>
                      <a:pt x="868583" y="444062"/>
                      <a:pt x="882811" y="403274"/>
                      <a:pt x="919805" y="377663"/>
                    </a:cubicBezTo>
                    <a:cubicBezTo>
                      <a:pt x="945416" y="360590"/>
                      <a:pt x="973872" y="220205"/>
                      <a:pt x="912217" y="188902"/>
                    </a:cubicBezTo>
                    <a:close/>
                    <a:moveTo>
                      <a:pt x="104054" y="413708"/>
                    </a:moveTo>
                    <a:cubicBezTo>
                      <a:pt x="98363" y="425091"/>
                      <a:pt x="95517" y="444062"/>
                      <a:pt x="85083" y="446907"/>
                    </a:cubicBezTo>
                    <a:cubicBezTo>
                      <a:pt x="67060" y="451650"/>
                      <a:pt x="57575" y="453547"/>
                      <a:pt x="40501" y="445959"/>
                    </a:cubicBezTo>
                    <a:cubicBezTo>
                      <a:pt x="35758" y="444062"/>
                      <a:pt x="25324" y="441216"/>
                      <a:pt x="24376" y="431731"/>
                    </a:cubicBezTo>
                    <a:cubicBezTo>
                      <a:pt x="23427" y="421297"/>
                      <a:pt x="32913" y="416554"/>
                      <a:pt x="44295" y="400429"/>
                    </a:cubicBezTo>
                    <a:cubicBezTo>
                      <a:pt x="55678" y="386200"/>
                      <a:pt x="68958" y="389995"/>
                      <a:pt x="80340" y="394737"/>
                    </a:cubicBezTo>
                    <a:cubicBezTo>
                      <a:pt x="87929" y="397583"/>
                      <a:pt x="93620" y="399480"/>
                      <a:pt x="100260" y="403274"/>
                    </a:cubicBezTo>
                    <a:cubicBezTo>
                      <a:pt x="102157" y="406120"/>
                      <a:pt x="106899" y="408017"/>
                      <a:pt x="104054" y="413708"/>
                    </a:cubicBezTo>
                    <a:close/>
                    <a:moveTo>
                      <a:pt x="366802" y="431731"/>
                    </a:moveTo>
                    <a:cubicBezTo>
                      <a:pt x="363956" y="440268"/>
                      <a:pt x="354470" y="440268"/>
                      <a:pt x="346882" y="442165"/>
                    </a:cubicBezTo>
                    <a:cubicBezTo>
                      <a:pt x="316529" y="448805"/>
                      <a:pt x="287123" y="445959"/>
                      <a:pt x="257719" y="439319"/>
                    </a:cubicBezTo>
                    <a:cubicBezTo>
                      <a:pt x="239696" y="435525"/>
                      <a:pt x="237799" y="417502"/>
                      <a:pt x="229262" y="405171"/>
                    </a:cubicBezTo>
                    <a:cubicBezTo>
                      <a:pt x="224519" y="398531"/>
                      <a:pt x="232108" y="397583"/>
                      <a:pt x="235902" y="396634"/>
                    </a:cubicBezTo>
                    <a:cubicBezTo>
                      <a:pt x="247284" y="392840"/>
                      <a:pt x="259616" y="390943"/>
                      <a:pt x="270050" y="385252"/>
                    </a:cubicBezTo>
                    <a:cubicBezTo>
                      <a:pt x="292815" y="372921"/>
                      <a:pt x="310837" y="378612"/>
                      <a:pt x="327911" y="395686"/>
                    </a:cubicBezTo>
                    <a:cubicBezTo>
                      <a:pt x="346882" y="412760"/>
                      <a:pt x="369647" y="422245"/>
                      <a:pt x="366802" y="431731"/>
                    </a:cubicBezTo>
                    <a:close/>
                  </a:path>
                </a:pathLst>
              </a:custGeom>
              <a:solidFill>
                <a:schemeClr val="tx1">
                  <a:lumMod val="75000"/>
                  <a:lumOff val="2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2EAC8916-4A6C-407A-86DD-9D643E06A17C}"/>
                  </a:ext>
                </a:extLst>
              </p:cNvPr>
              <p:cNvSpPr/>
              <p:nvPr/>
            </p:nvSpPr>
            <p:spPr>
              <a:xfrm rot="739140" flipH="1">
                <a:off x="2568160" y="2404920"/>
                <a:ext cx="253420" cy="143832"/>
              </a:xfrm>
              <a:custGeom>
                <a:avLst/>
                <a:gdLst>
                  <a:gd name="connsiteX0" fmla="*/ 9 w 350962"/>
                  <a:gd name="connsiteY0" fmla="*/ 48698 h 199195"/>
                  <a:gd name="connsiteX1" fmla="*/ 252323 w 350962"/>
                  <a:gd name="connsiteY1" fmla="*/ 2219 h 199195"/>
                  <a:gd name="connsiteX2" fmla="*/ 274139 w 350962"/>
                  <a:gd name="connsiteY2" fmla="*/ 6013 h 199195"/>
                  <a:gd name="connsiteX3" fmla="*/ 357612 w 350962"/>
                  <a:gd name="connsiteY3" fmla="*/ 112251 h 199195"/>
                  <a:gd name="connsiteX4" fmla="*/ 321567 w 350962"/>
                  <a:gd name="connsiteY4" fmla="*/ 145450 h 199195"/>
                  <a:gd name="connsiteX5" fmla="*/ 174542 w 350962"/>
                  <a:gd name="connsiteY5" fmla="*/ 205208 h 199195"/>
                  <a:gd name="connsiteX6" fmla="*/ 81584 w 350962"/>
                  <a:gd name="connsiteY6" fmla="*/ 173906 h 199195"/>
                  <a:gd name="connsiteX7" fmla="*/ 9 w 350962"/>
                  <a:gd name="connsiteY7" fmla="*/ 48698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962" h="199195">
                    <a:moveTo>
                      <a:pt x="9" y="48698"/>
                    </a:moveTo>
                    <a:cubicBezTo>
                      <a:pt x="88224" y="53441"/>
                      <a:pt x="171696" y="37315"/>
                      <a:pt x="252323" y="2219"/>
                    </a:cubicBezTo>
                    <a:cubicBezTo>
                      <a:pt x="260860" y="-1575"/>
                      <a:pt x="268448" y="-626"/>
                      <a:pt x="274139" y="6013"/>
                    </a:cubicBezTo>
                    <a:cubicBezTo>
                      <a:pt x="299750" y="40161"/>
                      <a:pt x="338641" y="73360"/>
                      <a:pt x="357612" y="112251"/>
                    </a:cubicBezTo>
                    <a:cubicBezTo>
                      <a:pt x="359509" y="122685"/>
                      <a:pt x="327258" y="142604"/>
                      <a:pt x="321567" y="145450"/>
                    </a:cubicBezTo>
                    <a:cubicBezTo>
                      <a:pt x="307338" y="151141"/>
                      <a:pt x="237146" y="202363"/>
                      <a:pt x="174542" y="205208"/>
                    </a:cubicBezTo>
                    <a:cubicBezTo>
                      <a:pt x="130909" y="207105"/>
                      <a:pt x="108143" y="208054"/>
                      <a:pt x="81584" y="173906"/>
                    </a:cubicBezTo>
                    <a:cubicBezTo>
                      <a:pt x="73047" y="166318"/>
                      <a:pt x="-940" y="55338"/>
                      <a:pt x="9" y="48698"/>
                    </a:cubicBezTo>
                    <a:close/>
                  </a:path>
                </a:pathLst>
              </a:custGeom>
              <a:solidFill>
                <a:srgbClr val="E0B282"/>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Shape 72">
                <a:extLst>
                  <a:ext uri="{FF2B5EF4-FFF2-40B4-BE49-F238E27FC236}">
                    <a16:creationId xmlns:a16="http://schemas.microsoft.com/office/drawing/2014/main" id="{6705535D-4C08-48DC-ACF1-B05D2E497A92}"/>
                  </a:ext>
                </a:extLst>
              </p:cNvPr>
              <p:cNvSpPr/>
              <p:nvPr/>
            </p:nvSpPr>
            <p:spPr>
              <a:xfrm rot="739140" flipH="1">
                <a:off x="1329694" y="2274675"/>
                <a:ext cx="2007347" cy="2918396"/>
              </a:xfrm>
              <a:custGeom>
                <a:avLst/>
                <a:gdLst>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2175 w 2007347"/>
                  <a:gd name="connsiteY30" fmla="*/ 2574680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0351 w 2007347"/>
                  <a:gd name="connsiteY30" fmla="*/ 2583029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07347" h="2918396">
                    <a:moveTo>
                      <a:pt x="1500877" y="67223"/>
                    </a:moveTo>
                    <a:cubicBezTo>
                      <a:pt x="1376222" y="50785"/>
                      <a:pt x="1138555" y="-2638"/>
                      <a:pt x="1152254" y="102"/>
                    </a:cubicBezTo>
                    <a:cubicBezTo>
                      <a:pt x="1087187" y="111058"/>
                      <a:pt x="1043352" y="204207"/>
                      <a:pt x="911848" y="224754"/>
                    </a:cubicBezTo>
                    <a:cubicBezTo>
                      <a:pt x="845410" y="235029"/>
                      <a:pt x="835822" y="160372"/>
                      <a:pt x="792671" y="121332"/>
                    </a:cubicBezTo>
                    <a:cubicBezTo>
                      <a:pt x="782398" y="107634"/>
                      <a:pt x="742673" y="112428"/>
                      <a:pt x="667332" y="156948"/>
                    </a:cubicBezTo>
                    <a:cubicBezTo>
                      <a:pt x="556375" y="214481"/>
                      <a:pt x="443364" y="280918"/>
                      <a:pt x="356379" y="367902"/>
                    </a:cubicBezTo>
                    <a:cubicBezTo>
                      <a:pt x="312544" y="411052"/>
                      <a:pt x="294051" y="430230"/>
                      <a:pt x="254327" y="471324"/>
                    </a:cubicBezTo>
                    <a:cubicBezTo>
                      <a:pt x="259806" y="374751"/>
                      <a:pt x="273504" y="28183"/>
                      <a:pt x="273504" y="28183"/>
                    </a:cubicBezTo>
                    <a:cubicBezTo>
                      <a:pt x="278299" y="29553"/>
                      <a:pt x="93371" y="30923"/>
                      <a:pt x="70083" y="36402"/>
                    </a:cubicBezTo>
                    <a:cubicBezTo>
                      <a:pt x="61180" y="132290"/>
                      <a:pt x="6386" y="592556"/>
                      <a:pt x="222" y="678170"/>
                    </a:cubicBezTo>
                    <a:cubicBezTo>
                      <a:pt x="-5257" y="763785"/>
                      <a:pt x="91316" y="848714"/>
                      <a:pt x="221450" y="797345"/>
                    </a:cubicBezTo>
                    <a:cubicBezTo>
                      <a:pt x="370077" y="719265"/>
                      <a:pt x="628976" y="550090"/>
                      <a:pt x="782398" y="491187"/>
                    </a:cubicBezTo>
                    <a:cubicBezTo>
                      <a:pt x="889930" y="511735"/>
                      <a:pt x="946093" y="857618"/>
                      <a:pt x="991298" y="955562"/>
                    </a:cubicBezTo>
                    <a:cubicBezTo>
                      <a:pt x="1049516" y="1080902"/>
                      <a:pt x="1089926" y="1106929"/>
                      <a:pt x="1117323" y="1165147"/>
                    </a:cubicBezTo>
                    <a:cubicBezTo>
                      <a:pt x="1028968" y="1208296"/>
                      <a:pt x="567334" y="1363088"/>
                      <a:pt x="474870" y="1417196"/>
                    </a:cubicBezTo>
                    <a:cubicBezTo>
                      <a:pt x="429666" y="1443223"/>
                      <a:pt x="334462" y="1651438"/>
                      <a:pt x="322133" y="1767874"/>
                    </a:cubicBezTo>
                    <a:cubicBezTo>
                      <a:pt x="298162" y="1839790"/>
                      <a:pt x="270764" y="2177455"/>
                      <a:pt x="274189" y="2209646"/>
                    </a:cubicBezTo>
                    <a:cubicBezTo>
                      <a:pt x="281038" y="2254165"/>
                      <a:pt x="293367" y="2408272"/>
                      <a:pt x="203642" y="2475394"/>
                    </a:cubicBezTo>
                    <a:lnTo>
                      <a:pt x="175561" y="2500736"/>
                    </a:lnTo>
                    <a:cubicBezTo>
                      <a:pt x="163233" y="2512380"/>
                      <a:pt x="161863" y="2525393"/>
                      <a:pt x="172136" y="2539091"/>
                    </a:cubicBezTo>
                    <a:cubicBezTo>
                      <a:pt x="238573" y="2538407"/>
                      <a:pt x="462541" y="2552105"/>
                      <a:pt x="568019" y="2605528"/>
                    </a:cubicBezTo>
                    <a:cubicBezTo>
                      <a:pt x="567334" y="2585665"/>
                      <a:pt x="589252" y="2544570"/>
                      <a:pt x="594730" y="2521968"/>
                    </a:cubicBezTo>
                    <a:cubicBezTo>
                      <a:pt x="606374" y="2456901"/>
                      <a:pt x="576923" y="2321287"/>
                      <a:pt x="575553" y="2345259"/>
                    </a:cubicBezTo>
                    <a:cubicBezTo>
                      <a:pt x="578293" y="2290466"/>
                      <a:pt x="610483" y="2204852"/>
                      <a:pt x="608429" y="2150058"/>
                    </a:cubicBezTo>
                    <a:cubicBezTo>
                      <a:pt x="608429" y="2128140"/>
                      <a:pt x="693359" y="1832256"/>
                      <a:pt x="706372" y="1767874"/>
                    </a:cubicBezTo>
                    <a:cubicBezTo>
                      <a:pt x="809110" y="1730889"/>
                      <a:pt x="1140610" y="1646644"/>
                      <a:pt x="1240608" y="1608973"/>
                    </a:cubicBezTo>
                    <a:cubicBezTo>
                      <a:pt x="1232389" y="1719930"/>
                      <a:pt x="1182390" y="1832942"/>
                      <a:pt x="1165952" y="1886365"/>
                    </a:cubicBezTo>
                    <a:cubicBezTo>
                      <a:pt x="1135816" y="1951432"/>
                      <a:pt x="1155678" y="1993897"/>
                      <a:pt x="1139240" y="2050060"/>
                    </a:cubicBezTo>
                    <a:cubicBezTo>
                      <a:pt x="1120062" y="2070608"/>
                      <a:pt x="1088556" y="2425395"/>
                      <a:pt x="1085817" y="2426765"/>
                    </a:cubicBezTo>
                    <a:cubicBezTo>
                      <a:pt x="1082221" y="2449367"/>
                      <a:pt x="1084233" y="2474581"/>
                      <a:pt x="1089733" y="2501014"/>
                    </a:cubicBezTo>
                    <a:lnTo>
                      <a:pt x="1110351" y="2583029"/>
                    </a:lnTo>
                    <a:lnTo>
                      <a:pt x="1494014" y="2824200"/>
                    </a:lnTo>
                    <a:lnTo>
                      <a:pt x="1639399" y="2918396"/>
                    </a:lnTo>
                    <a:lnTo>
                      <a:pt x="1628785" y="2889170"/>
                    </a:lnTo>
                    <a:cubicBezTo>
                      <a:pt x="1617484" y="2857235"/>
                      <a:pt x="1607039" y="2825044"/>
                      <a:pt x="1598135" y="2789086"/>
                    </a:cubicBezTo>
                    <a:cubicBezTo>
                      <a:pt x="1530328" y="2516489"/>
                      <a:pt x="1503616" y="2520598"/>
                      <a:pt x="1463891" y="2415806"/>
                    </a:cubicBezTo>
                    <a:cubicBezTo>
                      <a:pt x="1491288" y="2313068"/>
                      <a:pt x="1722790" y="1850749"/>
                      <a:pt x="1790597" y="1692533"/>
                    </a:cubicBezTo>
                    <a:cubicBezTo>
                      <a:pt x="1822102" y="1618562"/>
                      <a:pt x="1847445" y="1519934"/>
                      <a:pt x="1865937" y="1439798"/>
                    </a:cubicBezTo>
                    <a:cubicBezTo>
                      <a:pt x="1946758" y="1088435"/>
                      <a:pt x="1763200" y="987752"/>
                      <a:pt x="1720735" y="874741"/>
                    </a:cubicBezTo>
                    <a:cubicBezTo>
                      <a:pt x="1772104" y="904193"/>
                      <a:pt x="1889910" y="934329"/>
                      <a:pt x="1933059" y="913097"/>
                    </a:cubicBezTo>
                    <a:cubicBezTo>
                      <a:pt x="2031688" y="864468"/>
                      <a:pt x="2009770" y="805565"/>
                      <a:pt x="1991962" y="710361"/>
                    </a:cubicBezTo>
                    <a:cubicBezTo>
                      <a:pt x="1956347" y="519269"/>
                      <a:pt x="1807035" y="291192"/>
                      <a:pt x="1659092" y="171331"/>
                    </a:cubicBezTo>
                    <a:cubicBezTo>
                      <a:pt x="1620052" y="139825"/>
                      <a:pt x="1554985" y="74073"/>
                      <a:pt x="1500877" y="67223"/>
                    </a:cubicBezTo>
                    <a:close/>
                  </a:path>
                </a:pathLst>
              </a:custGeom>
              <a:solidFill>
                <a:schemeClr val="tx1">
                  <a:lumMod val="75000"/>
                  <a:lumOff val="2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FBA07EF8-F0BF-480B-82EA-BE16B7066AFC}"/>
                  </a:ext>
                </a:extLst>
              </p:cNvPr>
              <p:cNvSpPr/>
              <p:nvPr/>
            </p:nvSpPr>
            <p:spPr>
              <a:xfrm rot="739140" flipH="1">
                <a:off x="3432666" y="2249580"/>
                <a:ext cx="267118" cy="89040"/>
              </a:xfrm>
              <a:custGeom>
                <a:avLst/>
                <a:gdLst>
                  <a:gd name="connsiteX0" fmla="*/ 377522 w 369933"/>
                  <a:gd name="connsiteY0" fmla="*/ 28864 h 123311"/>
                  <a:gd name="connsiteX1" fmla="*/ 338632 w 369933"/>
                  <a:gd name="connsiteY1" fmla="*/ 407 h 123311"/>
                  <a:gd name="connsiteX2" fmla="*/ 147973 w 369933"/>
                  <a:gd name="connsiteY2" fmla="*/ 27915 h 123311"/>
                  <a:gd name="connsiteX3" fmla="*/ 140385 w 369933"/>
                  <a:gd name="connsiteY3" fmla="*/ 29813 h 123311"/>
                  <a:gd name="connsiteX4" fmla="*/ 125208 w 369933"/>
                  <a:gd name="connsiteY4" fmla="*/ 26967 h 123311"/>
                  <a:gd name="connsiteX5" fmla="*/ 24662 w 369933"/>
                  <a:gd name="connsiteY5" fmla="*/ 34555 h 123311"/>
                  <a:gd name="connsiteX6" fmla="*/ 0 w 369933"/>
                  <a:gd name="connsiteY6" fmla="*/ 77240 h 123311"/>
                  <a:gd name="connsiteX7" fmla="*/ 22765 w 369933"/>
                  <a:gd name="connsiteY7" fmla="*/ 118027 h 123311"/>
                  <a:gd name="connsiteX8" fmla="*/ 74935 w 369933"/>
                  <a:gd name="connsiteY8" fmla="*/ 128461 h 123311"/>
                  <a:gd name="connsiteX9" fmla="*/ 143231 w 369933"/>
                  <a:gd name="connsiteY9" fmla="*/ 101902 h 123311"/>
                  <a:gd name="connsiteX10" fmla="*/ 201092 w 369933"/>
                  <a:gd name="connsiteY10" fmla="*/ 89571 h 123311"/>
                  <a:gd name="connsiteX11" fmla="*/ 349066 w 369933"/>
                  <a:gd name="connsiteY11" fmla="*/ 68703 h 123311"/>
                  <a:gd name="connsiteX12" fmla="*/ 377522 w 369933"/>
                  <a:gd name="connsiteY12" fmla="*/ 28864 h 123311"/>
                  <a:gd name="connsiteX13" fmla="*/ 49324 w 369933"/>
                  <a:gd name="connsiteY13" fmla="*/ 113285 h 123311"/>
                  <a:gd name="connsiteX14" fmla="*/ 12331 w 369933"/>
                  <a:gd name="connsiteY14" fmla="*/ 76291 h 123311"/>
                  <a:gd name="connsiteX15" fmla="*/ 49324 w 369933"/>
                  <a:gd name="connsiteY15" fmla="*/ 39298 h 123311"/>
                  <a:gd name="connsiteX16" fmla="*/ 86318 w 369933"/>
                  <a:gd name="connsiteY16" fmla="*/ 76291 h 123311"/>
                  <a:gd name="connsiteX17" fmla="*/ 49324 w 369933"/>
                  <a:gd name="connsiteY17" fmla="*/ 113285 h 12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9933" h="123311">
                    <a:moveTo>
                      <a:pt x="377522" y="28864"/>
                    </a:moveTo>
                    <a:cubicBezTo>
                      <a:pt x="374676" y="9893"/>
                      <a:pt x="357602" y="-2438"/>
                      <a:pt x="338632" y="407"/>
                    </a:cubicBezTo>
                    <a:lnTo>
                      <a:pt x="147973" y="27915"/>
                    </a:lnTo>
                    <a:cubicBezTo>
                      <a:pt x="145128" y="27915"/>
                      <a:pt x="143231" y="28864"/>
                      <a:pt x="140385" y="29813"/>
                    </a:cubicBezTo>
                    <a:cubicBezTo>
                      <a:pt x="135642" y="28864"/>
                      <a:pt x="129951" y="27915"/>
                      <a:pt x="125208" y="26967"/>
                    </a:cubicBezTo>
                    <a:cubicBezTo>
                      <a:pt x="91061" y="18430"/>
                      <a:pt x="55964" y="9893"/>
                      <a:pt x="24662" y="34555"/>
                    </a:cubicBezTo>
                    <a:cubicBezTo>
                      <a:pt x="10434" y="43092"/>
                      <a:pt x="0" y="58269"/>
                      <a:pt x="0" y="77240"/>
                    </a:cubicBezTo>
                    <a:cubicBezTo>
                      <a:pt x="0" y="94314"/>
                      <a:pt x="8537" y="109490"/>
                      <a:pt x="22765" y="118027"/>
                    </a:cubicBezTo>
                    <a:cubicBezTo>
                      <a:pt x="36993" y="134153"/>
                      <a:pt x="55016" y="136050"/>
                      <a:pt x="74935" y="128461"/>
                    </a:cubicBezTo>
                    <a:cubicBezTo>
                      <a:pt x="99598" y="125616"/>
                      <a:pt x="120466" y="110439"/>
                      <a:pt x="143231" y="101902"/>
                    </a:cubicBezTo>
                    <a:cubicBezTo>
                      <a:pt x="162202" y="96211"/>
                      <a:pt x="181173" y="92417"/>
                      <a:pt x="201092" y="89571"/>
                    </a:cubicBezTo>
                    <a:lnTo>
                      <a:pt x="349066" y="68703"/>
                    </a:lnTo>
                    <a:cubicBezTo>
                      <a:pt x="367088" y="64909"/>
                      <a:pt x="380368" y="47835"/>
                      <a:pt x="377522" y="28864"/>
                    </a:cubicBezTo>
                    <a:close/>
                    <a:moveTo>
                      <a:pt x="49324" y="113285"/>
                    </a:moveTo>
                    <a:cubicBezTo>
                      <a:pt x="28456" y="113285"/>
                      <a:pt x="12331" y="97159"/>
                      <a:pt x="12331" y="76291"/>
                    </a:cubicBezTo>
                    <a:cubicBezTo>
                      <a:pt x="12331" y="55423"/>
                      <a:pt x="28456" y="39298"/>
                      <a:pt x="49324" y="39298"/>
                    </a:cubicBezTo>
                    <a:cubicBezTo>
                      <a:pt x="70193" y="39298"/>
                      <a:pt x="86318" y="55423"/>
                      <a:pt x="86318" y="76291"/>
                    </a:cubicBezTo>
                    <a:cubicBezTo>
                      <a:pt x="86318" y="97159"/>
                      <a:pt x="70193" y="113285"/>
                      <a:pt x="49324" y="113285"/>
                    </a:cubicBez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1D7A5159-CB10-4306-8107-40F857710624}"/>
                  </a:ext>
                </a:extLst>
              </p:cNvPr>
              <p:cNvSpPr/>
              <p:nvPr/>
            </p:nvSpPr>
            <p:spPr>
              <a:xfrm rot="739140" flipH="1">
                <a:off x="3384518" y="2224808"/>
                <a:ext cx="246571" cy="328762"/>
              </a:xfrm>
              <a:custGeom>
                <a:avLst/>
                <a:gdLst>
                  <a:gd name="connsiteX0" fmla="*/ 345545 w 341477"/>
                  <a:gd name="connsiteY0" fmla="*/ 348679 h 455302"/>
                  <a:gd name="connsiteX1" fmla="*/ 323728 w 341477"/>
                  <a:gd name="connsiteY1" fmla="*/ 226316 h 455302"/>
                  <a:gd name="connsiteX2" fmla="*/ 288632 w 341477"/>
                  <a:gd name="connsiteY2" fmla="*/ 90674 h 455302"/>
                  <a:gd name="connsiteX3" fmla="*/ 261124 w 341477"/>
                  <a:gd name="connsiteY3" fmla="*/ 28070 h 455302"/>
                  <a:gd name="connsiteX4" fmla="*/ 241205 w 341477"/>
                  <a:gd name="connsiteY4" fmla="*/ 10047 h 455302"/>
                  <a:gd name="connsiteX5" fmla="*/ 210851 w 341477"/>
                  <a:gd name="connsiteY5" fmla="*/ 562 h 455302"/>
                  <a:gd name="connsiteX6" fmla="*/ 152041 w 341477"/>
                  <a:gd name="connsiteY6" fmla="*/ 3407 h 455302"/>
                  <a:gd name="connsiteX7" fmla="*/ 117893 w 341477"/>
                  <a:gd name="connsiteY7" fmla="*/ 12893 h 455302"/>
                  <a:gd name="connsiteX8" fmla="*/ 104614 w 341477"/>
                  <a:gd name="connsiteY8" fmla="*/ 29018 h 455302"/>
                  <a:gd name="connsiteX9" fmla="*/ 98922 w 341477"/>
                  <a:gd name="connsiteY9" fmla="*/ 42298 h 455302"/>
                  <a:gd name="connsiteX10" fmla="*/ 102717 w 341477"/>
                  <a:gd name="connsiteY10" fmla="*/ 65063 h 455302"/>
                  <a:gd name="connsiteX11" fmla="*/ 158681 w 341477"/>
                  <a:gd name="connsiteY11" fmla="*/ 54629 h 455302"/>
                  <a:gd name="connsiteX12" fmla="*/ 170064 w 341477"/>
                  <a:gd name="connsiteY12" fmla="*/ 68857 h 455302"/>
                  <a:gd name="connsiteX13" fmla="*/ 165321 w 341477"/>
                  <a:gd name="connsiteY13" fmla="*/ 103953 h 455302"/>
                  <a:gd name="connsiteX14" fmla="*/ 78054 w 341477"/>
                  <a:gd name="connsiteY14" fmla="*/ 119130 h 455302"/>
                  <a:gd name="connsiteX15" fmla="*/ 66672 w 341477"/>
                  <a:gd name="connsiteY15" fmla="*/ 142844 h 455302"/>
                  <a:gd name="connsiteX16" fmla="*/ 36318 w 341477"/>
                  <a:gd name="connsiteY16" fmla="*/ 157072 h 455302"/>
                  <a:gd name="connsiteX17" fmla="*/ 26833 w 341477"/>
                  <a:gd name="connsiteY17" fmla="*/ 182683 h 455302"/>
                  <a:gd name="connsiteX18" fmla="*/ 5016 w 341477"/>
                  <a:gd name="connsiteY18" fmla="*/ 190271 h 455302"/>
                  <a:gd name="connsiteX19" fmla="*/ 2171 w 341477"/>
                  <a:gd name="connsiteY19" fmla="*/ 224419 h 455302"/>
                  <a:gd name="connsiteX20" fmla="*/ 57186 w 341477"/>
                  <a:gd name="connsiteY20" fmla="*/ 371444 h 455302"/>
                  <a:gd name="connsiteX21" fmla="*/ 67620 w 341477"/>
                  <a:gd name="connsiteY21" fmla="*/ 397055 h 455302"/>
                  <a:gd name="connsiteX22" fmla="*/ 71415 w 341477"/>
                  <a:gd name="connsiteY22" fmla="*/ 424563 h 455302"/>
                  <a:gd name="connsiteX23" fmla="*/ 86591 w 341477"/>
                  <a:gd name="connsiteY23" fmla="*/ 426460 h 455302"/>
                  <a:gd name="connsiteX24" fmla="*/ 97025 w 341477"/>
                  <a:gd name="connsiteY24" fmla="*/ 435945 h 455302"/>
                  <a:gd name="connsiteX25" fmla="*/ 121688 w 341477"/>
                  <a:gd name="connsiteY25" fmla="*/ 454916 h 455302"/>
                  <a:gd name="connsiteX26" fmla="*/ 317088 w 341477"/>
                  <a:gd name="connsiteY26" fmla="*/ 438791 h 455302"/>
                  <a:gd name="connsiteX27" fmla="*/ 345545 w 341477"/>
                  <a:gd name="connsiteY27" fmla="*/ 415077 h 455302"/>
                  <a:gd name="connsiteX28" fmla="*/ 345545 w 341477"/>
                  <a:gd name="connsiteY28" fmla="*/ 348679 h 45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1477" h="455302">
                    <a:moveTo>
                      <a:pt x="345545" y="348679"/>
                    </a:moveTo>
                    <a:cubicBezTo>
                      <a:pt x="343648" y="306943"/>
                      <a:pt x="332265" y="267104"/>
                      <a:pt x="323728" y="226316"/>
                    </a:cubicBezTo>
                    <a:cubicBezTo>
                      <a:pt x="318986" y="202602"/>
                      <a:pt x="292426" y="112490"/>
                      <a:pt x="288632" y="90674"/>
                    </a:cubicBezTo>
                    <a:cubicBezTo>
                      <a:pt x="283889" y="66960"/>
                      <a:pt x="279147" y="44195"/>
                      <a:pt x="261124" y="28070"/>
                    </a:cubicBezTo>
                    <a:cubicBezTo>
                      <a:pt x="254484" y="20481"/>
                      <a:pt x="248793" y="17636"/>
                      <a:pt x="241205" y="10047"/>
                    </a:cubicBezTo>
                    <a:cubicBezTo>
                      <a:pt x="232668" y="1510"/>
                      <a:pt x="218439" y="-1335"/>
                      <a:pt x="210851" y="562"/>
                    </a:cubicBezTo>
                    <a:cubicBezTo>
                      <a:pt x="194726" y="1510"/>
                      <a:pt x="178600" y="2459"/>
                      <a:pt x="152041" y="3407"/>
                    </a:cubicBezTo>
                    <a:cubicBezTo>
                      <a:pt x="139710" y="3407"/>
                      <a:pt x="124533" y="7202"/>
                      <a:pt x="117893" y="12893"/>
                    </a:cubicBezTo>
                    <a:cubicBezTo>
                      <a:pt x="111254" y="17636"/>
                      <a:pt x="109356" y="23327"/>
                      <a:pt x="104614" y="29018"/>
                    </a:cubicBezTo>
                    <a:cubicBezTo>
                      <a:pt x="101768" y="32812"/>
                      <a:pt x="101768" y="38504"/>
                      <a:pt x="98922" y="42298"/>
                    </a:cubicBezTo>
                    <a:cubicBezTo>
                      <a:pt x="96077" y="47041"/>
                      <a:pt x="99871" y="61269"/>
                      <a:pt x="102717" y="65063"/>
                    </a:cubicBezTo>
                    <a:cubicBezTo>
                      <a:pt x="122636" y="69806"/>
                      <a:pt x="141607" y="57475"/>
                      <a:pt x="158681" y="54629"/>
                    </a:cubicBezTo>
                    <a:cubicBezTo>
                      <a:pt x="171961" y="52732"/>
                      <a:pt x="171012" y="55578"/>
                      <a:pt x="170064" y="68857"/>
                    </a:cubicBezTo>
                    <a:cubicBezTo>
                      <a:pt x="170064" y="81188"/>
                      <a:pt x="166269" y="92571"/>
                      <a:pt x="165321" y="103953"/>
                    </a:cubicBezTo>
                    <a:cubicBezTo>
                      <a:pt x="156784" y="105850"/>
                      <a:pt x="107459" y="114387"/>
                      <a:pt x="78054" y="119130"/>
                    </a:cubicBezTo>
                    <a:cubicBezTo>
                      <a:pt x="67620" y="123873"/>
                      <a:pt x="73312" y="134307"/>
                      <a:pt x="66672" y="142844"/>
                    </a:cubicBezTo>
                    <a:cubicBezTo>
                      <a:pt x="59083" y="151381"/>
                      <a:pt x="41061" y="150432"/>
                      <a:pt x="36318" y="157072"/>
                    </a:cubicBezTo>
                    <a:cubicBezTo>
                      <a:pt x="30627" y="164661"/>
                      <a:pt x="27781" y="173197"/>
                      <a:pt x="26833" y="182683"/>
                    </a:cubicBezTo>
                    <a:cubicBezTo>
                      <a:pt x="24936" y="184580"/>
                      <a:pt x="12605" y="180786"/>
                      <a:pt x="5016" y="190271"/>
                    </a:cubicBezTo>
                    <a:cubicBezTo>
                      <a:pt x="-1624" y="200705"/>
                      <a:pt x="-675" y="213985"/>
                      <a:pt x="2171" y="224419"/>
                    </a:cubicBezTo>
                    <a:cubicBezTo>
                      <a:pt x="5016" y="235802"/>
                      <a:pt x="49598" y="354370"/>
                      <a:pt x="57186" y="371444"/>
                    </a:cubicBezTo>
                    <a:cubicBezTo>
                      <a:pt x="60981" y="379981"/>
                      <a:pt x="64775" y="388518"/>
                      <a:pt x="67620" y="397055"/>
                    </a:cubicBezTo>
                    <a:cubicBezTo>
                      <a:pt x="69517" y="405592"/>
                      <a:pt x="70466" y="414128"/>
                      <a:pt x="71415" y="424563"/>
                    </a:cubicBezTo>
                    <a:cubicBezTo>
                      <a:pt x="75209" y="428357"/>
                      <a:pt x="81849" y="424563"/>
                      <a:pt x="86591" y="426460"/>
                    </a:cubicBezTo>
                    <a:cubicBezTo>
                      <a:pt x="91334" y="427408"/>
                      <a:pt x="94180" y="432151"/>
                      <a:pt x="97025" y="435945"/>
                    </a:cubicBezTo>
                    <a:cubicBezTo>
                      <a:pt x="104614" y="444482"/>
                      <a:pt x="111254" y="451122"/>
                      <a:pt x="121688" y="454916"/>
                    </a:cubicBezTo>
                    <a:cubicBezTo>
                      <a:pt x="134019" y="458710"/>
                      <a:pt x="247844" y="473887"/>
                      <a:pt x="317088" y="438791"/>
                    </a:cubicBezTo>
                    <a:cubicBezTo>
                      <a:pt x="328471" y="433099"/>
                      <a:pt x="329420" y="419820"/>
                      <a:pt x="345545" y="415077"/>
                    </a:cubicBezTo>
                    <a:cubicBezTo>
                      <a:pt x="344596" y="383775"/>
                      <a:pt x="346493" y="371444"/>
                      <a:pt x="345545" y="348679"/>
                    </a:cubicBezTo>
                    <a:close/>
                  </a:path>
                </a:pathLst>
              </a:custGeom>
              <a:solidFill>
                <a:srgbClr val="FDCE98"/>
              </a:solidFill>
              <a:ln w="948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09348695-8C92-4756-A56C-873F91BDD331}"/>
                  </a:ext>
                </a:extLst>
              </p:cNvPr>
              <p:cNvSpPr/>
              <p:nvPr/>
            </p:nvSpPr>
            <p:spPr>
              <a:xfrm rot="739140" flipH="1">
                <a:off x="810119" y="1920919"/>
                <a:ext cx="1672157" cy="1815955"/>
              </a:xfrm>
              <a:custGeom>
                <a:avLst/>
                <a:gdLst>
                  <a:gd name="connsiteX0" fmla="*/ 635481 w 1672157"/>
                  <a:gd name="connsiteY0" fmla="*/ 17286 h 1815955"/>
                  <a:gd name="connsiteX1" fmla="*/ 336659 w 1672157"/>
                  <a:gd name="connsiteY1" fmla="*/ 16551 h 1815955"/>
                  <a:gd name="connsiteX2" fmla="*/ 172279 w 1672157"/>
                  <a:gd name="connsiteY2" fmla="*/ 313121 h 1815955"/>
                  <a:gd name="connsiteX3" fmla="*/ 99678 w 1672157"/>
                  <a:gd name="connsiteY3" fmla="*/ 732290 h 1815955"/>
                  <a:gd name="connsiteX4" fmla="*/ 99677 w 1672157"/>
                  <a:gd name="connsiteY4" fmla="*/ 732976 h 1815955"/>
                  <a:gd name="connsiteX5" fmla="*/ 29131 w 1672157"/>
                  <a:gd name="connsiteY5" fmla="*/ 789139 h 1815955"/>
                  <a:gd name="connsiteX6" fmla="*/ 22966 w 1672157"/>
                  <a:gd name="connsiteY6" fmla="*/ 884343 h 1815955"/>
                  <a:gd name="connsiteX7" fmla="*/ 88033 w 1672157"/>
                  <a:gd name="connsiteY7" fmla="*/ 941191 h 1815955"/>
                  <a:gd name="connsiteX8" fmla="*/ 116801 w 1672157"/>
                  <a:gd name="connsiteY8" fmla="*/ 995300 h 1815955"/>
                  <a:gd name="connsiteX9" fmla="*/ 183922 w 1672157"/>
                  <a:gd name="connsiteY9" fmla="*/ 1046668 h 1815955"/>
                  <a:gd name="connsiteX10" fmla="*/ 233237 w 1672157"/>
                  <a:gd name="connsiteY10" fmla="*/ 1006258 h 1815955"/>
                  <a:gd name="connsiteX11" fmla="*/ 257209 w 1672157"/>
                  <a:gd name="connsiteY11" fmla="*/ 845302 h 1815955"/>
                  <a:gd name="connsiteX12" fmla="*/ 345563 w 1672157"/>
                  <a:gd name="connsiteY12" fmla="*/ 368599 h 1815955"/>
                  <a:gd name="connsiteX13" fmla="*/ 448392 w 1672157"/>
                  <a:gd name="connsiteY13" fmla="*/ 253736 h 1815955"/>
                  <a:gd name="connsiteX14" fmla="*/ 693940 w 1672157"/>
                  <a:gd name="connsiteY14" fmla="*/ 1062166 h 1815955"/>
                  <a:gd name="connsiteX15" fmla="*/ 1019217 w 1672157"/>
                  <a:gd name="connsiteY15" fmla="*/ 1755942 h 1815955"/>
                  <a:gd name="connsiteX16" fmla="*/ 1259519 w 1672157"/>
                  <a:gd name="connsiteY16" fmla="*/ 1803181 h 1815955"/>
                  <a:gd name="connsiteX17" fmla="*/ 1386291 w 1672157"/>
                  <a:gd name="connsiteY17" fmla="*/ 1815955 h 1815955"/>
                  <a:gd name="connsiteX18" fmla="*/ 1388728 w 1672157"/>
                  <a:gd name="connsiteY18" fmla="*/ 1811977 h 1815955"/>
                  <a:gd name="connsiteX19" fmla="*/ 1672157 w 1672157"/>
                  <a:gd name="connsiteY19" fmla="*/ 1344721 h 1815955"/>
                  <a:gd name="connsiteX20" fmla="*/ 1664993 w 1672157"/>
                  <a:gd name="connsiteY20" fmla="*/ 1323699 h 1815955"/>
                  <a:gd name="connsiteX21" fmla="*/ 1632524 w 1672157"/>
                  <a:gd name="connsiteY21" fmla="*/ 1230226 h 1815955"/>
                  <a:gd name="connsiteX22" fmla="*/ 1093493 w 1672157"/>
                  <a:gd name="connsiteY22" fmla="*/ 240520 h 1815955"/>
                  <a:gd name="connsiteX23" fmla="*/ 635481 w 1672157"/>
                  <a:gd name="connsiteY23" fmla="*/ 17286 h 181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72157" h="1815955">
                    <a:moveTo>
                      <a:pt x="635481" y="17286"/>
                    </a:moveTo>
                    <a:cubicBezTo>
                      <a:pt x="534140" y="-4125"/>
                      <a:pt x="431691" y="-7078"/>
                      <a:pt x="336659" y="16551"/>
                    </a:cubicBezTo>
                    <a:cubicBezTo>
                      <a:pt x="237346" y="41208"/>
                      <a:pt x="11323" y="239834"/>
                      <a:pt x="172279" y="313121"/>
                    </a:cubicBezTo>
                    <a:cubicBezTo>
                      <a:pt x="168169" y="316545"/>
                      <a:pt x="109951" y="717222"/>
                      <a:pt x="99678" y="732290"/>
                    </a:cubicBezTo>
                    <a:lnTo>
                      <a:pt x="99677" y="732976"/>
                    </a:lnTo>
                    <a:cubicBezTo>
                      <a:pt x="96938" y="741194"/>
                      <a:pt x="46939" y="775441"/>
                      <a:pt x="29131" y="789139"/>
                    </a:cubicBezTo>
                    <a:cubicBezTo>
                      <a:pt x="-7170" y="815851"/>
                      <a:pt x="-9910" y="853521"/>
                      <a:pt x="22966" y="884343"/>
                    </a:cubicBezTo>
                    <a:cubicBezTo>
                      <a:pt x="44199" y="904205"/>
                      <a:pt x="65431" y="923383"/>
                      <a:pt x="88033" y="941191"/>
                    </a:cubicBezTo>
                    <a:cubicBezTo>
                      <a:pt x="105842" y="955574"/>
                      <a:pt x="114060" y="973382"/>
                      <a:pt x="116801" y="995300"/>
                    </a:cubicBezTo>
                    <a:cubicBezTo>
                      <a:pt x="118855" y="1010367"/>
                      <a:pt x="167484" y="1044613"/>
                      <a:pt x="183922" y="1046668"/>
                    </a:cubicBezTo>
                    <a:cubicBezTo>
                      <a:pt x="216113" y="1050778"/>
                      <a:pt x="230496" y="1037764"/>
                      <a:pt x="233237" y="1006258"/>
                    </a:cubicBezTo>
                    <a:cubicBezTo>
                      <a:pt x="236661" y="969957"/>
                      <a:pt x="243510" y="860370"/>
                      <a:pt x="257209" y="845302"/>
                    </a:cubicBezTo>
                    <a:cubicBezTo>
                      <a:pt x="254469" y="843247"/>
                      <a:pt x="345563" y="395311"/>
                      <a:pt x="345563" y="368599"/>
                    </a:cubicBezTo>
                    <a:cubicBezTo>
                      <a:pt x="352412" y="376133"/>
                      <a:pt x="370734" y="310204"/>
                      <a:pt x="448392" y="253736"/>
                    </a:cubicBezTo>
                    <a:cubicBezTo>
                      <a:pt x="737270" y="269049"/>
                      <a:pt x="1323867" y="1317501"/>
                      <a:pt x="693940" y="1062166"/>
                    </a:cubicBezTo>
                    <a:cubicBezTo>
                      <a:pt x="1056540" y="1626744"/>
                      <a:pt x="626544" y="1594684"/>
                      <a:pt x="1019217" y="1755942"/>
                    </a:cubicBezTo>
                    <a:cubicBezTo>
                      <a:pt x="1071956" y="1775805"/>
                      <a:pt x="1164496" y="1791633"/>
                      <a:pt x="1259519" y="1803181"/>
                    </a:cubicBezTo>
                    <a:lnTo>
                      <a:pt x="1386291" y="1815955"/>
                    </a:lnTo>
                    <a:lnTo>
                      <a:pt x="1388728" y="1811977"/>
                    </a:lnTo>
                    <a:lnTo>
                      <a:pt x="1672157" y="1344721"/>
                    </a:lnTo>
                    <a:lnTo>
                      <a:pt x="1664993" y="1323699"/>
                    </a:lnTo>
                    <a:cubicBezTo>
                      <a:pt x="1653446" y="1291013"/>
                      <a:pt x="1642198" y="1259506"/>
                      <a:pt x="1632524" y="1230226"/>
                    </a:cubicBezTo>
                    <a:cubicBezTo>
                      <a:pt x="1518827" y="885712"/>
                      <a:pt x="1385953" y="479556"/>
                      <a:pt x="1093493" y="240520"/>
                    </a:cubicBezTo>
                    <a:cubicBezTo>
                      <a:pt x="970208" y="139922"/>
                      <a:pt x="804383" y="52969"/>
                      <a:pt x="635481" y="17286"/>
                    </a:cubicBezTo>
                    <a:close/>
                  </a:path>
                </a:pathLst>
              </a:custGeom>
              <a:solidFill>
                <a:schemeClr val="bg1">
                  <a:lumMod val="6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0A7BD46-6C88-4E1B-80A9-DB1D5E7EDCDE}"/>
                  </a:ext>
                </a:extLst>
              </p:cNvPr>
              <p:cNvSpPr/>
              <p:nvPr/>
            </p:nvSpPr>
            <p:spPr>
              <a:xfrm rot="739140" flipH="1">
                <a:off x="2478563" y="4905369"/>
                <a:ext cx="671220" cy="315061"/>
              </a:xfrm>
              <a:custGeom>
                <a:avLst/>
                <a:gdLst>
                  <a:gd name="connsiteX0" fmla="*/ 356420 w 929576"/>
                  <a:gd name="connsiteY0" fmla="*/ 57585 h 436331"/>
                  <a:gd name="connsiteX1" fmla="*/ 403847 w 929576"/>
                  <a:gd name="connsiteY1" fmla="*/ 9209 h 436331"/>
                  <a:gd name="connsiteX2" fmla="*/ 429458 w 929576"/>
                  <a:gd name="connsiteY2" fmla="*/ 672 h 436331"/>
                  <a:gd name="connsiteX3" fmla="*/ 874327 w 929576"/>
                  <a:gd name="connsiteY3" fmla="*/ 96476 h 436331"/>
                  <a:gd name="connsiteX4" fmla="*/ 902784 w 929576"/>
                  <a:gd name="connsiteY4" fmla="*/ 130623 h 436331"/>
                  <a:gd name="connsiteX5" fmla="*/ 930291 w 929576"/>
                  <a:gd name="connsiteY5" fmla="*/ 313693 h 436331"/>
                  <a:gd name="connsiteX6" fmla="*/ 933137 w 929576"/>
                  <a:gd name="connsiteY6" fmla="*/ 384834 h 436331"/>
                  <a:gd name="connsiteX7" fmla="*/ 877173 w 929576"/>
                  <a:gd name="connsiteY7" fmla="*/ 418033 h 436331"/>
                  <a:gd name="connsiteX8" fmla="*/ 531901 w 929576"/>
                  <a:gd name="connsiteY8" fmla="*/ 422776 h 436331"/>
                  <a:gd name="connsiteX9" fmla="*/ 142048 w 929576"/>
                  <a:gd name="connsiteY9" fmla="*/ 444593 h 436331"/>
                  <a:gd name="connsiteX10" fmla="*/ 40554 w 929576"/>
                  <a:gd name="connsiteY10" fmla="*/ 419931 h 436331"/>
                  <a:gd name="connsiteX11" fmla="*/ 1663 w 929576"/>
                  <a:gd name="connsiteY11" fmla="*/ 312745 h 436331"/>
                  <a:gd name="connsiteX12" fmla="*/ 1663 w 929576"/>
                  <a:gd name="connsiteY12" fmla="*/ 312745 h 436331"/>
                  <a:gd name="connsiteX13" fmla="*/ 30120 w 929576"/>
                  <a:gd name="connsiteY13" fmla="*/ 271957 h 436331"/>
                  <a:gd name="connsiteX14" fmla="*/ 87981 w 929576"/>
                  <a:gd name="connsiteY14" fmla="*/ 256780 h 436331"/>
                  <a:gd name="connsiteX15" fmla="*/ 198961 w 929576"/>
                  <a:gd name="connsiteY15" fmla="*/ 213147 h 436331"/>
                  <a:gd name="connsiteX16" fmla="*/ 284330 w 929576"/>
                  <a:gd name="connsiteY16" fmla="*/ 137263 h 436331"/>
                  <a:gd name="connsiteX17" fmla="*/ 356420 w 929576"/>
                  <a:gd name="connsiteY17" fmla="*/ 57585 h 43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29576" h="436331">
                    <a:moveTo>
                      <a:pt x="356420" y="57585"/>
                    </a:moveTo>
                    <a:cubicBezTo>
                      <a:pt x="375391" y="44306"/>
                      <a:pt x="389619" y="26283"/>
                      <a:pt x="403847" y="9209"/>
                    </a:cubicBezTo>
                    <a:cubicBezTo>
                      <a:pt x="411436" y="672"/>
                      <a:pt x="418076" y="-1225"/>
                      <a:pt x="429458" y="672"/>
                    </a:cubicBezTo>
                    <a:cubicBezTo>
                      <a:pt x="577432" y="32923"/>
                      <a:pt x="725405" y="66122"/>
                      <a:pt x="874327" y="96476"/>
                    </a:cubicBezTo>
                    <a:cubicBezTo>
                      <a:pt x="896144" y="101219"/>
                      <a:pt x="898989" y="114498"/>
                      <a:pt x="902784" y="130623"/>
                    </a:cubicBezTo>
                    <a:cubicBezTo>
                      <a:pt x="912269" y="191331"/>
                      <a:pt x="924600" y="252037"/>
                      <a:pt x="930291" y="313693"/>
                    </a:cubicBezTo>
                    <a:cubicBezTo>
                      <a:pt x="933137" y="342149"/>
                      <a:pt x="929343" y="359223"/>
                      <a:pt x="933137" y="384834"/>
                    </a:cubicBezTo>
                    <a:cubicBezTo>
                      <a:pt x="933137" y="410445"/>
                      <a:pt x="891401" y="415188"/>
                      <a:pt x="877173" y="418033"/>
                    </a:cubicBezTo>
                    <a:cubicBezTo>
                      <a:pt x="804135" y="430364"/>
                      <a:pt x="560358" y="423725"/>
                      <a:pt x="531901" y="422776"/>
                    </a:cubicBezTo>
                    <a:cubicBezTo>
                      <a:pt x="456966" y="420879"/>
                      <a:pt x="216983" y="451232"/>
                      <a:pt x="142048" y="444593"/>
                    </a:cubicBezTo>
                    <a:cubicBezTo>
                      <a:pt x="113592" y="441747"/>
                      <a:pt x="79444" y="438901"/>
                      <a:pt x="40554" y="419931"/>
                    </a:cubicBezTo>
                    <a:cubicBezTo>
                      <a:pt x="-3080" y="395268"/>
                      <a:pt x="-2131" y="354480"/>
                      <a:pt x="1663" y="312745"/>
                    </a:cubicBezTo>
                    <a:lnTo>
                      <a:pt x="1663" y="312745"/>
                    </a:lnTo>
                    <a:cubicBezTo>
                      <a:pt x="7354" y="297568"/>
                      <a:pt x="14943" y="281443"/>
                      <a:pt x="30120" y="271957"/>
                    </a:cubicBezTo>
                    <a:cubicBezTo>
                      <a:pt x="46245" y="260575"/>
                      <a:pt x="70907" y="255832"/>
                      <a:pt x="87981" y="256780"/>
                    </a:cubicBezTo>
                    <a:cubicBezTo>
                      <a:pt x="130666" y="257729"/>
                      <a:pt x="166710" y="240655"/>
                      <a:pt x="198961" y="213147"/>
                    </a:cubicBezTo>
                    <a:cubicBezTo>
                      <a:pt x="200858" y="211250"/>
                      <a:pt x="261565" y="164771"/>
                      <a:pt x="284330" y="137263"/>
                    </a:cubicBezTo>
                    <a:cubicBezTo>
                      <a:pt x="294764" y="125881"/>
                      <a:pt x="335552" y="80351"/>
                      <a:pt x="356420" y="57585"/>
                    </a:cubicBezTo>
                    <a:close/>
                  </a:path>
                </a:pathLst>
              </a:custGeom>
              <a:solidFill>
                <a:schemeClr val="tx1">
                  <a:lumMod val="65000"/>
                  <a:lumOff val="3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5466ADDC-42C2-4348-8DF3-7BDB6ACA78BE}"/>
                  </a:ext>
                </a:extLst>
              </p:cNvPr>
              <p:cNvSpPr/>
              <p:nvPr/>
            </p:nvSpPr>
            <p:spPr>
              <a:xfrm rot="739140" flipH="1">
                <a:off x="2233960" y="2365780"/>
                <a:ext cx="205476" cy="143832"/>
              </a:xfrm>
              <a:custGeom>
                <a:avLst/>
                <a:gdLst>
                  <a:gd name="connsiteX0" fmla="*/ 272154 w 284564"/>
                  <a:gd name="connsiteY0" fmla="*/ 199765 h 199195"/>
                  <a:gd name="connsiteX1" fmla="*/ 231366 w 284564"/>
                  <a:gd name="connsiteY1" fmla="*/ 148543 h 199195"/>
                  <a:gd name="connsiteX2" fmla="*/ 112798 w 284564"/>
                  <a:gd name="connsiteY2" fmla="*/ 119138 h 199195"/>
                  <a:gd name="connsiteX3" fmla="*/ 62525 w 284564"/>
                  <a:gd name="connsiteY3" fmla="*/ 152337 h 199195"/>
                  <a:gd name="connsiteX4" fmla="*/ 36914 w 284564"/>
                  <a:gd name="connsiteY4" fmla="*/ 175103 h 199195"/>
                  <a:gd name="connsiteX5" fmla="*/ 11303 w 284564"/>
                  <a:gd name="connsiteY5" fmla="*/ 179845 h 199195"/>
                  <a:gd name="connsiteX6" fmla="*/ 3715 w 284564"/>
                  <a:gd name="connsiteY6" fmla="*/ 61277 h 199195"/>
                  <a:gd name="connsiteX7" fmla="*/ 40708 w 284564"/>
                  <a:gd name="connsiteY7" fmla="*/ 10055 h 199195"/>
                  <a:gd name="connsiteX8" fmla="*/ 117540 w 284564"/>
                  <a:gd name="connsiteY8" fmla="*/ 1518 h 199195"/>
                  <a:gd name="connsiteX9" fmla="*/ 242749 w 284564"/>
                  <a:gd name="connsiteY9" fmla="*/ 4364 h 199195"/>
                  <a:gd name="connsiteX10" fmla="*/ 275948 w 284564"/>
                  <a:gd name="connsiteY10" fmla="*/ 29975 h 199195"/>
                  <a:gd name="connsiteX11" fmla="*/ 285433 w 284564"/>
                  <a:gd name="connsiteY11" fmla="*/ 181742 h 199195"/>
                  <a:gd name="connsiteX12" fmla="*/ 272154 w 284564"/>
                  <a:gd name="connsiteY12" fmla="*/ 199765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564" h="199195">
                    <a:moveTo>
                      <a:pt x="272154" y="199765"/>
                    </a:moveTo>
                    <a:cubicBezTo>
                      <a:pt x="258874" y="182691"/>
                      <a:pt x="245594" y="165617"/>
                      <a:pt x="231366" y="148543"/>
                    </a:cubicBezTo>
                    <a:cubicBezTo>
                      <a:pt x="201961" y="119138"/>
                      <a:pt x="166865" y="95424"/>
                      <a:pt x="112798" y="119138"/>
                    </a:cubicBezTo>
                    <a:cubicBezTo>
                      <a:pt x="100467" y="124830"/>
                      <a:pt x="71062" y="134315"/>
                      <a:pt x="62525" y="152337"/>
                    </a:cubicBezTo>
                    <a:cubicBezTo>
                      <a:pt x="62525" y="152337"/>
                      <a:pt x="36914" y="175103"/>
                      <a:pt x="36914" y="175103"/>
                    </a:cubicBezTo>
                    <a:cubicBezTo>
                      <a:pt x="32171" y="179845"/>
                      <a:pt x="17943" y="173205"/>
                      <a:pt x="11303" y="179845"/>
                    </a:cubicBezTo>
                    <a:cubicBezTo>
                      <a:pt x="-4822" y="141903"/>
                      <a:pt x="-79" y="102064"/>
                      <a:pt x="3715" y="61277"/>
                    </a:cubicBezTo>
                    <a:cubicBezTo>
                      <a:pt x="6560" y="46100"/>
                      <a:pt x="30274" y="21438"/>
                      <a:pt x="40708" y="10055"/>
                    </a:cubicBezTo>
                    <a:cubicBezTo>
                      <a:pt x="50194" y="-4173"/>
                      <a:pt x="76753" y="570"/>
                      <a:pt x="117540" y="1518"/>
                    </a:cubicBezTo>
                    <a:cubicBezTo>
                      <a:pt x="134614" y="570"/>
                      <a:pt x="197219" y="-1327"/>
                      <a:pt x="242749" y="4364"/>
                    </a:cubicBezTo>
                    <a:cubicBezTo>
                      <a:pt x="251286" y="5312"/>
                      <a:pt x="272154" y="22386"/>
                      <a:pt x="275948" y="29975"/>
                    </a:cubicBezTo>
                    <a:cubicBezTo>
                      <a:pt x="294919" y="79299"/>
                      <a:pt x="283536" y="131469"/>
                      <a:pt x="285433" y="181742"/>
                    </a:cubicBezTo>
                    <a:cubicBezTo>
                      <a:pt x="286382" y="190279"/>
                      <a:pt x="279742" y="195971"/>
                      <a:pt x="272154" y="199765"/>
                    </a:cubicBezTo>
                    <a:close/>
                  </a:path>
                </a:pathLst>
              </a:custGeom>
              <a:solidFill>
                <a:schemeClr val="tx1">
                  <a:lumMod val="50000"/>
                  <a:lumOff val="50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EA076130-1D13-46FE-89BE-E2CDBEBE5ED1}"/>
                  </a:ext>
                </a:extLst>
              </p:cNvPr>
              <p:cNvSpPr/>
              <p:nvPr/>
            </p:nvSpPr>
            <p:spPr>
              <a:xfrm rot="739140" flipH="1">
                <a:off x="2873126" y="2323758"/>
                <a:ext cx="116437" cy="27397"/>
              </a:xfrm>
              <a:custGeom>
                <a:avLst/>
                <a:gdLst>
                  <a:gd name="connsiteX0" fmla="*/ 170647 w 161253"/>
                  <a:gd name="connsiteY0" fmla="*/ 19746 h 37941"/>
                  <a:gd name="connsiteX1" fmla="*/ 16033 w 161253"/>
                  <a:gd name="connsiteY1" fmla="*/ 34922 h 37941"/>
                  <a:gd name="connsiteX2" fmla="*/ 857 w 161253"/>
                  <a:gd name="connsiteY2" fmla="*/ 14054 h 37941"/>
                  <a:gd name="connsiteX3" fmla="*/ 26467 w 161253"/>
                  <a:gd name="connsiteY3" fmla="*/ 1723 h 37941"/>
                  <a:gd name="connsiteX4" fmla="*/ 81483 w 161253"/>
                  <a:gd name="connsiteY4" fmla="*/ 1723 h 37941"/>
                  <a:gd name="connsiteX5" fmla="*/ 170647 w 161253"/>
                  <a:gd name="connsiteY5" fmla="*/ 19746 h 3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53" h="37941">
                    <a:moveTo>
                      <a:pt x="170647" y="19746"/>
                    </a:moveTo>
                    <a:cubicBezTo>
                      <a:pt x="118477" y="40614"/>
                      <a:pt x="68204" y="52945"/>
                      <a:pt x="16033" y="34922"/>
                    </a:cubicBezTo>
                    <a:cubicBezTo>
                      <a:pt x="6548" y="32077"/>
                      <a:pt x="-2938" y="26386"/>
                      <a:pt x="857" y="14054"/>
                    </a:cubicBezTo>
                    <a:cubicBezTo>
                      <a:pt x="4651" y="2672"/>
                      <a:pt x="15085" y="-2071"/>
                      <a:pt x="26467" y="1723"/>
                    </a:cubicBezTo>
                    <a:cubicBezTo>
                      <a:pt x="45438" y="7415"/>
                      <a:pt x="62512" y="4569"/>
                      <a:pt x="81483" y="1723"/>
                    </a:cubicBezTo>
                    <a:cubicBezTo>
                      <a:pt x="110888" y="-3019"/>
                      <a:pt x="140293" y="1723"/>
                      <a:pt x="170647" y="19746"/>
                    </a:cubicBezTo>
                    <a:close/>
                  </a:path>
                </a:pathLst>
              </a:custGeom>
              <a:solidFill>
                <a:srgbClr val="E2AA74"/>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794E2121-19FD-4E1B-AC94-173EBDCEC355}"/>
                  </a:ext>
                </a:extLst>
              </p:cNvPr>
              <p:cNvSpPr/>
              <p:nvPr/>
            </p:nvSpPr>
            <p:spPr>
              <a:xfrm rot="739140" flipH="1">
                <a:off x="2959305" y="2251007"/>
                <a:ext cx="47944" cy="41095"/>
              </a:xfrm>
              <a:custGeom>
                <a:avLst/>
                <a:gdLst>
                  <a:gd name="connsiteX0" fmla="*/ 68724 w 66398"/>
                  <a:gd name="connsiteY0" fmla="*/ 0 h 56912"/>
                  <a:gd name="connsiteX1" fmla="*/ 26039 w 66398"/>
                  <a:gd name="connsiteY1" fmla="*/ 64501 h 56912"/>
                  <a:gd name="connsiteX2" fmla="*/ 10863 w 66398"/>
                  <a:gd name="connsiteY2" fmla="*/ 38890 h 56912"/>
                  <a:gd name="connsiteX3" fmla="*/ 24142 w 66398"/>
                  <a:gd name="connsiteY3" fmla="*/ 11383 h 56912"/>
                  <a:gd name="connsiteX4" fmla="*/ 68724 w 66398"/>
                  <a:gd name="connsiteY4" fmla="*/ 0 h 5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98" h="56912">
                    <a:moveTo>
                      <a:pt x="68724" y="0"/>
                    </a:moveTo>
                    <a:cubicBezTo>
                      <a:pt x="52599" y="24662"/>
                      <a:pt x="40268" y="43633"/>
                      <a:pt x="26039" y="64501"/>
                    </a:cubicBezTo>
                    <a:cubicBezTo>
                      <a:pt x="16554" y="56913"/>
                      <a:pt x="12760" y="47427"/>
                      <a:pt x="10863" y="38890"/>
                    </a:cubicBezTo>
                    <a:cubicBezTo>
                      <a:pt x="8966" y="28456"/>
                      <a:pt x="-19491" y="1897"/>
                      <a:pt x="24142" y="11383"/>
                    </a:cubicBezTo>
                    <a:cubicBezTo>
                      <a:pt x="36473" y="13280"/>
                      <a:pt x="49753" y="4743"/>
                      <a:pt x="68724" y="0"/>
                    </a:cubicBezTo>
                    <a:close/>
                  </a:path>
                </a:pathLst>
              </a:custGeom>
              <a:solidFill>
                <a:srgbClr val="D9AD7C"/>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76D31E4A-B63A-4B70-9401-8770BBBF2676}"/>
                  </a:ext>
                </a:extLst>
              </p:cNvPr>
              <p:cNvSpPr/>
              <p:nvPr/>
            </p:nvSpPr>
            <p:spPr>
              <a:xfrm rot="739140" flipH="1">
                <a:off x="3466417" y="2308137"/>
                <a:ext cx="109588" cy="198627"/>
              </a:xfrm>
              <a:custGeom>
                <a:avLst/>
                <a:gdLst>
                  <a:gd name="connsiteX0" fmla="*/ 103496 w 151767"/>
                  <a:gd name="connsiteY0" fmla="*/ 2586 h 275078"/>
                  <a:gd name="connsiteX1" fmla="*/ 160409 w 151767"/>
                  <a:gd name="connsiteY1" fmla="*/ 216958 h 275078"/>
                  <a:gd name="connsiteX2" fmla="*/ 153769 w 151767"/>
                  <a:gd name="connsiteY2" fmla="*/ 259642 h 275078"/>
                  <a:gd name="connsiteX3" fmla="*/ 117725 w 151767"/>
                  <a:gd name="connsiteY3" fmla="*/ 276716 h 275078"/>
                  <a:gd name="connsiteX4" fmla="*/ 9590 w 151767"/>
                  <a:gd name="connsiteY4" fmla="*/ 223597 h 275078"/>
                  <a:gd name="connsiteX5" fmla="*/ 105 w 151767"/>
                  <a:gd name="connsiteY5" fmla="*/ 210318 h 275078"/>
                  <a:gd name="connsiteX6" fmla="*/ 17178 w 151767"/>
                  <a:gd name="connsiteY6" fmla="*/ 205575 h 275078"/>
                  <a:gd name="connsiteX7" fmla="*/ 107290 w 151767"/>
                  <a:gd name="connsiteY7" fmla="*/ 210318 h 275078"/>
                  <a:gd name="connsiteX8" fmla="*/ 143335 w 151767"/>
                  <a:gd name="connsiteY8" fmla="*/ 163839 h 275078"/>
                  <a:gd name="connsiteX9" fmla="*/ 101599 w 151767"/>
                  <a:gd name="connsiteY9" fmla="*/ 7328 h 275078"/>
                  <a:gd name="connsiteX10" fmla="*/ 103496 w 151767"/>
                  <a:gd name="connsiteY10" fmla="*/ 2586 h 275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67" h="275078">
                    <a:moveTo>
                      <a:pt x="103496" y="2586"/>
                    </a:moveTo>
                    <a:cubicBezTo>
                      <a:pt x="120570" y="60447"/>
                      <a:pt x="157564" y="155302"/>
                      <a:pt x="160409" y="216958"/>
                    </a:cubicBezTo>
                    <a:cubicBezTo>
                      <a:pt x="161358" y="232134"/>
                      <a:pt x="159461" y="246362"/>
                      <a:pt x="153769" y="259642"/>
                    </a:cubicBezTo>
                    <a:cubicBezTo>
                      <a:pt x="147129" y="274819"/>
                      <a:pt x="132901" y="279562"/>
                      <a:pt x="117725" y="276716"/>
                    </a:cubicBezTo>
                    <a:cubicBezTo>
                      <a:pt x="76937" y="268179"/>
                      <a:pt x="41841" y="249208"/>
                      <a:pt x="9590" y="223597"/>
                    </a:cubicBezTo>
                    <a:cubicBezTo>
                      <a:pt x="4847" y="219803"/>
                      <a:pt x="-844" y="216009"/>
                      <a:pt x="105" y="210318"/>
                    </a:cubicBezTo>
                    <a:cubicBezTo>
                      <a:pt x="2002" y="201781"/>
                      <a:pt x="11487" y="204626"/>
                      <a:pt x="17178" y="205575"/>
                    </a:cubicBezTo>
                    <a:cubicBezTo>
                      <a:pt x="47532" y="206523"/>
                      <a:pt x="76937" y="210318"/>
                      <a:pt x="107290" y="210318"/>
                    </a:cubicBezTo>
                    <a:cubicBezTo>
                      <a:pt x="139541" y="211266"/>
                      <a:pt x="149975" y="197038"/>
                      <a:pt x="143335" y="163839"/>
                    </a:cubicBezTo>
                    <a:cubicBezTo>
                      <a:pt x="135747" y="124000"/>
                      <a:pt x="109188" y="46219"/>
                      <a:pt x="101599" y="7328"/>
                    </a:cubicBezTo>
                    <a:cubicBezTo>
                      <a:pt x="98754" y="-260"/>
                      <a:pt x="100651" y="-2157"/>
                      <a:pt x="103496" y="2586"/>
                    </a:cubicBezTo>
                    <a:close/>
                  </a:path>
                </a:pathLst>
              </a:custGeom>
              <a:solidFill>
                <a:srgbClr val="D0A475"/>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Shape 46">
                <a:extLst>
                  <a:ext uri="{FF2B5EF4-FFF2-40B4-BE49-F238E27FC236}">
                    <a16:creationId xmlns:a16="http://schemas.microsoft.com/office/drawing/2014/main" id="{56F1D403-7673-4E31-92D2-F5C0BFDF7542}"/>
                  </a:ext>
                </a:extLst>
              </p:cNvPr>
              <p:cNvSpPr/>
              <p:nvPr/>
            </p:nvSpPr>
            <p:spPr>
              <a:xfrm rot="739140" flipH="1">
                <a:off x="3765026" y="2340098"/>
                <a:ext cx="6849" cy="6849"/>
              </a:xfrm>
              <a:custGeom>
                <a:avLst/>
                <a:gdLst>
                  <a:gd name="connsiteX0" fmla="*/ 0 w 0"/>
                  <a:gd name="connsiteY0" fmla="*/ 0 h 0"/>
                  <a:gd name="connsiteX1" fmla="*/ 0 w 0"/>
                  <a:gd name="connsiteY1" fmla="*/ 0 h 0"/>
                  <a:gd name="connsiteX2" fmla="*/ 0 w 0"/>
                  <a:gd name="connsiteY2" fmla="*/ 0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lnTo>
                      <a:pt x="0" y="0"/>
                    </a:lnTo>
                    <a:lnTo>
                      <a:pt x="0" y="0"/>
                    </a:lnTo>
                    <a:lnTo>
                      <a:pt x="0" y="0"/>
                    </a:ln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A3B99644-AE1F-442F-94E8-C9CDB3B35DB1}"/>
                  </a:ext>
                </a:extLst>
              </p:cNvPr>
              <p:cNvSpPr/>
              <p:nvPr/>
            </p:nvSpPr>
            <p:spPr>
              <a:xfrm rot="739140" flipH="1">
                <a:off x="2166304" y="2562793"/>
                <a:ext cx="287666" cy="342459"/>
              </a:xfrm>
              <a:custGeom>
                <a:avLst/>
                <a:gdLst>
                  <a:gd name="connsiteX0" fmla="*/ 49643 w 398390"/>
                  <a:gd name="connsiteY0" fmla="*/ 318369 h 474273"/>
                  <a:gd name="connsiteX1" fmla="*/ 12650 w 398390"/>
                  <a:gd name="connsiteY1" fmla="*/ 270942 h 474273"/>
                  <a:gd name="connsiteX2" fmla="*/ 18341 w 398390"/>
                  <a:gd name="connsiteY2" fmla="*/ 200749 h 474273"/>
                  <a:gd name="connsiteX3" fmla="*/ 13598 w 398390"/>
                  <a:gd name="connsiteY3" fmla="*/ 184624 h 474273"/>
                  <a:gd name="connsiteX4" fmla="*/ 23084 w 398390"/>
                  <a:gd name="connsiteY4" fmla="*/ 154270 h 474273"/>
                  <a:gd name="connsiteX5" fmla="*/ 36364 w 398390"/>
                  <a:gd name="connsiteY5" fmla="*/ 146682 h 474273"/>
                  <a:gd name="connsiteX6" fmla="*/ 43952 w 398390"/>
                  <a:gd name="connsiteY6" fmla="*/ 133402 h 474273"/>
                  <a:gd name="connsiteX7" fmla="*/ 43952 w 398390"/>
                  <a:gd name="connsiteY7" fmla="*/ 93563 h 474273"/>
                  <a:gd name="connsiteX8" fmla="*/ 70511 w 398390"/>
                  <a:gd name="connsiteY8" fmla="*/ 62261 h 474273"/>
                  <a:gd name="connsiteX9" fmla="*/ 98019 w 398390"/>
                  <a:gd name="connsiteY9" fmla="*/ 8194 h 474273"/>
                  <a:gd name="connsiteX10" fmla="*/ 141652 w 398390"/>
                  <a:gd name="connsiteY10" fmla="*/ 606 h 474273"/>
                  <a:gd name="connsiteX11" fmla="*/ 204256 w 398390"/>
                  <a:gd name="connsiteY11" fmla="*/ 14834 h 474273"/>
                  <a:gd name="connsiteX12" fmla="*/ 316185 w 398390"/>
                  <a:gd name="connsiteY12" fmla="*/ 67953 h 474273"/>
                  <a:gd name="connsiteX13" fmla="*/ 394915 w 398390"/>
                  <a:gd name="connsiteY13" fmla="*/ 205492 h 474273"/>
                  <a:gd name="connsiteX14" fmla="*/ 402503 w 398390"/>
                  <a:gd name="connsiteY14" fmla="*/ 240588 h 474273"/>
                  <a:gd name="connsiteX15" fmla="*/ 290574 w 398390"/>
                  <a:gd name="connsiteY15" fmla="*/ 472983 h 474273"/>
                  <a:gd name="connsiteX16" fmla="*/ 269706 w 398390"/>
                  <a:gd name="connsiteY16" fmla="*/ 473931 h 474273"/>
                  <a:gd name="connsiteX17" fmla="*/ 236507 w 398390"/>
                  <a:gd name="connsiteY17" fmla="*/ 460651 h 474273"/>
                  <a:gd name="connsiteX18" fmla="*/ 49643 w 398390"/>
                  <a:gd name="connsiteY18" fmla="*/ 318369 h 47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8390" h="474273">
                    <a:moveTo>
                      <a:pt x="49643" y="318369"/>
                    </a:moveTo>
                    <a:cubicBezTo>
                      <a:pt x="35415" y="304141"/>
                      <a:pt x="24032" y="288016"/>
                      <a:pt x="12650" y="270942"/>
                    </a:cubicBezTo>
                    <a:cubicBezTo>
                      <a:pt x="-14858" y="227309"/>
                      <a:pt x="9804" y="226360"/>
                      <a:pt x="18341" y="200749"/>
                    </a:cubicBezTo>
                    <a:cubicBezTo>
                      <a:pt x="20238" y="196955"/>
                      <a:pt x="16444" y="191264"/>
                      <a:pt x="13598" y="184624"/>
                    </a:cubicBezTo>
                    <a:cubicBezTo>
                      <a:pt x="7907" y="173241"/>
                      <a:pt x="12650" y="159962"/>
                      <a:pt x="23084" y="154270"/>
                    </a:cubicBezTo>
                    <a:lnTo>
                      <a:pt x="36364" y="146682"/>
                    </a:lnTo>
                    <a:cubicBezTo>
                      <a:pt x="41106" y="143836"/>
                      <a:pt x="43952" y="139094"/>
                      <a:pt x="43952" y="133402"/>
                    </a:cubicBezTo>
                    <a:cubicBezTo>
                      <a:pt x="43003" y="121071"/>
                      <a:pt x="35415" y="115380"/>
                      <a:pt x="43952" y="93563"/>
                    </a:cubicBezTo>
                    <a:cubicBezTo>
                      <a:pt x="54386" y="70798"/>
                      <a:pt x="73357" y="85975"/>
                      <a:pt x="70511" y="62261"/>
                    </a:cubicBezTo>
                    <a:cubicBezTo>
                      <a:pt x="64820" y="25268"/>
                      <a:pt x="59129" y="18628"/>
                      <a:pt x="98019" y="8194"/>
                    </a:cubicBezTo>
                    <a:cubicBezTo>
                      <a:pt x="113196" y="3451"/>
                      <a:pt x="130270" y="606"/>
                      <a:pt x="141652" y="606"/>
                    </a:cubicBezTo>
                    <a:cubicBezTo>
                      <a:pt x="169160" y="-2240"/>
                      <a:pt x="179594" y="5349"/>
                      <a:pt x="204256" y="14834"/>
                    </a:cubicBezTo>
                    <a:cubicBezTo>
                      <a:pt x="243147" y="30959"/>
                      <a:pt x="279192" y="40445"/>
                      <a:pt x="316185" y="67953"/>
                    </a:cubicBezTo>
                    <a:cubicBezTo>
                      <a:pt x="357921" y="104946"/>
                      <a:pt x="384481" y="148579"/>
                      <a:pt x="394915" y="205492"/>
                    </a:cubicBezTo>
                    <a:cubicBezTo>
                      <a:pt x="397760" y="215926"/>
                      <a:pt x="402503" y="227309"/>
                      <a:pt x="402503" y="240588"/>
                    </a:cubicBezTo>
                    <a:cubicBezTo>
                      <a:pt x="367407" y="316472"/>
                      <a:pt x="325671" y="397099"/>
                      <a:pt x="290574" y="472983"/>
                    </a:cubicBezTo>
                    <a:cubicBezTo>
                      <a:pt x="282986" y="488159"/>
                      <a:pt x="276346" y="475828"/>
                      <a:pt x="269706" y="473931"/>
                    </a:cubicBezTo>
                    <a:cubicBezTo>
                      <a:pt x="257375" y="472983"/>
                      <a:pt x="246941" y="467291"/>
                      <a:pt x="236507" y="460651"/>
                    </a:cubicBezTo>
                    <a:cubicBezTo>
                      <a:pt x="178646" y="425555"/>
                      <a:pt x="68614" y="334495"/>
                      <a:pt x="49643" y="31836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76" name="TextBox 75">
            <a:extLst>
              <a:ext uri="{FF2B5EF4-FFF2-40B4-BE49-F238E27FC236}">
                <a16:creationId xmlns:a16="http://schemas.microsoft.com/office/drawing/2014/main" id="{DA252873-2420-46CB-B693-0D7DD4FF749D}"/>
              </a:ext>
            </a:extLst>
          </p:cNvPr>
          <p:cNvSpPr txBox="1"/>
          <p:nvPr/>
        </p:nvSpPr>
        <p:spPr>
          <a:xfrm>
            <a:off x="6215404" y="1544859"/>
            <a:ext cx="5326545" cy="1569660"/>
          </a:xfrm>
          <a:prstGeom prst="rect">
            <a:avLst/>
          </a:prstGeom>
          <a:noFill/>
        </p:spPr>
        <p:txBody>
          <a:bodyPr wrap="square" rtlCol="0">
            <a:spAutoFit/>
          </a:bodyPr>
          <a:lstStyle/>
          <a:p>
            <a:pPr algn="just"/>
            <a:r>
              <a:rPr lang="en-GB" sz="1600" b="0" i="0" u="none" strike="noStrike" baseline="0" dirty="0">
                <a:solidFill>
                  <a:srgbClr val="211808"/>
                </a:solidFill>
                <a:latin typeface="Rooney-Regular"/>
              </a:rPr>
              <a:t>Even though information security continues to rank as the number one concern of IT managers and tens of billions of dollars are spent annually on computer security, the number of successful attacks continues to increase. </a:t>
            </a:r>
          </a:p>
          <a:p>
            <a:pPr algn="just"/>
            <a:endParaRPr lang="en-GB" sz="1600" b="0" i="0" u="none" strike="noStrike" baseline="0" dirty="0">
              <a:solidFill>
                <a:srgbClr val="211808"/>
              </a:solidFill>
              <a:latin typeface="Rooney-Regular"/>
            </a:endParaRPr>
          </a:p>
          <a:p>
            <a:pPr algn="just"/>
            <a:r>
              <a:rPr lang="en-GB" sz="1600" b="0" i="0" u="none" strike="noStrike" baseline="0" dirty="0">
                <a:solidFill>
                  <a:srgbClr val="211808"/>
                </a:solidFill>
                <a:latin typeface="Rooney-Regular"/>
              </a:rPr>
              <a:t>Consider the following examples of recent attacks:</a:t>
            </a:r>
            <a:endParaRPr kumimoji="0" lang="en-US" altLang="ko-KR" sz="11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9" name="TextBox 48">
            <a:extLst>
              <a:ext uri="{FF2B5EF4-FFF2-40B4-BE49-F238E27FC236}">
                <a16:creationId xmlns:a16="http://schemas.microsoft.com/office/drawing/2014/main" id="{7CB13D24-346A-4190-A1C8-071459103544}"/>
              </a:ext>
            </a:extLst>
          </p:cNvPr>
          <p:cNvSpPr txBox="1"/>
          <p:nvPr/>
        </p:nvSpPr>
        <p:spPr>
          <a:xfrm>
            <a:off x="6215404" y="3773841"/>
            <a:ext cx="5486503" cy="2616101"/>
          </a:xfrm>
          <a:prstGeom prst="rect">
            <a:avLst/>
          </a:prstGeom>
          <a:noFill/>
        </p:spPr>
        <p:txBody>
          <a:bodyPr wrap="square">
            <a:spAutoFit/>
          </a:bodyPr>
          <a:lstStyle/>
          <a:p>
            <a:pPr marL="285750" indent="-285750" algn="just">
              <a:buFont typeface="Arial" panose="020B0604020202020204" pitchFamily="34" charset="0"/>
              <a:buChar char="•"/>
            </a:pPr>
            <a:r>
              <a:rPr lang="en-GB" sz="1600" b="0" i="0" u="none" strike="noStrike" baseline="0" dirty="0">
                <a:solidFill>
                  <a:srgbClr val="211808"/>
                </a:solidFill>
                <a:latin typeface="Rooney-Regular"/>
              </a:rPr>
              <a:t>In order to demonstrate how easy it is to remotely control a car.</a:t>
            </a:r>
          </a:p>
          <a:p>
            <a:pPr marL="285750" indent="-285750" algn="just">
              <a:buFont typeface="Arial" panose="020B0604020202020204" pitchFamily="34" charset="0"/>
              <a:buChar char="•"/>
            </a:pPr>
            <a:r>
              <a:rPr lang="en-GB" sz="1600" dirty="0"/>
              <a:t>The researchers remotely disabled the brakes so that the Jeep finally ended up in a ditch. </a:t>
            </a:r>
          </a:p>
          <a:p>
            <a:pPr marL="285750" indent="-285750" algn="just">
              <a:buFont typeface="Arial" panose="020B0604020202020204" pitchFamily="34" charset="0"/>
              <a:buChar char="•"/>
            </a:pPr>
            <a:r>
              <a:rPr lang="en-GB" sz="1600" dirty="0"/>
              <a:t>The security researchers had taken advantage of the car’s Internet-connection feature that controls its entertainment and navigation systems, enables phone calls, and can be used to create a Wi-Fi hot spot. </a:t>
            </a:r>
          </a:p>
          <a:p>
            <a:pPr marL="285750" indent="-285750" algn="just">
              <a:buFont typeface="Arial" panose="020B0604020202020204" pitchFamily="34" charset="0"/>
              <a:buChar char="•"/>
            </a:pPr>
            <a:r>
              <a:rPr lang="en-GB" sz="1600" dirty="0"/>
              <a:t>Due to a vulnerability, anyone could gain access remotely to the car’s control systems from virtually anywhere.</a:t>
            </a:r>
          </a:p>
        </p:txBody>
      </p:sp>
      <p:sp>
        <p:nvSpPr>
          <p:cNvPr id="50" name="TextBox 49">
            <a:extLst>
              <a:ext uri="{FF2B5EF4-FFF2-40B4-BE49-F238E27FC236}">
                <a16:creationId xmlns:a16="http://schemas.microsoft.com/office/drawing/2014/main" id="{5CC250B7-A0A6-481E-A52F-06C6EC54CF7D}"/>
              </a:ext>
            </a:extLst>
          </p:cNvPr>
          <p:cNvSpPr txBox="1"/>
          <p:nvPr/>
        </p:nvSpPr>
        <p:spPr>
          <a:xfrm>
            <a:off x="6215406" y="3167390"/>
            <a:ext cx="532654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rPr>
              <a:t>EXAMPLE NO.1</a:t>
            </a:r>
            <a:endParaRPr kumimoji="0" lang="ko-KR" altLang="en-US"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endParaRPr>
          </a:p>
        </p:txBody>
      </p:sp>
    </p:spTree>
    <p:extLst>
      <p:ext uri="{BB962C8B-B14F-4D97-AF65-F5344CB8AC3E}">
        <p14:creationId xmlns:p14="http://schemas.microsoft.com/office/powerpoint/2010/main" val="16422325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normAutofit fontScale="92500" lnSpcReduction="10000"/>
          </a:bodyPr>
          <a:lstStyle/>
          <a:p>
            <a:r>
              <a:rPr lang="en-US" b="1" dirty="0"/>
              <a:t>Today’s Security Attacks</a:t>
            </a:r>
          </a:p>
        </p:txBody>
      </p:sp>
      <p:grpSp>
        <p:nvGrpSpPr>
          <p:cNvPr id="7" name="Group 6">
            <a:extLst>
              <a:ext uri="{FF2B5EF4-FFF2-40B4-BE49-F238E27FC236}">
                <a16:creationId xmlns:a16="http://schemas.microsoft.com/office/drawing/2014/main" id="{3CCB3A26-4EF7-4AE3-B544-602E31387B37}"/>
              </a:ext>
            </a:extLst>
          </p:cNvPr>
          <p:cNvGrpSpPr/>
          <p:nvPr/>
        </p:nvGrpSpPr>
        <p:grpSpPr>
          <a:xfrm>
            <a:off x="405768" y="1720256"/>
            <a:ext cx="4523362" cy="4135956"/>
            <a:chOff x="732823" y="2045143"/>
            <a:chExt cx="4898146" cy="4089765"/>
          </a:xfrm>
        </p:grpSpPr>
        <p:grpSp>
          <p:nvGrpSpPr>
            <p:cNvPr id="3" name="Group 2">
              <a:extLst>
                <a:ext uri="{FF2B5EF4-FFF2-40B4-BE49-F238E27FC236}">
                  <a16:creationId xmlns:a16="http://schemas.microsoft.com/office/drawing/2014/main" id="{2535BC1C-AD87-4B65-9FDA-17D261C01A9C}"/>
                </a:ext>
              </a:extLst>
            </p:cNvPr>
            <p:cNvGrpSpPr/>
            <p:nvPr/>
          </p:nvGrpSpPr>
          <p:grpSpPr>
            <a:xfrm flipH="1">
              <a:off x="732823" y="3007650"/>
              <a:ext cx="4898146" cy="3127258"/>
              <a:chOff x="1585738" y="4408438"/>
              <a:chExt cx="2717520" cy="1735021"/>
            </a:xfrm>
          </p:grpSpPr>
          <p:sp>
            <p:nvSpPr>
              <p:cNvPr id="31" name="Oval 30">
                <a:extLst>
                  <a:ext uri="{FF2B5EF4-FFF2-40B4-BE49-F238E27FC236}">
                    <a16:creationId xmlns:a16="http://schemas.microsoft.com/office/drawing/2014/main" id="{99AD4B73-8FF4-4221-94CE-25C909601B26}"/>
                  </a:ext>
                </a:extLst>
              </p:cNvPr>
              <p:cNvSpPr/>
              <p:nvPr/>
            </p:nvSpPr>
            <p:spPr>
              <a:xfrm>
                <a:off x="1585738" y="5752874"/>
                <a:ext cx="2717520" cy="390585"/>
              </a:xfrm>
              <a:prstGeom prst="ellipse">
                <a:avLst/>
              </a:prstGeom>
              <a:solidFill>
                <a:schemeClr val="bg1">
                  <a:lumMod val="65000"/>
                </a:schemeClr>
              </a:solidFill>
              <a:ln>
                <a:noFill/>
              </a:ln>
              <a:effectLst>
                <a:softEdge rad="215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34" charset="-127"/>
                  <a:cs typeface="+mn-cs"/>
                </a:endParaRPr>
              </a:p>
            </p:txBody>
          </p:sp>
          <p:grpSp>
            <p:nvGrpSpPr>
              <p:cNvPr id="10" name="Group 9">
                <a:extLst>
                  <a:ext uri="{FF2B5EF4-FFF2-40B4-BE49-F238E27FC236}">
                    <a16:creationId xmlns:a16="http://schemas.microsoft.com/office/drawing/2014/main" id="{43E2D379-4A78-40E2-9F22-E5F085058729}"/>
                  </a:ext>
                </a:extLst>
              </p:cNvPr>
              <p:cNvGrpSpPr/>
              <p:nvPr/>
            </p:nvGrpSpPr>
            <p:grpSpPr>
              <a:xfrm flipH="1">
                <a:off x="1855021" y="4408438"/>
                <a:ext cx="2426144" cy="1612821"/>
                <a:chOff x="6917382" y="4652701"/>
                <a:chExt cx="2983072" cy="1983048"/>
              </a:xfrm>
            </p:grpSpPr>
            <p:sp>
              <p:nvSpPr>
                <p:cNvPr id="12" name="Freeform: Shape 11">
                  <a:extLst>
                    <a:ext uri="{FF2B5EF4-FFF2-40B4-BE49-F238E27FC236}">
                      <a16:creationId xmlns:a16="http://schemas.microsoft.com/office/drawing/2014/main" id="{6BB287FF-01F8-4D87-A1D4-D02E51E028F7}"/>
                    </a:ext>
                  </a:extLst>
                </p:cNvPr>
                <p:cNvSpPr/>
                <p:nvPr/>
              </p:nvSpPr>
              <p:spPr>
                <a:xfrm>
                  <a:off x="6917382" y="4652701"/>
                  <a:ext cx="2983072" cy="1983048"/>
                </a:xfrm>
                <a:custGeom>
                  <a:avLst/>
                  <a:gdLst>
                    <a:gd name="connsiteX0" fmla="*/ 2977241 w 2983072"/>
                    <a:gd name="connsiteY0" fmla="*/ 1404120 h 1983048"/>
                    <a:gd name="connsiteX1" fmla="*/ 1664038 w 2983072"/>
                    <a:gd name="connsiteY1" fmla="*/ 1312116 h 1983048"/>
                    <a:gd name="connsiteX2" fmla="*/ 1634323 w 2983072"/>
                    <a:gd name="connsiteY2" fmla="*/ 1288114 h 1983048"/>
                    <a:gd name="connsiteX3" fmla="*/ 1230305 w 2983072"/>
                    <a:gd name="connsiteY3" fmla="*/ 69774 h 1983048"/>
                    <a:gd name="connsiteX4" fmla="*/ 1130872 w 2983072"/>
                    <a:gd name="connsiteY4" fmla="*/ 56 h 1983048"/>
                    <a:gd name="connsiteX5" fmla="*/ 68538 w 2983072"/>
                    <a:gd name="connsiteY5" fmla="*/ 15486 h 1983048"/>
                    <a:gd name="connsiteX6" fmla="*/ 1678 w 2983072"/>
                    <a:gd name="connsiteY6" fmla="*/ 98918 h 1983048"/>
                    <a:gd name="connsiteX7" fmla="*/ 437126 w 2983072"/>
                    <a:gd name="connsiteY7" fmla="*/ 1469265 h 1983048"/>
                    <a:gd name="connsiteX8" fmla="*/ 531416 w 2983072"/>
                    <a:gd name="connsiteY8" fmla="*/ 1703562 h 1983048"/>
                    <a:gd name="connsiteX9" fmla="*/ 478271 w 2983072"/>
                    <a:gd name="connsiteY9" fmla="*/ 1825853 h 1983048"/>
                    <a:gd name="connsiteX10" fmla="*/ 554274 w 2983072"/>
                    <a:gd name="connsiteY10" fmla="*/ 1888141 h 1983048"/>
                    <a:gd name="connsiteX11" fmla="*/ 2109201 w 2983072"/>
                    <a:gd name="connsiteY11" fmla="*/ 1983003 h 1983048"/>
                    <a:gd name="connsiteX12" fmla="*/ 2322354 w 2983072"/>
                    <a:gd name="connsiteY12" fmla="*/ 1912714 h 1983048"/>
                    <a:gd name="connsiteX13" fmla="*/ 2959525 w 2983072"/>
                    <a:gd name="connsiteY13" fmla="*/ 1470408 h 1983048"/>
                    <a:gd name="connsiteX14" fmla="*/ 2977241 w 2983072"/>
                    <a:gd name="connsiteY14" fmla="*/ 1404120 h 1983048"/>
                    <a:gd name="connsiteX15" fmla="*/ 2977241 w 2983072"/>
                    <a:gd name="connsiteY15" fmla="*/ 1404120 h 19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3072" h="1983048">
                      <a:moveTo>
                        <a:pt x="2977241" y="1404120"/>
                      </a:moveTo>
                      <a:cubicBezTo>
                        <a:pt x="2934953" y="1378976"/>
                        <a:pt x="1826903" y="1330402"/>
                        <a:pt x="1664038" y="1312116"/>
                      </a:cubicBezTo>
                      <a:cubicBezTo>
                        <a:pt x="1645752" y="1310401"/>
                        <a:pt x="1638895" y="1303544"/>
                        <a:pt x="1634323" y="1288114"/>
                      </a:cubicBezTo>
                      <a:cubicBezTo>
                        <a:pt x="1595464" y="1168680"/>
                        <a:pt x="1325737" y="356644"/>
                        <a:pt x="1230305" y="69774"/>
                      </a:cubicBezTo>
                      <a:cubicBezTo>
                        <a:pt x="1212018" y="14914"/>
                        <a:pt x="1189160" y="-1087"/>
                        <a:pt x="1130872" y="56"/>
                      </a:cubicBezTo>
                      <a:cubicBezTo>
                        <a:pt x="1060011" y="1199"/>
                        <a:pt x="140541" y="14914"/>
                        <a:pt x="68538" y="15486"/>
                      </a:cubicBezTo>
                      <a:cubicBezTo>
                        <a:pt x="17678" y="16057"/>
                        <a:pt x="-6894" y="48059"/>
                        <a:pt x="1678" y="98918"/>
                      </a:cubicBezTo>
                      <a:cubicBezTo>
                        <a:pt x="6249" y="125776"/>
                        <a:pt x="422840" y="1433835"/>
                        <a:pt x="437126" y="1469265"/>
                      </a:cubicBezTo>
                      <a:cubicBezTo>
                        <a:pt x="467413" y="1548126"/>
                        <a:pt x="471413" y="1637273"/>
                        <a:pt x="531416" y="1703562"/>
                      </a:cubicBezTo>
                      <a:cubicBezTo>
                        <a:pt x="458270" y="1744707"/>
                        <a:pt x="455413" y="1751564"/>
                        <a:pt x="478271" y="1825853"/>
                      </a:cubicBezTo>
                      <a:cubicBezTo>
                        <a:pt x="489700" y="1863569"/>
                        <a:pt x="514272" y="1885284"/>
                        <a:pt x="554274" y="1888141"/>
                      </a:cubicBezTo>
                      <a:cubicBezTo>
                        <a:pt x="729711" y="1900713"/>
                        <a:pt x="1952051" y="1985289"/>
                        <a:pt x="2109201" y="1983003"/>
                      </a:cubicBezTo>
                      <a:cubicBezTo>
                        <a:pt x="2188062" y="1981288"/>
                        <a:pt x="2226350" y="1983574"/>
                        <a:pt x="2322354" y="1912714"/>
                      </a:cubicBezTo>
                      <a:cubicBezTo>
                        <a:pt x="2388643" y="1865283"/>
                        <a:pt x="2905809" y="1512125"/>
                        <a:pt x="2959525" y="1470408"/>
                      </a:cubicBezTo>
                      <a:cubicBezTo>
                        <a:pt x="2984670" y="1449836"/>
                        <a:pt x="2988098" y="1430978"/>
                        <a:pt x="2977241" y="1404120"/>
                      </a:cubicBezTo>
                      <a:lnTo>
                        <a:pt x="2977241" y="1404120"/>
                      </a:lnTo>
                      <a:close/>
                    </a:path>
                  </a:pathLst>
                </a:custGeom>
                <a:solidFill>
                  <a:srgbClr val="484848"/>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54E3CDCC-152C-4E9D-97B1-2173440C3105}"/>
                    </a:ext>
                  </a:extLst>
                </p:cNvPr>
                <p:cNvSpPr/>
                <p:nvPr/>
              </p:nvSpPr>
              <p:spPr>
                <a:xfrm>
                  <a:off x="7049409" y="4778370"/>
                  <a:ext cx="1445617" cy="1416648"/>
                </a:xfrm>
                <a:custGeom>
                  <a:avLst/>
                  <a:gdLst>
                    <a:gd name="connsiteX0" fmla="*/ 1442293 w 1445617"/>
                    <a:gd name="connsiteY0" fmla="*/ 1036725 h 1416648"/>
                    <a:gd name="connsiteX1" fmla="*/ 1349718 w 1445617"/>
                    <a:gd name="connsiteY1" fmla="*/ 770427 h 1416648"/>
                    <a:gd name="connsiteX2" fmla="*/ 1094277 w 1445617"/>
                    <a:gd name="connsiteY2" fmla="*/ 25251 h 1416648"/>
                    <a:gd name="connsiteX3" fmla="*/ 1059419 w 1445617"/>
                    <a:gd name="connsiteY3" fmla="*/ 107 h 1416648"/>
                    <a:gd name="connsiteX4" fmla="*/ 62802 w 1445617"/>
                    <a:gd name="connsiteY4" fmla="*/ 41251 h 1416648"/>
                    <a:gd name="connsiteX5" fmla="*/ 13086 w 1445617"/>
                    <a:gd name="connsiteY5" fmla="*/ 109255 h 1416648"/>
                    <a:gd name="connsiteX6" fmla="*/ 166807 w 1445617"/>
                    <a:gd name="connsiteY6" fmla="*/ 575561 h 1416648"/>
                    <a:gd name="connsiteX7" fmla="*/ 430247 w 1445617"/>
                    <a:gd name="connsiteY7" fmla="*/ 1385312 h 1416648"/>
                    <a:gd name="connsiteX8" fmla="*/ 478250 w 1445617"/>
                    <a:gd name="connsiteY8" fmla="*/ 1408742 h 1416648"/>
                    <a:gd name="connsiteX9" fmla="*/ 1106278 w 1445617"/>
                    <a:gd name="connsiteY9" fmla="*/ 1184160 h 1416648"/>
                    <a:gd name="connsiteX10" fmla="*/ 1245141 w 1445617"/>
                    <a:gd name="connsiteY10" fmla="*/ 1132729 h 1416648"/>
                    <a:gd name="connsiteX11" fmla="*/ 1245141 w 1445617"/>
                    <a:gd name="connsiteY11" fmla="*/ 1132729 h 1416648"/>
                    <a:gd name="connsiteX12" fmla="*/ 1245141 w 1445617"/>
                    <a:gd name="connsiteY12" fmla="*/ 1132729 h 1416648"/>
                    <a:gd name="connsiteX13" fmla="*/ 1424007 w 1445617"/>
                    <a:gd name="connsiteY13" fmla="*/ 1071012 h 1416648"/>
                    <a:gd name="connsiteX14" fmla="*/ 1442293 w 1445617"/>
                    <a:gd name="connsiteY14" fmla="*/ 1036725 h 1416648"/>
                    <a:gd name="connsiteX15" fmla="*/ 1442293 w 1445617"/>
                    <a:gd name="connsiteY15" fmla="*/ 1036725 h 141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5617" h="1416648">
                      <a:moveTo>
                        <a:pt x="1442293" y="1036725"/>
                      </a:moveTo>
                      <a:cubicBezTo>
                        <a:pt x="1410292" y="948150"/>
                        <a:pt x="1380005" y="859003"/>
                        <a:pt x="1349718" y="770427"/>
                      </a:cubicBezTo>
                      <a:cubicBezTo>
                        <a:pt x="1263999" y="521845"/>
                        <a:pt x="1178853" y="273833"/>
                        <a:pt x="1094277" y="25251"/>
                      </a:cubicBezTo>
                      <a:cubicBezTo>
                        <a:pt x="1087991" y="6964"/>
                        <a:pt x="1080563" y="-1036"/>
                        <a:pt x="1059419" y="107"/>
                      </a:cubicBezTo>
                      <a:cubicBezTo>
                        <a:pt x="1013131" y="2964"/>
                        <a:pt x="181093" y="35537"/>
                        <a:pt x="62802" y="41251"/>
                      </a:cubicBezTo>
                      <a:cubicBezTo>
                        <a:pt x="-9201" y="44680"/>
                        <a:pt x="-9201" y="41823"/>
                        <a:pt x="13086" y="109255"/>
                      </a:cubicBezTo>
                      <a:cubicBezTo>
                        <a:pt x="64517" y="264690"/>
                        <a:pt x="115948" y="420126"/>
                        <a:pt x="166807" y="575561"/>
                      </a:cubicBezTo>
                      <a:cubicBezTo>
                        <a:pt x="254811" y="845288"/>
                        <a:pt x="342243" y="1115586"/>
                        <a:pt x="430247" y="1385312"/>
                      </a:cubicBezTo>
                      <a:cubicBezTo>
                        <a:pt x="442248" y="1422457"/>
                        <a:pt x="442819" y="1421314"/>
                        <a:pt x="478250" y="1408742"/>
                      </a:cubicBezTo>
                      <a:cubicBezTo>
                        <a:pt x="687973" y="1333881"/>
                        <a:pt x="897126" y="1259592"/>
                        <a:pt x="1106278" y="1184160"/>
                      </a:cubicBezTo>
                      <a:cubicBezTo>
                        <a:pt x="1152566" y="1167588"/>
                        <a:pt x="1201139" y="1155016"/>
                        <a:pt x="1245141" y="1132729"/>
                      </a:cubicBezTo>
                      <a:lnTo>
                        <a:pt x="1245141" y="1132729"/>
                      </a:lnTo>
                      <a:lnTo>
                        <a:pt x="1245141" y="1132729"/>
                      </a:lnTo>
                      <a:cubicBezTo>
                        <a:pt x="1304573" y="1112157"/>
                        <a:pt x="1364004" y="1090442"/>
                        <a:pt x="1424007" y="1071012"/>
                      </a:cubicBezTo>
                      <a:cubicBezTo>
                        <a:pt x="1445150" y="1065298"/>
                        <a:pt x="1449722" y="1057869"/>
                        <a:pt x="1442293" y="1036725"/>
                      </a:cubicBezTo>
                      <a:lnTo>
                        <a:pt x="1442293" y="1036725"/>
                      </a:lnTo>
                      <a:close/>
                    </a:path>
                  </a:pathLst>
                </a:custGeom>
                <a:solidFill>
                  <a:srgbClr val="8F8C8D"/>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A31859BD-7525-4B2A-B9B5-F61E3564AC5F}"/>
                    </a:ext>
                  </a:extLst>
                </p:cNvPr>
                <p:cNvSpPr/>
                <p:nvPr/>
              </p:nvSpPr>
              <p:spPr>
                <a:xfrm>
                  <a:off x="7048837" y="4800764"/>
                  <a:ext cx="1251998" cy="1394255"/>
                </a:xfrm>
                <a:custGeom>
                  <a:avLst/>
                  <a:gdLst>
                    <a:gd name="connsiteX0" fmla="*/ 1251999 w 1251998"/>
                    <a:gd name="connsiteY0" fmla="*/ 1108050 h 1394255"/>
                    <a:gd name="connsiteX1" fmla="*/ 413104 w 1251998"/>
                    <a:gd name="connsiteY1" fmla="*/ 0 h 1394255"/>
                    <a:gd name="connsiteX2" fmla="*/ 62802 w 1251998"/>
                    <a:gd name="connsiteY2" fmla="*/ 16001 h 1394255"/>
                    <a:gd name="connsiteX3" fmla="*/ 13086 w 1251998"/>
                    <a:gd name="connsiteY3" fmla="*/ 84575 h 1394255"/>
                    <a:gd name="connsiteX4" fmla="*/ 166807 w 1251998"/>
                    <a:gd name="connsiteY4" fmla="*/ 551453 h 1394255"/>
                    <a:gd name="connsiteX5" fmla="*/ 429676 w 1251998"/>
                    <a:gd name="connsiteY5" fmla="*/ 1362919 h 1394255"/>
                    <a:gd name="connsiteX6" fmla="*/ 477678 w 1251998"/>
                    <a:gd name="connsiteY6" fmla="*/ 1386348 h 1394255"/>
                    <a:gd name="connsiteX7" fmla="*/ 1105706 w 1251998"/>
                    <a:gd name="connsiteY7" fmla="*/ 1161195 h 1394255"/>
                    <a:gd name="connsiteX8" fmla="*/ 1244570 w 1251998"/>
                    <a:gd name="connsiteY8" fmla="*/ 1109764 h 1394255"/>
                    <a:gd name="connsiteX9" fmla="*/ 1244570 w 1251998"/>
                    <a:gd name="connsiteY9" fmla="*/ 1109764 h 1394255"/>
                    <a:gd name="connsiteX10" fmla="*/ 1244570 w 1251998"/>
                    <a:gd name="connsiteY10" fmla="*/ 1109764 h 1394255"/>
                    <a:gd name="connsiteX11" fmla="*/ 1251999 w 1251998"/>
                    <a:gd name="connsiteY11" fmla="*/ 1108050 h 1394255"/>
                    <a:gd name="connsiteX12" fmla="*/ 1251999 w 1251998"/>
                    <a:gd name="connsiteY12" fmla="*/ 1108050 h 13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998" h="1394255">
                      <a:moveTo>
                        <a:pt x="1251999" y="1108050"/>
                      </a:moveTo>
                      <a:lnTo>
                        <a:pt x="413104" y="0"/>
                      </a:lnTo>
                      <a:cubicBezTo>
                        <a:pt x="296527" y="10858"/>
                        <a:pt x="179379" y="10286"/>
                        <a:pt x="62802" y="16001"/>
                      </a:cubicBezTo>
                      <a:cubicBezTo>
                        <a:pt x="-9201" y="19429"/>
                        <a:pt x="-9201" y="16572"/>
                        <a:pt x="13086" y="84575"/>
                      </a:cubicBezTo>
                      <a:cubicBezTo>
                        <a:pt x="64517" y="240011"/>
                        <a:pt x="115948" y="396018"/>
                        <a:pt x="166807" y="551453"/>
                      </a:cubicBezTo>
                      <a:cubicBezTo>
                        <a:pt x="254811" y="821751"/>
                        <a:pt x="342243" y="1092049"/>
                        <a:pt x="429676" y="1362919"/>
                      </a:cubicBezTo>
                      <a:cubicBezTo>
                        <a:pt x="441677" y="1400063"/>
                        <a:pt x="442248" y="1398920"/>
                        <a:pt x="477678" y="1386348"/>
                      </a:cubicBezTo>
                      <a:cubicBezTo>
                        <a:pt x="686830" y="1311488"/>
                        <a:pt x="896554" y="1237199"/>
                        <a:pt x="1105706" y="1161195"/>
                      </a:cubicBezTo>
                      <a:cubicBezTo>
                        <a:pt x="1151994" y="1144623"/>
                        <a:pt x="1200568" y="1132051"/>
                        <a:pt x="1244570" y="1109764"/>
                      </a:cubicBezTo>
                      <a:lnTo>
                        <a:pt x="1244570" y="1109764"/>
                      </a:lnTo>
                      <a:lnTo>
                        <a:pt x="1244570" y="1109764"/>
                      </a:lnTo>
                      <a:cubicBezTo>
                        <a:pt x="1247427" y="1109764"/>
                        <a:pt x="1249713" y="1108621"/>
                        <a:pt x="1251999" y="1108050"/>
                      </a:cubicBezTo>
                      <a:lnTo>
                        <a:pt x="1251999" y="1108050"/>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63643218-0DBA-4BFA-BDA7-B0D7EE0094D3}"/>
                    </a:ext>
                  </a:extLst>
                </p:cNvPr>
                <p:cNvSpPr/>
                <p:nvPr/>
              </p:nvSpPr>
              <p:spPr>
                <a:xfrm>
                  <a:off x="7409336" y="6400982"/>
                  <a:ext cx="1760252" cy="217078"/>
                </a:xfrm>
                <a:custGeom>
                  <a:avLst/>
                  <a:gdLst>
                    <a:gd name="connsiteX0" fmla="*/ 1634963 w 1760252"/>
                    <a:gd name="connsiteY0" fmla="*/ 216435 h 217078"/>
                    <a:gd name="connsiteX1" fmla="*/ 84035 w 1760252"/>
                    <a:gd name="connsiteY1" fmla="*/ 121574 h 217078"/>
                    <a:gd name="connsiteX2" fmla="*/ 603 w 1760252"/>
                    <a:gd name="connsiteY2" fmla="*/ 29570 h 217078"/>
                    <a:gd name="connsiteX3" fmla="*/ 37748 w 1760252"/>
                    <a:gd name="connsiteY3" fmla="*/ 997 h 217078"/>
                    <a:gd name="connsiteX4" fmla="*/ 1735539 w 1760252"/>
                    <a:gd name="connsiteY4" fmla="*/ 162718 h 217078"/>
                    <a:gd name="connsiteX5" fmla="*/ 1760111 w 1760252"/>
                    <a:gd name="connsiteY5" fmla="*/ 178719 h 217078"/>
                    <a:gd name="connsiteX6" fmla="*/ 1737824 w 1760252"/>
                    <a:gd name="connsiteY6" fmla="*/ 197577 h 217078"/>
                    <a:gd name="connsiteX7" fmla="*/ 1634963 w 1760252"/>
                    <a:gd name="connsiteY7" fmla="*/ 216435 h 217078"/>
                    <a:gd name="connsiteX8" fmla="*/ 1634963 w 1760252"/>
                    <a:gd name="connsiteY8" fmla="*/ 216435 h 21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252" h="217078">
                      <a:moveTo>
                        <a:pt x="1634963" y="216435"/>
                      </a:moveTo>
                      <a:cubicBezTo>
                        <a:pt x="1518386" y="208435"/>
                        <a:pt x="207470" y="130145"/>
                        <a:pt x="84035" y="121574"/>
                      </a:cubicBezTo>
                      <a:cubicBezTo>
                        <a:pt x="30319" y="118145"/>
                        <a:pt x="-5111" y="77572"/>
                        <a:pt x="603" y="29570"/>
                      </a:cubicBezTo>
                      <a:cubicBezTo>
                        <a:pt x="3460" y="7854"/>
                        <a:pt x="13175" y="-3575"/>
                        <a:pt x="37748" y="997"/>
                      </a:cubicBezTo>
                      <a:cubicBezTo>
                        <a:pt x="112608" y="13569"/>
                        <a:pt x="1641820" y="147289"/>
                        <a:pt x="1735539" y="162718"/>
                      </a:cubicBezTo>
                      <a:cubicBezTo>
                        <a:pt x="1746968" y="164433"/>
                        <a:pt x="1758397" y="167290"/>
                        <a:pt x="1760111" y="178719"/>
                      </a:cubicBezTo>
                      <a:cubicBezTo>
                        <a:pt x="1761825" y="192434"/>
                        <a:pt x="1747539" y="194148"/>
                        <a:pt x="1737824" y="197577"/>
                      </a:cubicBezTo>
                      <a:cubicBezTo>
                        <a:pt x="1704109" y="209006"/>
                        <a:pt x="1670964" y="219864"/>
                        <a:pt x="1634963" y="216435"/>
                      </a:cubicBezTo>
                      <a:lnTo>
                        <a:pt x="1634963" y="216435"/>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697AC4EB-E961-405F-ACDA-B2434F876BE4}"/>
                    </a:ext>
                  </a:extLst>
                </p:cNvPr>
                <p:cNvSpPr/>
                <p:nvPr/>
              </p:nvSpPr>
              <p:spPr>
                <a:xfrm>
                  <a:off x="6952507" y="4726584"/>
                  <a:ext cx="531234" cy="1611633"/>
                </a:xfrm>
                <a:custGeom>
                  <a:avLst/>
                  <a:gdLst>
                    <a:gd name="connsiteX0" fmla="*/ 531149 w 531234"/>
                    <a:gd name="connsiteY0" fmla="*/ 1599963 h 1611633"/>
                    <a:gd name="connsiteX1" fmla="*/ 524291 w 531234"/>
                    <a:gd name="connsiteY1" fmla="*/ 1610821 h 1611633"/>
                    <a:gd name="connsiteX2" fmla="*/ 511719 w 531234"/>
                    <a:gd name="connsiteY2" fmla="*/ 1606249 h 1611633"/>
                    <a:gd name="connsiteX3" fmla="*/ 500290 w 531234"/>
                    <a:gd name="connsiteY3" fmla="*/ 1573105 h 1611633"/>
                    <a:gd name="connsiteX4" fmla="*/ 294567 w 531234"/>
                    <a:gd name="connsiteY4" fmla="*/ 933648 h 1611633"/>
                    <a:gd name="connsiteX5" fmla="*/ 8840 w 531234"/>
                    <a:gd name="connsiteY5" fmla="*/ 36464 h 1611633"/>
                    <a:gd name="connsiteX6" fmla="*/ 8268 w 531234"/>
                    <a:gd name="connsiteY6" fmla="*/ 1034 h 1611633"/>
                    <a:gd name="connsiteX7" fmla="*/ 28269 w 531234"/>
                    <a:gd name="connsiteY7" fmla="*/ 29035 h 1611633"/>
                    <a:gd name="connsiteX8" fmla="*/ 288281 w 531234"/>
                    <a:gd name="connsiteY8" fmla="*/ 843358 h 1611633"/>
                    <a:gd name="connsiteX9" fmla="*/ 524863 w 531234"/>
                    <a:gd name="connsiteY9" fmla="*/ 1579962 h 1611633"/>
                    <a:gd name="connsiteX10" fmla="*/ 531149 w 531234"/>
                    <a:gd name="connsiteY10" fmla="*/ 1599963 h 1611633"/>
                    <a:gd name="connsiteX11" fmla="*/ 531149 w 531234"/>
                    <a:gd name="connsiteY11" fmla="*/ 1599963 h 16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1234" h="1611633">
                      <a:moveTo>
                        <a:pt x="531149" y="1599963"/>
                      </a:moveTo>
                      <a:cubicBezTo>
                        <a:pt x="531720" y="1604535"/>
                        <a:pt x="529434" y="1608535"/>
                        <a:pt x="524291" y="1610821"/>
                      </a:cubicBezTo>
                      <a:cubicBezTo>
                        <a:pt x="518577" y="1613107"/>
                        <a:pt x="514005" y="1610249"/>
                        <a:pt x="511719" y="1606249"/>
                      </a:cubicBezTo>
                      <a:cubicBezTo>
                        <a:pt x="507148" y="1595392"/>
                        <a:pt x="503719" y="1584534"/>
                        <a:pt x="500290" y="1573105"/>
                      </a:cubicBezTo>
                      <a:cubicBezTo>
                        <a:pt x="431716" y="1359953"/>
                        <a:pt x="363141" y="1146800"/>
                        <a:pt x="294567" y="933648"/>
                      </a:cubicBezTo>
                      <a:cubicBezTo>
                        <a:pt x="199134" y="634777"/>
                        <a:pt x="103701" y="335335"/>
                        <a:pt x="8840" y="36464"/>
                      </a:cubicBezTo>
                      <a:cubicBezTo>
                        <a:pt x="5411" y="25607"/>
                        <a:pt x="-8876" y="6749"/>
                        <a:pt x="8268" y="1034"/>
                      </a:cubicBezTo>
                      <a:cubicBezTo>
                        <a:pt x="27126" y="-5252"/>
                        <a:pt x="24840" y="18749"/>
                        <a:pt x="28269" y="29035"/>
                      </a:cubicBezTo>
                      <a:cubicBezTo>
                        <a:pt x="115702" y="299905"/>
                        <a:pt x="201420" y="571917"/>
                        <a:pt x="288281" y="843358"/>
                      </a:cubicBezTo>
                      <a:cubicBezTo>
                        <a:pt x="366570" y="1089083"/>
                        <a:pt x="446002" y="1334237"/>
                        <a:pt x="524863" y="1579962"/>
                      </a:cubicBezTo>
                      <a:cubicBezTo>
                        <a:pt x="526577" y="1585677"/>
                        <a:pt x="528292" y="1592535"/>
                        <a:pt x="531149" y="1599963"/>
                      </a:cubicBezTo>
                      <a:lnTo>
                        <a:pt x="531149" y="1599963"/>
                      </a:lnTo>
                      <a:close/>
                    </a:path>
                  </a:pathLst>
                </a:custGeom>
                <a:solidFill>
                  <a:srgbClr val="9090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27C7DB33-6C87-4BD6-B733-8B52949F12E2}"/>
                    </a:ext>
                  </a:extLst>
                </p:cNvPr>
                <p:cNvSpPr/>
                <p:nvPr/>
              </p:nvSpPr>
              <p:spPr>
                <a:xfrm>
                  <a:off x="7729130" y="6057561"/>
                  <a:ext cx="662402" cy="280414"/>
                </a:xfrm>
                <a:custGeom>
                  <a:avLst/>
                  <a:gdLst>
                    <a:gd name="connsiteX0" fmla="*/ 13395 w 662402"/>
                    <a:gd name="connsiteY0" fmla="*/ 280415 h 280414"/>
                    <a:gd name="connsiteX1" fmla="*/ 251 w 662402"/>
                    <a:gd name="connsiteY1" fmla="*/ 273557 h 280414"/>
                    <a:gd name="connsiteX2" fmla="*/ 11109 w 662402"/>
                    <a:gd name="connsiteY2" fmla="*/ 259271 h 280414"/>
                    <a:gd name="connsiteX3" fmla="*/ 628280 w 662402"/>
                    <a:gd name="connsiteY3" fmla="*/ 10117 h 280414"/>
                    <a:gd name="connsiteX4" fmla="*/ 660853 w 662402"/>
                    <a:gd name="connsiteY4" fmla="*/ 7260 h 280414"/>
                    <a:gd name="connsiteX5" fmla="*/ 636852 w 662402"/>
                    <a:gd name="connsiteY5" fmla="*/ 28975 h 280414"/>
                    <a:gd name="connsiteX6" fmla="*/ 13395 w 662402"/>
                    <a:gd name="connsiteY6" fmla="*/ 280415 h 280414"/>
                    <a:gd name="connsiteX7" fmla="*/ 13395 w 662402"/>
                    <a:gd name="connsiteY7" fmla="*/ 280415 h 28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402" h="280414">
                      <a:moveTo>
                        <a:pt x="13395" y="280415"/>
                      </a:moveTo>
                      <a:cubicBezTo>
                        <a:pt x="6537" y="280415"/>
                        <a:pt x="1394" y="279844"/>
                        <a:pt x="251" y="273557"/>
                      </a:cubicBezTo>
                      <a:cubicBezTo>
                        <a:pt x="-1463" y="264414"/>
                        <a:pt x="5966" y="261557"/>
                        <a:pt x="11109" y="259271"/>
                      </a:cubicBezTo>
                      <a:cubicBezTo>
                        <a:pt x="48825" y="243270"/>
                        <a:pt x="460272" y="77549"/>
                        <a:pt x="628280" y="10117"/>
                      </a:cubicBezTo>
                      <a:cubicBezTo>
                        <a:pt x="638566" y="6117"/>
                        <a:pt x="653995" y="-8741"/>
                        <a:pt x="660853" y="7260"/>
                      </a:cubicBezTo>
                      <a:cubicBezTo>
                        <a:pt x="668282" y="23832"/>
                        <a:pt x="647138" y="24403"/>
                        <a:pt x="636852" y="28975"/>
                      </a:cubicBezTo>
                      <a:cubicBezTo>
                        <a:pt x="435700" y="111265"/>
                        <a:pt x="18538" y="278701"/>
                        <a:pt x="13395" y="280415"/>
                      </a:cubicBezTo>
                      <a:lnTo>
                        <a:pt x="13395" y="280415"/>
                      </a:lnTo>
                      <a:close/>
                    </a:path>
                  </a:pathLst>
                </a:custGeom>
                <a:solidFill>
                  <a:srgbClr val="908F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C1A410AF-BEB1-42F0-8445-252CE520DCC5}"/>
                    </a:ext>
                  </a:extLst>
                </p:cNvPr>
                <p:cNvSpPr/>
                <p:nvPr/>
              </p:nvSpPr>
              <p:spPr>
                <a:xfrm>
                  <a:off x="7609376" y="6263687"/>
                  <a:ext cx="114290" cy="51430"/>
                </a:xfrm>
                <a:custGeom>
                  <a:avLst/>
                  <a:gdLst>
                    <a:gd name="connsiteX0" fmla="*/ 0 w 114290"/>
                    <a:gd name="connsiteY0" fmla="*/ 42288 h 51430"/>
                    <a:gd name="connsiteX1" fmla="*/ 110862 w 114290"/>
                    <a:gd name="connsiteY1" fmla="*/ 0 h 51430"/>
                    <a:gd name="connsiteX2" fmla="*/ 114291 w 114290"/>
                    <a:gd name="connsiteY2" fmla="*/ 9143 h 51430"/>
                    <a:gd name="connsiteX3" fmla="*/ 3429 w 114290"/>
                    <a:gd name="connsiteY3" fmla="*/ 51431 h 51430"/>
                    <a:gd name="connsiteX4" fmla="*/ 0 w 114290"/>
                    <a:gd name="connsiteY4" fmla="*/ 42288 h 51430"/>
                    <a:gd name="connsiteX5" fmla="*/ 0 w 114290"/>
                    <a:gd name="connsiteY5" fmla="*/ 42288 h 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0" h="51430">
                      <a:moveTo>
                        <a:pt x="0" y="42288"/>
                      </a:moveTo>
                      <a:cubicBezTo>
                        <a:pt x="36573" y="28001"/>
                        <a:pt x="73718" y="14286"/>
                        <a:pt x="110862" y="0"/>
                      </a:cubicBezTo>
                      <a:cubicBezTo>
                        <a:pt x="112005" y="3429"/>
                        <a:pt x="113148" y="6286"/>
                        <a:pt x="114291" y="9143"/>
                      </a:cubicBezTo>
                      <a:cubicBezTo>
                        <a:pt x="77718" y="23429"/>
                        <a:pt x="40573" y="37145"/>
                        <a:pt x="3429" y="51431"/>
                      </a:cubicBezTo>
                      <a:cubicBezTo>
                        <a:pt x="2286" y="48574"/>
                        <a:pt x="1143" y="45145"/>
                        <a:pt x="0" y="42288"/>
                      </a:cubicBezTo>
                      <a:lnTo>
                        <a:pt x="0" y="42288"/>
                      </a:lnTo>
                      <a:close/>
                    </a:path>
                  </a:pathLst>
                </a:custGeom>
                <a:solidFill>
                  <a:srgbClr val="D0D0D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6" name="Group 5">
              <a:extLst>
                <a:ext uri="{FF2B5EF4-FFF2-40B4-BE49-F238E27FC236}">
                  <a16:creationId xmlns:a16="http://schemas.microsoft.com/office/drawing/2014/main" id="{28F1E337-6C60-4127-884D-6EC7C45D8862}"/>
                </a:ext>
              </a:extLst>
            </p:cNvPr>
            <p:cNvGrpSpPr/>
            <p:nvPr/>
          </p:nvGrpSpPr>
          <p:grpSpPr>
            <a:xfrm>
              <a:off x="1036543" y="2045143"/>
              <a:ext cx="2961756" cy="3431661"/>
              <a:chOff x="810119" y="1788769"/>
              <a:chExt cx="2961756" cy="3431661"/>
            </a:xfrm>
          </p:grpSpPr>
          <p:sp>
            <p:nvSpPr>
              <p:cNvPr id="33" name="Freeform: Shape 32">
                <a:extLst>
                  <a:ext uri="{FF2B5EF4-FFF2-40B4-BE49-F238E27FC236}">
                    <a16:creationId xmlns:a16="http://schemas.microsoft.com/office/drawing/2014/main" id="{3D05294A-8EBB-4E5E-AE89-A2B9790146E3}"/>
                  </a:ext>
                </a:extLst>
              </p:cNvPr>
              <p:cNvSpPr/>
              <p:nvPr/>
            </p:nvSpPr>
            <p:spPr>
              <a:xfrm rot="739140" flipH="1">
                <a:off x="2488836" y="1806214"/>
                <a:ext cx="589030" cy="684918"/>
              </a:xfrm>
              <a:custGeom>
                <a:avLst/>
                <a:gdLst>
                  <a:gd name="connsiteX0" fmla="*/ 737970 w 815751"/>
                  <a:gd name="connsiteY0" fmla="*/ 666829 h 948547"/>
                  <a:gd name="connsiteX1" fmla="*/ 821442 w 815751"/>
                  <a:gd name="connsiteY1" fmla="*/ 388905 h 948547"/>
                  <a:gd name="connsiteX2" fmla="*/ 410721 w 815751"/>
                  <a:gd name="connsiteY2" fmla="*/ 0 h 948547"/>
                  <a:gd name="connsiteX3" fmla="*/ 0 w 815751"/>
                  <a:gd name="connsiteY3" fmla="*/ 388905 h 948547"/>
                  <a:gd name="connsiteX4" fmla="*/ 42685 w 815751"/>
                  <a:gd name="connsiteY4" fmla="*/ 561540 h 948547"/>
                  <a:gd name="connsiteX5" fmla="*/ 90112 w 815751"/>
                  <a:gd name="connsiteY5" fmla="*/ 828082 h 948547"/>
                  <a:gd name="connsiteX6" fmla="*/ 90112 w 815751"/>
                  <a:gd name="connsiteY6" fmla="*/ 828082 h 948547"/>
                  <a:gd name="connsiteX7" fmla="*/ 129002 w 815751"/>
                  <a:gd name="connsiteY7" fmla="*/ 863178 h 948547"/>
                  <a:gd name="connsiteX8" fmla="*/ 257056 w 815751"/>
                  <a:gd name="connsiteY8" fmla="*/ 897326 h 948547"/>
                  <a:gd name="connsiteX9" fmla="*/ 492296 w 815751"/>
                  <a:gd name="connsiteY9" fmla="*/ 860333 h 948547"/>
                  <a:gd name="connsiteX10" fmla="*/ 602328 w 815751"/>
                  <a:gd name="connsiteY10" fmla="*/ 957085 h 948547"/>
                  <a:gd name="connsiteX11" fmla="*/ 758838 w 815751"/>
                  <a:gd name="connsiteY11" fmla="*/ 734176 h 948547"/>
                  <a:gd name="connsiteX12" fmla="*/ 737970 w 815751"/>
                  <a:gd name="connsiteY12" fmla="*/ 666829 h 94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5751" h="948547">
                    <a:moveTo>
                      <a:pt x="737970" y="666829"/>
                    </a:moveTo>
                    <a:cubicBezTo>
                      <a:pt x="771169" y="552055"/>
                      <a:pt x="815751" y="510319"/>
                      <a:pt x="821442" y="388905"/>
                    </a:cubicBezTo>
                    <a:cubicBezTo>
                      <a:pt x="832825" y="174533"/>
                      <a:pt x="637424" y="0"/>
                      <a:pt x="410721" y="0"/>
                    </a:cubicBezTo>
                    <a:cubicBezTo>
                      <a:pt x="184018" y="0"/>
                      <a:pt x="0" y="173584"/>
                      <a:pt x="0" y="388905"/>
                    </a:cubicBezTo>
                    <a:cubicBezTo>
                      <a:pt x="0" y="451509"/>
                      <a:pt x="31302" y="502730"/>
                      <a:pt x="42685" y="561540"/>
                    </a:cubicBezTo>
                    <a:cubicBezTo>
                      <a:pt x="42685" y="562489"/>
                      <a:pt x="81575" y="825237"/>
                      <a:pt x="90112" y="828082"/>
                    </a:cubicBezTo>
                    <a:lnTo>
                      <a:pt x="90112" y="828082"/>
                    </a:lnTo>
                    <a:cubicBezTo>
                      <a:pt x="95803" y="849899"/>
                      <a:pt x="111929" y="857487"/>
                      <a:pt x="129002" y="863178"/>
                    </a:cubicBezTo>
                    <a:cubicBezTo>
                      <a:pt x="136591" y="867921"/>
                      <a:pt x="252314" y="894481"/>
                      <a:pt x="257056" y="897326"/>
                    </a:cubicBezTo>
                    <a:cubicBezTo>
                      <a:pt x="338632" y="905863"/>
                      <a:pt x="416412" y="889738"/>
                      <a:pt x="492296" y="860333"/>
                    </a:cubicBezTo>
                    <a:cubicBezTo>
                      <a:pt x="515061" y="850847"/>
                      <a:pt x="578614" y="932422"/>
                      <a:pt x="602328" y="957085"/>
                    </a:cubicBezTo>
                    <a:cubicBezTo>
                      <a:pt x="615608" y="959930"/>
                      <a:pt x="742713" y="794883"/>
                      <a:pt x="758838" y="734176"/>
                    </a:cubicBezTo>
                    <a:cubicBezTo>
                      <a:pt x="750301" y="723742"/>
                      <a:pt x="737970" y="688646"/>
                      <a:pt x="737970" y="66682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A580AE8D-9042-445B-9D1C-34885AEA4D6C}"/>
                  </a:ext>
                </a:extLst>
              </p:cNvPr>
              <p:cNvSpPr/>
              <p:nvPr/>
            </p:nvSpPr>
            <p:spPr>
              <a:xfrm rot="739140" flipH="1">
                <a:off x="2428885" y="1788769"/>
                <a:ext cx="684918" cy="506840"/>
              </a:xfrm>
              <a:custGeom>
                <a:avLst/>
                <a:gdLst>
                  <a:gd name="connsiteX0" fmla="*/ 912217 w 948547"/>
                  <a:gd name="connsiteY0" fmla="*/ 188902 h 701925"/>
                  <a:gd name="connsiteX1" fmla="*/ 798391 w 948547"/>
                  <a:gd name="connsiteY1" fmla="*/ 80768 h 701925"/>
                  <a:gd name="connsiteX2" fmla="*/ 748118 w 948547"/>
                  <a:gd name="connsiteY2" fmla="*/ 11524 h 701925"/>
                  <a:gd name="connsiteX3" fmla="*/ 639983 w 948547"/>
                  <a:gd name="connsiteY3" fmla="*/ 13421 h 701925"/>
                  <a:gd name="connsiteX4" fmla="*/ 597299 w 948547"/>
                  <a:gd name="connsiteY4" fmla="*/ 19112 h 701925"/>
                  <a:gd name="connsiteX5" fmla="*/ 386721 w 948547"/>
                  <a:gd name="connsiteY5" fmla="*/ 10575 h 701925"/>
                  <a:gd name="connsiteX6" fmla="*/ 288072 w 948547"/>
                  <a:gd name="connsiteY6" fmla="*/ 24804 h 701925"/>
                  <a:gd name="connsiteX7" fmla="*/ 158121 w 948547"/>
                  <a:gd name="connsiteY7" fmla="*/ 56106 h 701925"/>
                  <a:gd name="connsiteX8" fmla="*/ 125870 w 948547"/>
                  <a:gd name="connsiteY8" fmla="*/ 76025 h 701925"/>
                  <a:gd name="connsiteX9" fmla="*/ 63266 w 948547"/>
                  <a:gd name="connsiteY9" fmla="*/ 198388 h 701925"/>
                  <a:gd name="connsiteX10" fmla="*/ 3508 w 948547"/>
                  <a:gd name="connsiteY10" fmla="*/ 349207 h 701925"/>
                  <a:gd name="connsiteX11" fmla="*/ 4456 w 948547"/>
                  <a:gd name="connsiteY11" fmla="*/ 422245 h 701925"/>
                  <a:gd name="connsiteX12" fmla="*/ 4456 w 948547"/>
                  <a:gd name="connsiteY12" fmla="*/ 422245 h 701925"/>
                  <a:gd name="connsiteX13" fmla="*/ 58524 w 948547"/>
                  <a:gd name="connsiteY13" fmla="*/ 583498 h 701925"/>
                  <a:gd name="connsiteX14" fmla="*/ 71803 w 948547"/>
                  <a:gd name="connsiteY14" fmla="*/ 560733 h 701925"/>
                  <a:gd name="connsiteX15" fmla="*/ 104054 w 948547"/>
                  <a:gd name="connsiteY15" fmla="*/ 474415 h 701925"/>
                  <a:gd name="connsiteX16" fmla="*/ 142944 w 948547"/>
                  <a:gd name="connsiteY16" fmla="*/ 476312 h 701925"/>
                  <a:gd name="connsiteX17" fmla="*/ 200806 w 948547"/>
                  <a:gd name="connsiteY17" fmla="*/ 564527 h 701925"/>
                  <a:gd name="connsiteX18" fmla="*/ 263410 w 948547"/>
                  <a:gd name="connsiteY18" fmla="*/ 581601 h 701925"/>
                  <a:gd name="connsiteX19" fmla="*/ 421817 w 948547"/>
                  <a:gd name="connsiteY19" fmla="*/ 565476 h 701925"/>
                  <a:gd name="connsiteX20" fmla="*/ 497701 w 948547"/>
                  <a:gd name="connsiteY20" fmla="*/ 528482 h 701925"/>
                  <a:gd name="connsiteX21" fmla="*/ 524260 w 948547"/>
                  <a:gd name="connsiteY21" fmla="*/ 540814 h 701925"/>
                  <a:gd name="connsiteX22" fmla="*/ 739581 w 948547"/>
                  <a:gd name="connsiteY22" fmla="*/ 710604 h 701925"/>
                  <a:gd name="connsiteX23" fmla="*/ 788905 w 948547"/>
                  <a:gd name="connsiteY23" fmla="*/ 634720 h 701925"/>
                  <a:gd name="connsiteX24" fmla="*/ 814516 w 948547"/>
                  <a:gd name="connsiteY24" fmla="*/ 570219 h 701925"/>
                  <a:gd name="connsiteX25" fmla="*/ 863841 w 948547"/>
                  <a:gd name="connsiteY25" fmla="*/ 491489 h 701925"/>
                  <a:gd name="connsiteX26" fmla="*/ 919805 w 948547"/>
                  <a:gd name="connsiteY26" fmla="*/ 377663 h 701925"/>
                  <a:gd name="connsiteX27" fmla="*/ 912217 w 948547"/>
                  <a:gd name="connsiteY27" fmla="*/ 188902 h 701925"/>
                  <a:gd name="connsiteX28" fmla="*/ 104054 w 948547"/>
                  <a:gd name="connsiteY28" fmla="*/ 413708 h 701925"/>
                  <a:gd name="connsiteX29" fmla="*/ 85083 w 948547"/>
                  <a:gd name="connsiteY29" fmla="*/ 446907 h 701925"/>
                  <a:gd name="connsiteX30" fmla="*/ 40501 w 948547"/>
                  <a:gd name="connsiteY30" fmla="*/ 445959 h 701925"/>
                  <a:gd name="connsiteX31" fmla="*/ 24376 w 948547"/>
                  <a:gd name="connsiteY31" fmla="*/ 431731 h 701925"/>
                  <a:gd name="connsiteX32" fmla="*/ 44295 w 948547"/>
                  <a:gd name="connsiteY32" fmla="*/ 400429 h 701925"/>
                  <a:gd name="connsiteX33" fmla="*/ 80340 w 948547"/>
                  <a:gd name="connsiteY33" fmla="*/ 394737 h 701925"/>
                  <a:gd name="connsiteX34" fmla="*/ 100260 w 948547"/>
                  <a:gd name="connsiteY34" fmla="*/ 403274 h 701925"/>
                  <a:gd name="connsiteX35" fmla="*/ 104054 w 948547"/>
                  <a:gd name="connsiteY35" fmla="*/ 413708 h 701925"/>
                  <a:gd name="connsiteX36" fmla="*/ 366802 w 948547"/>
                  <a:gd name="connsiteY36" fmla="*/ 431731 h 701925"/>
                  <a:gd name="connsiteX37" fmla="*/ 346882 w 948547"/>
                  <a:gd name="connsiteY37" fmla="*/ 442165 h 701925"/>
                  <a:gd name="connsiteX38" fmla="*/ 257719 w 948547"/>
                  <a:gd name="connsiteY38" fmla="*/ 439319 h 701925"/>
                  <a:gd name="connsiteX39" fmla="*/ 229262 w 948547"/>
                  <a:gd name="connsiteY39" fmla="*/ 405171 h 701925"/>
                  <a:gd name="connsiteX40" fmla="*/ 235902 w 948547"/>
                  <a:gd name="connsiteY40" fmla="*/ 396634 h 701925"/>
                  <a:gd name="connsiteX41" fmla="*/ 270050 w 948547"/>
                  <a:gd name="connsiteY41" fmla="*/ 385252 h 701925"/>
                  <a:gd name="connsiteX42" fmla="*/ 327911 w 948547"/>
                  <a:gd name="connsiteY42" fmla="*/ 395686 h 701925"/>
                  <a:gd name="connsiteX43" fmla="*/ 366802 w 948547"/>
                  <a:gd name="connsiteY43" fmla="*/ 431731 h 70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48547" h="701925">
                    <a:moveTo>
                      <a:pt x="912217" y="188902"/>
                    </a:moveTo>
                    <a:cubicBezTo>
                      <a:pt x="893246" y="179417"/>
                      <a:pt x="800288" y="120607"/>
                      <a:pt x="798391" y="80768"/>
                    </a:cubicBezTo>
                    <a:cubicBezTo>
                      <a:pt x="796494" y="48517"/>
                      <a:pt x="778471" y="24804"/>
                      <a:pt x="748118" y="11524"/>
                    </a:cubicBezTo>
                    <a:cubicBezTo>
                      <a:pt x="711124" y="-4601"/>
                      <a:pt x="676028" y="-3653"/>
                      <a:pt x="639983" y="13421"/>
                    </a:cubicBezTo>
                    <a:cubicBezTo>
                      <a:pt x="626704" y="21958"/>
                      <a:pt x="611527" y="21009"/>
                      <a:pt x="597299" y="19112"/>
                    </a:cubicBezTo>
                    <a:cubicBezTo>
                      <a:pt x="573585" y="15318"/>
                      <a:pt x="432251" y="141"/>
                      <a:pt x="386721" y="10575"/>
                    </a:cubicBezTo>
                    <a:cubicBezTo>
                      <a:pt x="356367" y="18164"/>
                      <a:pt x="318426" y="18164"/>
                      <a:pt x="288072" y="24804"/>
                    </a:cubicBezTo>
                    <a:cubicBezTo>
                      <a:pt x="266255" y="29546"/>
                      <a:pt x="203651" y="58951"/>
                      <a:pt x="158121" y="56106"/>
                    </a:cubicBezTo>
                    <a:cubicBezTo>
                      <a:pt x="144841" y="55157"/>
                      <a:pt x="133459" y="63694"/>
                      <a:pt x="125870" y="76025"/>
                    </a:cubicBezTo>
                    <a:cubicBezTo>
                      <a:pt x="101208" y="114916"/>
                      <a:pt x="78443" y="154755"/>
                      <a:pt x="63266" y="198388"/>
                    </a:cubicBezTo>
                    <a:cubicBezTo>
                      <a:pt x="39553" y="258146"/>
                      <a:pt x="7302" y="292294"/>
                      <a:pt x="3508" y="349207"/>
                    </a:cubicBezTo>
                    <a:cubicBezTo>
                      <a:pt x="662" y="358692"/>
                      <a:pt x="-3132" y="396634"/>
                      <a:pt x="4456" y="422245"/>
                    </a:cubicBezTo>
                    <a:lnTo>
                      <a:pt x="4456" y="422245"/>
                    </a:lnTo>
                    <a:cubicBezTo>
                      <a:pt x="18684" y="451650"/>
                      <a:pt x="51884" y="563579"/>
                      <a:pt x="58524" y="583498"/>
                    </a:cubicBezTo>
                    <a:cubicBezTo>
                      <a:pt x="71803" y="581601"/>
                      <a:pt x="68958" y="569270"/>
                      <a:pt x="71803" y="560733"/>
                    </a:cubicBezTo>
                    <a:cubicBezTo>
                      <a:pt x="80340" y="531328"/>
                      <a:pt x="85083" y="500026"/>
                      <a:pt x="104054" y="474415"/>
                    </a:cubicBezTo>
                    <a:cubicBezTo>
                      <a:pt x="115436" y="463981"/>
                      <a:pt x="132510" y="457341"/>
                      <a:pt x="142944" y="476312"/>
                    </a:cubicBezTo>
                    <a:cubicBezTo>
                      <a:pt x="167607" y="518049"/>
                      <a:pt x="177092" y="536071"/>
                      <a:pt x="200806" y="564527"/>
                    </a:cubicBezTo>
                    <a:cubicBezTo>
                      <a:pt x="217880" y="584447"/>
                      <a:pt x="237799" y="592984"/>
                      <a:pt x="263410" y="581601"/>
                    </a:cubicBezTo>
                    <a:cubicBezTo>
                      <a:pt x="296609" y="568322"/>
                      <a:pt x="403795" y="566424"/>
                      <a:pt x="421817" y="565476"/>
                    </a:cubicBezTo>
                    <a:cubicBezTo>
                      <a:pt x="455017" y="564527"/>
                      <a:pt x="484421" y="559785"/>
                      <a:pt x="497701" y="528482"/>
                    </a:cubicBezTo>
                    <a:cubicBezTo>
                      <a:pt x="501495" y="518049"/>
                      <a:pt x="518569" y="532277"/>
                      <a:pt x="524260" y="540814"/>
                    </a:cubicBezTo>
                    <a:cubicBezTo>
                      <a:pt x="555563" y="616697"/>
                      <a:pt x="685514" y="703964"/>
                      <a:pt x="739581" y="710604"/>
                    </a:cubicBezTo>
                    <a:cubicBezTo>
                      <a:pt x="782266" y="715346"/>
                      <a:pt x="786060" y="649897"/>
                      <a:pt x="788905" y="634720"/>
                    </a:cubicBezTo>
                    <a:cubicBezTo>
                      <a:pt x="792699" y="611006"/>
                      <a:pt x="797442" y="586344"/>
                      <a:pt x="814516" y="570219"/>
                    </a:cubicBezTo>
                    <a:cubicBezTo>
                      <a:pt x="837281" y="549351"/>
                      <a:pt x="860995" y="522791"/>
                      <a:pt x="863841" y="491489"/>
                    </a:cubicBezTo>
                    <a:cubicBezTo>
                      <a:pt x="868583" y="444062"/>
                      <a:pt x="882811" y="403274"/>
                      <a:pt x="919805" y="377663"/>
                    </a:cubicBezTo>
                    <a:cubicBezTo>
                      <a:pt x="945416" y="360590"/>
                      <a:pt x="973872" y="220205"/>
                      <a:pt x="912217" y="188902"/>
                    </a:cubicBezTo>
                    <a:close/>
                    <a:moveTo>
                      <a:pt x="104054" y="413708"/>
                    </a:moveTo>
                    <a:cubicBezTo>
                      <a:pt x="98363" y="425091"/>
                      <a:pt x="95517" y="444062"/>
                      <a:pt x="85083" y="446907"/>
                    </a:cubicBezTo>
                    <a:cubicBezTo>
                      <a:pt x="67060" y="451650"/>
                      <a:pt x="57575" y="453547"/>
                      <a:pt x="40501" y="445959"/>
                    </a:cubicBezTo>
                    <a:cubicBezTo>
                      <a:pt x="35758" y="444062"/>
                      <a:pt x="25324" y="441216"/>
                      <a:pt x="24376" y="431731"/>
                    </a:cubicBezTo>
                    <a:cubicBezTo>
                      <a:pt x="23427" y="421297"/>
                      <a:pt x="32913" y="416554"/>
                      <a:pt x="44295" y="400429"/>
                    </a:cubicBezTo>
                    <a:cubicBezTo>
                      <a:pt x="55678" y="386200"/>
                      <a:pt x="68958" y="389995"/>
                      <a:pt x="80340" y="394737"/>
                    </a:cubicBezTo>
                    <a:cubicBezTo>
                      <a:pt x="87929" y="397583"/>
                      <a:pt x="93620" y="399480"/>
                      <a:pt x="100260" y="403274"/>
                    </a:cubicBezTo>
                    <a:cubicBezTo>
                      <a:pt x="102157" y="406120"/>
                      <a:pt x="106899" y="408017"/>
                      <a:pt x="104054" y="413708"/>
                    </a:cubicBezTo>
                    <a:close/>
                    <a:moveTo>
                      <a:pt x="366802" y="431731"/>
                    </a:moveTo>
                    <a:cubicBezTo>
                      <a:pt x="363956" y="440268"/>
                      <a:pt x="354470" y="440268"/>
                      <a:pt x="346882" y="442165"/>
                    </a:cubicBezTo>
                    <a:cubicBezTo>
                      <a:pt x="316529" y="448805"/>
                      <a:pt x="287123" y="445959"/>
                      <a:pt x="257719" y="439319"/>
                    </a:cubicBezTo>
                    <a:cubicBezTo>
                      <a:pt x="239696" y="435525"/>
                      <a:pt x="237799" y="417502"/>
                      <a:pt x="229262" y="405171"/>
                    </a:cubicBezTo>
                    <a:cubicBezTo>
                      <a:pt x="224519" y="398531"/>
                      <a:pt x="232108" y="397583"/>
                      <a:pt x="235902" y="396634"/>
                    </a:cubicBezTo>
                    <a:cubicBezTo>
                      <a:pt x="247284" y="392840"/>
                      <a:pt x="259616" y="390943"/>
                      <a:pt x="270050" y="385252"/>
                    </a:cubicBezTo>
                    <a:cubicBezTo>
                      <a:pt x="292815" y="372921"/>
                      <a:pt x="310837" y="378612"/>
                      <a:pt x="327911" y="395686"/>
                    </a:cubicBezTo>
                    <a:cubicBezTo>
                      <a:pt x="346882" y="412760"/>
                      <a:pt x="369647" y="422245"/>
                      <a:pt x="366802" y="431731"/>
                    </a:cubicBezTo>
                    <a:close/>
                  </a:path>
                </a:pathLst>
              </a:custGeom>
              <a:solidFill>
                <a:schemeClr val="tx1">
                  <a:lumMod val="75000"/>
                  <a:lumOff val="2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2EAC8916-4A6C-407A-86DD-9D643E06A17C}"/>
                  </a:ext>
                </a:extLst>
              </p:cNvPr>
              <p:cNvSpPr/>
              <p:nvPr/>
            </p:nvSpPr>
            <p:spPr>
              <a:xfrm rot="739140" flipH="1">
                <a:off x="2568160" y="2404920"/>
                <a:ext cx="253420" cy="143832"/>
              </a:xfrm>
              <a:custGeom>
                <a:avLst/>
                <a:gdLst>
                  <a:gd name="connsiteX0" fmla="*/ 9 w 350962"/>
                  <a:gd name="connsiteY0" fmla="*/ 48698 h 199195"/>
                  <a:gd name="connsiteX1" fmla="*/ 252323 w 350962"/>
                  <a:gd name="connsiteY1" fmla="*/ 2219 h 199195"/>
                  <a:gd name="connsiteX2" fmla="*/ 274139 w 350962"/>
                  <a:gd name="connsiteY2" fmla="*/ 6013 h 199195"/>
                  <a:gd name="connsiteX3" fmla="*/ 357612 w 350962"/>
                  <a:gd name="connsiteY3" fmla="*/ 112251 h 199195"/>
                  <a:gd name="connsiteX4" fmla="*/ 321567 w 350962"/>
                  <a:gd name="connsiteY4" fmla="*/ 145450 h 199195"/>
                  <a:gd name="connsiteX5" fmla="*/ 174542 w 350962"/>
                  <a:gd name="connsiteY5" fmla="*/ 205208 h 199195"/>
                  <a:gd name="connsiteX6" fmla="*/ 81584 w 350962"/>
                  <a:gd name="connsiteY6" fmla="*/ 173906 h 199195"/>
                  <a:gd name="connsiteX7" fmla="*/ 9 w 350962"/>
                  <a:gd name="connsiteY7" fmla="*/ 48698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962" h="199195">
                    <a:moveTo>
                      <a:pt x="9" y="48698"/>
                    </a:moveTo>
                    <a:cubicBezTo>
                      <a:pt x="88224" y="53441"/>
                      <a:pt x="171696" y="37315"/>
                      <a:pt x="252323" y="2219"/>
                    </a:cubicBezTo>
                    <a:cubicBezTo>
                      <a:pt x="260860" y="-1575"/>
                      <a:pt x="268448" y="-626"/>
                      <a:pt x="274139" y="6013"/>
                    </a:cubicBezTo>
                    <a:cubicBezTo>
                      <a:pt x="299750" y="40161"/>
                      <a:pt x="338641" y="73360"/>
                      <a:pt x="357612" y="112251"/>
                    </a:cubicBezTo>
                    <a:cubicBezTo>
                      <a:pt x="359509" y="122685"/>
                      <a:pt x="327258" y="142604"/>
                      <a:pt x="321567" y="145450"/>
                    </a:cubicBezTo>
                    <a:cubicBezTo>
                      <a:pt x="307338" y="151141"/>
                      <a:pt x="237146" y="202363"/>
                      <a:pt x="174542" y="205208"/>
                    </a:cubicBezTo>
                    <a:cubicBezTo>
                      <a:pt x="130909" y="207105"/>
                      <a:pt x="108143" y="208054"/>
                      <a:pt x="81584" y="173906"/>
                    </a:cubicBezTo>
                    <a:cubicBezTo>
                      <a:pt x="73047" y="166318"/>
                      <a:pt x="-940" y="55338"/>
                      <a:pt x="9" y="48698"/>
                    </a:cubicBezTo>
                    <a:close/>
                  </a:path>
                </a:pathLst>
              </a:custGeom>
              <a:solidFill>
                <a:srgbClr val="E0B282"/>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Shape 72">
                <a:extLst>
                  <a:ext uri="{FF2B5EF4-FFF2-40B4-BE49-F238E27FC236}">
                    <a16:creationId xmlns:a16="http://schemas.microsoft.com/office/drawing/2014/main" id="{6705535D-4C08-48DC-ACF1-B05D2E497A92}"/>
                  </a:ext>
                </a:extLst>
              </p:cNvPr>
              <p:cNvSpPr/>
              <p:nvPr/>
            </p:nvSpPr>
            <p:spPr>
              <a:xfrm rot="739140" flipH="1">
                <a:off x="1329694" y="2274675"/>
                <a:ext cx="2007347" cy="2918396"/>
              </a:xfrm>
              <a:custGeom>
                <a:avLst/>
                <a:gdLst>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2175 w 2007347"/>
                  <a:gd name="connsiteY30" fmla="*/ 2574680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0351 w 2007347"/>
                  <a:gd name="connsiteY30" fmla="*/ 2583029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07347" h="2918396">
                    <a:moveTo>
                      <a:pt x="1500877" y="67223"/>
                    </a:moveTo>
                    <a:cubicBezTo>
                      <a:pt x="1376222" y="50785"/>
                      <a:pt x="1138555" y="-2638"/>
                      <a:pt x="1152254" y="102"/>
                    </a:cubicBezTo>
                    <a:cubicBezTo>
                      <a:pt x="1087187" y="111058"/>
                      <a:pt x="1043352" y="204207"/>
                      <a:pt x="911848" y="224754"/>
                    </a:cubicBezTo>
                    <a:cubicBezTo>
                      <a:pt x="845410" y="235029"/>
                      <a:pt x="835822" y="160372"/>
                      <a:pt x="792671" y="121332"/>
                    </a:cubicBezTo>
                    <a:cubicBezTo>
                      <a:pt x="782398" y="107634"/>
                      <a:pt x="742673" y="112428"/>
                      <a:pt x="667332" y="156948"/>
                    </a:cubicBezTo>
                    <a:cubicBezTo>
                      <a:pt x="556375" y="214481"/>
                      <a:pt x="443364" y="280918"/>
                      <a:pt x="356379" y="367902"/>
                    </a:cubicBezTo>
                    <a:cubicBezTo>
                      <a:pt x="312544" y="411052"/>
                      <a:pt x="294051" y="430230"/>
                      <a:pt x="254327" y="471324"/>
                    </a:cubicBezTo>
                    <a:cubicBezTo>
                      <a:pt x="259806" y="374751"/>
                      <a:pt x="273504" y="28183"/>
                      <a:pt x="273504" y="28183"/>
                    </a:cubicBezTo>
                    <a:cubicBezTo>
                      <a:pt x="278299" y="29553"/>
                      <a:pt x="93371" y="30923"/>
                      <a:pt x="70083" y="36402"/>
                    </a:cubicBezTo>
                    <a:cubicBezTo>
                      <a:pt x="61180" y="132290"/>
                      <a:pt x="6386" y="592556"/>
                      <a:pt x="222" y="678170"/>
                    </a:cubicBezTo>
                    <a:cubicBezTo>
                      <a:pt x="-5257" y="763785"/>
                      <a:pt x="91316" y="848714"/>
                      <a:pt x="221450" y="797345"/>
                    </a:cubicBezTo>
                    <a:cubicBezTo>
                      <a:pt x="370077" y="719265"/>
                      <a:pt x="628976" y="550090"/>
                      <a:pt x="782398" y="491187"/>
                    </a:cubicBezTo>
                    <a:cubicBezTo>
                      <a:pt x="889930" y="511735"/>
                      <a:pt x="946093" y="857618"/>
                      <a:pt x="991298" y="955562"/>
                    </a:cubicBezTo>
                    <a:cubicBezTo>
                      <a:pt x="1049516" y="1080902"/>
                      <a:pt x="1089926" y="1106929"/>
                      <a:pt x="1117323" y="1165147"/>
                    </a:cubicBezTo>
                    <a:cubicBezTo>
                      <a:pt x="1028968" y="1208296"/>
                      <a:pt x="567334" y="1363088"/>
                      <a:pt x="474870" y="1417196"/>
                    </a:cubicBezTo>
                    <a:cubicBezTo>
                      <a:pt x="429666" y="1443223"/>
                      <a:pt x="334462" y="1651438"/>
                      <a:pt x="322133" y="1767874"/>
                    </a:cubicBezTo>
                    <a:cubicBezTo>
                      <a:pt x="298162" y="1839790"/>
                      <a:pt x="270764" y="2177455"/>
                      <a:pt x="274189" y="2209646"/>
                    </a:cubicBezTo>
                    <a:cubicBezTo>
                      <a:pt x="281038" y="2254165"/>
                      <a:pt x="293367" y="2408272"/>
                      <a:pt x="203642" y="2475394"/>
                    </a:cubicBezTo>
                    <a:lnTo>
                      <a:pt x="175561" y="2500736"/>
                    </a:lnTo>
                    <a:cubicBezTo>
                      <a:pt x="163233" y="2512380"/>
                      <a:pt x="161863" y="2525393"/>
                      <a:pt x="172136" y="2539091"/>
                    </a:cubicBezTo>
                    <a:cubicBezTo>
                      <a:pt x="238573" y="2538407"/>
                      <a:pt x="462541" y="2552105"/>
                      <a:pt x="568019" y="2605528"/>
                    </a:cubicBezTo>
                    <a:cubicBezTo>
                      <a:pt x="567334" y="2585665"/>
                      <a:pt x="589252" y="2544570"/>
                      <a:pt x="594730" y="2521968"/>
                    </a:cubicBezTo>
                    <a:cubicBezTo>
                      <a:pt x="606374" y="2456901"/>
                      <a:pt x="576923" y="2321287"/>
                      <a:pt x="575553" y="2345259"/>
                    </a:cubicBezTo>
                    <a:cubicBezTo>
                      <a:pt x="578293" y="2290466"/>
                      <a:pt x="610483" y="2204852"/>
                      <a:pt x="608429" y="2150058"/>
                    </a:cubicBezTo>
                    <a:cubicBezTo>
                      <a:pt x="608429" y="2128140"/>
                      <a:pt x="693359" y="1832256"/>
                      <a:pt x="706372" y="1767874"/>
                    </a:cubicBezTo>
                    <a:cubicBezTo>
                      <a:pt x="809110" y="1730889"/>
                      <a:pt x="1140610" y="1646644"/>
                      <a:pt x="1240608" y="1608973"/>
                    </a:cubicBezTo>
                    <a:cubicBezTo>
                      <a:pt x="1232389" y="1719930"/>
                      <a:pt x="1182390" y="1832942"/>
                      <a:pt x="1165952" y="1886365"/>
                    </a:cubicBezTo>
                    <a:cubicBezTo>
                      <a:pt x="1135816" y="1951432"/>
                      <a:pt x="1155678" y="1993897"/>
                      <a:pt x="1139240" y="2050060"/>
                    </a:cubicBezTo>
                    <a:cubicBezTo>
                      <a:pt x="1120062" y="2070608"/>
                      <a:pt x="1088556" y="2425395"/>
                      <a:pt x="1085817" y="2426765"/>
                    </a:cubicBezTo>
                    <a:cubicBezTo>
                      <a:pt x="1082221" y="2449367"/>
                      <a:pt x="1084233" y="2474581"/>
                      <a:pt x="1089733" y="2501014"/>
                    </a:cubicBezTo>
                    <a:lnTo>
                      <a:pt x="1110351" y="2583029"/>
                    </a:lnTo>
                    <a:lnTo>
                      <a:pt x="1494014" y="2824200"/>
                    </a:lnTo>
                    <a:lnTo>
                      <a:pt x="1639399" y="2918396"/>
                    </a:lnTo>
                    <a:lnTo>
                      <a:pt x="1628785" y="2889170"/>
                    </a:lnTo>
                    <a:cubicBezTo>
                      <a:pt x="1617484" y="2857235"/>
                      <a:pt x="1607039" y="2825044"/>
                      <a:pt x="1598135" y="2789086"/>
                    </a:cubicBezTo>
                    <a:cubicBezTo>
                      <a:pt x="1530328" y="2516489"/>
                      <a:pt x="1503616" y="2520598"/>
                      <a:pt x="1463891" y="2415806"/>
                    </a:cubicBezTo>
                    <a:cubicBezTo>
                      <a:pt x="1491288" y="2313068"/>
                      <a:pt x="1722790" y="1850749"/>
                      <a:pt x="1790597" y="1692533"/>
                    </a:cubicBezTo>
                    <a:cubicBezTo>
                      <a:pt x="1822102" y="1618562"/>
                      <a:pt x="1847445" y="1519934"/>
                      <a:pt x="1865937" y="1439798"/>
                    </a:cubicBezTo>
                    <a:cubicBezTo>
                      <a:pt x="1946758" y="1088435"/>
                      <a:pt x="1763200" y="987752"/>
                      <a:pt x="1720735" y="874741"/>
                    </a:cubicBezTo>
                    <a:cubicBezTo>
                      <a:pt x="1772104" y="904193"/>
                      <a:pt x="1889910" y="934329"/>
                      <a:pt x="1933059" y="913097"/>
                    </a:cubicBezTo>
                    <a:cubicBezTo>
                      <a:pt x="2031688" y="864468"/>
                      <a:pt x="2009770" y="805565"/>
                      <a:pt x="1991962" y="710361"/>
                    </a:cubicBezTo>
                    <a:cubicBezTo>
                      <a:pt x="1956347" y="519269"/>
                      <a:pt x="1807035" y="291192"/>
                      <a:pt x="1659092" y="171331"/>
                    </a:cubicBezTo>
                    <a:cubicBezTo>
                      <a:pt x="1620052" y="139825"/>
                      <a:pt x="1554985" y="74073"/>
                      <a:pt x="1500877" y="67223"/>
                    </a:cubicBezTo>
                    <a:close/>
                  </a:path>
                </a:pathLst>
              </a:custGeom>
              <a:solidFill>
                <a:schemeClr val="tx1">
                  <a:lumMod val="75000"/>
                  <a:lumOff val="2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FBA07EF8-F0BF-480B-82EA-BE16B7066AFC}"/>
                  </a:ext>
                </a:extLst>
              </p:cNvPr>
              <p:cNvSpPr/>
              <p:nvPr/>
            </p:nvSpPr>
            <p:spPr>
              <a:xfrm rot="739140" flipH="1">
                <a:off x="3432666" y="2249580"/>
                <a:ext cx="267118" cy="89040"/>
              </a:xfrm>
              <a:custGeom>
                <a:avLst/>
                <a:gdLst>
                  <a:gd name="connsiteX0" fmla="*/ 377522 w 369933"/>
                  <a:gd name="connsiteY0" fmla="*/ 28864 h 123311"/>
                  <a:gd name="connsiteX1" fmla="*/ 338632 w 369933"/>
                  <a:gd name="connsiteY1" fmla="*/ 407 h 123311"/>
                  <a:gd name="connsiteX2" fmla="*/ 147973 w 369933"/>
                  <a:gd name="connsiteY2" fmla="*/ 27915 h 123311"/>
                  <a:gd name="connsiteX3" fmla="*/ 140385 w 369933"/>
                  <a:gd name="connsiteY3" fmla="*/ 29813 h 123311"/>
                  <a:gd name="connsiteX4" fmla="*/ 125208 w 369933"/>
                  <a:gd name="connsiteY4" fmla="*/ 26967 h 123311"/>
                  <a:gd name="connsiteX5" fmla="*/ 24662 w 369933"/>
                  <a:gd name="connsiteY5" fmla="*/ 34555 h 123311"/>
                  <a:gd name="connsiteX6" fmla="*/ 0 w 369933"/>
                  <a:gd name="connsiteY6" fmla="*/ 77240 h 123311"/>
                  <a:gd name="connsiteX7" fmla="*/ 22765 w 369933"/>
                  <a:gd name="connsiteY7" fmla="*/ 118027 h 123311"/>
                  <a:gd name="connsiteX8" fmla="*/ 74935 w 369933"/>
                  <a:gd name="connsiteY8" fmla="*/ 128461 h 123311"/>
                  <a:gd name="connsiteX9" fmla="*/ 143231 w 369933"/>
                  <a:gd name="connsiteY9" fmla="*/ 101902 h 123311"/>
                  <a:gd name="connsiteX10" fmla="*/ 201092 w 369933"/>
                  <a:gd name="connsiteY10" fmla="*/ 89571 h 123311"/>
                  <a:gd name="connsiteX11" fmla="*/ 349066 w 369933"/>
                  <a:gd name="connsiteY11" fmla="*/ 68703 h 123311"/>
                  <a:gd name="connsiteX12" fmla="*/ 377522 w 369933"/>
                  <a:gd name="connsiteY12" fmla="*/ 28864 h 123311"/>
                  <a:gd name="connsiteX13" fmla="*/ 49324 w 369933"/>
                  <a:gd name="connsiteY13" fmla="*/ 113285 h 123311"/>
                  <a:gd name="connsiteX14" fmla="*/ 12331 w 369933"/>
                  <a:gd name="connsiteY14" fmla="*/ 76291 h 123311"/>
                  <a:gd name="connsiteX15" fmla="*/ 49324 w 369933"/>
                  <a:gd name="connsiteY15" fmla="*/ 39298 h 123311"/>
                  <a:gd name="connsiteX16" fmla="*/ 86318 w 369933"/>
                  <a:gd name="connsiteY16" fmla="*/ 76291 h 123311"/>
                  <a:gd name="connsiteX17" fmla="*/ 49324 w 369933"/>
                  <a:gd name="connsiteY17" fmla="*/ 113285 h 12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9933" h="123311">
                    <a:moveTo>
                      <a:pt x="377522" y="28864"/>
                    </a:moveTo>
                    <a:cubicBezTo>
                      <a:pt x="374676" y="9893"/>
                      <a:pt x="357602" y="-2438"/>
                      <a:pt x="338632" y="407"/>
                    </a:cubicBezTo>
                    <a:lnTo>
                      <a:pt x="147973" y="27915"/>
                    </a:lnTo>
                    <a:cubicBezTo>
                      <a:pt x="145128" y="27915"/>
                      <a:pt x="143231" y="28864"/>
                      <a:pt x="140385" y="29813"/>
                    </a:cubicBezTo>
                    <a:cubicBezTo>
                      <a:pt x="135642" y="28864"/>
                      <a:pt x="129951" y="27915"/>
                      <a:pt x="125208" y="26967"/>
                    </a:cubicBezTo>
                    <a:cubicBezTo>
                      <a:pt x="91061" y="18430"/>
                      <a:pt x="55964" y="9893"/>
                      <a:pt x="24662" y="34555"/>
                    </a:cubicBezTo>
                    <a:cubicBezTo>
                      <a:pt x="10434" y="43092"/>
                      <a:pt x="0" y="58269"/>
                      <a:pt x="0" y="77240"/>
                    </a:cubicBezTo>
                    <a:cubicBezTo>
                      <a:pt x="0" y="94314"/>
                      <a:pt x="8537" y="109490"/>
                      <a:pt x="22765" y="118027"/>
                    </a:cubicBezTo>
                    <a:cubicBezTo>
                      <a:pt x="36993" y="134153"/>
                      <a:pt x="55016" y="136050"/>
                      <a:pt x="74935" y="128461"/>
                    </a:cubicBezTo>
                    <a:cubicBezTo>
                      <a:pt x="99598" y="125616"/>
                      <a:pt x="120466" y="110439"/>
                      <a:pt x="143231" y="101902"/>
                    </a:cubicBezTo>
                    <a:cubicBezTo>
                      <a:pt x="162202" y="96211"/>
                      <a:pt x="181173" y="92417"/>
                      <a:pt x="201092" y="89571"/>
                    </a:cubicBezTo>
                    <a:lnTo>
                      <a:pt x="349066" y="68703"/>
                    </a:lnTo>
                    <a:cubicBezTo>
                      <a:pt x="367088" y="64909"/>
                      <a:pt x="380368" y="47835"/>
                      <a:pt x="377522" y="28864"/>
                    </a:cubicBezTo>
                    <a:close/>
                    <a:moveTo>
                      <a:pt x="49324" y="113285"/>
                    </a:moveTo>
                    <a:cubicBezTo>
                      <a:pt x="28456" y="113285"/>
                      <a:pt x="12331" y="97159"/>
                      <a:pt x="12331" y="76291"/>
                    </a:cubicBezTo>
                    <a:cubicBezTo>
                      <a:pt x="12331" y="55423"/>
                      <a:pt x="28456" y="39298"/>
                      <a:pt x="49324" y="39298"/>
                    </a:cubicBezTo>
                    <a:cubicBezTo>
                      <a:pt x="70193" y="39298"/>
                      <a:pt x="86318" y="55423"/>
                      <a:pt x="86318" y="76291"/>
                    </a:cubicBezTo>
                    <a:cubicBezTo>
                      <a:pt x="86318" y="97159"/>
                      <a:pt x="70193" y="113285"/>
                      <a:pt x="49324" y="113285"/>
                    </a:cubicBez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1D7A5159-CB10-4306-8107-40F857710624}"/>
                  </a:ext>
                </a:extLst>
              </p:cNvPr>
              <p:cNvSpPr/>
              <p:nvPr/>
            </p:nvSpPr>
            <p:spPr>
              <a:xfrm rot="739140" flipH="1">
                <a:off x="3384518" y="2224808"/>
                <a:ext cx="246571" cy="328762"/>
              </a:xfrm>
              <a:custGeom>
                <a:avLst/>
                <a:gdLst>
                  <a:gd name="connsiteX0" fmla="*/ 345545 w 341477"/>
                  <a:gd name="connsiteY0" fmla="*/ 348679 h 455302"/>
                  <a:gd name="connsiteX1" fmla="*/ 323728 w 341477"/>
                  <a:gd name="connsiteY1" fmla="*/ 226316 h 455302"/>
                  <a:gd name="connsiteX2" fmla="*/ 288632 w 341477"/>
                  <a:gd name="connsiteY2" fmla="*/ 90674 h 455302"/>
                  <a:gd name="connsiteX3" fmla="*/ 261124 w 341477"/>
                  <a:gd name="connsiteY3" fmla="*/ 28070 h 455302"/>
                  <a:gd name="connsiteX4" fmla="*/ 241205 w 341477"/>
                  <a:gd name="connsiteY4" fmla="*/ 10047 h 455302"/>
                  <a:gd name="connsiteX5" fmla="*/ 210851 w 341477"/>
                  <a:gd name="connsiteY5" fmla="*/ 562 h 455302"/>
                  <a:gd name="connsiteX6" fmla="*/ 152041 w 341477"/>
                  <a:gd name="connsiteY6" fmla="*/ 3407 h 455302"/>
                  <a:gd name="connsiteX7" fmla="*/ 117893 w 341477"/>
                  <a:gd name="connsiteY7" fmla="*/ 12893 h 455302"/>
                  <a:gd name="connsiteX8" fmla="*/ 104614 w 341477"/>
                  <a:gd name="connsiteY8" fmla="*/ 29018 h 455302"/>
                  <a:gd name="connsiteX9" fmla="*/ 98922 w 341477"/>
                  <a:gd name="connsiteY9" fmla="*/ 42298 h 455302"/>
                  <a:gd name="connsiteX10" fmla="*/ 102717 w 341477"/>
                  <a:gd name="connsiteY10" fmla="*/ 65063 h 455302"/>
                  <a:gd name="connsiteX11" fmla="*/ 158681 w 341477"/>
                  <a:gd name="connsiteY11" fmla="*/ 54629 h 455302"/>
                  <a:gd name="connsiteX12" fmla="*/ 170064 w 341477"/>
                  <a:gd name="connsiteY12" fmla="*/ 68857 h 455302"/>
                  <a:gd name="connsiteX13" fmla="*/ 165321 w 341477"/>
                  <a:gd name="connsiteY13" fmla="*/ 103953 h 455302"/>
                  <a:gd name="connsiteX14" fmla="*/ 78054 w 341477"/>
                  <a:gd name="connsiteY14" fmla="*/ 119130 h 455302"/>
                  <a:gd name="connsiteX15" fmla="*/ 66672 w 341477"/>
                  <a:gd name="connsiteY15" fmla="*/ 142844 h 455302"/>
                  <a:gd name="connsiteX16" fmla="*/ 36318 w 341477"/>
                  <a:gd name="connsiteY16" fmla="*/ 157072 h 455302"/>
                  <a:gd name="connsiteX17" fmla="*/ 26833 w 341477"/>
                  <a:gd name="connsiteY17" fmla="*/ 182683 h 455302"/>
                  <a:gd name="connsiteX18" fmla="*/ 5016 w 341477"/>
                  <a:gd name="connsiteY18" fmla="*/ 190271 h 455302"/>
                  <a:gd name="connsiteX19" fmla="*/ 2171 w 341477"/>
                  <a:gd name="connsiteY19" fmla="*/ 224419 h 455302"/>
                  <a:gd name="connsiteX20" fmla="*/ 57186 w 341477"/>
                  <a:gd name="connsiteY20" fmla="*/ 371444 h 455302"/>
                  <a:gd name="connsiteX21" fmla="*/ 67620 w 341477"/>
                  <a:gd name="connsiteY21" fmla="*/ 397055 h 455302"/>
                  <a:gd name="connsiteX22" fmla="*/ 71415 w 341477"/>
                  <a:gd name="connsiteY22" fmla="*/ 424563 h 455302"/>
                  <a:gd name="connsiteX23" fmla="*/ 86591 w 341477"/>
                  <a:gd name="connsiteY23" fmla="*/ 426460 h 455302"/>
                  <a:gd name="connsiteX24" fmla="*/ 97025 w 341477"/>
                  <a:gd name="connsiteY24" fmla="*/ 435945 h 455302"/>
                  <a:gd name="connsiteX25" fmla="*/ 121688 w 341477"/>
                  <a:gd name="connsiteY25" fmla="*/ 454916 h 455302"/>
                  <a:gd name="connsiteX26" fmla="*/ 317088 w 341477"/>
                  <a:gd name="connsiteY26" fmla="*/ 438791 h 455302"/>
                  <a:gd name="connsiteX27" fmla="*/ 345545 w 341477"/>
                  <a:gd name="connsiteY27" fmla="*/ 415077 h 455302"/>
                  <a:gd name="connsiteX28" fmla="*/ 345545 w 341477"/>
                  <a:gd name="connsiteY28" fmla="*/ 348679 h 45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1477" h="455302">
                    <a:moveTo>
                      <a:pt x="345545" y="348679"/>
                    </a:moveTo>
                    <a:cubicBezTo>
                      <a:pt x="343648" y="306943"/>
                      <a:pt x="332265" y="267104"/>
                      <a:pt x="323728" y="226316"/>
                    </a:cubicBezTo>
                    <a:cubicBezTo>
                      <a:pt x="318986" y="202602"/>
                      <a:pt x="292426" y="112490"/>
                      <a:pt x="288632" y="90674"/>
                    </a:cubicBezTo>
                    <a:cubicBezTo>
                      <a:pt x="283889" y="66960"/>
                      <a:pt x="279147" y="44195"/>
                      <a:pt x="261124" y="28070"/>
                    </a:cubicBezTo>
                    <a:cubicBezTo>
                      <a:pt x="254484" y="20481"/>
                      <a:pt x="248793" y="17636"/>
                      <a:pt x="241205" y="10047"/>
                    </a:cubicBezTo>
                    <a:cubicBezTo>
                      <a:pt x="232668" y="1510"/>
                      <a:pt x="218439" y="-1335"/>
                      <a:pt x="210851" y="562"/>
                    </a:cubicBezTo>
                    <a:cubicBezTo>
                      <a:pt x="194726" y="1510"/>
                      <a:pt x="178600" y="2459"/>
                      <a:pt x="152041" y="3407"/>
                    </a:cubicBezTo>
                    <a:cubicBezTo>
                      <a:pt x="139710" y="3407"/>
                      <a:pt x="124533" y="7202"/>
                      <a:pt x="117893" y="12893"/>
                    </a:cubicBezTo>
                    <a:cubicBezTo>
                      <a:pt x="111254" y="17636"/>
                      <a:pt x="109356" y="23327"/>
                      <a:pt x="104614" y="29018"/>
                    </a:cubicBezTo>
                    <a:cubicBezTo>
                      <a:pt x="101768" y="32812"/>
                      <a:pt x="101768" y="38504"/>
                      <a:pt x="98922" y="42298"/>
                    </a:cubicBezTo>
                    <a:cubicBezTo>
                      <a:pt x="96077" y="47041"/>
                      <a:pt x="99871" y="61269"/>
                      <a:pt x="102717" y="65063"/>
                    </a:cubicBezTo>
                    <a:cubicBezTo>
                      <a:pt x="122636" y="69806"/>
                      <a:pt x="141607" y="57475"/>
                      <a:pt x="158681" y="54629"/>
                    </a:cubicBezTo>
                    <a:cubicBezTo>
                      <a:pt x="171961" y="52732"/>
                      <a:pt x="171012" y="55578"/>
                      <a:pt x="170064" y="68857"/>
                    </a:cubicBezTo>
                    <a:cubicBezTo>
                      <a:pt x="170064" y="81188"/>
                      <a:pt x="166269" y="92571"/>
                      <a:pt x="165321" y="103953"/>
                    </a:cubicBezTo>
                    <a:cubicBezTo>
                      <a:pt x="156784" y="105850"/>
                      <a:pt x="107459" y="114387"/>
                      <a:pt x="78054" y="119130"/>
                    </a:cubicBezTo>
                    <a:cubicBezTo>
                      <a:pt x="67620" y="123873"/>
                      <a:pt x="73312" y="134307"/>
                      <a:pt x="66672" y="142844"/>
                    </a:cubicBezTo>
                    <a:cubicBezTo>
                      <a:pt x="59083" y="151381"/>
                      <a:pt x="41061" y="150432"/>
                      <a:pt x="36318" y="157072"/>
                    </a:cubicBezTo>
                    <a:cubicBezTo>
                      <a:pt x="30627" y="164661"/>
                      <a:pt x="27781" y="173197"/>
                      <a:pt x="26833" y="182683"/>
                    </a:cubicBezTo>
                    <a:cubicBezTo>
                      <a:pt x="24936" y="184580"/>
                      <a:pt x="12605" y="180786"/>
                      <a:pt x="5016" y="190271"/>
                    </a:cubicBezTo>
                    <a:cubicBezTo>
                      <a:pt x="-1624" y="200705"/>
                      <a:pt x="-675" y="213985"/>
                      <a:pt x="2171" y="224419"/>
                    </a:cubicBezTo>
                    <a:cubicBezTo>
                      <a:pt x="5016" y="235802"/>
                      <a:pt x="49598" y="354370"/>
                      <a:pt x="57186" y="371444"/>
                    </a:cubicBezTo>
                    <a:cubicBezTo>
                      <a:pt x="60981" y="379981"/>
                      <a:pt x="64775" y="388518"/>
                      <a:pt x="67620" y="397055"/>
                    </a:cubicBezTo>
                    <a:cubicBezTo>
                      <a:pt x="69517" y="405592"/>
                      <a:pt x="70466" y="414128"/>
                      <a:pt x="71415" y="424563"/>
                    </a:cubicBezTo>
                    <a:cubicBezTo>
                      <a:pt x="75209" y="428357"/>
                      <a:pt x="81849" y="424563"/>
                      <a:pt x="86591" y="426460"/>
                    </a:cubicBezTo>
                    <a:cubicBezTo>
                      <a:pt x="91334" y="427408"/>
                      <a:pt x="94180" y="432151"/>
                      <a:pt x="97025" y="435945"/>
                    </a:cubicBezTo>
                    <a:cubicBezTo>
                      <a:pt x="104614" y="444482"/>
                      <a:pt x="111254" y="451122"/>
                      <a:pt x="121688" y="454916"/>
                    </a:cubicBezTo>
                    <a:cubicBezTo>
                      <a:pt x="134019" y="458710"/>
                      <a:pt x="247844" y="473887"/>
                      <a:pt x="317088" y="438791"/>
                    </a:cubicBezTo>
                    <a:cubicBezTo>
                      <a:pt x="328471" y="433099"/>
                      <a:pt x="329420" y="419820"/>
                      <a:pt x="345545" y="415077"/>
                    </a:cubicBezTo>
                    <a:cubicBezTo>
                      <a:pt x="344596" y="383775"/>
                      <a:pt x="346493" y="371444"/>
                      <a:pt x="345545" y="348679"/>
                    </a:cubicBezTo>
                    <a:close/>
                  </a:path>
                </a:pathLst>
              </a:custGeom>
              <a:solidFill>
                <a:srgbClr val="FDCE98"/>
              </a:solidFill>
              <a:ln w="948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09348695-8C92-4756-A56C-873F91BDD331}"/>
                  </a:ext>
                </a:extLst>
              </p:cNvPr>
              <p:cNvSpPr/>
              <p:nvPr/>
            </p:nvSpPr>
            <p:spPr>
              <a:xfrm rot="739140" flipH="1">
                <a:off x="810119" y="1920919"/>
                <a:ext cx="1672157" cy="1815955"/>
              </a:xfrm>
              <a:custGeom>
                <a:avLst/>
                <a:gdLst>
                  <a:gd name="connsiteX0" fmla="*/ 635481 w 1672157"/>
                  <a:gd name="connsiteY0" fmla="*/ 17286 h 1815955"/>
                  <a:gd name="connsiteX1" fmla="*/ 336659 w 1672157"/>
                  <a:gd name="connsiteY1" fmla="*/ 16551 h 1815955"/>
                  <a:gd name="connsiteX2" fmla="*/ 172279 w 1672157"/>
                  <a:gd name="connsiteY2" fmla="*/ 313121 h 1815955"/>
                  <a:gd name="connsiteX3" fmla="*/ 99678 w 1672157"/>
                  <a:gd name="connsiteY3" fmla="*/ 732290 h 1815955"/>
                  <a:gd name="connsiteX4" fmla="*/ 99677 w 1672157"/>
                  <a:gd name="connsiteY4" fmla="*/ 732976 h 1815955"/>
                  <a:gd name="connsiteX5" fmla="*/ 29131 w 1672157"/>
                  <a:gd name="connsiteY5" fmla="*/ 789139 h 1815955"/>
                  <a:gd name="connsiteX6" fmla="*/ 22966 w 1672157"/>
                  <a:gd name="connsiteY6" fmla="*/ 884343 h 1815955"/>
                  <a:gd name="connsiteX7" fmla="*/ 88033 w 1672157"/>
                  <a:gd name="connsiteY7" fmla="*/ 941191 h 1815955"/>
                  <a:gd name="connsiteX8" fmla="*/ 116801 w 1672157"/>
                  <a:gd name="connsiteY8" fmla="*/ 995300 h 1815955"/>
                  <a:gd name="connsiteX9" fmla="*/ 183922 w 1672157"/>
                  <a:gd name="connsiteY9" fmla="*/ 1046668 h 1815955"/>
                  <a:gd name="connsiteX10" fmla="*/ 233237 w 1672157"/>
                  <a:gd name="connsiteY10" fmla="*/ 1006258 h 1815955"/>
                  <a:gd name="connsiteX11" fmla="*/ 257209 w 1672157"/>
                  <a:gd name="connsiteY11" fmla="*/ 845302 h 1815955"/>
                  <a:gd name="connsiteX12" fmla="*/ 345563 w 1672157"/>
                  <a:gd name="connsiteY12" fmla="*/ 368599 h 1815955"/>
                  <a:gd name="connsiteX13" fmla="*/ 448392 w 1672157"/>
                  <a:gd name="connsiteY13" fmla="*/ 253736 h 1815955"/>
                  <a:gd name="connsiteX14" fmla="*/ 693940 w 1672157"/>
                  <a:gd name="connsiteY14" fmla="*/ 1062166 h 1815955"/>
                  <a:gd name="connsiteX15" fmla="*/ 1019217 w 1672157"/>
                  <a:gd name="connsiteY15" fmla="*/ 1755942 h 1815955"/>
                  <a:gd name="connsiteX16" fmla="*/ 1259519 w 1672157"/>
                  <a:gd name="connsiteY16" fmla="*/ 1803181 h 1815955"/>
                  <a:gd name="connsiteX17" fmla="*/ 1386291 w 1672157"/>
                  <a:gd name="connsiteY17" fmla="*/ 1815955 h 1815955"/>
                  <a:gd name="connsiteX18" fmla="*/ 1388728 w 1672157"/>
                  <a:gd name="connsiteY18" fmla="*/ 1811977 h 1815955"/>
                  <a:gd name="connsiteX19" fmla="*/ 1672157 w 1672157"/>
                  <a:gd name="connsiteY19" fmla="*/ 1344721 h 1815955"/>
                  <a:gd name="connsiteX20" fmla="*/ 1664993 w 1672157"/>
                  <a:gd name="connsiteY20" fmla="*/ 1323699 h 1815955"/>
                  <a:gd name="connsiteX21" fmla="*/ 1632524 w 1672157"/>
                  <a:gd name="connsiteY21" fmla="*/ 1230226 h 1815955"/>
                  <a:gd name="connsiteX22" fmla="*/ 1093493 w 1672157"/>
                  <a:gd name="connsiteY22" fmla="*/ 240520 h 1815955"/>
                  <a:gd name="connsiteX23" fmla="*/ 635481 w 1672157"/>
                  <a:gd name="connsiteY23" fmla="*/ 17286 h 181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72157" h="1815955">
                    <a:moveTo>
                      <a:pt x="635481" y="17286"/>
                    </a:moveTo>
                    <a:cubicBezTo>
                      <a:pt x="534140" y="-4125"/>
                      <a:pt x="431691" y="-7078"/>
                      <a:pt x="336659" y="16551"/>
                    </a:cubicBezTo>
                    <a:cubicBezTo>
                      <a:pt x="237346" y="41208"/>
                      <a:pt x="11323" y="239834"/>
                      <a:pt x="172279" y="313121"/>
                    </a:cubicBezTo>
                    <a:cubicBezTo>
                      <a:pt x="168169" y="316545"/>
                      <a:pt x="109951" y="717222"/>
                      <a:pt x="99678" y="732290"/>
                    </a:cubicBezTo>
                    <a:lnTo>
                      <a:pt x="99677" y="732976"/>
                    </a:lnTo>
                    <a:cubicBezTo>
                      <a:pt x="96938" y="741194"/>
                      <a:pt x="46939" y="775441"/>
                      <a:pt x="29131" y="789139"/>
                    </a:cubicBezTo>
                    <a:cubicBezTo>
                      <a:pt x="-7170" y="815851"/>
                      <a:pt x="-9910" y="853521"/>
                      <a:pt x="22966" y="884343"/>
                    </a:cubicBezTo>
                    <a:cubicBezTo>
                      <a:pt x="44199" y="904205"/>
                      <a:pt x="65431" y="923383"/>
                      <a:pt x="88033" y="941191"/>
                    </a:cubicBezTo>
                    <a:cubicBezTo>
                      <a:pt x="105842" y="955574"/>
                      <a:pt x="114060" y="973382"/>
                      <a:pt x="116801" y="995300"/>
                    </a:cubicBezTo>
                    <a:cubicBezTo>
                      <a:pt x="118855" y="1010367"/>
                      <a:pt x="167484" y="1044613"/>
                      <a:pt x="183922" y="1046668"/>
                    </a:cubicBezTo>
                    <a:cubicBezTo>
                      <a:pt x="216113" y="1050778"/>
                      <a:pt x="230496" y="1037764"/>
                      <a:pt x="233237" y="1006258"/>
                    </a:cubicBezTo>
                    <a:cubicBezTo>
                      <a:pt x="236661" y="969957"/>
                      <a:pt x="243510" y="860370"/>
                      <a:pt x="257209" y="845302"/>
                    </a:cubicBezTo>
                    <a:cubicBezTo>
                      <a:pt x="254469" y="843247"/>
                      <a:pt x="345563" y="395311"/>
                      <a:pt x="345563" y="368599"/>
                    </a:cubicBezTo>
                    <a:cubicBezTo>
                      <a:pt x="352412" y="376133"/>
                      <a:pt x="370734" y="310204"/>
                      <a:pt x="448392" y="253736"/>
                    </a:cubicBezTo>
                    <a:cubicBezTo>
                      <a:pt x="737270" y="269049"/>
                      <a:pt x="1323867" y="1317501"/>
                      <a:pt x="693940" y="1062166"/>
                    </a:cubicBezTo>
                    <a:cubicBezTo>
                      <a:pt x="1056540" y="1626744"/>
                      <a:pt x="626544" y="1594684"/>
                      <a:pt x="1019217" y="1755942"/>
                    </a:cubicBezTo>
                    <a:cubicBezTo>
                      <a:pt x="1071956" y="1775805"/>
                      <a:pt x="1164496" y="1791633"/>
                      <a:pt x="1259519" y="1803181"/>
                    </a:cubicBezTo>
                    <a:lnTo>
                      <a:pt x="1386291" y="1815955"/>
                    </a:lnTo>
                    <a:lnTo>
                      <a:pt x="1388728" y="1811977"/>
                    </a:lnTo>
                    <a:lnTo>
                      <a:pt x="1672157" y="1344721"/>
                    </a:lnTo>
                    <a:lnTo>
                      <a:pt x="1664993" y="1323699"/>
                    </a:lnTo>
                    <a:cubicBezTo>
                      <a:pt x="1653446" y="1291013"/>
                      <a:pt x="1642198" y="1259506"/>
                      <a:pt x="1632524" y="1230226"/>
                    </a:cubicBezTo>
                    <a:cubicBezTo>
                      <a:pt x="1518827" y="885712"/>
                      <a:pt x="1385953" y="479556"/>
                      <a:pt x="1093493" y="240520"/>
                    </a:cubicBezTo>
                    <a:cubicBezTo>
                      <a:pt x="970208" y="139922"/>
                      <a:pt x="804383" y="52969"/>
                      <a:pt x="635481" y="17286"/>
                    </a:cubicBezTo>
                    <a:close/>
                  </a:path>
                </a:pathLst>
              </a:custGeom>
              <a:solidFill>
                <a:schemeClr val="bg1">
                  <a:lumMod val="6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0A7BD46-6C88-4E1B-80A9-DB1D5E7EDCDE}"/>
                  </a:ext>
                </a:extLst>
              </p:cNvPr>
              <p:cNvSpPr/>
              <p:nvPr/>
            </p:nvSpPr>
            <p:spPr>
              <a:xfrm rot="739140" flipH="1">
                <a:off x="2478563" y="4905369"/>
                <a:ext cx="671220" cy="315061"/>
              </a:xfrm>
              <a:custGeom>
                <a:avLst/>
                <a:gdLst>
                  <a:gd name="connsiteX0" fmla="*/ 356420 w 929576"/>
                  <a:gd name="connsiteY0" fmla="*/ 57585 h 436331"/>
                  <a:gd name="connsiteX1" fmla="*/ 403847 w 929576"/>
                  <a:gd name="connsiteY1" fmla="*/ 9209 h 436331"/>
                  <a:gd name="connsiteX2" fmla="*/ 429458 w 929576"/>
                  <a:gd name="connsiteY2" fmla="*/ 672 h 436331"/>
                  <a:gd name="connsiteX3" fmla="*/ 874327 w 929576"/>
                  <a:gd name="connsiteY3" fmla="*/ 96476 h 436331"/>
                  <a:gd name="connsiteX4" fmla="*/ 902784 w 929576"/>
                  <a:gd name="connsiteY4" fmla="*/ 130623 h 436331"/>
                  <a:gd name="connsiteX5" fmla="*/ 930291 w 929576"/>
                  <a:gd name="connsiteY5" fmla="*/ 313693 h 436331"/>
                  <a:gd name="connsiteX6" fmla="*/ 933137 w 929576"/>
                  <a:gd name="connsiteY6" fmla="*/ 384834 h 436331"/>
                  <a:gd name="connsiteX7" fmla="*/ 877173 w 929576"/>
                  <a:gd name="connsiteY7" fmla="*/ 418033 h 436331"/>
                  <a:gd name="connsiteX8" fmla="*/ 531901 w 929576"/>
                  <a:gd name="connsiteY8" fmla="*/ 422776 h 436331"/>
                  <a:gd name="connsiteX9" fmla="*/ 142048 w 929576"/>
                  <a:gd name="connsiteY9" fmla="*/ 444593 h 436331"/>
                  <a:gd name="connsiteX10" fmla="*/ 40554 w 929576"/>
                  <a:gd name="connsiteY10" fmla="*/ 419931 h 436331"/>
                  <a:gd name="connsiteX11" fmla="*/ 1663 w 929576"/>
                  <a:gd name="connsiteY11" fmla="*/ 312745 h 436331"/>
                  <a:gd name="connsiteX12" fmla="*/ 1663 w 929576"/>
                  <a:gd name="connsiteY12" fmla="*/ 312745 h 436331"/>
                  <a:gd name="connsiteX13" fmla="*/ 30120 w 929576"/>
                  <a:gd name="connsiteY13" fmla="*/ 271957 h 436331"/>
                  <a:gd name="connsiteX14" fmla="*/ 87981 w 929576"/>
                  <a:gd name="connsiteY14" fmla="*/ 256780 h 436331"/>
                  <a:gd name="connsiteX15" fmla="*/ 198961 w 929576"/>
                  <a:gd name="connsiteY15" fmla="*/ 213147 h 436331"/>
                  <a:gd name="connsiteX16" fmla="*/ 284330 w 929576"/>
                  <a:gd name="connsiteY16" fmla="*/ 137263 h 436331"/>
                  <a:gd name="connsiteX17" fmla="*/ 356420 w 929576"/>
                  <a:gd name="connsiteY17" fmla="*/ 57585 h 43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29576" h="436331">
                    <a:moveTo>
                      <a:pt x="356420" y="57585"/>
                    </a:moveTo>
                    <a:cubicBezTo>
                      <a:pt x="375391" y="44306"/>
                      <a:pt x="389619" y="26283"/>
                      <a:pt x="403847" y="9209"/>
                    </a:cubicBezTo>
                    <a:cubicBezTo>
                      <a:pt x="411436" y="672"/>
                      <a:pt x="418076" y="-1225"/>
                      <a:pt x="429458" y="672"/>
                    </a:cubicBezTo>
                    <a:cubicBezTo>
                      <a:pt x="577432" y="32923"/>
                      <a:pt x="725405" y="66122"/>
                      <a:pt x="874327" y="96476"/>
                    </a:cubicBezTo>
                    <a:cubicBezTo>
                      <a:pt x="896144" y="101219"/>
                      <a:pt x="898989" y="114498"/>
                      <a:pt x="902784" y="130623"/>
                    </a:cubicBezTo>
                    <a:cubicBezTo>
                      <a:pt x="912269" y="191331"/>
                      <a:pt x="924600" y="252037"/>
                      <a:pt x="930291" y="313693"/>
                    </a:cubicBezTo>
                    <a:cubicBezTo>
                      <a:pt x="933137" y="342149"/>
                      <a:pt x="929343" y="359223"/>
                      <a:pt x="933137" y="384834"/>
                    </a:cubicBezTo>
                    <a:cubicBezTo>
                      <a:pt x="933137" y="410445"/>
                      <a:pt x="891401" y="415188"/>
                      <a:pt x="877173" y="418033"/>
                    </a:cubicBezTo>
                    <a:cubicBezTo>
                      <a:pt x="804135" y="430364"/>
                      <a:pt x="560358" y="423725"/>
                      <a:pt x="531901" y="422776"/>
                    </a:cubicBezTo>
                    <a:cubicBezTo>
                      <a:pt x="456966" y="420879"/>
                      <a:pt x="216983" y="451232"/>
                      <a:pt x="142048" y="444593"/>
                    </a:cubicBezTo>
                    <a:cubicBezTo>
                      <a:pt x="113592" y="441747"/>
                      <a:pt x="79444" y="438901"/>
                      <a:pt x="40554" y="419931"/>
                    </a:cubicBezTo>
                    <a:cubicBezTo>
                      <a:pt x="-3080" y="395268"/>
                      <a:pt x="-2131" y="354480"/>
                      <a:pt x="1663" y="312745"/>
                    </a:cubicBezTo>
                    <a:lnTo>
                      <a:pt x="1663" y="312745"/>
                    </a:lnTo>
                    <a:cubicBezTo>
                      <a:pt x="7354" y="297568"/>
                      <a:pt x="14943" y="281443"/>
                      <a:pt x="30120" y="271957"/>
                    </a:cubicBezTo>
                    <a:cubicBezTo>
                      <a:pt x="46245" y="260575"/>
                      <a:pt x="70907" y="255832"/>
                      <a:pt x="87981" y="256780"/>
                    </a:cubicBezTo>
                    <a:cubicBezTo>
                      <a:pt x="130666" y="257729"/>
                      <a:pt x="166710" y="240655"/>
                      <a:pt x="198961" y="213147"/>
                    </a:cubicBezTo>
                    <a:cubicBezTo>
                      <a:pt x="200858" y="211250"/>
                      <a:pt x="261565" y="164771"/>
                      <a:pt x="284330" y="137263"/>
                    </a:cubicBezTo>
                    <a:cubicBezTo>
                      <a:pt x="294764" y="125881"/>
                      <a:pt x="335552" y="80351"/>
                      <a:pt x="356420" y="57585"/>
                    </a:cubicBezTo>
                    <a:close/>
                  </a:path>
                </a:pathLst>
              </a:custGeom>
              <a:solidFill>
                <a:schemeClr val="tx1">
                  <a:lumMod val="65000"/>
                  <a:lumOff val="3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5466ADDC-42C2-4348-8DF3-7BDB6ACA78BE}"/>
                  </a:ext>
                </a:extLst>
              </p:cNvPr>
              <p:cNvSpPr/>
              <p:nvPr/>
            </p:nvSpPr>
            <p:spPr>
              <a:xfrm rot="739140" flipH="1">
                <a:off x="2233960" y="2365780"/>
                <a:ext cx="205476" cy="143832"/>
              </a:xfrm>
              <a:custGeom>
                <a:avLst/>
                <a:gdLst>
                  <a:gd name="connsiteX0" fmla="*/ 272154 w 284564"/>
                  <a:gd name="connsiteY0" fmla="*/ 199765 h 199195"/>
                  <a:gd name="connsiteX1" fmla="*/ 231366 w 284564"/>
                  <a:gd name="connsiteY1" fmla="*/ 148543 h 199195"/>
                  <a:gd name="connsiteX2" fmla="*/ 112798 w 284564"/>
                  <a:gd name="connsiteY2" fmla="*/ 119138 h 199195"/>
                  <a:gd name="connsiteX3" fmla="*/ 62525 w 284564"/>
                  <a:gd name="connsiteY3" fmla="*/ 152337 h 199195"/>
                  <a:gd name="connsiteX4" fmla="*/ 36914 w 284564"/>
                  <a:gd name="connsiteY4" fmla="*/ 175103 h 199195"/>
                  <a:gd name="connsiteX5" fmla="*/ 11303 w 284564"/>
                  <a:gd name="connsiteY5" fmla="*/ 179845 h 199195"/>
                  <a:gd name="connsiteX6" fmla="*/ 3715 w 284564"/>
                  <a:gd name="connsiteY6" fmla="*/ 61277 h 199195"/>
                  <a:gd name="connsiteX7" fmla="*/ 40708 w 284564"/>
                  <a:gd name="connsiteY7" fmla="*/ 10055 h 199195"/>
                  <a:gd name="connsiteX8" fmla="*/ 117540 w 284564"/>
                  <a:gd name="connsiteY8" fmla="*/ 1518 h 199195"/>
                  <a:gd name="connsiteX9" fmla="*/ 242749 w 284564"/>
                  <a:gd name="connsiteY9" fmla="*/ 4364 h 199195"/>
                  <a:gd name="connsiteX10" fmla="*/ 275948 w 284564"/>
                  <a:gd name="connsiteY10" fmla="*/ 29975 h 199195"/>
                  <a:gd name="connsiteX11" fmla="*/ 285433 w 284564"/>
                  <a:gd name="connsiteY11" fmla="*/ 181742 h 199195"/>
                  <a:gd name="connsiteX12" fmla="*/ 272154 w 284564"/>
                  <a:gd name="connsiteY12" fmla="*/ 199765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564" h="199195">
                    <a:moveTo>
                      <a:pt x="272154" y="199765"/>
                    </a:moveTo>
                    <a:cubicBezTo>
                      <a:pt x="258874" y="182691"/>
                      <a:pt x="245594" y="165617"/>
                      <a:pt x="231366" y="148543"/>
                    </a:cubicBezTo>
                    <a:cubicBezTo>
                      <a:pt x="201961" y="119138"/>
                      <a:pt x="166865" y="95424"/>
                      <a:pt x="112798" y="119138"/>
                    </a:cubicBezTo>
                    <a:cubicBezTo>
                      <a:pt x="100467" y="124830"/>
                      <a:pt x="71062" y="134315"/>
                      <a:pt x="62525" y="152337"/>
                    </a:cubicBezTo>
                    <a:cubicBezTo>
                      <a:pt x="62525" y="152337"/>
                      <a:pt x="36914" y="175103"/>
                      <a:pt x="36914" y="175103"/>
                    </a:cubicBezTo>
                    <a:cubicBezTo>
                      <a:pt x="32171" y="179845"/>
                      <a:pt x="17943" y="173205"/>
                      <a:pt x="11303" y="179845"/>
                    </a:cubicBezTo>
                    <a:cubicBezTo>
                      <a:pt x="-4822" y="141903"/>
                      <a:pt x="-79" y="102064"/>
                      <a:pt x="3715" y="61277"/>
                    </a:cubicBezTo>
                    <a:cubicBezTo>
                      <a:pt x="6560" y="46100"/>
                      <a:pt x="30274" y="21438"/>
                      <a:pt x="40708" y="10055"/>
                    </a:cubicBezTo>
                    <a:cubicBezTo>
                      <a:pt x="50194" y="-4173"/>
                      <a:pt x="76753" y="570"/>
                      <a:pt x="117540" y="1518"/>
                    </a:cubicBezTo>
                    <a:cubicBezTo>
                      <a:pt x="134614" y="570"/>
                      <a:pt x="197219" y="-1327"/>
                      <a:pt x="242749" y="4364"/>
                    </a:cubicBezTo>
                    <a:cubicBezTo>
                      <a:pt x="251286" y="5312"/>
                      <a:pt x="272154" y="22386"/>
                      <a:pt x="275948" y="29975"/>
                    </a:cubicBezTo>
                    <a:cubicBezTo>
                      <a:pt x="294919" y="79299"/>
                      <a:pt x="283536" y="131469"/>
                      <a:pt x="285433" y="181742"/>
                    </a:cubicBezTo>
                    <a:cubicBezTo>
                      <a:pt x="286382" y="190279"/>
                      <a:pt x="279742" y="195971"/>
                      <a:pt x="272154" y="199765"/>
                    </a:cubicBezTo>
                    <a:close/>
                  </a:path>
                </a:pathLst>
              </a:custGeom>
              <a:solidFill>
                <a:schemeClr val="tx1">
                  <a:lumMod val="50000"/>
                  <a:lumOff val="50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EA076130-1D13-46FE-89BE-E2CDBEBE5ED1}"/>
                  </a:ext>
                </a:extLst>
              </p:cNvPr>
              <p:cNvSpPr/>
              <p:nvPr/>
            </p:nvSpPr>
            <p:spPr>
              <a:xfrm rot="739140" flipH="1">
                <a:off x="2873126" y="2323758"/>
                <a:ext cx="116437" cy="27397"/>
              </a:xfrm>
              <a:custGeom>
                <a:avLst/>
                <a:gdLst>
                  <a:gd name="connsiteX0" fmla="*/ 170647 w 161253"/>
                  <a:gd name="connsiteY0" fmla="*/ 19746 h 37941"/>
                  <a:gd name="connsiteX1" fmla="*/ 16033 w 161253"/>
                  <a:gd name="connsiteY1" fmla="*/ 34922 h 37941"/>
                  <a:gd name="connsiteX2" fmla="*/ 857 w 161253"/>
                  <a:gd name="connsiteY2" fmla="*/ 14054 h 37941"/>
                  <a:gd name="connsiteX3" fmla="*/ 26467 w 161253"/>
                  <a:gd name="connsiteY3" fmla="*/ 1723 h 37941"/>
                  <a:gd name="connsiteX4" fmla="*/ 81483 w 161253"/>
                  <a:gd name="connsiteY4" fmla="*/ 1723 h 37941"/>
                  <a:gd name="connsiteX5" fmla="*/ 170647 w 161253"/>
                  <a:gd name="connsiteY5" fmla="*/ 19746 h 3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53" h="37941">
                    <a:moveTo>
                      <a:pt x="170647" y="19746"/>
                    </a:moveTo>
                    <a:cubicBezTo>
                      <a:pt x="118477" y="40614"/>
                      <a:pt x="68204" y="52945"/>
                      <a:pt x="16033" y="34922"/>
                    </a:cubicBezTo>
                    <a:cubicBezTo>
                      <a:pt x="6548" y="32077"/>
                      <a:pt x="-2938" y="26386"/>
                      <a:pt x="857" y="14054"/>
                    </a:cubicBezTo>
                    <a:cubicBezTo>
                      <a:pt x="4651" y="2672"/>
                      <a:pt x="15085" y="-2071"/>
                      <a:pt x="26467" y="1723"/>
                    </a:cubicBezTo>
                    <a:cubicBezTo>
                      <a:pt x="45438" y="7415"/>
                      <a:pt x="62512" y="4569"/>
                      <a:pt x="81483" y="1723"/>
                    </a:cubicBezTo>
                    <a:cubicBezTo>
                      <a:pt x="110888" y="-3019"/>
                      <a:pt x="140293" y="1723"/>
                      <a:pt x="170647" y="19746"/>
                    </a:cubicBezTo>
                    <a:close/>
                  </a:path>
                </a:pathLst>
              </a:custGeom>
              <a:solidFill>
                <a:srgbClr val="E2AA74"/>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794E2121-19FD-4E1B-AC94-173EBDCEC355}"/>
                  </a:ext>
                </a:extLst>
              </p:cNvPr>
              <p:cNvSpPr/>
              <p:nvPr/>
            </p:nvSpPr>
            <p:spPr>
              <a:xfrm rot="739140" flipH="1">
                <a:off x="2959305" y="2251007"/>
                <a:ext cx="47944" cy="41095"/>
              </a:xfrm>
              <a:custGeom>
                <a:avLst/>
                <a:gdLst>
                  <a:gd name="connsiteX0" fmla="*/ 68724 w 66398"/>
                  <a:gd name="connsiteY0" fmla="*/ 0 h 56912"/>
                  <a:gd name="connsiteX1" fmla="*/ 26039 w 66398"/>
                  <a:gd name="connsiteY1" fmla="*/ 64501 h 56912"/>
                  <a:gd name="connsiteX2" fmla="*/ 10863 w 66398"/>
                  <a:gd name="connsiteY2" fmla="*/ 38890 h 56912"/>
                  <a:gd name="connsiteX3" fmla="*/ 24142 w 66398"/>
                  <a:gd name="connsiteY3" fmla="*/ 11383 h 56912"/>
                  <a:gd name="connsiteX4" fmla="*/ 68724 w 66398"/>
                  <a:gd name="connsiteY4" fmla="*/ 0 h 5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98" h="56912">
                    <a:moveTo>
                      <a:pt x="68724" y="0"/>
                    </a:moveTo>
                    <a:cubicBezTo>
                      <a:pt x="52599" y="24662"/>
                      <a:pt x="40268" y="43633"/>
                      <a:pt x="26039" y="64501"/>
                    </a:cubicBezTo>
                    <a:cubicBezTo>
                      <a:pt x="16554" y="56913"/>
                      <a:pt x="12760" y="47427"/>
                      <a:pt x="10863" y="38890"/>
                    </a:cubicBezTo>
                    <a:cubicBezTo>
                      <a:pt x="8966" y="28456"/>
                      <a:pt x="-19491" y="1897"/>
                      <a:pt x="24142" y="11383"/>
                    </a:cubicBezTo>
                    <a:cubicBezTo>
                      <a:pt x="36473" y="13280"/>
                      <a:pt x="49753" y="4743"/>
                      <a:pt x="68724" y="0"/>
                    </a:cubicBezTo>
                    <a:close/>
                  </a:path>
                </a:pathLst>
              </a:custGeom>
              <a:solidFill>
                <a:srgbClr val="D9AD7C"/>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76D31E4A-B63A-4B70-9401-8770BBBF2676}"/>
                  </a:ext>
                </a:extLst>
              </p:cNvPr>
              <p:cNvSpPr/>
              <p:nvPr/>
            </p:nvSpPr>
            <p:spPr>
              <a:xfrm rot="739140" flipH="1">
                <a:off x="3466417" y="2308137"/>
                <a:ext cx="109588" cy="198627"/>
              </a:xfrm>
              <a:custGeom>
                <a:avLst/>
                <a:gdLst>
                  <a:gd name="connsiteX0" fmla="*/ 103496 w 151767"/>
                  <a:gd name="connsiteY0" fmla="*/ 2586 h 275078"/>
                  <a:gd name="connsiteX1" fmla="*/ 160409 w 151767"/>
                  <a:gd name="connsiteY1" fmla="*/ 216958 h 275078"/>
                  <a:gd name="connsiteX2" fmla="*/ 153769 w 151767"/>
                  <a:gd name="connsiteY2" fmla="*/ 259642 h 275078"/>
                  <a:gd name="connsiteX3" fmla="*/ 117725 w 151767"/>
                  <a:gd name="connsiteY3" fmla="*/ 276716 h 275078"/>
                  <a:gd name="connsiteX4" fmla="*/ 9590 w 151767"/>
                  <a:gd name="connsiteY4" fmla="*/ 223597 h 275078"/>
                  <a:gd name="connsiteX5" fmla="*/ 105 w 151767"/>
                  <a:gd name="connsiteY5" fmla="*/ 210318 h 275078"/>
                  <a:gd name="connsiteX6" fmla="*/ 17178 w 151767"/>
                  <a:gd name="connsiteY6" fmla="*/ 205575 h 275078"/>
                  <a:gd name="connsiteX7" fmla="*/ 107290 w 151767"/>
                  <a:gd name="connsiteY7" fmla="*/ 210318 h 275078"/>
                  <a:gd name="connsiteX8" fmla="*/ 143335 w 151767"/>
                  <a:gd name="connsiteY8" fmla="*/ 163839 h 275078"/>
                  <a:gd name="connsiteX9" fmla="*/ 101599 w 151767"/>
                  <a:gd name="connsiteY9" fmla="*/ 7328 h 275078"/>
                  <a:gd name="connsiteX10" fmla="*/ 103496 w 151767"/>
                  <a:gd name="connsiteY10" fmla="*/ 2586 h 275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67" h="275078">
                    <a:moveTo>
                      <a:pt x="103496" y="2586"/>
                    </a:moveTo>
                    <a:cubicBezTo>
                      <a:pt x="120570" y="60447"/>
                      <a:pt x="157564" y="155302"/>
                      <a:pt x="160409" y="216958"/>
                    </a:cubicBezTo>
                    <a:cubicBezTo>
                      <a:pt x="161358" y="232134"/>
                      <a:pt x="159461" y="246362"/>
                      <a:pt x="153769" y="259642"/>
                    </a:cubicBezTo>
                    <a:cubicBezTo>
                      <a:pt x="147129" y="274819"/>
                      <a:pt x="132901" y="279562"/>
                      <a:pt x="117725" y="276716"/>
                    </a:cubicBezTo>
                    <a:cubicBezTo>
                      <a:pt x="76937" y="268179"/>
                      <a:pt x="41841" y="249208"/>
                      <a:pt x="9590" y="223597"/>
                    </a:cubicBezTo>
                    <a:cubicBezTo>
                      <a:pt x="4847" y="219803"/>
                      <a:pt x="-844" y="216009"/>
                      <a:pt x="105" y="210318"/>
                    </a:cubicBezTo>
                    <a:cubicBezTo>
                      <a:pt x="2002" y="201781"/>
                      <a:pt x="11487" y="204626"/>
                      <a:pt x="17178" y="205575"/>
                    </a:cubicBezTo>
                    <a:cubicBezTo>
                      <a:pt x="47532" y="206523"/>
                      <a:pt x="76937" y="210318"/>
                      <a:pt x="107290" y="210318"/>
                    </a:cubicBezTo>
                    <a:cubicBezTo>
                      <a:pt x="139541" y="211266"/>
                      <a:pt x="149975" y="197038"/>
                      <a:pt x="143335" y="163839"/>
                    </a:cubicBezTo>
                    <a:cubicBezTo>
                      <a:pt x="135747" y="124000"/>
                      <a:pt x="109188" y="46219"/>
                      <a:pt x="101599" y="7328"/>
                    </a:cubicBezTo>
                    <a:cubicBezTo>
                      <a:pt x="98754" y="-260"/>
                      <a:pt x="100651" y="-2157"/>
                      <a:pt x="103496" y="2586"/>
                    </a:cubicBezTo>
                    <a:close/>
                  </a:path>
                </a:pathLst>
              </a:custGeom>
              <a:solidFill>
                <a:srgbClr val="D0A475"/>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Shape 46">
                <a:extLst>
                  <a:ext uri="{FF2B5EF4-FFF2-40B4-BE49-F238E27FC236}">
                    <a16:creationId xmlns:a16="http://schemas.microsoft.com/office/drawing/2014/main" id="{56F1D403-7673-4E31-92D2-F5C0BFDF7542}"/>
                  </a:ext>
                </a:extLst>
              </p:cNvPr>
              <p:cNvSpPr/>
              <p:nvPr/>
            </p:nvSpPr>
            <p:spPr>
              <a:xfrm rot="739140" flipH="1">
                <a:off x="3765026" y="2340098"/>
                <a:ext cx="6849" cy="6849"/>
              </a:xfrm>
              <a:custGeom>
                <a:avLst/>
                <a:gdLst>
                  <a:gd name="connsiteX0" fmla="*/ 0 w 0"/>
                  <a:gd name="connsiteY0" fmla="*/ 0 h 0"/>
                  <a:gd name="connsiteX1" fmla="*/ 0 w 0"/>
                  <a:gd name="connsiteY1" fmla="*/ 0 h 0"/>
                  <a:gd name="connsiteX2" fmla="*/ 0 w 0"/>
                  <a:gd name="connsiteY2" fmla="*/ 0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lnTo>
                      <a:pt x="0" y="0"/>
                    </a:lnTo>
                    <a:lnTo>
                      <a:pt x="0" y="0"/>
                    </a:lnTo>
                    <a:lnTo>
                      <a:pt x="0" y="0"/>
                    </a:ln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A3B99644-AE1F-442F-94E8-C9CDB3B35DB1}"/>
                  </a:ext>
                </a:extLst>
              </p:cNvPr>
              <p:cNvSpPr/>
              <p:nvPr/>
            </p:nvSpPr>
            <p:spPr>
              <a:xfrm rot="739140" flipH="1">
                <a:off x="2166304" y="2562793"/>
                <a:ext cx="287666" cy="342459"/>
              </a:xfrm>
              <a:custGeom>
                <a:avLst/>
                <a:gdLst>
                  <a:gd name="connsiteX0" fmla="*/ 49643 w 398390"/>
                  <a:gd name="connsiteY0" fmla="*/ 318369 h 474273"/>
                  <a:gd name="connsiteX1" fmla="*/ 12650 w 398390"/>
                  <a:gd name="connsiteY1" fmla="*/ 270942 h 474273"/>
                  <a:gd name="connsiteX2" fmla="*/ 18341 w 398390"/>
                  <a:gd name="connsiteY2" fmla="*/ 200749 h 474273"/>
                  <a:gd name="connsiteX3" fmla="*/ 13598 w 398390"/>
                  <a:gd name="connsiteY3" fmla="*/ 184624 h 474273"/>
                  <a:gd name="connsiteX4" fmla="*/ 23084 w 398390"/>
                  <a:gd name="connsiteY4" fmla="*/ 154270 h 474273"/>
                  <a:gd name="connsiteX5" fmla="*/ 36364 w 398390"/>
                  <a:gd name="connsiteY5" fmla="*/ 146682 h 474273"/>
                  <a:gd name="connsiteX6" fmla="*/ 43952 w 398390"/>
                  <a:gd name="connsiteY6" fmla="*/ 133402 h 474273"/>
                  <a:gd name="connsiteX7" fmla="*/ 43952 w 398390"/>
                  <a:gd name="connsiteY7" fmla="*/ 93563 h 474273"/>
                  <a:gd name="connsiteX8" fmla="*/ 70511 w 398390"/>
                  <a:gd name="connsiteY8" fmla="*/ 62261 h 474273"/>
                  <a:gd name="connsiteX9" fmla="*/ 98019 w 398390"/>
                  <a:gd name="connsiteY9" fmla="*/ 8194 h 474273"/>
                  <a:gd name="connsiteX10" fmla="*/ 141652 w 398390"/>
                  <a:gd name="connsiteY10" fmla="*/ 606 h 474273"/>
                  <a:gd name="connsiteX11" fmla="*/ 204256 w 398390"/>
                  <a:gd name="connsiteY11" fmla="*/ 14834 h 474273"/>
                  <a:gd name="connsiteX12" fmla="*/ 316185 w 398390"/>
                  <a:gd name="connsiteY12" fmla="*/ 67953 h 474273"/>
                  <a:gd name="connsiteX13" fmla="*/ 394915 w 398390"/>
                  <a:gd name="connsiteY13" fmla="*/ 205492 h 474273"/>
                  <a:gd name="connsiteX14" fmla="*/ 402503 w 398390"/>
                  <a:gd name="connsiteY14" fmla="*/ 240588 h 474273"/>
                  <a:gd name="connsiteX15" fmla="*/ 290574 w 398390"/>
                  <a:gd name="connsiteY15" fmla="*/ 472983 h 474273"/>
                  <a:gd name="connsiteX16" fmla="*/ 269706 w 398390"/>
                  <a:gd name="connsiteY16" fmla="*/ 473931 h 474273"/>
                  <a:gd name="connsiteX17" fmla="*/ 236507 w 398390"/>
                  <a:gd name="connsiteY17" fmla="*/ 460651 h 474273"/>
                  <a:gd name="connsiteX18" fmla="*/ 49643 w 398390"/>
                  <a:gd name="connsiteY18" fmla="*/ 318369 h 47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8390" h="474273">
                    <a:moveTo>
                      <a:pt x="49643" y="318369"/>
                    </a:moveTo>
                    <a:cubicBezTo>
                      <a:pt x="35415" y="304141"/>
                      <a:pt x="24032" y="288016"/>
                      <a:pt x="12650" y="270942"/>
                    </a:cubicBezTo>
                    <a:cubicBezTo>
                      <a:pt x="-14858" y="227309"/>
                      <a:pt x="9804" y="226360"/>
                      <a:pt x="18341" y="200749"/>
                    </a:cubicBezTo>
                    <a:cubicBezTo>
                      <a:pt x="20238" y="196955"/>
                      <a:pt x="16444" y="191264"/>
                      <a:pt x="13598" y="184624"/>
                    </a:cubicBezTo>
                    <a:cubicBezTo>
                      <a:pt x="7907" y="173241"/>
                      <a:pt x="12650" y="159962"/>
                      <a:pt x="23084" y="154270"/>
                    </a:cubicBezTo>
                    <a:lnTo>
                      <a:pt x="36364" y="146682"/>
                    </a:lnTo>
                    <a:cubicBezTo>
                      <a:pt x="41106" y="143836"/>
                      <a:pt x="43952" y="139094"/>
                      <a:pt x="43952" y="133402"/>
                    </a:cubicBezTo>
                    <a:cubicBezTo>
                      <a:pt x="43003" y="121071"/>
                      <a:pt x="35415" y="115380"/>
                      <a:pt x="43952" y="93563"/>
                    </a:cubicBezTo>
                    <a:cubicBezTo>
                      <a:pt x="54386" y="70798"/>
                      <a:pt x="73357" y="85975"/>
                      <a:pt x="70511" y="62261"/>
                    </a:cubicBezTo>
                    <a:cubicBezTo>
                      <a:pt x="64820" y="25268"/>
                      <a:pt x="59129" y="18628"/>
                      <a:pt x="98019" y="8194"/>
                    </a:cubicBezTo>
                    <a:cubicBezTo>
                      <a:pt x="113196" y="3451"/>
                      <a:pt x="130270" y="606"/>
                      <a:pt x="141652" y="606"/>
                    </a:cubicBezTo>
                    <a:cubicBezTo>
                      <a:pt x="169160" y="-2240"/>
                      <a:pt x="179594" y="5349"/>
                      <a:pt x="204256" y="14834"/>
                    </a:cubicBezTo>
                    <a:cubicBezTo>
                      <a:pt x="243147" y="30959"/>
                      <a:pt x="279192" y="40445"/>
                      <a:pt x="316185" y="67953"/>
                    </a:cubicBezTo>
                    <a:cubicBezTo>
                      <a:pt x="357921" y="104946"/>
                      <a:pt x="384481" y="148579"/>
                      <a:pt x="394915" y="205492"/>
                    </a:cubicBezTo>
                    <a:cubicBezTo>
                      <a:pt x="397760" y="215926"/>
                      <a:pt x="402503" y="227309"/>
                      <a:pt x="402503" y="240588"/>
                    </a:cubicBezTo>
                    <a:cubicBezTo>
                      <a:pt x="367407" y="316472"/>
                      <a:pt x="325671" y="397099"/>
                      <a:pt x="290574" y="472983"/>
                    </a:cubicBezTo>
                    <a:cubicBezTo>
                      <a:pt x="282986" y="488159"/>
                      <a:pt x="276346" y="475828"/>
                      <a:pt x="269706" y="473931"/>
                    </a:cubicBezTo>
                    <a:cubicBezTo>
                      <a:pt x="257375" y="472983"/>
                      <a:pt x="246941" y="467291"/>
                      <a:pt x="236507" y="460651"/>
                    </a:cubicBezTo>
                    <a:cubicBezTo>
                      <a:pt x="178646" y="425555"/>
                      <a:pt x="68614" y="334495"/>
                      <a:pt x="49643" y="31836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7CB13D24-346A-4190-A1C8-071459103544}"/>
              </a:ext>
            </a:extLst>
          </p:cNvPr>
          <p:cNvSpPr txBox="1"/>
          <p:nvPr/>
        </p:nvSpPr>
        <p:spPr>
          <a:xfrm>
            <a:off x="4400649" y="1577945"/>
            <a:ext cx="7496077" cy="2554545"/>
          </a:xfrm>
          <a:prstGeom prst="rect">
            <a:avLst/>
          </a:prstGeom>
          <a:noFill/>
        </p:spPr>
        <p:txBody>
          <a:bodyPr wrap="square">
            <a:spAutoFit/>
          </a:bodyPr>
          <a:lstStyle/>
          <a:p>
            <a:pPr marL="285750" indent="-285750" algn="just">
              <a:buFont typeface="Arial" panose="020B0604020202020204" pitchFamily="34" charset="0"/>
              <a:buChar char="•"/>
            </a:pPr>
            <a:r>
              <a:rPr lang="en-US" sz="2000" dirty="0"/>
              <a:t>A security researcher was on a United Airlines flight and tweeted that he was testing the plane’s systems. United’s cybersecurity team saw the tweet and informed the FBI. When agents checked his seat, they found that he had tampered with the Seat Electronic Box (SEB) and connected his laptop to the in-flight entertainment system. This gave him access to other airplane systems. He even claimed he could change the plane’s altitude by modifying its software. As a result, United Airlines banned him from flying with them again.</a:t>
            </a:r>
            <a:endParaRPr lang="en-GB" sz="2000" dirty="0"/>
          </a:p>
        </p:txBody>
      </p:sp>
      <p:sp>
        <p:nvSpPr>
          <p:cNvPr id="50" name="TextBox 49">
            <a:extLst>
              <a:ext uri="{FF2B5EF4-FFF2-40B4-BE49-F238E27FC236}">
                <a16:creationId xmlns:a16="http://schemas.microsoft.com/office/drawing/2014/main" id="{5CC250B7-A0A6-481E-A52F-06C6EC54CF7D}"/>
              </a:ext>
            </a:extLst>
          </p:cNvPr>
          <p:cNvSpPr txBox="1"/>
          <p:nvPr/>
        </p:nvSpPr>
        <p:spPr>
          <a:xfrm>
            <a:off x="4812734" y="1099609"/>
            <a:ext cx="532654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rPr>
              <a:t>EXAMPLE NO.2</a:t>
            </a:r>
            <a:endParaRPr kumimoji="0" lang="ko-KR" altLang="en-US"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endParaRPr>
          </a:p>
        </p:txBody>
      </p:sp>
    </p:spTree>
    <p:extLst>
      <p:ext uri="{BB962C8B-B14F-4D97-AF65-F5344CB8AC3E}">
        <p14:creationId xmlns:p14="http://schemas.microsoft.com/office/powerpoint/2010/main" val="3661253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normAutofit fontScale="92500" lnSpcReduction="10000"/>
          </a:bodyPr>
          <a:lstStyle/>
          <a:p>
            <a:r>
              <a:rPr lang="en-US" b="1" dirty="0"/>
              <a:t>Today’s Security Attacks</a:t>
            </a:r>
          </a:p>
        </p:txBody>
      </p:sp>
      <p:grpSp>
        <p:nvGrpSpPr>
          <p:cNvPr id="7" name="Group 6">
            <a:extLst>
              <a:ext uri="{FF2B5EF4-FFF2-40B4-BE49-F238E27FC236}">
                <a16:creationId xmlns:a16="http://schemas.microsoft.com/office/drawing/2014/main" id="{3CCB3A26-4EF7-4AE3-B544-602E31387B37}"/>
              </a:ext>
            </a:extLst>
          </p:cNvPr>
          <p:cNvGrpSpPr/>
          <p:nvPr/>
        </p:nvGrpSpPr>
        <p:grpSpPr>
          <a:xfrm>
            <a:off x="405768" y="1720256"/>
            <a:ext cx="4523362" cy="4135956"/>
            <a:chOff x="732823" y="2045143"/>
            <a:chExt cx="4898146" cy="4089765"/>
          </a:xfrm>
        </p:grpSpPr>
        <p:grpSp>
          <p:nvGrpSpPr>
            <p:cNvPr id="3" name="Group 2">
              <a:extLst>
                <a:ext uri="{FF2B5EF4-FFF2-40B4-BE49-F238E27FC236}">
                  <a16:creationId xmlns:a16="http://schemas.microsoft.com/office/drawing/2014/main" id="{2535BC1C-AD87-4B65-9FDA-17D261C01A9C}"/>
                </a:ext>
              </a:extLst>
            </p:cNvPr>
            <p:cNvGrpSpPr/>
            <p:nvPr/>
          </p:nvGrpSpPr>
          <p:grpSpPr>
            <a:xfrm flipH="1">
              <a:off x="732823" y="3007650"/>
              <a:ext cx="4898146" cy="3127258"/>
              <a:chOff x="1585738" y="4408438"/>
              <a:chExt cx="2717520" cy="1735021"/>
            </a:xfrm>
          </p:grpSpPr>
          <p:sp>
            <p:nvSpPr>
              <p:cNvPr id="31" name="Oval 30">
                <a:extLst>
                  <a:ext uri="{FF2B5EF4-FFF2-40B4-BE49-F238E27FC236}">
                    <a16:creationId xmlns:a16="http://schemas.microsoft.com/office/drawing/2014/main" id="{99AD4B73-8FF4-4221-94CE-25C909601B26}"/>
                  </a:ext>
                </a:extLst>
              </p:cNvPr>
              <p:cNvSpPr/>
              <p:nvPr/>
            </p:nvSpPr>
            <p:spPr>
              <a:xfrm>
                <a:off x="1585738" y="5752874"/>
                <a:ext cx="2717520" cy="390585"/>
              </a:xfrm>
              <a:prstGeom prst="ellipse">
                <a:avLst/>
              </a:prstGeom>
              <a:solidFill>
                <a:schemeClr val="bg1">
                  <a:lumMod val="65000"/>
                </a:schemeClr>
              </a:solidFill>
              <a:ln>
                <a:noFill/>
              </a:ln>
              <a:effectLst>
                <a:softEdge rad="215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34" charset="-127"/>
                  <a:cs typeface="+mn-cs"/>
                </a:endParaRPr>
              </a:p>
            </p:txBody>
          </p:sp>
          <p:grpSp>
            <p:nvGrpSpPr>
              <p:cNvPr id="10" name="Group 9">
                <a:extLst>
                  <a:ext uri="{FF2B5EF4-FFF2-40B4-BE49-F238E27FC236}">
                    <a16:creationId xmlns:a16="http://schemas.microsoft.com/office/drawing/2014/main" id="{43E2D379-4A78-40E2-9F22-E5F085058729}"/>
                  </a:ext>
                </a:extLst>
              </p:cNvPr>
              <p:cNvGrpSpPr/>
              <p:nvPr/>
            </p:nvGrpSpPr>
            <p:grpSpPr>
              <a:xfrm flipH="1">
                <a:off x="1855021" y="4408438"/>
                <a:ext cx="2426144" cy="1612821"/>
                <a:chOff x="6917382" y="4652701"/>
                <a:chExt cx="2983072" cy="1983048"/>
              </a:xfrm>
            </p:grpSpPr>
            <p:sp>
              <p:nvSpPr>
                <p:cNvPr id="12" name="Freeform: Shape 11">
                  <a:extLst>
                    <a:ext uri="{FF2B5EF4-FFF2-40B4-BE49-F238E27FC236}">
                      <a16:creationId xmlns:a16="http://schemas.microsoft.com/office/drawing/2014/main" id="{6BB287FF-01F8-4D87-A1D4-D02E51E028F7}"/>
                    </a:ext>
                  </a:extLst>
                </p:cNvPr>
                <p:cNvSpPr/>
                <p:nvPr/>
              </p:nvSpPr>
              <p:spPr>
                <a:xfrm>
                  <a:off x="6917382" y="4652701"/>
                  <a:ext cx="2983072" cy="1983048"/>
                </a:xfrm>
                <a:custGeom>
                  <a:avLst/>
                  <a:gdLst>
                    <a:gd name="connsiteX0" fmla="*/ 2977241 w 2983072"/>
                    <a:gd name="connsiteY0" fmla="*/ 1404120 h 1983048"/>
                    <a:gd name="connsiteX1" fmla="*/ 1664038 w 2983072"/>
                    <a:gd name="connsiteY1" fmla="*/ 1312116 h 1983048"/>
                    <a:gd name="connsiteX2" fmla="*/ 1634323 w 2983072"/>
                    <a:gd name="connsiteY2" fmla="*/ 1288114 h 1983048"/>
                    <a:gd name="connsiteX3" fmla="*/ 1230305 w 2983072"/>
                    <a:gd name="connsiteY3" fmla="*/ 69774 h 1983048"/>
                    <a:gd name="connsiteX4" fmla="*/ 1130872 w 2983072"/>
                    <a:gd name="connsiteY4" fmla="*/ 56 h 1983048"/>
                    <a:gd name="connsiteX5" fmla="*/ 68538 w 2983072"/>
                    <a:gd name="connsiteY5" fmla="*/ 15486 h 1983048"/>
                    <a:gd name="connsiteX6" fmla="*/ 1678 w 2983072"/>
                    <a:gd name="connsiteY6" fmla="*/ 98918 h 1983048"/>
                    <a:gd name="connsiteX7" fmla="*/ 437126 w 2983072"/>
                    <a:gd name="connsiteY7" fmla="*/ 1469265 h 1983048"/>
                    <a:gd name="connsiteX8" fmla="*/ 531416 w 2983072"/>
                    <a:gd name="connsiteY8" fmla="*/ 1703562 h 1983048"/>
                    <a:gd name="connsiteX9" fmla="*/ 478271 w 2983072"/>
                    <a:gd name="connsiteY9" fmla="*/ 1825853 h 1983048"/>
                    <a:gd name="connsiteX10" fmla="*/ 554274 w 2983072"/>
                    <a:gd name="connsiteY10" fmla="*/ 1888141 h 1983048"/>
                    <a:gd name="connsiteX11" fmla="*/ 2109201 w 2983072"/>
                    <a:gd name="connsiteY11" fmla="*/ 1983003 h 1983048"/>
                    <a:gd name="connsiteX12" fmla="*/ 2322354 w 2983072"/>
                    <a:gd name="connsiteY12" fmla="*/ 1912714 h 1983048"/>
                    <a:gd name="connsiteX13" fmla="*/ 2959525 w 2983072"/>
                    <a:gd name="connsiteY13" fmla="*/ 1470408 h 1983048"/>
                    <a:gd name="connsiteX14" fmla="*/ 2977241 w 2983072"/>
                    <a:gd name="connsiteY14" fmla="*/ 1404120 h 1983048"/>
                    <a:gd name="connsiteX15" fmla="*/ 2977241 w 2983072"/>
                    <a:gd name="connsiteY15" fmla="*/ 1404120 h 19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3072" h="1983048">
                      <a:moveTo>
                        <a:pt x="2977241" y="1404120"/>
                      </a:moveTo>
                      <a:cubicBezTo>
                        <a:pt x="2934953" y="1378976"/>
                        <a:pt x="1826903" y="1330402"/>
                        <a:pt x="1664038" y="1312116"/>
                      </a:cubicBezTo>
                      <a:cubicBezTo>
                        <a:pt x="1645752" y="1310401"/>
                        <a:pt x="1638895" y="1303544"/>
                        <a:pt x="1634323" y="1288114"/>
                      </a:cubicBezTo>
                      <a:cubicBezTo>
                        <a:pt x="1595464" y="1168680"/>
                        <a:pt x="1325737" y="356644"/>
                        <a:pt x="1230305" y="69774"/>
                      </a:cubicBezTo>
                      <a:cubicBezTo>
                        <a:pt x="1212018" y="14914"/>
                        <a:pt x="1189160" y="-1087"/>
                        <a:pt x="1130872" y="56"/>
                      </a:cubicBezTo>
                      <a:cubicBezTo>
                        <a:pt x="1060011" y="1199"/>
                        <a:pt x="140541" y="14914"/>
                        <a:pt x="68538" y="15486"/>
                      </a:cubicBezTo>
                      <a:cubicBezTo>
                        <a:pt x="17678" y="16057"/>
                        <a:pt x="-6894" y="48059"/>
                        <a:pt x="1678" y="98918"/>
                      </a:cubicBezTo>
                      <a:cubicBezTo>
                        <a:pt x="6249" y="125776"/>
                        <a:pt x="422840" y="1433835"/>
                        <a:pt x="437126" y="1469265"/>
                      </a:cubicBezTo>
                      <a:cubicBezTo>
                        <a:pt x="467413" y="1548126"/>
                        <a:pt x="471413" y="1637273"/>
                        <a:pt x="531416" y="1703562"/>
                      </a:cubicBezTo>
                      <a:cubicBezTo>
                        <a:pt x="458270" y="1744707"/>
                        <a:pt x="455413" y="1751564"/>
                        <a:pt x="478271" y="1825853"/>
                      </a:cubicBezTo>
                      <a:cubicBezTo>
                        <a:pt x="489700" y="1863569"/>
                        <a:pt x="514272" y="1885284"/>
                        <a:pt x="554274" y="1888141"/>
                      </a:cubicBezTo>
                      <a:cubicBezTo>
                        <a:pt x="729711" y="1900713"/>
                        <a:pt x="1952051" y="1985289"/>
                        <a:pt x="2109201" y="1983003"/>
                      </a:cubicBezTo>
                      <a:cubicBezTo>
                        <a:pt x="2188062" y="1981288"/>
                        <a:pt x="2226350" y="1983574"/>
                        <a:pt x="2322354" y="1912714"/>
                      </a:cubicBezTo>
                      <a:cubicBezTo>
                        <a:pt x="2388643" y="1865283"/>
                        <a:pt x="2905809" y="1512125"/>
                        <a:pt x="2959525" y="1470408"/>
                      </a:cubicBezTo>
                      <a:cubicBezTo>
                        <a:pt x="2984670" y="1449836"/>
                        <a:pt x="2988098" y="1430978"/>
                        <a:pt x="2977241" y="1404120"/>
                      </a:cubicBezTo>
                      <a:lnTo>
                        <a:pt x="2977241" y="1404120"/>
                      </a:lnTo>
                      <a:close/>
                    </a:path>
                  </a:pathLst>
                </a:custGeom>
                <a:solidFill>
                  <a:srgbClr val="484848"/>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54E3CDCC-152C-4E9D-97B1-2173440C3105}"/>
                    </a:ext>
                  </a:extLst>
                </p:cNvPr>
                <p:cNvSpPr/>
                <p:nvPr/>
              </p:nvSpPr>
              <p:spPr>
                <a:xfrm>
                  <a:off x="7049409" y="4778370"/>
                  <a:ext cx="1445617" cy="1416648"/>
                </a:xfrm>
                <a:custGeom>
                  <a:avLst/>
                  <a:gdLst>
                    <a:gd name="connsiteX0" fmla="*/ 1442293 w 1445617"/>
                    <a:gd name="connsiteY0" fmla="*/ 1036725 h 1416648"/>
                    <a:gd name="connsiteX1" fmla="*/ 1349718 w 1445617"/>
                    <a:gd name="connsiteY1" fmla="*/ 770427 h 1416648"/>
                    <a:gd name="connsiteX2" fmla="*/ 1094277 w 1445617"/>
                    <a:gd name="connsiteY2" fmla="*/ 25251 h 1416648"/>
                    <a:gd name="connsiteX3" fmla="*/ 1059419 w 1445617"/>
                    <a:gd name="connsiteY3" fmla="*/ 107 h 1416648"/>
                    <a:gd name="connsiteX4" fmla="*/ 62802 w 1445617"/>
                    <a:gd name="connsiteY4" fmla="*/ 41251 h 1416648"/>
                    <a:gd name="connsiteX5" fmla="*/ 13086 w 1445617"/>
                    <a:gd name="connsiteY5" fmla="*/ 109255 h 1416648"/>
                    <a:gd name="connsiteX6" fmla="*/ 166807 w 1445617"/>
                    <a:gd name="connsiteY6" fmla="*/ 575561 h 1416648"/>
                    <a:gd name="connsiteX7" fmla="*/ 430247 w 1445617"/>
                    <a:gd name="connsiteY7" fmla="*/ 1385312 h 1416648"/>
                    <a:gd name="connsiteX8" fmla="*/ 478250 w 1445617"/>
                    <a:gd name="connsiteY8" fmla="*/ 1408742 h 1416648"/>
                    <a:gd name="connsiteX9" fmla="*/ 1106278 w 1445617"/>
                    <a:gd name="connsiteY9" fmla="*/ 1184160 h 1416648"/>
                    <a:gd name="connsiteX10" fmla="*/ 1245141 w 1445617"/>
                    <a:gd name="connsiteY10" fmla="*/ 1132729 h 1416648"/>
                    <a:gd name="connsiteX11" fmla="*/ 1245141 w 1445617"/>
                    <a:gd name="connsiteY11" fmla="*/ 1132729 h 1416648"/>
                    <a:gd name="connsiteX12" fmla="*/ 1245141 w 1445617"/>
                    <a:gd name="connsiteY12" fmla="*/ 1132729 h 1416648"/>
                    <a:gd name="connsiteX13" fmla="*/ 1424007 w 1445617"/>
                    <a:gd name="connsiteY13" fmla="*/ 1071012 h 1416648"/>
                    <a:gd name="connsiteX14" fmla="*/ 1442293 w 1445617"/>
                    <a:gd name="connsiteY14" fmla="*/ 1036725 h 1416648"/>
                    <a:gd name="connsiteX15" fmla="*/ 1442293 w 1445617"/>
                    <a:gd name="connsiteY15" fmla="*/ 1036725 h 141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5617" h="1416648">
                      <a:moveTo>
                        <a:pt x="1442293" y="1036725"/>
                      </a:moveTo>
                      <a:cubicBezTo>
                        <a:pt x="1410292" y="948150"/>
                        <a:pt x="1380005" y="859003"/>
                        <a:pt x="1349718" y="770427"/>
                      </a:cubicBezTo>
                      <a:cubicBezTo>
                        <a:pt x="1263999" y="521845"/>
                        <a:pt x="1178853" y="273833"/>
                        <a:pt x="1094277" y="25251"/>
                      </a:cubicBezTo>
                      <a:cubicBezTo>
                        <a:pt x="1087991" y="6964"/>
                        <a:pt x="1080563" y="-1036"/>
                        <a:pt x="1059419" y="107"/>
                      </a:cubicBezTo>
                      <a:cubicBezTo>
                        <a:pt x="1013131" y="2964"/>
                        <a:pt x="181093" y="35537"/>
                        <a:pt x="62802" y="41251"/>
                      </a:cubicBezTo>
                      <a:cubicBezTo>
                        <a:pt x="-9201" y="44680"/>
                        <a:pt x="-9201" y="41823"/>
                        <a:pt x="13086" y="109255"/>
                      </a:cubicBezTo>
                      <a:cubicBezTo>
                        <a:pt x="64517" y="264690"/>
                        <a:pt x="115948" y="420126"/>
                        <a:pt x="166807" y="575561"/>
                      </a:cubicBezTo>
                      <a:cubicBezTo>
                        <a:pt x="254811" y="845288"/>
                        <a:pt x="342243" y="1115586"/>
                        <a:pt x="430247" y="1385312"/>
                      </a:cubicBezTo>
                      <a:cubicBezTo>
                        <a:pt x="442248" y="1422457"/>
                        <a:pt x="442819" y="1421314"/>
                        <a:pt x="478250" y="1408742"/>
                      </a:cubicBezTo>
                      <a:cubicBezTo>
                        <a:pt x="687973" y="1333881"/>
                        <a:pt x="897126" y="1259592"/>
                        <a:pt x="1106278" y="1184160"/>
                      </a:cubicBezTo>
                      <a:cubicBezTo>
                        <a:pt x="1152566" y="1167588"/>
                        <a:pt x="1201139" y="1155016"/>
                        <a:pt x="1245141" y="1132729"/>
                      </a:cubicBezTo>
                      <a:lnTo>
                        <a:pt x="1245141" y="1132729"/>
                      </a:lnTo>
                      <a:lnTo>
                        <a:pt x="1245141" y="1132729"/>
                      </a:lnTo>
                      <a:cubicBezTo>
                        <a:pt x="1304573" y="1112157"/>
                        <a:pt x="1364004" y="1090442"/>
                        <a:pt x="1424007" y="1071012"/>
                      </a:cubicBezTo>
                      <a:cubicBezTo>
                        <a:pt x="1445150" y="1065298"/>
                        <a:pt x="1449722" y="1057869"/>
                        <a:pt x="1442293" y="1036725"/>
                      </a:cubicBezTo>
                      <a:lnTo>
                        <a:pt x="1442293" y="1036725"/>
                      </a:lnTo>
                      <a:close/>
                    </a:path>
                  </a:pathLst>
                </a:custGeom>
                <a:solidFill>
                  <a:srgbClr val="8F8C8D"/>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A31859BD-7525-4B2A-B9B5-F61E3564AC5F}"/>
                    </a:ext>
                  </a:extLst>
                </p:cNvPr>
                <p:cNvSpPr/>
                <p:nvPr/>
              </p:nvSpPr>
              <p:spPr>
                <a:xfrm>
                  <a:off x="7048837" y="4800764"/>
                  <a:ext cx="1251998" cy="1394255"/>
                </a:xfrm>
                <a:custGeom>
                  <a:avLst/>
                  <a:gdLst>
                    <a:gd name="connsiteX0" fmla="*/ 1251999 w 1251998"/>
                    <a:gd name="connsiteY0" fmla="*/ 1108050 h 1394255"/>
                    <a:gd name="connsiteX1" fmla="*/ 413104 w 1251998"/>
                    <a:gd name="connsiteY1" fmla="*/ 0 h 1394255"/>
                    <a:gd name="connsiteX2" fmla="*/ 62802 w 1251998"/>
                    <a:gd name="connsiteY2" fmla="*/ 16001 h 1394255"/>
                    <a:gd name="connsiteX3" fmla="*/ 13086 w 1251998"/>
                    <a:gd name="connsiteY3" fmla="*/ 84575 h 1394255"/>
                    <a:gd name="connsiteX4" fmla="*/ 166807 w 1251998"/>
                    <a:gd name="connsiteY4" fmla="*/ 551453 h 1394255"/>
                    <a:gd name="connsiteX5" fmla="*/ 429676 w 1251998"/>
                    <a:gd name="connsiteY5" fmla="*/ 1362919 h 1394255"/>
                    <a:gd name="connsiteX6" fmla="*/ 477678 w 1251998"/>
                    <a:gd name="connsiteY6" fmla="*/ 1386348 h 1394255"/>
                    <a:gd name="connsiteX7" fmla="*/ 1105706 w 1251998"/>
                    <a:gd name="connsiteY7" fmla="*/ 1161195 h 1394255"/>
                    <a:gd name="connsiteX8" fmla="*/ 1244570 w 1251998"/>
                    <a:gd name="connsiteY8" fmla="*/ 1109764 h 1394255"/>
                    <a:gd name="connsiteX9" fmla="*/ 1244570 w 1251998"/>
                    <a:gd name="connsiteY9" fmla="*/ 1109764 h 1394255"/>
                    <a:gd name="connsiteX10" fmla="*/ 1244570 w 1251998"/>
                    <a:gd name="connsiteY10" fmla="*/ 1109764 h 1394255"/>
                    <a:gd name="connsiteX11" fmla="*/ 1251999 w 1251998"/>
                    <a:gd name="connsiteY11" fmla="*/ 1108050 h 1394255"/>
                    <a:gd name="connsiteX12" fmla="*/ 1251999 w 1251998"/>
                    <a:gd name="connsiteY12" fmla="*/ 1108050 h 13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998" h="1394255">
                      <a:moveTo>
                        <a:pt x="1251999" y="1108050"/>
                      </a:moveTo>
                      <a:lnTo>
                        <a:pt x="413104" y="0"/>
                      </a:lnTo>
                      <a:cubicBezTo>
                        <a:pt x="296527" y="10858"/>
                        <a:pt x="179379" y="10286"/>
                        <a:pt x="62802" y="16001"/>
                      </a:cubicBezTo>
                      <a:cubicBezTo>
                        <a:pt x="-9201" y="19429"/>
                        <a:pt x="-9201" y="16572"/>
                        <a:pt x="13086" y="84575"/>
                      </a:cubicBezTo>
                      <a:cubicBezTo>
                        <a:pt x="64517" y="240011"/>
                        <a:pt x="115948" y="396018"/>
                        <a:pt x="166807" y="551453"/>
                      </a:cubicBezTo>
                      <a:cubicBezTo>
                        <a:pt x="254811" y="821751"/>
                        <a:pt x="342243" y="1092049"/>
                        <a:pt x="429676" y="1362919"/>
                      </a:cubicBezTo>
                      <a:cubicBezTo>
                        <a:pt x="441677" y="1400063"/>
                        <a:pt x="442248" y="1398920"/>
                        <a:pt x="477678" y="1386348"/>
                      </a:cubicBezTo>
                      <a:cubicBezTo>
                        <a:pt x="686830" y="1311488"/>
                        <a:pt x="896554" y="1237199"/>
                        <a:pt x="1105706" y="1161195"/>
                      </a:cubicBezTo>
                      <a:cubicBezTo>
                        <a:pt x="1151994" y="1144623"/>
                        <a:pt x="1200568" y="1132051"/>
                        <a:pt x="1244570" y="1109764"/>
                      </a:cubicBezTo>
                      <a:lnTo>
                        <a:pt x="1244570" y="1109764"/>
                      </a:lnTo>
                      <a:lnTo>
                        <a:pt x="1244570" y="1109764"/>
                      </a:lnTo>
                      <a:cubicBezTo>
                        <a:pt x="1247427" y="1109764"/>
                        <a:pt x="1249713" y="1108621"/>
                        <a:pt x="1251999" y="1108050"/>
                      </a:cubicBezTo>
                      <a:lnTo>
                        <a:pt x="1251999" y="1108050"/>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63643218-0DBA-4BFA-BDA7-B0D7EE0094D3}"/>
                    </a:ext>
                  </a:extLst>
                </p:cNvPr>
                <p:cNvSpPr/>
                <p:nvPr/>
              </p:nvSpPr>
              <p:spPr>
                <a:xfrm>
                  <a:off x="7409336" y="6400982"/>
                  <a:ext cx="1760252" cy="217078"/>
                </a:xfrm>
                <a:custGeom>
                  <a:avLst/>
                  <a:gdLst>
                    <a:gd name="connsiteX0" fmla="*/ 1634963 w 1760252"/>
                    <a:gd name="connsiteY0" fmla="*/ 216435 h 217078"/>
                    <a:gd name="connsiteX1" fmla="*/ 84035 w 1760252"/>
                    <a:gd name="connsiteY1" fmla="*/ 121574 h 217078"/>
                    <a:gd name="connsiteX2" fmla="*/ 603 w 1760252"/>
                    <a:gd name="connsiteY2" fmla="*/ 29570 h 217078"/>
                    <a:gd name="connsiteX3" fmla="*/ 37748 w 1760252"/>
                    <a:gd name="connsiteY3" fmla="*/ 997 h 217078"/>
                    <a:gd name="connsiteX4" fmla="*/ 1735539 w 1760252"/>
                    <a:gd name="connsiteY4" fmla="*/ 162718 h 217078"/>
                    <a:gd name="connsiteX5" fmla="*/ 1760111 w 1760252"/>
                    <a:gd name="connsiteY5" fmla="*/ 178719 h 217078"/>
                    <a:gd name="connsiteX6" fmla="*/ 1737824 w 1760252"/>
                    <a:gd name="connsiteY6" fmla="*/ 197577 h 217078"/>
                    <a:gd name="connsiteX7" fmla="*/ 1634963 w 1760252"/>
                    <a:gd name="connsiteY7" fmla="*/ 216435 h 217078"/>
                    <a:gd name="connsiteX8" fmla="*/ 1634963 w 1760252"/>
                    <a:gd name="connsiteY8" fmla="*/ 216435 h 21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252" h="217078">
                      <a:moveTo>
                        <a:pt x="1634963" y="216435"/>
                      </a:moveTo>
                      <a:cubicBezTo>
                        <a:pt x="1518386" y="208435"/>
                        <a:pt x="207470" y="130145"/>
                        <a:pt x="84035" y="121574"/>
                      </a:cubicBezTo>
                      <a:cubicBezTo>
                        <a:pt x="30319" y="118145"/>
                        <a:pt x="-5111" y="77572"/>
                        <a:pt x="603" y="29570"/>
                      </a:cubicBezTo>
                      <a:cubicBezTo>
                        <a:pt x="3460" y="7854"/>
                        <a:pt x="13175" y="-3575"/>
                        <a:pt x="37748" y="997"/>
                      </a:cubicBezTo>
                      <a:cubicBezTo>
                        <a:pt x="112608" y="13569"/>
                        <a:pt x="1641820" y="147289"/>
                        <a:pt x="1735539" y="162718"/>
                      </a:cubicBezTo>
                      <a:cubicBezTo>
                        <a:pt x="1746968" y="164433"/>
                        <a:pt x="1758397" y="167290"/>
                        <a:pt x="1760111" y="178719"/>
                      </a:cubicBezTo>
                      <a:cubicBezTo>
                        <a:pt x="1761825" y="192434"/>
                        <a:pt x="1747539" y="194148"/>
                        <a:pt x="1737824" y="197577"/>
                      </a:cubicBezTo>
                      <a:cubicBezTo>
                        <a:pt x="1704109" y="209006"/>
                        <a:pt x="1670964" y="219864"/>
                        <a:pt x="1634963" y="216435"/>
                      </a:cubicBezTo>
                      <a:lnTo>
                        <a:pt x="1634963" y="216435"/>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697AC4EB-E961-405F-ACDA-B2434F876BE4}"/>
                    </a:ext>
                  </a:extLst>
                </p:cNvPr>
                <p:cNvSpPr/>
                <p:nvPr/>
              </p:nvSpPr>
              <p:spPr>
                <a:xfrm>
                  <a:off x="6952507" y="4726584"/>
                  <a:ext cx="531234" cy="1611633"/>
                </a:xfrm>
                <a:custGeom>
                  <a:avLst/>
                  <a:gdLst>
                    <a:gd name="connsiteX0" fmla="*/ 531149 w 531234"/>
                    <a:gd name="connsiteY0" fmla="*/ 1599963 h 1611633"/>
                    <a:gd name="connsiteX1" fmla="*/ 524291 w 531234"/>
                    <a:gd name="connsiteY1" fmla="*/ 1610821 h 1611633"/>
                    <a:gd name="connsiteX2" fmla="*/ 511719 w 531234"/>
                    <a:gd name="connsiteY2" fmla="*/ 1606249 h 1611633"/>
                    <a:gd name="connsiteX3" fmla="*/ 500290 w 531234"/>
                    <a:gd name="connsiteY3" fmla="*/ 1573105 h 1611633"/>
                    <a:gd name="connsiteX4" fmla="*/ 294567 w 531234"/>
                    <a:gd name="connsiteY4" fmla="*/ 933648 h 1611633"/>
                    <a:gd name="connsiteX5" fmla="*/ 8840 w 531234"/>
                    <a:gd name="connsiteY5" fmla="*/ 36464 h 1611633"/>
                    <a:gd name="connsiteX6" fmla="*/ 8268 w 531234"/>
                    <a:gd name="connsiteY6" fmla="*/ 1034 h 1611633"/>
                    <a:gd name="connsiteX7" fmla="*/ 28269 w 531234"/>
                    <a:gd name="connsiteY7" fmla="*/ 29035 h 1611633"/>
                    <a:gd name="connsiteX8" fmla="*/ 288281 w 531234"/>
                    <a:gd name="connsiteY8" fmla="*/ 843358 h 1611633"/>
                    <a:gd name="connsiteX9" fmla="*/ 524863 w 531234"/>
                    <a:gd name="connsiteY9" fmla="*/ 1579962 h 1611633"/>
                    <a:gd name="connsiteX10" fmla="*/ 531149 w 531234"/>
                    <a:gd name="connsiteY10" fmla="*/ 1599963 h 1611633"/>
                    <a:gd name="connsiteX11" fmla="*/ 531149 w 531234"/>
                    <a:gd name="connsiteY11" fmla="*/ 1599963 h 16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1234" h="1611633">
                      <a:moveTo>
                        <a:pt x="531149" y="1599963"/>
                      </a:moveTo>
                      <a:cubicBezTo>
                        <a:pt x="531720" y="1604535"/>
                        <a:pt x="529434" y="1608535"/>
                        <a:pt x="524291" y="1610821"/>
                      </a:cubicBezTo>
                      <a:cubicBezTo>
                        <a:pt x="518577" y="1613107"/>
                        <a:pt x="514005" y="1610249"/>
                        <a:pt x="511719" y="1606249"/>
                      </a:cubicBezTo>
                      <a:cubicBezTo>
                        <a:pt x="507148" y="1595392"/>
                        <a:pt x="503719" y="1584534"/>
                        <a:pt x="500290" y="1573105"/>
                      </a:cubicBezTo>
                      <a:cubicBezTo>
                        <a:pt x="431716" y="1359953"/>
                        <a:pt x="363141" y="1146800"/>
                        <a:pt x="294567" y="933648"/>
                      </a:cubicBezTo>
                      <a:cubicBezTo>
                        <a:pt x="199134" y="634777"/>
                        <a:pt x="103701" y="335335"/>
                        <a:pt x="8840" y="36464"/>
                      </a:cubicBezTo>
                      <a:cubicBezTo>
                        <a:pt x="5411" y="25607"/>
                        <a:pt x="-8876" y="6749"/>
                        <a:pt x="8268" y="1034"/>
                      </a:cubicBezTo>
                      <a:cubicBezTo>
                        <a:pt x="27126" y="-5252"/>
                        <a:pt x="24840" y="18749"/>
                        <a:pt x="28269" y="29035"/>
                      </a:cubicBezTo>
                      <a:cubicBezTo>
                        <a:pt x="115702" y="299905"/>
                        <a:pt x="201420" y="571917"/>
                        <a:pt x="288281" y="843358"/>
                      </a:cubicBezTo>
                      <a:cubicBezTo>
                        <a:pt x="366570" y="1089083"/>
                        <a:pt x="446002" y="1334237"/>
                        <a:pt x="524863" y="1579962"/>
                      </a:cubicBezTo>
                      <a:cubicBezTo>
                        <a:pt x="526577" y="1585677"/>
                        <a:pt x="528292" y="1592535"/>
                        <a:pt x="531149" y="1599963"/>
                      </a:cubicBezTo>
                      <a:lnTo>
                        <a:pt x="531149" y="1599963"/>
                      </a:lnTo>
                      <a:close/>
                    </a:path>
                  </a:pathLst>
                </a:custGeom>
                <a:solidFill>
                  <a:srgbClr val="9090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27C7DB33-6C87-4BD6-B733-8B52949F12E2}"/>
                    </a:ext>
                  </a:extLst>
                </p:cNvPr>
                <p:cNvSpPr/>
                <p:nvPr/>
              </p:nvSpPr>
              <p:spPr>
                <a:xfrm>
                  <a:off x="7729130" y="6057561"/>
                  <a:ext cx="662402" cy="280414"/>
                </a:xfrm>
                <a:custGeom>
                  <a:avLst/>
                  <a:gdLst>
                    <a:gd name="connsiteX0" fmla="*/ 13395 w 662402"/>
                    <a:gd name="connsiteY0" fmla="*/ 280415 h 280414"/>
                    <a:gd name="connsiteX1" fmla="*/ 251 w 662402"/>
                    <a:gd name="connsiteY1" fmla="*/ 273557 h 280414"/>
                    <a:gd name="connsiteX2" fmla="*/ 11109 w 662402"/>
                    <a:gd name="connsiteY2" fmla="*/ 259271 h 280414"/>
                    <a:gd name="connsiteX3" fmla="*/ 628280 w 662402"/>
                    <a:gd name="connsiteY3" fmla="*/ 10117 h 280414"/>
                    <a:gd name="connsiteX4" fmla="*/ 660853 w 662402"/>
                    <a:gd name="connsiteY4" fmla="*/ 7260 h 280414"/>
                    <a:gd name="connsiteX5" fmla="*/ 636852 w 662402"/>
                    <a:gd name="connsiteY5" fmla="*/ 28975 h 280414"/>
                    <a:gd name="connsiteX6" fmla="*/ 13395 w 662402"/>
                    <a:gd name="connsiteY6" fmla="*/ 280415 h 280414"/>
                    <a:gd name="connsiteX7" fmla="*/ 13395 w 662402"/>
                    <a:gd name="connsiteY7" fmla="*/ 280415 h 28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402" h="280414">
                      <a:moveTo>
                        <a:pt x="13395" y="280415"/>
                      </a:moveTo>
                      <a:cubicBezTo>
                        <a:pt x="6537" y="280415"/>
                        <a:pt x="1394" y="279844"/>
                        <a:pt x="251" y="273557"/>
                      </a:cubicBezTo>
                      <a:cubicBezTo>
                        <a:pt x="-1463" y="264414"/>
                        <a:pt x="5966" y="261557"/>
                        <a:pt x="11109" y="259271"/>
                      </a:cubicBezTo>
                      <a:cubicBezTo>
                        <a:pt x="48825" y="243270"/>
                        <a:pt x="460272" y="77549"/>
                        <a:pt x="628280" y="10117"/>
                      </a:cubicBezTo>
                      <a:cubicBezTo>
                        <a:pt x="638566" y="6117"/>
                        <a:pt x="653995" y="-8741"/>
                        <a:pt x="660853" y="7260"/>
                      </a:cubicBezTo>
                      <a:cubicBezTo>
                        <a:pt x="668282" y="23832"/>
                        <a:pt x="647138" y="24403"/>
                        <a:pt x="636852" y="28975"/>
                      </a:cubicBezTo>
                      <a:cubicBezTo>
                        <a:pt x="435700" y="111265"/>
                        <a:pt x="18538" y="278701"/>
                        <a:pt x="13395" y="280415"/>
                      </a:cubicBezTo>
                      <a:lnTo>
                        <a:pt x="13395" y="280415"/>
                      </a:lnTo>
                      <a:close/>
                    </a:path>
                  </a:pathLst>
                </a:custGeom>
                <a:solidFill>
                  <a:srgbClr val="908F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C1A410AF-BEB1-42F0-8445-252CE520DCC5}"/>
                    </a:ext>
                  </a:extLst>
                </p:cNvPr>
                <p:cNvSpPr/>
                <p:nvPr/>
              </p:nvSpPr>
              <p:spPr>
                <a:xfrm>
                  <a:off x="7609376" y="6263687"/>
                  <a:ext cx="114290" cy="51430"/>
                </a:xfrm>
                <a:custGeom>
                  <a:avLst/>
                  <a:gdLst>
                    <a:gd name="connsiteX0" fmla="*/ 0 w 114290"/>
                    <a:gd name="connsiteY0" fmla="*/ 42288 h 51430"/>
                    <a:gd name="connsiteX1" fmla="*/ 110862 w 114290"/>
                    <a:gd name="connsiteY1" fmla="*/ 0 h 51430"/>
                    <a:gd name="connsiteX2" fmla="*/ 114291 w 114290"/>
                    <a:gd name="connsiteY2" fmla="*/ 9143 h 51430"/>
                    <a:gd name="connsiteX3" fmla="*/ 3429 w 114290"/>
                    <a:gd name="connsiteY3" fmla="*/ 51431 h 51430"/>
                    <a:gd name="connsiteX4" fmla="*/ 0 w 114290"/>
                    <a:gd name="connsiteY4" fmla="*/ 42288 h 51430"/>
                    <a:gd name="connsiteX5" fmla="*/ 0 w 114290"/>
                    <a:gd name="connsiteY5" fmla="*/ 42288 h 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0" h="51430">
                      <a:moveTo>
                        <a:pt x="0" y="42288"/>
                      </a:moveTo>
                      <a:cubicBezTo>
                        <a:pt x="36573" y="28001"/>
                        <a:pt x="73718" y="14286"/>
                        <a:pt x="110862" y="0"/>
                      </a:cubicBezTo>
                      <a:cubicBezTo>
                        <a:pt x="112005" y="3429"/>
                        <a:pt x="113148" y="6286"/>
                        <a:pt x="114291" y="9143"/>
                      </a:cubicBezTo>
                      <a:cubicBezTo>
                        <a:pt x="77718" y="23429"/>
                        <a:pt x="40573" y="37145"/>
                        <a:pt x="3429" y="51431"/>
                      </a:cubicBezTo>
                      <a:cubicBezTo>
                        <a:pt x="2286" y="48574"/>
                        <a:pt x="1143" y="45145"/>
                        <a:pt x="0" y="42288"/>
                      </a:cubicBezTo>
                      <a:lnTo>
                        <a:pt x="0" y="42288"/>
                      </a:lnTo>
                      <a:close/>
                    </a:path>
                  </a:pathLst>
                </a:custGeom>
                <a:solidFill>
                  <a:srgbClr val="D0D0D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6" name="Group 5">
              <a:extLst>
                <a:ext uri="{FF2B5EF4-FFF2-40B4-BE49-F238E27FC236}">
                  <a16:creationId xmlns:a16="http://schemas.microsoft.com/office/drawing/2014/main" id="{28F1E337-6C60-4127-884D-6EC7C45D8862}"/>
                </a:ext>
              </a:extLst>
            </p:cNvPr>
            <p:cNvGrpSpPr/>
            <p:nvPr/>
          </p:nvGrpSpPr>
          <p:grpSpPr>
            <a:xfrm>
              <a:off x="1036543" y="2045143"/>
              <a:ext cx="2961756" cy="3431661"/>
              <a:chOff x="810119" y="1788769"/>
              <a:chExt cx="2961756" cy="3431661"/>
            </a:xfrm>
          </p:grpSpPr>
          <p:sp>
            <p:nvSpPr>
              <p:cNvPr id="33" name="Freeform: Shape 32">
                <a:extLst>
                  <a:ext uri="{FF2B5EF4-FFF2-40B4-BE49-F238E27FC236}">
                    <a16:creationId xmlns:a16="http://schemas.microsoft.com/office/drawing/2014/main" id="{3D05294A-8EBB-4E5E-AE89-A2B9790146E3}"/>
                  </a:ext>
                </a:extLst>
              </p:cNvPr>
              <p:cNvSpPr/>
              <p:nvPr/>
            </p:nvSpPr>
            <p:spPr>
              <a:xfrm rot="739140" flipH="1">
                <a:off x="2488836" y="1806214"/>
                <a:ext cx="589030" cy="684918"/>
              </a:xfrm>
              <a:custGeom>
                <a:avLst/>
                <a:gdLst>
                  <a:gd name="connsiteX0" fmla="*/ 737970 w 815751"/>
                  <a:gd name="connsiteY0" fmla="*/ 666829 h 948547"/>
                  <a:gd name="connsiteX1" fmla="*/ 821442 w 815751"/>
                  <a:gd name="connsiteY1" fmla="*/ 388905 h 948547"/>
                  <a:gd name="connsiteX2" fmla="*/ 410721 w 815751"/>
                  <a:gd name="connsiteY2" fmla="*/ 0 h 948547"/>
                  <a:gd name="connsiteX3" fmla="*/ 0 w 815751"/>
                  <a:gd name="connsiteY3" fmla="*/ 388905 h 948547"/>
                  <a:gd name="connsiteX4" fmla="*/ 42685 w 815751"/>
                  <a:gd name="connsiteY4" fmla="*/ 561540 h 948547"/>
                  <a:gd name="connsiteX5" fmla="*/ 90112 w 815751"/>
                  <a:gd name="connsiteY5" fmla="*/ 828082 h 948547"/>
                  <a:gd name="connsiteX6" fmla="*/ 90112 w 815751"/>
                  <a:gd name="connsiteY6" fmla="*/ 828082 h 948547"/>
                  <a:gd name="connsiteX7" fmla="*/ 129002 w 815751"/>
                  <a:gd name="connsiteY7" fmla="*/ 863178 h 948547"/>
                  <a:gd name="connsiteX8" fmla="*/ 257056 w 815751"/>
                  <a:gd name="connsiteY8" fmla="*/ 897326 h 948547"/>
                  <a:gd name="connsiteX9" fmla="*/ 492296 w 815751"/>
                  <a:gd name="connsiteY9" fmla="*/ 860333 h 948547"/>
                  <a:gd name="connsiteX10" fmla="*/ 602328 w 815751"/>
                  <a:gd name="connsiteY10" fmla="*/ 957085 h 948547"/>
                  <a:gd name="connsiteX11" fmla="*/ 758838 w 815751"/>
                  <a:gd name="connsiteY11" fmla="*/ 734176 h 948547"/>
                  <a:gd name="connsiteX12" fmla="*/ 737970 w 815751"/>
                  <a:gd name="connsiteY12" fmla="*/ 666829 h 94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5751" h="948547">
                    <a:moveTo>
                      <a:pt x="737970" y="666829"/>
                    </a:moveTo>
                    <a:cubicBezTo>
                      <a:pt x="771169" y="552055"/>
                      <a:pt x="815751" y="510319"/>
                      <a:pt x="821442" y="388905"/>
                    </a:cubicBezTo>
                    <a:cubicBezTo>
                      <a:pt x="832825" y="174533"/>
                      <a:pt x="637424" y="0"/>
                      <a:pt x="410721" y="0"/>
                    </a:cubicBezTo>
                    <a:cubicBezTo>
                      <a:pt x="184018" y="0"/>
                      <a:pt x="0" y="173584"/>
                      <a:pt x="0" y="388905"/>
                    </a:cubicBezTo>
                    <a:cubicBezTo>
                      <a:pt x="0" y="451509"/>
                      <a:pt x="31302" y="502730"/>
                      <a:pt x="42685" y="561540"/>
                    </a:cubicBezTo>
                    <a:cubicBezTo>
                      <a:pt x="42685" y="562489"/>
                      <a:pt x="81575" y="825237"/>
                      <a:pt x="90112" y="828082"/>
                    </a:cubicBezTo>
                    <a:lnTo>
                      <a:pt x="90112" y="828082"/>
                    </a:lnTo>
                    <a:cubicBezTo>
                      <a:pt x="95803" y="849899"/>
                      <a:pt x="111929" y="857487"/>
                      <a:pt x="129002" y="863178"/>
                    </a:cubicBezTo>
                    <a:cubicBezTo>
                      <a:pt x="136591" y="867921"/>
                      <a:pt x="252314" y="894481"/>
                      <a:pt x="257056" y="897326"/>
                    </a:cubicBezTo>
                    <a:cubicBezTo>
                      <a:pt x="338632" y="905863"/>
                      <a:pt x="416412" y="889738"/>
                      <a:pt x="492296" y="860333"/>
                    </a:cubicBezTo>
                    <a:cubicBezTo>
                      <a:pt x="515061" y="850847"/>
                      <a:pt x="578614" y="932422"/>
                      <a:pt x="602328" y="957085"/>
                    </a:cubicBezTo>
                    <a:cubicBezTo>
                      <a:pt x="615608" y="959930"/>
                      <a:pt x="742713" y="794883"/>
                      <a:pt x="758838" y="734176"/>
                    </a:cubicBezTo>
                    <a:cubicBezTo>
                      <a:pt x="750301" y="723742"/>
                      <a:pt x="737970" y="688646"/>
                      <a:pt x="737970" y="66682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A580AE8D-9042-445B-9D1C-34885AEA4D6C}"/>
                  </a:ext>
                </a:extLst>
              </p:cNvPr>
              <p:cNvSpPr/>
              <p:nvPr/>
            </p:nvSpPr>
            <p:spPr>
              <a:xfrm rot="739140" flipH="1">
                <a:off x="2428885" y="1788769"/>
                <a:ext cx="684918" cy="506840"/>
              </a:xfrm>
              <a:custGeom>
                <a:avLst/>
                <a:gdLst>
                  <a:gd name="connsiteX0" fmla="*/ 912217 w 948547"/>
                  <a:gd name="connsiteY0" fmla="*/ 188902 h 701925"/>
                  <a:gd name="connsiteX1" fmla="*/ 798391 w 948547"/>
                  <a:gd name="connsiteY1" fmla="*/ 80768 h 701925"/>
                  <a:gd name="connsiteX2" fmla="*/ 748118 w 948547"/>
                  <a:gd name="connsiteY2" fmla="*/ 11524 h 701925"/>
                  <a:gd name="connsiteX3" fmla="*/ 639983 w 948547"/>
                  <a:gd name="connsiteY3" fmla="*/ 13421 h 701925"/>
                  <a:gd name="connsiteX4" fmla="*/ 597299 w 948547"/>
                  <a:gd name="connsiteY4" fmla="*/ 19112 h 701925"/>
                  <a:gd name="connsiteX5" fmla="*/ 386721 w 948547"/>
                  <a:gd name="connsiteY5" fmla="*/ 10575 h 701925"/>
                  <a:gd name="connsiteX6" fmla="*/ 288072 w 948547"/>
                  <a:gd name="connsiteY6" fmla="*/ 24804 h 701925"/>
                  <a:gd name="connsiteX7" fmla="*/ 158121 w 948547"/>
                  <a:gd name="connsiteY7" fmla="*/ 56106 h 701925"/>
                  <a:gd name="connsiteX8" fmla="*/ 125870 w 948547"/>
                  <a:gd name="connsiteY8" fmla="*/ 76025 h 701925"/>
                  <a:gd name="connsiteX9" fmla="*/ 63266 w 948547"/>
                  <a:gd name="connsiteY9" fmla="*/ 198388 h 701925"/>
                  <a:gd name="connsiteX10" fmla="*/ 3508 w 948547"/>
                  <a:gd name="connsiteY10" fmla="*/ 349207 h 701925"/>
                  <a:gd name="connsiteX11" fmla="*/ 4456 w 948547"/>
                  <a:gd name="connsiteY11" fmla="*/ 422245 h 701925"/>
                  <a:gd name="connsiteX12" fmla="*/ 4456 w 948547"/>
                  <a:gd name="connsiteY12" fmla="*/ 422245 h 701925"/>
                  <a:gd name="connsiteX13" fmla="*/ 58524 w 948547"/>
                  <a:gd name="connsiteY13" fmla="*/ 583498 h 701925"/>
                  <a:gd name="connsiteX14" fmla="*/ 71803 w 948547"/>
                  <a:gd name="connsiteY14" fmla="*/ 560733 h 701925"/>
                  <a:gd name="connsiteX15" fmla="*/ 104054 w 948547"/>
                  <a:gd name="connsiteY15" fmla="*/ 474415 h 701925"/>
                  <a:gd name="connsiteX16" fmla="*/ 142944 w 948547"/>
                  <a:gd name="connsiteY16" fmla="*/ 476312 h 701925"/>
                  <a:gd name="connsiteX17" fmla="*/ 200806 w 948547"/>
                  <a:gd name="connsiteY17" fmla="*/ 564527 h 701925"/>
                  <a:gd name="connsiteX18" fmla="*/ 263410 w 948547"/>
                  <a:gd name="connsiteY18" fmla="*/ 581601 h 701925"/>
                  <a:gd name="connsiteX19" fmla="*/ 421817 w 948547"/>
                  <a:gd name="connsiteY19" fmla="*/ 565476 h 701925"/>
                  <a:gd name="connsiteX20" fmla="*/ 497701 w 948547"/>
                  <a:gd name="connsiteY20" fmla="*/ 528482 h 701925"/>
                  <a:gd name="connsiteX21" fmla="*/ 524260 w 948547"/>
                  <a:gd name="connsiteY21" fmla="*/ 540814 h 701925"/>
                  <a:gd name="connsiteX22" fmla="*/ 739581 w 948547"/>
                  <a:gd name="connsiteY22" fmla="*/ 710604 h 701925"/>
                  <a:gd name="connsiteX23" fmla="*/ 788905 w 948547"/>
                  <a:gd name="connsiteY23" fmla="*/ 634720 h 701925"/>
                  <a:gd name="connsiteX24" fmla="*/ 814516 w 948547"/>
                  <a:gd name="connsiteY24" fmla="*/ 570219 h 701925"/>
                  <a:gd name="connsiteX25" fmla="*/ 863841 w 948547"/>
                  <a:gd name="connsiteY25" fmla="*/ 491489 h 701925"/>
                  <a:gd name="connsiteX26" fmla="*/ 919805 w 948547"/>
                  <a:gd name="connsiteY26" fmla="*/ 377663 h 701925"/>
                  <a:gd name="connsiteX27" fmla="*/ 912217 w 948547"/>
                  <a:gd name="connsiteY27" fmla="*/ 188902 h 701925"/>
                  <a:gd name="connsiteX28" fmla="*/ 104054 w 948547"/>
                  <a:gd name="connsiteY28" fmla="*/ 413708 h 701925"/>
                  <a:gd name="connsiteX29" fmla="*/ 85083 w 948547"/>
                  <a:gd name="connsiteY29" fmla="*/ 446907 h 701925"/>
                  <a:gd name="connsiteX30" fmla="*/ 40501 w 948547"/>
                  <a:gd name="connsiteY30" fmla="*/ 445959 h 701925"/>
                  <a:gd name="connsiteX31" fmla="*/ 24376 w 948547"/>
                  <a:gd name="connsiteY31" fmla="*/ 431731 h 701925"/>
                  <a:gd name="connsiteX32" fmla="*/ 44295 w 948547"/>
                  <a:gd name="connsiteY32" fmla="*/ 400429 h 701925"/>
                  <a:gd name="connsiteX33" fmla="*/ 80340 w 948547"/>
                  <a:gd name="connsiteY33" fmla="*/ 394737 h 701925"/>
                  <a:gd name="connsiteX34" fmla="*/ 100260 w 948547"/>
                  <a:gd name="connsiteY34" fmla="*/ 403274 h 701925"/>
                  <a:gd name="connsiteX35" fmla="*/ 104054 w 948547"/>
                  <a:gd name="connsiteY35" fmla="*/ 413708 h 701925"/>
                  <a:gd name="connsiteX36" fmla="*/ 366802 w 948547"/>
                  <a:gd name="connsiteY36" fmla="*/ 431731 h 701925"/>
                  <a:gd name="connsiteX37" fmla="*/ 346882 w 948547"/>
                  <a:gd name="connsiteY37" fmla="*/ 442165 h 701925"/>
                  <a:gd name="connsiteX38" fmla="*/ 257719 w 948547"/>
                  <a:gd name="connsiteY38" fmla="*/ 439319 h 701925"/>
                  <a:gd name="connsiteX39" fmla="*/ 229262 w 948547"/>
                  <a:gd name="connsiteY39" fmla="*/ 405171 h 701925"/>
                  <a:gd name="connsiteX40" fmla="*/ 235902 w 948547"/>
                  <a:gd name="connsiteY40" fmla="*/ 396634 h 701925"/>
                  <a:gd name="connsiteX41" fmla="*/ 270050 w 948547"/>
                  <a:gd name="connsiteY41" fmla="*/ 385252 h 701925"/>
                  <a:gd name="connsiteX42" fmla="*/ 327911 w 948547"/>
                  <a:gd name="connsiteY42" fmla="*/ 395686 h 701925"/>
                  <a:gd name="connsiteX43" fmla="*/ 366802 w 948547"/>
                  <a:gd name="connsiteY43" fmla="*/ 431731 h 70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48547" h="701925">
                    <a:moveTo>
                      <a:pt x="912217" y="188902"/>
                    </a:moveTo>
                    <a:cubicBezTo>
                      <a:pt x="893246" y="179417"/>
                      <a:pt x="800288" y="120607"/>
                      <a:pt x="798391" y="80768"/>
                    </a:cubicBezTo>
                    <a:cubicBezTo>
                      <a:pt x="796494" y="48517"/>
                      <a:pt x="778471" y="24804"/>
                      <a:pt x="748118" y="11524"/>
                    </a:cubicBezTo>
                    <a:cubicBezTo>
                      <a:pt x="711124" y="-4601"/>
                      <a:pt x="676028" y="-3653"/>
                      <a:pt x="639983" y="13421"/>
                    </a:cubicBezTo>
                    <a:cubicBezTo>
                      <a:pt x="626704" y="21958"/>
                      <a:pt x="611527" y="21009"/>
                      <a:pt x="597299" y="19112"/>
                    </a:cubicBezTo>
                    <a:cubicBezTo>
                      <a:pt x="573585" y="15318"/>
                      <a:pt x="432251" y="141"/>
                      <a:pt x="386721" y="10575"/>
                    </a:cubicBezTo>
                    <a:cubicBezTo>
                      <a:pt x="356367" y="18164"/>
                      <a:pt x="318426" y="18164"/>
                      <a:pt x="288072" y="24804"/>
                    </a:cubicBezTo>
                    <a:cubicBezTo>
                      <a:pt x="266255" y="29546"/>
                      <a:pt x="203651" y="58951"/>
                      <a:pt x="158121" y="56106"/>
                    </a:cubicBezTo>
                    <a:cubicBezTo>
                      <a:pt x="144841" y="55157"/>
                      <a:pt x="133459" y="63694"/>
                      <a:pt x="125870" y="76025"/>
                    </a:cubicBezTo>
                    <a:cubicBezTo>
                      <a:pt x="101208" y="114916"/>
                      <a:pt x="78443" y="154755"/>
                      <a:pt x="63266" y="198388"/>
                    </a:cubicBezTo>
                    <a:cubicBezTo>
                      <a:pt x="39553" y="258146"/>
                      <a:pt x="7302" y="292294"/>
                      <a:pt x="3508" y="349207"/>
                    </a:cubicBezTo>
                    <a:cubicBezTo>
                      <a:pt x="662" y="358692"/>
                      <a:pt x="-3132" y="396634"/>
                      <a:pt x="4456" y="422245"/>
                    </a:cubicBezTo>
                    <a:lnTo>
                      <a:pt x="4456" y="422245"/>
                    </a:lnTo>
                    <a:cubicBezTo>
                      <a:pt x="18684" y="451650"/>
                      <a:pt x="51884" y="563579"/>
                      <a:pt x="58524" y="583498"/>
                    </a:cubicBezTo>
                    <a:cubicBezTo>
                      <a:pt x="71803" y="581601"/>
                      <a:pt x="68958" y="569270"/>
                      <a:pt x="71803" y="560733"/>
                    </a:cubicBezTo>
                    <a:cubicBezTo>
                      <a:pt x="80340" y="531328"/>
                      <a:pt x="85083" y="500026"/>
                      <a:pt x="104054" y="474415"/>
                    </a:cubicBezTo>
                    <a:cubicBezTo>
                      <a:pt x="115436" y="463981"/>
                      <a:pt x="132510" y="457341"/>
                      <a:pt x="142944" y="476312"/>
                    </a:cubicBezTo>
                    <a:cubicBezTo>
                      <a:pt x="167607" y="518049"/>
                      <a:pt x="177092" y="536071"/>
                      <a:pt x="200806" y="564527"/>
                    </a:cubicBezTo>
                    <a:cubicBezTo>
                      <a:pt x="217880" y="584447"/>
                      <a:pt x="237799" y="592984"/>
                      <a:pt x="263410" y="581601"/>
                    </a:cubicBezTo>
                    <a:cubicBezTo>
                      <a:pt x="296609" y="568322"/>
                      <a:pt x="403795" y="566424"/>
                      <a:pt x="421817" y="565476"/>
                    </a:cubicBezTo>
                    <a:cubicBezTo>
                      <a:pt x="455017" y="564527"/>
                      <a:pt x="484421" y="559785"/>
                      <a:pt x="497701" y="528482"/>
                    </a:cubicBezTo>
                    <a:cubicBezTo>
                      <a:pt x="501495" y="518049"/>
                      <a:pt x="518569" y="532277"/>
                      <a:pt x="524260" y="540814"/>
                    </a:cubicBezTo>
                    <a:cubicBezTo>
                      <a:pt x="555563" y="616697"/>
                      <a:pt x="685514" y="703964"/>
                      <a:pt x="739581" y="710604"/>
                    </a:cubicBezTo>
                    <a:cubicBezTo>
                      <a:pt x="782266" y="715346"/>
                      <a:pt x="786060" y="649897"/>
                      <a:pt x="788905" y="634720"/>
                    </a:cubicBezTo>
                    <a:cubicBezTo>
                      <a:pt x="792699" y="611006"/>
                      <a:pt x="797442" y="586344"/>
                      <a:pt x="814516" y="570219"/>
                    </a:cubicBezTo>
                    <a:cubicBezTo>
                      <a:pt x="837281" y="549351"/>
                      <a:pt x="860995" y="522791"/>
                      <a:pt x="863841" y="491489"/>
                    </a:cubicBezTo>
                    <a:cubicBezTo>
                      <a:pt x="868583" y="444062"/>
                      <a:pt x="882811" y="403274"/>
                      <a:pt x="919805" y="377663"/>
                    </a:cubicBezTo>
                    <a:cubicBezTo>
                      <a:pt x="945416" y="360590"/>
                      <a:pt x="973872" y="220205"/>
                      <a:pt x="912217" y="188902"/>
                    </a:cubicBezTo>
                    <a:close/>
                    <a:moveTo>
                      <a:pt x="104054" y="413708"/>
                    </a:moveTo>
                    <a:cubicBezTo>
                      <a:pt x="98363" y="425091"/>
                      <a:pt x="95517" y="444062"/>
                      <a:pt x="85083" y="446907"/>
                    </a:cubicBezTo>
                    <a:cubicBezTo>
                      <a:pt x="67060" y="451650"/>
                      <a:pt x="57575" y="453547"/>
                      <a:pt x="40501" y="445959"/>
                    </a:cubicBezTo>
                    <a:cubicBezTo>
                      <a:pt x="35758" y="444062"/>
                      <a:pt x="25324" y="441216"/>
                      <a:pt x="24376" y="431731"/>
                    </a:cubicBezTo>
                    <a:cubicBezTo>
                      <a:pt x="23427" y="421297"/>
                      <a:pt x="32913" y="416554"/>
                      <a:pt x="44295" y="400429"/>
                    </a:cubicBezTo>
                    <a:cubicBezTo>
                      <a:pt x="55678" y="386200"/>
                      <a:pt x="68958" y="389995"/>
                      <a:pt x="80340" y="394737"/>
                    </a:cubicBezTo>
                    <a:cubicBezTo>
                      <a:pt x="87929" y="397583"/>
                      <a:pt x="93620" y="399480"/>
                      <a:pt x="100260" y="403274"/>
                    </a:cubicBezTo>
                    <a:cubicBezTo>
                      <a:pt x="102157" y="406120"/>
                      <a:pt x="106899" y="408017"/>
                      <a:pt x="104054" y="413708"/>
                    </a:cubicBezTo>
                    <a:close/>
                    <a:moveTo>
                      <a:pt x="366802" y="431731"/>
                    </a:moveTo>
                    <a:cubicBezTo>
                      <a:pt x="363956" y="440268"/>
                      <a:pt x="354470" y="440268"/>
                      <a:pt x="346882" y="442165"/>
                    </a:cubicBezTo>
                    <a:cubicBezTo>
                      <a:pt x="316529" y="448805"/>
                      <a:pt x="287123" y="445959"/>
                      <a:pt x="257719" y="439319"/>
                    </a:cubicBezTo>
                    <a:cubicBezTo>
                      <a:pt x="239696" y="435525"/>
                      <a:pt x="237799" y="417502"/>
                      <a:pt x="229262" y="405171"/>
                    </a:cubicBezTo>
                    <a:cubicBezTo>
                      <a:pt x="224519" y="398531"/>
                      <a:pt x="232108" y="397583"/>
                      <a:pt x="235902" y="396634"/>
                    </a:cubicBezTo>
                    <a:cubicBezTo>
                      <a:pt x="247284" y="392840"/>
                      <a:pt x="259616" y="390943"/>
                      <a:pt x="270050" y="385252"/>
                    </a:cubicBezTo>
                    <a:cubicBezTo>
                      <a:pt x="292815" y="372921"/>
                      <a:pt x="310837" y="378612"/>
                      <a:pt x="327911" y="395686"/>
                    </a:cubicBezTo>
                    <a:cubicBezTo>
                      <a:pt x="346882" y="412760"/>
                      <a:pt x="369647" y="422245"/>
                      <a:pt x="366802" y="431731"/>
                    </a:cubicBezTo>
                    <a:close/>
                  </a:path>
                </a:pathLst>
              </a:custGeom>
              <a:solidFill>
                <a:schemeClr val="tx1">
                  <a:lumMod val="75000"/>
                  <a:lumOff val="2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2EAC8916-4A6C-407A-86DD-9D643E06A17C}"/>
                  </a:ext>
                </a:extLst>
              </p:cNvPr>
              <p:cNvSpPr/>
              <p:nvPr/>
            </p:nvSpPr>
            <p:spPr>
              <a:xfrm rot="739140" flipH="1">
                <a:off x="2568160" y="2404920"/>
                <a:ext cx="253420" cy="143832"/>
              </a:xfrm>
              <a:custGeom>
                <a:avLst/>
                <a:gdLst>
                  <a:gd name="connsiteX0" fmla="*/ 9 w 350962"/>
                  <a:gd name="connsiteY0" fmla="*/ 48698 h 199195"/>
                  <a:gd name="connsiteX1" fmla="*/ 252323 w 350962"/>
                  <a:gd name="connsiteY1" fmla="*/ 2219 h 199195"/>
                  <a:gd name="connsiteX2" fmla="*/ 274139 w 350962"/>
                  <a:gd name="connsiteY2" fmla="*/ 6013 h 199195"/>
                  <a:gd name="connsiteX3" fmla="*/ 357612 w 350962"/>
                  <a:gd name="connsiteY3" fmla="*/ 112251 h 199195"/>
                  <a:gd name="connsiteX4" fmla="*/ 321567 w 350962"/>
                  <a:gd name="connsiteY4" fmla="*/ 145450 h 199195"/>
                  <a:gd name="connsiteX5" fmla="*/ 174542 w 350962"/>
                  <a:gd name="connsiteY5" fmla="*/ 205208 h 199195"/>
                  <a:gd name="connsiteX6" fmla="*/ 81584 w 350962"/>
                  <a:gd name="connsiteY6" fmla="*/ 173906 h 199195"/>
                  <a:gd name="connsiteX7" fmla="*/ 9 w 350962"/>
                  <a:gd name="connsiteY7" fmla="*/ 48698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962" h="199195">
                    <a:moveTo>
                      <a:pt x="9" y="48698"/>
                    </a:moveTo>
                    <a:cubicBezTo>
                      <a:pt x="88224" y="53441"/>
                      <a:pt x="171696" y="37315"/>
                      <a:pt x="252323" y="2219"/>
                    </a:cubicBezTo>
                    <a:cubicBezTo>
                      <a:pt x="260860" y="-1575"/>
                      <a:pt x="268448" y="-626"/>
                      <a:pt x="274139" y="6013"/>
                    </a:cubicBezTo>
                    <a:cubicBezTo>
                      <a:pt x="299750" y="40161"/>
                      <a:pt x="338641" y="73360"/>
                      <a:pt x="357612" y="112251"/>
                    </a:cubicBezTo>
                    <a:cubicBezTo>
                      <a:pt x="359509" y="122685"/>
                      <a:pt x="327258" y="142604"/>
                      <a:pt x="321567" y="145450"/>
                    </a:cubicBezTo>
                    <a:cubicBezTo>
                      <a:pt x="307338" y="151141"/>
                      <a:pt x="237146" y="202363"/>
                      <a:pt x="174542" y="205208"/>
                    </a:cubicBezTo>
                    <a:cubicBezTo>
                      <a:pt x="130909" y="207105"/>
                      <a:pt x="108143" y="208054"/>
                      <a:pt x="81584" y="173906"/>
                    </a:cubicBezTo>
                    <a:cubicBezTo>
                      <a:pt x="73047" y="166318"/>
                      <a:pt x="-940" y="55338"/>
                      <a:pt x="9" y="48698"/>
                    </a:cubicBezTo>
                    <a:close/>
                  </a:path>
                </a:pathLst>
              </a:custGeom>
              <a:solidFill>
                <a:srgbClr val="E0B282"/>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Shape 72">
                <a:extLst>
                  <a:ext uri="{FF2B5EF4-FFF2-40B4-BE49-F238E27FC236}">
                    <a16:creationId xmlns:a16="http://schemas.microsoft.com/office/drawing/2014/main" id="{6705535D-4C08-48DC-ACF1-B05D2E497A92}"/>
                  </a:ext>
                </a:extLst>
              </p:cNvPr>
              <p:cNvSpPr/>
              <p:nvPr/>
            </p:nvSpPr>
            <p:spPr>
              <a:xfrm rot="739140" flipH="1">
                <a:off x="1329694" y="2274675"/>
                <a:ext cx="2007347" cy="2918396"/>
              </a:xfrm>
              <a:custGeom>
                <a:avLst/>
                <a:gdLst>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2175 w 2007347"/>
                  <a:gd name="connsiteY30" fmla="*/ 2574680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0351 w 2007347"/>
                  <a:gd name="connsiteY30" fmla="*/ 2583029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07347" h="2918396">
                    <a:moveTo>
                      <a:pt x="1500877" y="67223"/>
                    </a:moveTo>
                    <a:cubicBezTo>
                      <a:pt x="1376222" y="50785"/>
                      <a:pt x="1138555" y="-2638"/>
                      <a:pt x="1152254" y="102"/>
                    </a:cubicBezTo>
                    <a:cubicBezTo>
                      <a:pt x="1087187" y="111058"/>
                      <a:pt x="1043352" y="204207"/>
                      <a:pt x="911848" y="224754"/>
                    </a:cubicBezTo>
                    <a:cubicBezTo>
                      <a:pt x="845410" y="235029"/>
                      <a:pt x="835822" y="160372"/>
                      <a:pt x="792671" y="121332"/>
                    </a:cubicBezTo>
                    <a:cubicBezTo>
                      <a:pt x="782398" y="107634"/>
                      <a:pt x="742673" y="112428"/>
                      <a:pt x="667332" y="156948"/>
                    </a:cubicBezTo>
                    <a:cubicBezTo>
                      <a:pt x="556375" y="214481"/>
                      <a:pt x="443364" y="280918"/>
                      <a:pt x="356379" y="367902"/>
                    </a:cubicBezTo>
                    <a:cubicBezTo>
                      <a:pt x="312544" y="411052"/>
                      <a:pt x="294051" y="430230"/>
                      <a:pt x="254327" y="471324"/>
                    </a:cubicBezTo>
                    <a:cubicBezTo>
                      <a:pt x="259806" y="374751"/>
                      <a:pt x="273504" y="28183"/>
                      <a:pt x="273504" y="28183"/>
                    </a:cubicBezTo>
                    <a:cubicBezTo>
                      <a:pt x="278299" y="29553"/>
                      <a:pt x="93371" y="30923"/>
                      <a:pt x="70083" y="36402"/>
                    </a:cubicBezTo>
                    <a:cubicBezTo>
                      <a:pt x="61180" y="132290"/>
                      <a:pt x="6386" y="592556"/>
                      <a:pt x="222" y="678170"/>
                    </a:cubicBezTo>
                    <a:cubicBezTo>
                      <a:pt x="-5257" y="763785"/>
                      <a:pt x="91316" y="848714"/>
                      <a:pt x="221450" y="797345"/>
                    </a:cubicBezTo>
                    <a:cubicBezTo>
                      <a:pt x="370077" y="719265"/>
                      <a:pt x="628976" y="550090"/>
                      <a:pt x="782398" y="491187"/>
                    </a:cubicBezTo>
                    <a:cubicBezTo>
                      <a:pt x="889930" y="511735"/>
                      <a:pt x="946093" y="857618"/>
                      <a:pt x="991298" y="955562"/>
                    </a:cubicBezTo>
                    <a:cubicBezTo>
                      <a:pt x="1049516" y="1080902"/>
                      <a:pt x="1089926" y="1106929"/>
                      <a:pt x="1117323" y="1165147"/>
                    </a:cubicBezTo>
                    <a:cubicBezTo>
                      <a:pt x="1028968" y="1208296"/>
                      <a:pt x="567334" y="1363088"/>
                      <a:pt x="474870" y="1417196"/>
                    </a:cubicBezTo>
                    <a:cubicBezTo>
                      <a:pt x="429666" y="1443223"/>
                      <a:pt x="334462" y="1651438"/>
                      <a:pt x="322133" y="1767874"/>
                    </a:cubicBezTo>
                    <a:cubicBezTo>
                      <a:pt x="298162" y="1839790"/>
                      <a:pt x="270764" y="2177455"/>
                      <a:pt x="274189" y="2209646"/>
                    </a:cubicBezTo>
                    <a:cubicBezTo>
                      <a:pt x="281038" y="2254165"/>
                      <a:pt x="293367" y="2408272"/>
                      <a:pt x="203642" y="2475394"/>
                    </a:cubicBezTo>
                    <a:lnTo>
                      <a:pt x="175561" y="2500736"/>
                    </a:lnTo>
                    <a:cubicBezTo>
                      <a:pt x="163233" y="2512380"/>
                      <a:pt x="161863" y="2525393"/>
                      <a:pt x="172136" y="2539091"/>
                    </a:cubicBezTo>
                    <a:cubicBezTo>
                      <a:pt x="238573" y="2538407"/>
                      <a:pt x="462541" y="2552105"/>
                      <a:pt x="568019" y="2605528"/>
                    </a:cubicBezTo>
                    <a:cubicBezTo>
                      <a:pt x="567334" y="2585665"/>
                      <a:pt x="589252" y="2544570"/>
                      <a:pt x="594730" y="2521968"/>
                    </a:cubicBezTo>
                    <a:cubicBezTo>
                      <a:pt x="606374" y="2456901"/>
                      <a:pt x="576923" y="2321287"/>
                      <a:pt x="575553" y="2345259"/>
                    </a:cubicBezTo>
                    <a:cubicBezTo>
                      <a:pt x="578293" y="2290466"/>
                      <a:pt x="610483" y="2204852"/>
                      <a:pt x="608429" y="2150058"/>
                    </a:cubicBezTo>
                    <a:cubicBezTo>
                      <a:pt x="608429" y="2128140"/>
                      <a:pt x="693359" y="1832256"/>
                      <a:pt x="706372" y="1767874"/>
                    </a:cubicBezTo>
                    <a:cubicBezTo>
                      <a:pt x="809110" y="1730889"/>
                      <a:pt x="1140610" y="1646644"/>
                      <a:pt x="1240608" y="1608973"/>
                    </a:cubicBezTo>
                    <a:cubicBezTo>
                      <a:pt x="1232389" y="1719930"/>
                      <a:pt x="1182390" y="1832942"/>
                      <a:pt x="1165952" y="1886365"/>
                    </a:cubicBezTo>
                    <a:cubicBezTo>
                      <a:pt x="1135816" y="1951432"/>
                      <a:pt x="1155678" y="1993897"/>
                      <a:pt x="1139240" y="2050060"/>
                    </a:cubicBezTo>
                    <a:cubicBezTo>
                      <a:pt x="1120062" y="2070608"/>
                      <a:pt x="1088556" y="2425395"/>
                      <a:pt x="1085817" y="2426765"/>
                    </a:cubicBezTo>
                    <a:cubicBezTo>
                      <a:pt x="1082221" y="2449367"/>
                      <a:pt x="1084233" y="2474581"/>
                      <a:pt x="1089733" y="2501014"/>
                    </a:cubicBezTo>
                    <a:lnTo>
                      <a:pt x="1110351" y="2583029"/>
                    </a:lnTo>
                    <a:lnTo>
                      <a:pt x="1494014" y="2824200"/>
                    </a:lnTo>
                    <a:lnTo>
                      <a:pt x="1639399" y="2918396"/>
                    </a:lnTo>
                    <a:lnTo>
                      <a:pt x="1628785" y="2889170"/>
                    </a:lnTo>
                    <a:cubicBezTo>
                      <a:pt x="1617484" y="2857235"/>
                      <a:pt x="1607039" y="2825044"/>
                      <a:pt x="1598135" y="2789086"/>
                    </a:cubicBezTo>
                    <a:cubicBezTo>
                      <a:pt x="1530328" y="2516489"/>
                      <a:pt x="1503616" y="2520598"/>
                      <a:pt x="1463891" y="2415806"/>
                    </a:cubicBezTo>
                    <a:cubicBezTo>
                      <a:pt x="1491288" y="2313068"/>
                      <a:pt x="1722790" y="1850749"/>
                      <a:pt x="1790597" y="1692533"/>
                    </a:cubicBezTo>
                    <a:cubicBezTo>
                      <a:pt x="1822102" y="1618562"/>
                      <a:pt x="1847445" y="1519934"/>
                      <a:pt x="1865937" y="1439798"/>
                    </a:cubicBezTo>
                    <a:cubicBezTo>
                      <a:pt x="1946758" y="1088435"/>
                      <a:pt x="1763200" y="987752"/>
                      <a:pt x="1720735" y="874741"/>
                    </a:cubicBezTo>
                    <a:cubicBezTo>
                      <a:pt x="1772104" y="904193"/>
                      <a:pt x="1889910" y="934329"/>
                      <a:pt x="1933059" y="913097"/>
                    </a:cubicBezTo>
                    <a:cubicBezTo>
                      <a:pt x="2031688" y="864468"/>
                      <a:pt x="2009770" y="805565"/>
                      <a:pt x="1991962" y="710361"/>
                    </a:cubicBezTo>
                    <a:cubicBezTo>
                      <a:pt x="1956347" y="519269"/>
                      <a:pt x="1807035" y="291192"/>
                      <a:pt x="1659092" y="171331"/>
                    </a:cubicBezTo>
                    <a:cubicBezTo>
                      <a:pt x="1620052" y="139825"/>
                      <a:pt x="1554985" y="74073"/>
                      <a:pt x="1500877" y="67223"/>
                    </a:cubicBezTo>
                    <a:close/>
                  </a:path>
                </a:pathLst>
              </a:custGeom>
              <a:solidFill>
                <a:schemeClr val="tx1">
                  <a:lumMod val="75000"/>
                  <a:lumOff val="2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FBA07EF8-F0BF-480B-82EA-BE16B7066AFC}"/>
                  </a:ext>
                </a:extLst>
              </p:cNvPr>
              <p:cNvSpPr/>
              <p:nvPr/>
            </p:nvSpPr>
            <p:spPr>
              <a:xfrm rot="739140" flipH="1">
                <a:off x="3432666" y="2249580"/>
                <a:ext cx="267118" cy="89040"/>
              </a:xfrm>
              <a:custGeom>
                <a:avLst/>
                <a:gdLst>
                  <a:gd name="connsiteX0" fmla="*/ 377522 w 369933"/>
                  <a:gd name="connsiteY0" fmla="*/ 28864 h 123311"/>
                  <a:gd name="connsiteX1" fmla="*/ 338632 w 369933"/>
                  <a:gd name="connsiteY1" fmla="*/ 407 h 123311"/>
                  <a:gd name="connsiteX2" fmla="*/ 147973 w 369933"/>
                  <a:gd name="connsiteY2" fmla="*/ 27915 h 123311"/>
                  <a:gd name="connsiteX3" fmla="*/ 140385 w 369933"/>
                  <a:gd name="connsiteY3" fmla="*/ 29813 h 123311"/>
                  <a:gd name="connsiteX4" fmla="*/ 125208 w 369933"/>
                  <a:gd name="connsiteY4" fmla="*/ 26967 h 123311"/>
                  <a:gd name="connsiteX5" fmla="*/ 24662 w 369933"/>
                  <a:gd name="connsiteY5" fmla="*/ 34555 h 123311"/>
                  <a:gd name="connsiteX6" fmla="*/ 0 w 369933"/>
                  <a:gd name="connsiteY6" fmla="*/ 77240 h 123311"/>
                  <a:gd name="connsiteX7" fmla="*/ 22765 w 369933"/>
                  <a:gd name="connsiteY7" fmla="*/ 118027 h 123311"/>
                  <a:gd name="connsiteX8" fmla="*/ 74935 w 369933"/>
                  <a:gd name="connsiteY8" fmla="*/ 128461 h 123311"/>
                  <a:gd name="connsiteX9" fmla="*/ 143231 w 369933"/>
                  <a:gd name="connsiteY9" fmla="*/ 101902 h 123311"/>
                  <a:gd name="connsiteX10" fmla="*/ 201092 w 369933"/>
                  <a:gd name="connsiteY10" fmla="*/ 89571 h 123311"/>
                  <a:gd name="connsiteX11" fmla="*/ 349066 w 369933"/>
                  <a:gd name="connsiteY11" fmla="*/ 68703 h 123311"/>
                  <a:gd name="connsiteX12" fmla="*/ 377522 w 369933"/>
                  <a:gd name="connsiteY12" fmla="*/ 28864 h 123311"/>
                  <a:gd name="connsiteX13" fmla="*/ 49324 w 369933"/>
                  <a:gd name="connsiteY13" fmla="*/ 113285 h 123311"/>
                  <a:gd name="connsiteX14" fmla="*/ 12331 w 369933"/>
                  <a:gd name="connsiteY14" fmla="*/ 76291 h 123311"/>
                  <a:gd name="connsiteX15" fmla="*/ 49324 w 369933"/>
                  <a:gd name="connsiteY15" fmla="*/ 39298 h 123311"/>
                  <a:gd name="connsiteX16" fmla="*/ 86318 w 369933"/>
                  <a:gd name="connsiteY16" fmla="*/ 76291 h 123311"/>
                  <a:gd name="connsiteX17" fmla="*/ 49324 w 369933"/>
                  <a:gd name="connsiteY17" fmla="*/ 113285 h 12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9933" h="123311">
                    <a:moveTo>
                      <a:pt x="377522" y="28864"/>
                    </a:moveTo>
                    <a:cubicBezTo>
                      <a:pt x="374676" y="9893"/>
                      <a:pt x="357602" y="-2438"/>
                      <a:pt x="338632" y="407"/>
                    </a:cubicBezTo>
                    <a:lnTo>
                      <a:pt x="147973" y="27915"/>
                    </a:lnTo>
                    <a:cubicBezTo>
                      <a:pt x="145128" y="27915"/>
                      <a:pt x="143231" y="28864"/>
                      <a:pt x="140385" y="29813"/>
                    </a:cubicBezTo>
                    <a:cubicBezTo>
                      <a:pt x="135642" y="28864"/>
                      <a:pt x="129951" y="27915"/>
                      <a:pt x="125208" y="26967"/>
                    </a:cubicBezTo>
                    <a:cubicBezTo>
                      <a:pt x="91061" y="18430"/>
                      <a:pt x="55964" y="9893"/>
                      <a:pt x="24662" y="34555"/>
                    </a:cubicBezTo>
                    <a:cubicBezTo>
                      <a:pt x="10434" y="43092"/>
                      <a:pt x="0" y="58269"/>
                      <a:pt x="0" y="77240"/>
                    </a:cubicBezTo>
                    <a:cubicBezTo>
                      <a:pt x="0" y="94314"/>
                      <a:pt x="8537" y="109490"/>
                      <a:pt x="22765" y="118027"/>
                    </a:cubicBezTo>
                    <a:cubicBezTo>
                      <a:pt x="36993" y="134153"/>
                      <a:pt x="55016" y="136050"/>
                      <a:pt x="74935" y="128461"/>
                    </a:cubicBezTo>
                    <a:cubicBezTo>
                      <a:pt x="99598" y="125616"/>
                      <a:pt x="120466" y="110439"/>
                      <a:pt x="143231" y="101902"/>
                    </a:cubicBezTo>
                    <a:cubicBezTo>
                      <a:pt x="162202" y="96211"/>
                      <a:pt x="181173" y="92417"/>
                      <a:pt x="201092" y="89571"/>
                    </a:cubicBezTo>
                    <a:lnTo>
                      <a:pt x="349066" y="68703"/>
                    </a:lnTo>
                    <a:cubicBezTo>
                      <a:pt x="367088" y="64909"/>
                      <a:pt x="380368" y="47835"/>
                      <a:pt x="377522" y="28864"/>
                    </a:cubicBezTo>
                    <a:close/>
                    <a:moveTo>
                      <a:pt x="49324" y="113285"/>
                    </a:moveTo>
                    <a:cubicBezTo>
                      <a:pt x="28456" y="113285"/>
                      <a:pt x="12331" y="97159"/>
                      <a:pt x="12331" y="76291"/>
                    </a:cubicBezTo>
                    <a:cubicBezTo>
                      <a:pt x="12331" y="55423"/>
                      <a:pt x="28456" y="39298"/>
                      <a:pt x="49324" y="39298"/>
                    </a:cubicBezTo>
                    <a:cubicBezTo>
                      <a:pt x="70193" y="39298"/>
                      <a:pt x="86318" y="55423"/>
                      <a:pt x="86318" y="76291"/>
                    </a:cubicBezTo>
                    <a:cubicBezTo>
                      <a:pt x="86318" y="97159"/>
                      <a:pt x="70193" y="113285"/>
                      <a:pt x="49324" y="113285"/>
                    </a:cubicBez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1D7A5159-CB10-4306-8107-40F857710624}"/>
                  </a:ext>
                </a:extLst>
              </p:cNvPr>
              <p:cNvSpPr/>
              <p:nvPr/>
            </p:nvSpPr>
            <p:spPr>
              <a:xfrm rot="739140" flipH="1">
                <a:off x="3384518" y="2224808"/>
                <a:ext cx="246571" cy="328762"/>
              </a:xfrm>
              <a:custGeom>
                <a:avLst/>
                <a:gdLst>
                  <a:gd name="connsiteX0" fmla="*/ 345545 w 341477"/>
                  <a:gd name="connsiteY0" fmla="*/ 348679 h 455302"/>
                  <a:gd name="connsiteX1" fmla="*/ 323728 w 341477"/>
                  <a:gd name="connsiteY1" fmla="*/ 226316 h 455302"/>
                  <a:gd name="connsiteX2" fmla="*/ 288632 w 341477"/>
                  <a:gd name="connsiteY2" fmla="*/ 90674 h 455302"/>
                  <a:gd name="connsiteX3" fmla="*/ 261124 w 341477"/>
                  <a:gd name="connsiteY3" fmla="*/ 28070 h 455302"/>
                  <a:gd name="connsiteX4" fmla="*/ 241205 w 341477"/>
                  <a:gd name="connsiteY4" fmla="*/ 10047 h 455302"/>
                  <a:gd name="connsiteX5" fmla="*/ 210851 w 341477"/>
                  <a:gd name="connsiteY5" fmla="*/ 562 h 455302"/>
                  <a:gd name="connsiteX6" fmla="*/ 152041 w 341477"/>
                  <a:gd name="connsiteY6" fmla="*/ 3407 h 455302"/>
                  <a:gd name="connsiteX7" fmla="*/ 117893 w 341477"/>
                  <a:gd name="connsiteY7" fmla="*/ 12893 h 455302"/>
                  <a:gd name="connsiteX8" fmla="*/ 104614 w 341477"/>
                  <a:gd name="connsiteY8" fmla="*/ 29018 h 455302"/>
                  <a:gd name="connsiteX9" fmla="*/ 98922 w 341477"/>
                  <a:gd name="connsiteY9" fmla="*/ 42298 h 455302"/>
                  <a:gd name="connsiteX10" fmla="*/ 102717 w 341477"/>
                  <a:gd name="connsiteY10" fmla="*/ 65063 h 455302"/>
                  <a:gd name="connsiteX11" fmla="*/ 158681 w 341477"/>
                  <a:gd name="connsiteY11" fmla="*/ 54629 h 455302"/>
                  <a:gd name="connsiteX12" fmla="*/ 170064 w 341477"/>
                  <a:gd name="connsiteY12" fmla="*/ 68857 h 455302"/>
                  <a:gd name="connsiteX13" fmla="*/ 165321 w 341477"/>
                  <a:gd name="connsiteY13" fmla="*/ 103953 h 455302"/>
                  <a:gd name="connsiteX14" fmla="*/ 78054 w 341477"/>
                  <a:gd name="connsiteY14" fmla="*/ 119130 h 455302"/>
                  <a:gd name="connsiteX15" fmla="*/ 66672 w 341477"/>
                  <a:gd name="connsiteY15" fmla="*/ 142844 h 455302"/>
                  <a:gd name="connsiteX16" fmla="*/ 36318 w 341477"/>
                  <a:gd name="connsiteY16" fmla="*/ 157072 h 455302"/>
                  <a:gd name="connsiteX17" fmla="*/ 26833 w 341477"/>
                  <a:gd name="connsiteY17" fmla="*/ 182683 h 455302"/>
                  <a:gd name="connsiteX18" fmla="*/ 5016 w 341477"/>
                  <a:gd name="connsiteY18" fmla="*/ 190271 h 455302"/>
                  <a:gd name="connsiteX19" fmla="*/ 2171 w 341477"/>
                  <a:gd name="connsiteY19" fmla="*/ 224419 h 455302"/>
                  <a:gd name="connsiteX20" fmla="*/ 57186 w 341477"/>
                  <a:gd name="connsiteY20" fmla="*/ 371444 h 455302"/>
                  <a:gd name="connsiteX21" fmla="*/ 67620 w 341477"/>
                  <a:gd name="connsiteY21" fmla="*/ 397055 h 455302"/>
                  <a:gd name="connsiteX22" fmla="*/ 71415 w 341477"/>
                  <a:gd name="connsiteY22" fmla="*/ 424563 h 455302"/>
                  <a:gd name="connsiteX23" fmla="*/ 86591 w 341477"/>
                  <a:gd name="connsiteY23" fmla="*/ 426460 h 455302"/>
                  <a:gd name="connsiteX24" fmla="*/ 97025 w 341477"/>
                  <a:gd name="connsiteY24" fmla="*/ 435945 h 455302"/>
                  <a:gd name="connsiteX25" fmla="*/ 121688 w 341477"/>
                  <a:gd name="connsiteY25" fmla="*/ 454916 h 455302"/>
                  <a:gd name="connsiteX26" fmla="*/ 317088 w 341477"/>
                  <a:gd name="connsiteY26" fmla="*/ 438791 h 455302"/>
                  <a:gd name="connsiteX27" fmla="*/ 345545 w 341477"/>
                  <a:gd name="connsiteY27" fmla="*/ 415077 h 455302"/>
                  <a:gd name="connsiteX28" fmla="*/ 345545 w 341477"/>
                  <a:gd name="connsiteY28" fmla="*/ 348679 h 45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1477" h="455302">
                    <a:moveTo>
                      <a:pt x="345545" y="348679"/>
                    </a:moveTo>
                    <a:cubicBezTo>
                      <a:pt x="343648" y="306943"/>
                      <a:pt x="332265" y="267104"/>
                      <a:pt x="323728" y="226316"/>
                    </a:cubicBezTo>
                    <a:cubicBezTo>
                      <a:pt x="318986" y="202602"/>
                      <a:pt x="292426" y="112490"/>
                      <a:pt x="288632" y="90674"/>
                    </a:cubicBezTo>
                    <a:cubicBezTo>
                      <a:pt x="283889" y="66960"/>
                      <a:pt x="279147" y="44195"/>
                      <a:pt x="261124" y="28070"/>
                    </a:cubicBezTo>
                    <a:cubicBezTo>
                      <a:pt x="254484" y="20481"/>
                      <a:pt x="248793" y="17636"/>
                      <a:pt x="241205" y="10047"/>
                    </a:cubicBezTo>
                    <a:cubicBezTo>
                      <a:pt x="232668" y="1510"/>
                      <a:pt x="218439" y="-1335"/>
                      <a:pt x="210851" y="562"/>
                    </a:cubicBezTo>
                    <a:cubicBezTo>
                      <a:pt x="194726" y="1510"/>
                      <a:pt x="178600" y="2459"/>
                      <a:pt x="152041" y="3407"/>
                    </a:cubicBezTo>
                    <a:cubicBezTo>
                      <a:pt x="139710" y="3407"/>
                      <a:pt x="124533" y="7202"/>
                      <a:pt x="117893" y="12893"/>
                    </a:cubicBezTo>
                    <a:cubicBezTo>
                      <a:pt x="111254" y="17636"/>
                      <a:pt x="109356" y="23327"/>
                      <a:pt x="104614" y="29018"/>
                    </a:cubicBezTo>
                    <a:cubicBezTo>
                      <a:pt x="101768" y="32812"/>
                      <a:pt x="101768" y="38504"/>
                      <a:pt x="98922" y="42298"/>
                    </a:cubicBezTo>
                    <a:cubicBezTo>
                      <a:pt x="96077" y="47041"/>
                      <a:pt x="99871" y="61269"/>
                      <a:pt x="102717" y="65063"/>
                    </a:cubicBezTo>
                    <a:cubicBezTo>
                      <a:pt x="122636" y="69806"/>
                      <a:pt x="141607" y="57475"/>
                      <a:pt x="158681" y="54629"/>
                    </a:cubicBezTo>
                    <a:cubicBezTo>
                      <a:pt x="171961" y="52732"/>
                      <a:pt x="171012" y="55578"/>
                      <a:pt x="170064" y="68857"/>
                    </a:cubicBezTo>
                    <a:cubicBezTo>
                      <a:pt x="170064" y="81188"/>
                      <a:pt x="166269" y="92571"/>
                      <a:pt x="165321" y="103953"/>
                    </a:cubicBezTo>
                    <a:cubicBezTo>
                      <a:pt x="156784" y="105850"/>
                      <a:pt x="107459" y="114387"/>
                      <a:pt x="78054" y="119130"/>
                    </a:cubicBezTo>
                    <a:cubicBezTo>
                      <a:pt x="67620" y="123873"/>
                      <a:pt x="73312" y="134307"/>
                      <a:pt x="66672" y="142844"/>
                    </a:cubicBezTo>
                    <a:cubicBezTo>
                      <a:pt x="59083" y="151381"/>
                      <a:pt x="41061" y="150432"/>
                      <a:pt x="36318" y="157072"/>
                    </a:cubicBezTo>
                    <a:cubicBezTo>
                      <a:pt x="30627" y="164661"/>
                      <a:pt x="27781" y="173197"/>
                      <a:pt x="26833" y="182683"/>
                    </a:cubicBezTo>
                    <a:cubicBezTo>
                      <a:pt x="24936" y="184580"/>
                      <a:pt x="12605" y="180786"/>
                      <a:pt x="5016" y="190271"/>
                    </a:cubicBezTo>
                    <a:cubicBezTo>
                      <a:pt x="-1624" y="200705"/>
                      <a:pt x="-675" y="213985"/>
                      <a:pt x="2171" y="224419"/>
                    </a:cubicBezTo>
                    <a:cubicBezTo>
                      <a:pt x="5016" y="235802"/>
                      <a:pt x="49598" y="354370"/>
                      <a:pt x="57186" y="371444"/>
                    </a:cubicBezTo>
                    <a:cubicBezTo>
                      <a:pt x="60981" y="379981"/>
                      <a:pt x="64775" y="388518"/>
                      <a:pt x="67620" y="397055"/>
                    </a:cubicBezTo>
                    <a:cubicBezTo>
                      <a:pt x="69517" y="405592"/>
                      <a:pt x="70466" y="414128"/>
                      <a:pt x="71415" y="424563"/>
                    </a:cubicBezTo>
                    <a:cubicBezTo>
                      <a:pt x="75209" y="428357"/>
                      <a:pt x="81849" y="424563"/>
                      <a:pt x="86591" y="426460"/>
                    </a:cubicBezTo>
                    <a:cubicBezTo>
                      <a:pt x="91334" y="427408"/>
                      <a:pt x="94180" y="432151"/>
                      <a:pt x="97025" y="435945"/>
                    </a:cubicBezTo>
                    <a:cubicBezTo>
                      <a:pt x="104614" y="444482"/>
                      <a:pt x="111254" y="451122"/>
                      <a:pt x="121688" y="454916"/>
                    </a:cubicBezTo>
                    <a:cubicBezTo>
                      <a:pt x="134019" y="458710"/>
                      <a:pt x="247844" y="473887"/>
                      <a:pt x="317088" y="438791"/>
                    </a:cubicBezTo>
                    <a:cubicBezTo>
                      <a:pt x="328471" y="433099"/>
                      <a:pt x="329420" y="419820"/>
                      <a:pt x="345545" y="415077"/>
                    </a:cubicBezTo>
                    <a:cubicBezTo>
                      <a:pt x="344596" y="383775"/>
                      <a:pt x="346493" y="371444"/>
                      <a:pt x="345545" y="348679"/>
                    </a:cubicBezTo>
                    <a:close/>
                  </a:path>
                </a:pathLst>
              </a:custGeom>
              <a:solidFill>
                <a:srgbClr val="FDCE98"/>
              </a:solidFill>
              <a:ln w="948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09348695-8C92-4756-A56C-873F91BDD331}"/>
                  </a:ext>
                </a:extLst>
              </p:cNvPr>
              <p:cNvSpPr/>
              <p:nvPr/>
            </p:nvSpPr>
            <p:spPr>
              <a:xfrm rot="739140" flipH="1">
                <a:off x="810119" y="1920919"/>
                <a:ext cx="1672157" cy="1815955"/>
              </a:xfrm>
              <a:custGeom>
                <a:avLst/>
                <a:gdLst>
                  <a:gd name="connsiteX0" fmla="*/ 635481 w 1672157"/>
                  <a:gd name="connsiteY0" fmla="*/ 17286 h 1815955"/>
                  <a:gd name="connsiteX1" fmla="*/ 336659 w 1672157"/>
                  <a:gd name="connsiteY1" fmla="*/ 16551 h 1815955"/>
                  <a:gd name="connsiteX2" fmla="*/ 172279 w 1672157"/>
                  <a:gd name="connsiteY2" fmla="*/ 313121 h 1815955"/>
                  <a:gd name="connsiteX3" fmla="*/ 99678 w 1672157"/>
                  <a:gd name="connsiteY3" fmla="*/ 732290 h 1815955"/>
                  <a:gd name="connsiteX4" fmla="*/ 99677 w 1672157"/>
                  <a:gd name="connsiteY4" fmla="*/ 732976 h 1815955"/>
                  <a:gd name="connsiteX5" fmla="*/ 29131 w 1672157"/>
                  <a:gd name="connsiteY5" fmla="*/ 789139 h 1815955"/>
                  <a:gd name="connsiteX6" fmla="*/ 22966 w 1672157"/>
                  <a:gd name="connsiteY6" fmla="*/ 884343 h 1815955"/>
                  <a:gd name="connsiteX7" fmla="*/ 88033 w 1672157"/>
                  <a:gd name="connsiteY7" fmla="*/ 941191 h 1815955"/>
                  <a:gd name="connsiteX8" fmla="*/ 116801 w 1672157"/>
                  <a:gd name="connsiteY8" fmla="*/ 995300 h 1815955"/>
                  <a:gd name="connsiteX9" fmla="*/ 183922 w 1672157"/>
                  <a:gd name="connsiteY9" fmla="*/ 1046668 h 1815955"/>
                  <a:gd name="connsiteX10" fmla="*/ 233237 w 1672157"/>
                  <a:gd name="connsiteY10" fmla="*/ 1006258 h 1815955"/>
                  <a:gd name="connsiteX11" fmla="*/ 257209 w 1672157"/>
                  <a:gd name="connsiteY11" fmla="*/ 845302 h 1815955"/>
                  <a:gd name="connsiteX12" fmla="*/ 345563 w 1672157"/>
                  <a:gd name="connsiteY12" fmla="*/ 368599 h 1815955"/>
                  <a:gd name="connsiteX13" fmla="*/ 448392 w 1672157"/>
                  <a:gd name="connsiteY13" fmla="*/ 253736 h 1815955"/>
                  <a:gd name="connsiteX14" fmla="*/ 693940 w 1672157"/>
                  <a:gd name="connsiteY14" fmla="*/ 1062166 h 1815955"/>
                  <a:gd name="connsiteX15" fmla="*/ 1019217 w 1672157"/>
                  <a:gd name="connsiteY15" fmla="*/ 1755942 h 1815955"/>
                  <a:gd name="connsiteX16" fmla="*/ 1259519 w 1672157"/>
                  <a:gd name="connsiteY16" fmla="*/ 1803181 h 1815955"/>
                  <a:gd name="connsiteX17" fmla="*/ 1386291 w 1672157"/>
                  <a:gd name="connsiteY17" fmla="*/ 1815955 h 1815955"/>
                  <a:gd name="connsiteX18" fmla="*/ 1388728 w 1672157"/>
                  <a:gd name="connsiteY18" fmla="*/ 1811977 h 1815955"/>
                  <a:gd name="connsiteX19" fmla="*/ 1672157 w 1672157"/>
                  <a:gd name="connsiteY19" fmla="*/ 1344721 h 1815955"/>
                  <a:gd name="connsiteX20" fmla="*/ 1664993 w 1672157"/>
                  <a:gd name="connsiteY20" fmla="*/ 1323699 h 1815955"/>
                  <a:gd name="connsiteX21" fmla="*/ 1632524 w 1672157"/>
                  <a:gd name="connsiteY21" fmla="*/ 1230226 h 1815955"/>
                  <a:gd name="connsiteX22" fmla="*/ 1093493 w 1672157"/>
                  <a:gd name="connsiteY22" fmla="*/ 240520 h 1815955"/>
                  <a:gd name="connsiteX23" fmla="*/ 635481 w 1672157"/>
                  <a:gd name="connsiteY23" fmla="*/ 17286 h 181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72157" h="1815955">
                    <a:moveTo>
                      <a:pt x="635481" y="17286"/>
                    </a:moveTo>
                    <a:cubicBezTo>
                      <a:pt x="534140" y="-4125"/>
                      <a:pt x="431691" y="-7078"/>
                      <a:pt x="336659" y="16551"/>
                    </a:cubicBezTo>
                    <a:cubicBezTo>
                      <a:pt x="237346" y="41208"/>
                      <a:pt x="11323" y="239834"/>
                      <a:pt x="172279" y="313121"/>
                    </a:cubicBezTo>
                    <a:cubicBezTo>
                      <a:pt x="168169" y="316545"/>
                      <a:pt x="109951" y="717222"/>
                      <a:pt x="99678" y="732290"/>
                    </a:cubicBezTo>
                    <a:lnTo>
                      <a:pt x="99677" y="732976"/>
                    </a:lnTo>
                    <a:cubicBezTo>
                      <a:pt x="96938" y="741194"/>
                      <a:pt x="46939" y="775441"/>
                      <a:pt x="29131" y="789139"/>
                    </a:cubicBezTo>
                    <a:cubicBezTo>
                      <a:pt x="-7170" y="815851"/>
                      <a:pt x="-9910" y="853521"/>
                      <a:pt x="22966" y="884343"/>
                    </a:cubicBezTo>
                    <a:cubicBezTo>
                      <a:pt x="44199" y="904205"/>
                      <a:pt x="65431" y="923383"/>
                      <a:pt x="88033" y="941191"/>
                    </a:cubicBezTo>
                    <a:cubicBezTo>
                      <a:pt x="105842" y="955574"/>
                      <a:pt x="114060" y="973382"/>
                      <a:pt x="116801" y="995300"/>
                    </a:cubicBezTo>
                    <a:cubicBezTo>
                      <a:pt x="118855" y="1010367"/>
                      <a:pt x="167484" y="1044613"/>
                      <a:pt x="183922" y="1046668"/>
                    </a:cubicBezTo>
                    <a:cubicBezTo>
                      <a:pt x="216113" y="1050778"/>
                      <a:pt x="230496" y="1037764"/>
                      <a:pt x="233237" y="1006258"/>
                    </a:cubicBezTo>
                    <a:cubicBezTo>
                      <a:pt x="236661" y="969957"/>
                      <a:pt x="243510" y="860370"/>
                      <a:pt x="257209" y="845302"/>
                    </a:cubicBezTo>
                    <a:cubicBezTo>
                      <a:pt x="254469" y="843247"/>
                      <a:pt x="345563" y="395311"/>
                      <a:pt x="345563" y="368599"/>
                    </a:cubicBezTo>
                    <a:cubicBezTo>
                      <a:pt x="352412" y="376133"/>
                      <a:pt x="370734" y="310204"/>
                      <a:pt x="448392" y="253736"/>
                    </a:cubicBezTo>
                    <a:cubicBezTo>
                      <a:pt x="737270" y="269049"/>
                      <a:pt x="1323867" y="1317501"/>
                      <a:pt x="693940" y="1062166"/>
                    </a:cubicBezTo>
                    <a:cubicBezTo>
                      <a:pt x="1056540" y="1626744"/>
                      <a:pt x="626544" y="1594684"/>
                      <a:pt x="1019217" y="1755942"/>
                    </a:cubicBezTo>
                    <a:cubicBezTo>
                      <a:pt x="1071956" y="1775805"/>
                      <a:pt x="1164496" y="1791633"/>
                      <a:pt x="1259519" y="1803181"/>
                    </a:cubicBezTo>
                    <a:lnTo>
                      <a:pt x="1386291" y="1815955"/>
                    </a:lnTo>
                    <a:lnTo>
                      <a:pt x="1388728" y="1811977"/>
                    </a:lnTo>
                    <a:lnTo>
                      <a:pt x="1672157" y="1344721"/>
                    </a:lnTo>
                    <a:lnTo>
                      <a:pt x="1664993" y="1323699"/>
                    </a:lnTo>
                    <a:cubicBezTo>
                      <a:pt x="1653446" y="1291013"/>
                      <a:pt x="1642198" y="1259506"/>
                      <a:pt x="1632524" y="1230226"/>
                    </a:cubicBezTo>
                    <a:cubicBezTo>
                      <a:pt x="1518827" y="885712"/>
                      <a:pt x="1385953" y="479556"/>
                      <a:pt x="1093493" y="240520"/>
                    </a:cubicBezTo>
                    <a:cubicBezTo>
                      <a:pt x="970208" y="139922"/>
                      <a:pt x="804383" y="52969"/>
                      <a:pt x="635481" y="17286"/>
                    </a:cubicBezTo>
                    <a:close/>
                  </a:path>
                </a:pathLst>
              </a:custGeom>
              <a:solidFill>
                <a:schemeClr val="bg1">
                  <a:lumMod val="6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0A7BD46-6C88-4E1B-80A9-DB1D5E7EDCDE}"/>
                  </a:ext>
                </a:extLst>
              </p:cNvPr>
              <p:cNvSpPr/>
              <p:nvPr/>
            </p:nvSpPr>
            <p:spPr>
              <a:xfrm rot="739140" flipH="1">
                <a:off x="2478563" y="4905369"/>
                <a:ext cx="671220" cy="315061"/>
              </a:xfrm>
              <a:custGeom>
                <a:avLst/>
                <a:gdLst>
                  <a:gd name="connsiteX0" fmla="*/ 356420 w 929576"/>
                  <a:gd name="connsiteY0" fmla="*/ 57585 h 436331"/>
                  <a:gd name="connsiteX1" fmla="*/ 403847 w 929576"/>
                  <a:gd name="connsiteY1" fmla="*/ 9209 h 436331"/>
                  <a:gd name="connsiteX2" fmla="*/ 429458 w 929576"/>
                  <a:gd name="connsiteY2" fmla="*/ 672 h 436331"/>
                  <a:gd name="connsiteX3" fmla="*/ 874327 w 929576"/>
                  <a:gd name="connsiteY3" fmla="*/ 96476 h 436331"/>
                  <a:gd name="connsiteX4" fmla="*/ 902784 w 929576"/>
                  <a:gd name="connsiteY4" fmla="*/ 130623 h 436331"/>
                  <a:gd name="connsiteX5" fmla="*/ 930291 w 929576"/>
                  <a:gd name="connsiteY5" fmla="*/ 313693 h 436331"/>
                  <a:gd name="connsiteX6" fmla="*/ 933137 w 929576"/>
                  <a:gd name="connsiteY6" fmla="*/ 384834 h 436331"/>
                  <a:gd name="connsiteX7" fmla="*/ 877173 w 929576"/>
                  <a:gd name="connsiteY7" fmla="*/ 418033 h 436331"/>
                  <a:gd name="connsiteX8" fmla="*/ 531901 w 929576"/>
                  <a:gd name="connsiteY8" fmla="*/ 422776 h 436331"/>
                  <a:gd name="connsiteX9" fmla="*/ 142048 w 929576"/>
                  <a:gd name="connsiteY9" fmla="*/ 444593 h 436331"/>
                  <a:gd name="connsiteX10" fmla="*/ 40554 w 929576"/>
                  <a:gd name="connsiteY10" fmla="*/ 419931 h 436331"/>
                  <a:gd name="connsiteX11" fmla="*/ 1663 w 929576"/>
                  <a:gd name="connsiteY11" fmla="*/ 312745 h 436331"/>
                  <a:gd name="connsiteX12" fmla="*/ 1663 w 929576"/>
                  <a:gd name="connsiteY12" fmla="*/ 312745 h 436331"/>
                  <a:gd name="connsiteX13" fmla="*/ 30120 w 929576"/>
                  <a:gd name="connsiteY13" fmla="*/ 271957 h 436331"/>
                  <a:gd name="connsiteX14" fmla="*/ 87981 w 929576"/>
                  <a:gd name="connsiteY14" fmla="*/ 256780 h 436331"/>
                  <a:gd name="connsiteX15" fmla="*/ 198961 w 929576"/>
                  <a:gd name="connsiteY15" fmla="*/ 213147 h 436331"/>
                  <a:gd name="connsiteX16" fmla="*/ 284330 w 929576"/>
                  <a:gd name="connsiteY16" fmla="*/ 137263 h 436331"/>
                  <a:gd name="connsiteX17" fmla="*/ 356420 w 929576"/>
                  <a:gd name="connsiteY17" fmla="*/ 57585 h 43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29576" h="436331">
                    <a:moveTo>
                      <a:pt x="356420" y="57585"/>
                    </a:moveTo>
                    <a:cubicBezTo>
                      <a:pt x="375391" y="44306"/>
                      <a:pt x="389619" y="26283"/>
                      <a:pt x="403847" y="9209"/>
                    </a:cubicBezTo>
                    <a:cubicBezTo>
                      <a:pt x="411436" y="672"/>
                      <a:pt x="418076" y="-1225"/>
                      <a:pt x="429458" y="672"/>
                    </a:cubicBezTo>
                    <a:cubicBezTo>
                      <a:pt x="577432" y="32923"/>
                      <a:pt x="725405" y="66122"/>
                      <a:pt x="874327" y="96476"/>
                    </a:cubicBezTo>
                    <a:cubicBezTo>
                      <a:pt x="896144" y="101219"/>
                      <a:pt x="898989" y="114498"/>
                      <a:pt x="902784" y="130623"/>
                    </a:cubicBezTo>
                    <a:cubicBezTo>
                      <a:pt x="912269" y="191331"/>
                      <a:pt x="924600" y="252037"/>
                      <a:pt x="930291" y="313693"/>
                    </a:cubicBezTo>
                    <a:cubicBezTo>
                      <a:pt x="933137" y="342149"/>
                      <a:pt x="929343" y="359223"/>
                      <a:pt x="933137" y="384834"/>
                    </a:cubicBezTo>
                    <a:cubicBezTo>
                      <a:pt x="933137" y="410445"/>
                      <a:pt x="891401" y="415188"/>
                      <a:pt x="877173" y="418033"/>
                    </a:cubicBezTo>
                    <a:cubicBezTo>
                      <a:pt x="804135" y="430364"/>
                      <a:pt x="560358" y="423725"/>
                      <a:pt x="531901" y="422776"/>
                    </a:cubicBezTo>
                    <a:cubicBezTo>
                      <a:pt x="456966" y="420879"/>
                      <a:pt x="216983" y="451232"/>
                      <a:pt x="142048" y="444593"/>
                    </a:cubicBezTo>
                    <a:cubicBezTo>
                      <a:pt x="113592" y="441747"/>
                      <a:pt x="79444" y="438901"/>
                      <a:pt x="40554" y="419931"/>
                    </a:cubicBezTo>
                    <a:cubicBezTo>
                      <a:pt x="-3080" y="395268"/>
                      <a:pt x="-2131" y="354480"/>
                      <a:pt x="1663" y="312745"/>
                    </a:cubicBezTo>
                    <a:lnTo>
                      <a:pt x="1663" y="312745"/>
                    </a:lnTo>
                    <a:cubicBezTo>
                      <a:pt x="7354" y="297568"/>
                      <a:pt x="14943" y="281443"/>
                      <a:pt x="30120" y="271957"/>
                    </a:cubicBezTo>
                    <a:cubicBezTo>
                      <a:pt x="46245" y="260575"/>
                      <a:pt x="70907" y="255832"/>
                      <a:pt x="87981" y="256780"/>
                    </a:cubicBezTo>
                    <a:cubicBezTo>
                      <a:pt x="130666" y="257729"/>
                      <a:pt x="166710" y="240655"/>
                      <a:pt x="198961" y="213147"/>
                    </a:cubicBezTo>
                    <a:cubicBezTo>
                      <a:pt x="200858" y="211250"/>
                      <a:pt x="261565" y="164771"/>
                      <a:pt x="284330" y="137263"/>
                    </a:cubicBezTo>
                    <a:cubicBezTo>
                      <a:pt x="294764" y="125881"/>
                      <a:pt x="335552" y="80351"/>
                      <a:pt x="356420" y="57585"/>
                    </a:cubicBezTo>
                    <a:close/>
                  </a:path>
                </a:pathLst>
              </a:custGeom>
              <a:solidFill>
                <a:schemeClr val="tx1">
                  <a:lumMod val="65000"/>
                  <a:lumOff val="3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5466ADDC-42C2-4348-8DF3-7BDB6ACA78BE}"/>
                  </a:ext>
                </a:extLst>
              </p:cNvPr>
              <p:cNvSpPr/>
              <p:nvPr/>
            </p:nvSpPr>
            <p:spPr>
              <a:xfrm rot="739140" flipH="1">
                <a:off x="2233960" y="2365780"/>
                <a:ext cx="205476" cy="143832"/>
              </a:xfrm>
              <a:custGeom>
                <a:avLst/>
                <a:gdLst>
                  <a:gd name="connsiteX0" fmla="*/ 272154 w 284564"/>
                  <a:gd name="connsiteY0" fmla="*/ 199765 h 199195"/>
                  <a:gd name="connsiteX1" fmla="*/ 231366 w 284564"/>
                  <a:gd name="connsiteY1" fmla="*/ 148543 h 199195"/>
                  <a:gd name="connsiteX2" fmla="*/ 112798 w 284564"/>
                  <a:gd name="connsiteY2" fmla="*/ 119138 h 199195"/>
                  <a:gd name="connsiteX3" fmla="*/ 62525 w 284564"/>
                  <a:gd name="connsiteY3" fmla="*/ 152337 h 199195"/>
                  <a:gd name="connsiteX4" fmla="*/ 36914 w 284564"/>
                  <a:gd name="connsiteY4" fmla="*/ 175103 h 199195"/>
                  <a:gd name="connsiteX5" fmla="*/ 11303 w 284564"/>
                  <a:gd name="connsiteY5" fmla="*/ 179845 h 199195"/>
                  <a:gd name="connsiteX6" fmla="*/ 3715 w 284564"/>
                  <a:gd name="connsiteY6" fmla="*/ 61277 h 199195"/>
                  <a:gd name="connsiteX7" fmla="*/ 40708 w 284564"/>
                  <a:gd name="connsiteY7" fmla="*/ 10055 h 199195"/>
                  <a:gd name="connsiteX8" fmla="*/ 117540 w 284564"/>
                  <a:gd name="connsiteY8" fmla="*/ 1518 h 199195"/>
                  <a:gd name="connsiteX9" fmla="*/ 242749 w 284564"/>
                  <a:gd name="connsiteY9" fmla="*/ 4364 h 199195"/>
                  <a:gd name="connsiteX10" fmla="*/ 275948 w 284564"/>
                  <a:gd name="connsiteY10" fmla="*/ 29975 h 199195"/>
                  <a:gd name="connsiteX11" fmla="*/ 285433 w 284564"/>
                  <a:gd name="connsiteY11" fmla="*/ 181742 h 199195"/>
                  <a:gd name="connsiteX12" fmla="*/ 272154 w 284564"/>
                  <a:gd name="connsiteY12" fmla="*/ 199765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564" h="199195">
                    <a:moveTo>
                      <a:pt x="272154" y="199765"/>
                    </a:moveTo>
                    <a:cubicBezTo>
                      <a:pt x="258874" y="182691"/>
                      <a:pt x="245594" y="165617"/>
                      <a:pt x="231366" y="148543"/>
                    </a:cubicBezTo>
                    <a:cubicBezTo>
                      <a:pt x="201961" y="119138"/>
                      <a:pt x="166865" y="95424"/>
                      <a:pt x="112798" y="119138"/>
                    </a:cubicBezTo>
                    <a:cubicBezTo>
                      <a:pt x="100467" y="124830"/>
                      <a:pt x="71062" y="134315"/>
                      <a:pt x="62525" y="152337"/>
                    </a:cubicBezTo>
                    <a:cubicBezTo>
                      <a:pt x="62525" y="152337"/>
                      <a:pt x="36914" y="175103"/>
                      <a:pt x="36914" y="175103"/>
                    </a:cubicBezTo>
                    <a:cubicBezTo>
                      <a:pt x="32171" y="179845"/>
                      <a:pt x="17943" y="173205"/>
                      <a:pt x="11303" y="179845"/>
                    </a:cubicBezTo>
                    <a:cubicBezTo>
                      <a:pt x="-4822" y="141903"/>
                      <a:pt x="-79" y="102064"/>
                      <a:pt x="3715" y="61277"/>
                    </a:cubicBezTo>
                    <a:cubicBezTo>
                      <a:pt x="6560" y="46100"/>
                      <a:pt x="30274" y="21438"/>
                      <a:pt x="40708" y="10055"/>
                    </a:cubicBezTo>
                    <a:cubicBezTo>
                      <a:pt x="50194" y="-4173"/>
                      <a:pt x="76753" y="570"/>
                      <a:pt x="117540" y="1518"/>
                    </a:cubicBezTo>
                    <a:cubicBezTo>
                      <a:pt x="134614" y="570"/>
                      <a:pt x="197219" y="-1327"/>
                      <a:pt x="242749" y="4364"/>
                    </a:cubicBezTo>
                    <a:cubicBezTo>
                      <a:pt x="251286" y="5312"/>
                      <a:pt x="272154" y="22386"/>
                      <a:pt x="275948" y="29975"/>
                    </a:cubicBezTo>
                    <a:cubicBezTo>
                      <a:pt x="294919" y="79299"/>
                      <a:pt x="283536" y="131469"/>
                      <a:pt x="285433" y="181742"/>
                    </a:cubicBezTo>
                    <a:cubicBezTo>
                      <a:pt x="286382" y="190279"/>
                      <a:pt x="279742" y="195971"/>
                      <a:pt x="272154" y="199765"/>
                    </a:cubicBezTo>
                    <a:close/>
                  </a:path>
                </a:pathLst>
              </a:custGeom>
              <a:solidFill>
                <a:schemeClr val="tx1">
                  <a:lumMod val="50000"/>
                  <a:lumOff val="50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EA076130-1D13-46FE-89BE-E2CDBEBE5ED1}"/>
                  </a:ext>
                </a:extLst>
              </p:cNvPr>
              <p:cNvSpPr/>
              <p:nvPr/>
            </p:nvSpPr>
            <p:spPr>
              <a:xfrm rot="739140" flipH="1">
                <a:off x="2873126" y="2323758"/>
                <a:ext cx="116437" cy="27397"/>
              </a:xfrm>
              <a:custGeom>
                <a:avLst/>
                <a:gdLst>
                  <a:gd name="connsiteX0" fmla="*/ 170647 w 161253"/>
                  <a:gd name="connsiteY0" fmla="*/ 19746 h 37941"/>
                  <a:gd name="connsiteX1" fmla="*/ 16033 w 161253"/>
                  <a:gd name="connsiteY1" fmla="*/ 34922 h 37941"/>
                  <a:gd name="connsiteX2" fmla="*/ 857 w 161253"/>
                  <a:gd name="connsiteY2" fmla="*/ 14054 h 37941"/>
                  <a:gd name="connsiteX3" fmla="*/ 26467 w 161253"/>
                  <a:gd name="connsiteY3" fmla="*/ 1723 h 37941"/>
                  <a:gd name="connsiteX4" fmla="*/ 81483 w 161253"/>
                  <a:gd name="connsiteY4" fmla="*/ 1723 h 37941"/>
                  <a:gd name="connsiteX5" fmla="*/ 170647 w 161253"/>
                  <a:gd name="connsiteY5" fmla="*/ 19746 h 3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53" h="37941">
                    <a:moveTo>
                      <a:pt x="170647" y="19746"/>
                    </a:moveTo>
                    <a:cubicBezTo>
                      <a:pt x="118477" y="40614"/>
                      <a:pt x="68204" y="52945"/>
                      <a:pt x="16033" y="34922"/>
                    </a:cubicBezTo>
                    <a:cubicBezTo>
                      <a:pt x="6548" y="32077"/>
                      <a:pt x="-2938" y="26386"/>
                      <a:pt x="857" y="14054"/>
                    </a:cubicBezTo>
                    <a:cubicBezTo>
                      <a:pt x="4651" y="2672"/>
                      <a:pt x="15085" y="-2071"/>
                      <a:pt x="26467" y="1723"/>
                    </a:cubicBezTo>
                    <a:cubicBezTo>
                      <a:pt x="45438" y="7415"/>
                      <a:pt x="62512" y="4569"/>
                      <a:pt x="81483" y="1723"/>
                    </a:cubicBezTo>
                    <a:cubicBezTo>
                      <a:pt x="110888" y="-3019"/>
                      <a:pt x="140293" y="1723"/>
                      <a:pt x="170647" y="19746"/>
                    </a:cubicBezTo>
                    <a:close/>
                  </a:path>
                </a:pathLst>
              </a:custGeom>
              <a:solidFill>
                <a:srgbClr val="E2AA74"/>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794E2121-19FD-4E1B-AC94-173EBDCEC355}"/>
                  </a:ext>
                </a:extLst>
              </p:cNvPr>
              <p:cNvSpPr/>
              <p:nvPr/>
            </p:nvSpPr>
            <p:spPr>
              <a:xfrm rot="739140" flipH="1">
                <a:off x="2959305" y="2251007"/>
                <a:ext cx="47944" cy="41095"/>
              </a:xfrm>
              <a:custGeom>
                <a:avLst/>
                <a:gdLst>
                  <a:gd name="connsiteX0" fmla="*/ 68724 w 66398"/>
                  <a:gd name="connsiteY0" fmla="*/ 0 h 56912"/>
                  <a:gd name="connsiteX1" fmla="*/ 26039 w 66398"/>
                  <a:gd name="connsiteY1" fmla="*/ 64501 h 56912"/>
                  <a:gd name="connsiteX2" fmla="*/ 10863 w 66398"/>
                  <a:gd name="connsiteY2" fmla="*/ 38890 h 56912"/>
                  <a:gd name="connsiteX3" fmla="*/ 24142 w 66398"/>
                  <a:gd name="connsiteY3" fmla="*/ 11383 h 56912"/>
                  <a:gd name="connsiteX4" fmla="*/ 68724 w 66398"/>
                  <a:gd name="connsiteY4" fmla="*/ 0 h 5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98" h="56912">
                    <a:moveTo>
                      <a:pt x="68724" y="0"/>
                    </a:moveTo>
                    <a:cubicBezTo>
                      <a:pt x="52599" y="24662"/>
                      <a:pt x="40268" y="43633"/>
                      <a:pt x="26039" y="64501"/>
                    </a:cubicBezTo>
                    <a:cubicBezTo>
                      <a:pt x="16554" y="56913"/>
                      <a:pt x="12760" y="47427"/>
                      <a:pt x="10863" y="38890"/>
                    </a:cubicBezTo>
                    <a:cubicBezTo>
                      <a:pt x="8966" y="28456"/>
                      <a:pt x="-19491" y="1897"/>
                      <a:pt x="24142" y="11383"/>
                    </a:cubicBezTo>
                    <a:cubicBezTo>
                      <a:pt x="36473" y="13280"/>
                      <a:pt x="49753" y="4743"/>
                      <a:pt x="68724" y="0"/>
                    </a:cubicBezTo>
                    <a:close/>
                  </a:path>
                </a:pathLst>
              </a:custGeom>
              <a:solidFill>
                <a:srgbClr val="D9AD7C"/>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76D31E4A-B63A-4B70-9401-8770BBBF2676}"/>
                  </a:ext>
                </a:extLst>
              </p:cNvPr>
              <p:cNvSpPr/>
              <p:nvPr/>
            </p:nvSpPr>
            <p:spPr>
              <a:xfrm rot="739140" flipH="1">
                <a:off x="3466417" y="2308137"/>
                <a:ext cx="109588" cy="198627"/>
              </a:xfrm>
              <a:custGeom>
                <a:avLst/>
                <a:gdLst>
                  <a:gd name="connsiteX0" fmla="*/ 103496 w 151767"/>
                  <a:gd name="connsiteY0" fmla="*/ 2586 h 275078"/>
                  <a:gd name="connsiteX1" fmla="*/ 160409 w 151767"/>
                  <a:gd name="connsiteY1" fmla="*/ 216958 h 275078"/>
                  <a:gd name="connsiteX2" fmla="*/ 153769 w 151767"/>
                  <a:gd name="connsiteY2" fmla="*/ 259642 h 275078"/>
                  <a:gd name="connsiteX3" fmla="*/ 117725 w 151767"/>
                  <a:gd name="connsiteY3" fmla="*/ 276716 h 275078"/>
                  <a:gd name="connsiteX4" fmla="*/ 9590 w 151767"/>
                  <a:gd name="connsiteY4" fmla="*/ 223597 h 275078"/>
                  <a:gd name="connsiteX5" fmla="*/ 105 w 151767"/>
                  <a:gd name="connsiteY5" fmla="*/ 210318 h 275078"/>
                  <a:gd name="connsiteX6" fmla="*/ 17178 w 151767"/>
                  <a:gd name="connsiteY6" fmla="*/ 205575 h 275078"/>
                  <a:gd name="connsiteX7" fmla="*/ 107290 w 151767"/>
                  <a:gd name="connsiteY7" fmla="*/ 210318 h 275078"/>
                  <a:gd name="connsiteX8" fmla="*/ 143335 w 151767"/>
                  <a:gd name="connsiteY8" fmla="*/ 163839 h 275078"/>
                  <a:gd name="connsiteX9" fmla="*/ 101599 w 151767"/>
                  <a:gd name="connsiteY9" fmla="*/ 7328 h 275078"/>
                  <a:gd name="connsiteX10" fmla="*/ 103496 w 151767"/>
                  <a:gd name="connsiteY10" fmla="*/ 2586 h 275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67" h="275078">
                    <a:moveTo>
                      <a:pt x="103496" y="2586"/>
                    </a:moveTo>
                    <a:cubicBezTo>
                      <a:pt x="120570" y="60447"/>
                      <a:pt x="157564" y="155302"/>
                      <a:pt x="160409" y="216958"/>
                    </a:cubicBezTo>
                    <a:cubicBezTo>
                      <a:pt x="161358" y="232134"/>
                      <a:pt x="159461" y="246362"/>
                      <a:pt x="153769" y="259642"/>
                    </a:cubicBezTo>
                    <a:cubicBezTo>
                      <a:pt x="147129" y="274819"/>
                      <a:pt x="132901" y="279562"/>
                      <a:pt x="117725" y="276716"/>
                    </a:cubicBezTo>
                    <a:cubicBezTo>
                      <a:pt x="76937" y="268179"/>
                      <a:pt x="41841" y="249208"/>
                      <a:pt x="9590" y="223597"/>
                    </a:cubicBezTo>
                    <a:cubicBezTo>
                      <a:pt x="4847" y="219803"/>
                      <a:pt x="-844" y="216009"/>
                      <a:pt x="105" y="210318"/>
                    </a:cubicBezTo>
                    <a:cubicBezTo>
                      <a:pt x="2002" y="201781"/>
                      <a:pt x="11487" y="204626"/>
                      <a:pt x="17178" y="205575"/>
                    </a:cubicBezTo>
                    <a:cubicBezTo>
                      <a:pt x="47532" y="206523"/>
                      <a:pt x="76937" y="210318"/>
                      <a:pt x="107290" y="210318"/>
                    </a:cubicBezTo>
                    <a:cubicBezTo>
                      <a:pt x="139541" y="211266"/>
                      <a:pt x="149975" y="197038"/>
                      <a:pt x="143335" y="163839"/>
                    </a:cubicBezTo>
                    <a:cubicBezTo>
                      <a:pt x="135747" y="124000"/>
                      <a:pt x="109188" y="46219"/>
                      <a:pt x="101599" y="7328"/>
                    </a:cubicBezTo>
                    <a:cubicBezTo>
                      <a:pt x="98754" y="-260"/>
                      <a:pt x="100651" y="-2157"/>
                      <a:pt x="103496" y="2586"/>
                    </a:cubicBezTo>
                    <a:close/>
                  </a:path>
                </a:pathLst>
              </a:custGeom>
              <a:solidFill>
                <a:srgbClr val="D0A475"/>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Shape 46">
                <a:extLst>
                  <a:ext uri="{FF2B5EF4-FFF2-40B4-BE49-F238E27FC236}">
                    <a16:creationId xmlns:a16="http://schemas.microsoft.com/office/drawing/2014/main" id="{56F1D403-7673-4E31-92D2-F5C0BFDF7542}"/>
                  </a:ext>
                </a:extLst>
              </p:cNvPr>
              <p:cNvSpPr/>
              <p:nvPr/>
            </p:nvSpPr>
            <p:spPr>
              <a:xfrm rot="739140" flipH="1">
                <a:off x="3765026" y="2340098"/>
                <a:ext cx="6849" cy="6849"/>
              </a:xfrm>
              <a:custGeom>
                <a:avLst/>
                <a:gdLst>
                  <a:gd name="connsiteX0" fmla="*/ 0 w 0"/>
                  <a:gd name="connsiteY0" fmla="*/ 0 h 0"/>
                  <a:gd name="connsiteX1" fmla="*/ 0 w 0"/>
                  <a:gd name="connsiteY1" fmla="*/ 0 h 0"/>
                  <a:gd name="connsiteX2" fmla="*/ 0 w 0"/>
                  <a:gd name="connsiteY2" fmla="*/ 0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lnTo>
                      <a:pt x="0" y="0"/>
                    </a:lnTo>
                    <a:lnTo>
                      <a:pt x="0" y="0"/>
                    </a:lnTo>
                    <a:lnTo>
                      <a:pt x="0" y="0"/>
                    </a:ln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A3B99644-AE1F-442F-94E8-C9CDB3B35DB1}"/>
                  </a:ext>
                </a:extLst>
              </p:cNvPr>
              <p:cNvSpPr/>
              <p:nvPr/>
            </p:nvSpPr>
            <p:spPr>
              <a:xfrm rot="739140" flipH="1">
                <a:off x="2166304" y="2562793"/>
                <a:ext cx="287666" cy="342459"/>
              </a:xfrm>
              <a:custGeom>
                <a:avLst/>
                <a:gdLst>
                  <a:gd name="connsiteX0" fmla="*/ 49643 w 398390"/>
                  <a:gd name="connsiteY0" fmla="*/ 318369 h 474273"/>
                  <a:gd name="connsiteX1" fmla="*/ 12650 w 398390"/>
                  <a:gd name="connsiteY1" fmla="*/ 270942 h 474273"/>
                  <a:gd name="connsiteX2" fmla="*/ 18341 w 398390"/>
                  <a:gd name="connsiteY2" fmla="*/ 200749 h 474273"/>
                  <a:gd name="connsiteX3" fmla="*/ 13598 w 398390"/>
                  <a:gd name="connsiteY3" fmla="*/ 184624 h 474273"/>
                  <a:gd name="connsiteX4" fmla="*/ 23084 w 398390"/>
                  <a:gd name="connsiteY4" fmla="*/ 154270 h 474273"/>
                  <a:gd name="connsiteX5" fmla="*/ 36364 w 398390"/>
                  <a:gd name="connsiteY5" fmla="*/ 146682 h 474273"/>
                  <a:gd name="connsiteX6" fmla="*/ 43952 w 398390"/>
                  <a:gd name="connsiteY6" fmla="*/ 133402 h 474273"/>
                  <a:gd name="connsiteX7" fmla="*/ 43952 w 398390"/>
                  <a:gd name="connsiteY7" fmla="*/ 93563 h 474273"/>
                  <a:gd name="connsiteX8" fmla="*/ 70511 w 398390"/>
                  <a:gd name="connsiteY8" fmla="*/ 62261 h 474273"/>
                  <a:gd name="connsiteX9" fmla="*/ 98019 w 398390"/>
                  <a:gd name="connsiteY9" fmla="*/ 8194 h 474273"/>
                  <a:gd name="connsiteX10" fmla="*/ 141652 w 398390"/>
                  <a:gd name="connsiteY10" fmla="*/ 606 h 474273"/>
                  <a:gd name="connsiteX11" fmla="*/ 204256 w 398390"/>
                  <a:gd name="connsiteY11" fmla="*/ 14834 h 474273"/>
                  <a:gd name="connsiteX12" fmla="*/ 316185 w 398390"/>
                  <a:gd name="connsiteY12" fmla="*/ 67953 h 474273"/>
                  <a:gd name="connsiteX13" fmla="*/ 394915 w 398390"/>
                  <a:gd name="connsiteY13" fmla="*/ 205492 h 474273"/>
                  <a:gd name="connsiteX14" fmla="*/ 402503 w 398390"/>
                  <a:gd name="connsiteY14" fmla="*/ 240588 h 474273"/>
                  <a:gd name="connsiteX15" fmla="*/ 290574 w 398390"/>
                  <a:gd name="connsiteY15" fmla="*/ 472983 h 474273"/>
                  <a:gd name="connsiteX16" fmla="*/ 269706 w 398390"/>
                  <a:gd name="connsiteY16" fmla="*/ 473931 h 474273"/>
                  <a:gd name="connsiteX17" fmla="*/ 236507 w 398390"/>
                  <a:gd name="connsiteY17" fmla="*/ 460651 h 474273"/>
                  <a:gd name="connsiteX18" fmla="*/ 49643 w 398390"/>
                  <a:gd name="connsiteY18" fmla="*/ 318369 h 47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8390" h="474273">
                    <a:moveTo>
                      <a:pt x="49643" y="318369"/>
                    </a:moveTo>
                    <a:cubicBezTo>
                      <a:pt x="35415" y="304141"/>
                      <a:pt x="24032" y="288016"/>
                      <a:pt x="12650" y="270942"/>
                    </a:cubicBezTo>
                    <a:cubicBezTo>
                      <a:pt x="-14858" y="227309"/>
                      <a:pt x="9804" y="226360"/>
                      <a:pt x="18341" y="200749"/>
                    </a:cubicBezTo>
                    <a:cubicBezTo>
                      <a:pt x="20238" y="196955"/>
                      <a:pt x="16444" y="191264"/>
                      <a:pt x="13598" y="184624"/>
                    </a:cubicBezTo>
                    <a:cubicBezTo>
                      <a:pt x="7907" y="173241"/>
                      <a:pt x="12650" y="159962"/>
                      <a:pt x="23084" y="154270"/>
                    </a:cubicBezTo>
                    <a:lnTo>
                      <a:pt x="36364" y="146682"/>
                    </a:lnTo>
                    <a:cubicBezTo>
                      <a:pt x="41106" y="143836"/>
                      <a:pt x="43952" y="139094"/>
                      <a:pt x="43952" y="133402"/>
                    </a:cubicBezTo>
                    <a:cubicBezTo>
                      <a:pt x="43003" y="121071"/>
                      <a:pt x="35415" y="115380"/>
                      <a:pt x="43952" y="93563"/>
                    </a:cubicBezTo>
                    <a:cubicBezTo>
                      <a:pt x="54386" y="70798"/>
                      <a:pt x="73357" y="85975"/>
                      <a:pt x="70511" y="62261"/>
                    </a:cubicBezTo>
                    <a:cubicBezTo>
                      <a:pt x="64820" y="25268"/>
                      <a:pt x="59129" y="18628"/>
                      <a:pt x="98019" y="8194"/>
                    </a:cubicBezTo>
                    <a:cubicBezTo>
                      <a:pt x="113196" y="3451"/>
                      <a:pt x="130270" y="606"/>
                      <a:pt x="141652" y="606"/>
                    </a:cubicBezTo>
                    <a:cubicBezTo>
                      <a:pt x="169160" y="-2240"/>
                      <a:pt x="179594" y="5349"/>
                      <a:pt x="204256" y="14834"/>
                    </a:cubicBezTo>
                    <a:cubicBezTo>
                      <a:pt x="243147" y="30959"/>
                      <a:pt x="279192" y="40445"/>
                      <a:pt x="316185" y="67953"/>
                    </a:cubicBezTo>
                    <a:cubicBezTo>
                      <a:pt x="357921" y="104946"/>
                      <a:pt x="384481" y="148579"/>
                      <a:pt x="394915" y="205492"/>
                    </a:cubicBezTo>
                    <a:cubicBezTo>
                      <a:pt x="397760" y="215926"/>
                      <a:pt x="402503" y="227309"/>
                      <a:pt x="402503" y="240588"/>
                    </a:cubicBezTo>
                    <a:cubicBezTo>
                      <a:pt x="367407" y="316472"/>
                      <a:pt x="325671" y="397099"/>
                      <a:pt x="290574" y="472983"/>
                    </a:cubicBezTo>
                    <a:cubicBezTo>
                      <a:pt x="282986" y="488159"/>
                      <a:pt x="276346" y="475828"/>
                      <a:pt x="269706" y="473931"/>
                    </a:cubicBezTo>
                    <a:cubicBezTo>
                      <a:pt x="257375" y="472983"/>
                      <a:pt x="246941" y="467291"/>
                      <a:pt x="236507" y="460651"/>
                    </a:cubicBezTo>
                    <a:cubicBezTo>
                      <a:pt x="178646" y="425555"/>
                      <a:pt x="68614" y="334495"/>
                      <a:pt x="49643" y="31836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7CB13D24-346A-4190-A1C8-071459103544}"/>
              </a:ext>
            </a:extLst>
          </p:cNvPr>
          <p:cNvSpPr txBox="1"/>
          <p:nvPr/>
        </p:nvSpPr>
        <p:spPr>
          <a:xfrm>
            <a:off x="4209015" y="1577945"/>
            <a:ext cx="7687711" cy="2554545"/>
          </a:xfrm>
          <a:prstGeom prst="rect">
            <a:avLst/>
          </a:prstGeom>
          <a:noFill/>
        </p:spPr>
        <p:txBody>
          <a:bodyPr wrap="square">
            <a:spAutoFit/>
          </a:bodyPr>
          <a:lstStyle/>
          <a:p>
            <a:r>
              <a:rPr lang="en-US" sz="1600" dirty="0"/>
              <a:t>Yahoo revealed that hackers had stolen data from 500 million accounts by breaking into its servers. The stolen information included names, emails, phone numbers, birth dates, security question answers, and passwords. The breach had actually happened two years earlier, but Yahoo only found out recently.</a:t>
            </a:r>
          </a:p>
          <a:p>
            <a:r>
              <a:rPr lang="en-US" sz="1600" dirty="0"/>
              <a:t>Two months later, Yahoo announced another, even bigger breach—this time affecting 1 billion accounts. This attack had happened three years earlier but was only discovered after law enforcement and security experts investigated.</a:t>
            </a:r>
          </a:p>
          <a:p>
            <a:r>
              <a:rPr lang="en-US" sz="1600" dirty="0"/>
              <a:t>Experts believe the stolen data was being sold on the dark web for years, likely used in other cyberattacks. In response, Yahoo stated that it was improving security to prevent future breaches.</a:t>
            </a:r>
          </a:p>
        </p:txBody>
      </p:sp>
      <p:sp>
        <p:nvSpPr>
          <p:cNvPr id="50" name="TextBox 49">
            <a:extLst>
              <a:ext uri="{FF2B5EF4-FFF2-40B4-BE49-F238E27FC236}">
                <a16:creationId xmlns:a16="http://schemas.microsoft.com/office/drawing/2014/main" id="{5CC250B7-A0A6-481E-A52F-06C6EC54CF7D}"/>
              </a:ext>
            </a:extLst>
          </p:cNvPr>
          <p:cNvSpPr txBox="1"/>
          <p:nvPr/>
        </p:nvSpPr>
        <p:spPr>
          <a:xfrm>
            <a:off x="4812734" y="1099609"/>
            <a:ext cx="532654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rPr>
              <a:t>EXAMPLE NO.3</a:t>
            </a:r>
            <a:endParaRPr kumimoji="0" lang="ko-KR" altLang="en-US"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endParaRPr>
          </a:p>
        </p:txBody>
      </p:sp>
    </p:spTree>
    <p:extLst>
      <p:ext uri="{BB962C8B-B14F-4D97-AF65-F5344CB8AC3E}">
        <p14:creationId xmlns:p14="http://schemas.microsoft.com/office/powerpoint/2010/main" val="21076699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normAutofit fontScale="92500" lnSpcReduction="10000"/>
          </a:bodyPr>
          <a:lstStyle/>
          <a:p>
            <a:r>
              <a:rPr lang="en-US" b="1" dirty="0"/>
              <a:t>Today’s Security Attacks</a:t>
            </a:r>
          </a:p>
        </p:txBody>
      </p:sp>
      <p:grpSp>
        <p:nvGrpSpPr>
          <p:cNvPr id="7" name="Group 6">
            <a:extLst>
              <a:ext uri="{FF2B5EF4-FFF2-40B4-BE49-F238E27FC236}">
                <a16:creationId xmlns:a16="http://schemas.microsoft.com/office/drawing/2014/main" id="{3CCB3A26-4EF7-4AE3-B544-602E31387B37}"/>
              </a:ext>
            </a:extLst>
          </p:cNvPr>
          <p:cNvGrpSpPr/>
          <p:nvPr/>
        </p:nvGrpSpPr>
        <p:grpSpPr>
          <a:xfrm>
            <a:off x="405768" y="1720256"/>
            <a:ext cx="4523362" cy="4135956"/>
            <a:chOff x="732823" y="2045143"/>
            <a:chExt cx="4898146" cy="4089765"/>
          </a:xfrm>
        </p:grpSpPr>
        <p:grpSp>
          <p:nvGrpSpPr>
            <p:cNvPr id="3" name="Group 2">
              <a:extLst>
                <a:ext uri="{FF2B5EF4-FFF2-40B4-BE49-F238E27FC236}">
                  <a16:creationId xmlns:a16="http://schemas.microsoft.com/office/drawing/2014/main" id="{2535BC1C-AD87-4B65-9FDA-17D261C01A9C}"/>
                </a:ext>
              </a:extLst>
            </p:cNvPr>
            <p:cNvGrpSpPr/>
            <p:nvPr/>
          </p:nvGrpSpPr>
          <p:grpSpPr>
            <a:xfrm flipH="1">
              <a:off x="732823" y="3007650"/>
              <a:ext cx="4898146" cy="3127258"/>
              <a:chOff x="1585738" y="4408438"/>
              <a:chExt cx="2717520" cy="1735021"/>
            </a:xfrm>
          </p:grpSpPr>
          <p:sp>
            <p:nvSpPr>
              <p:cNvPr id="31" name="Oval 30">
                <a:extLst>
                  <a:ext uri="{FF2B5EF4-FFF2-40B4-BE49-F238E27FC236}">
                    <a16:creationId xmlns:a16="http://schemas.microsoft.com/office/drawing/2014/main" id="{99AD4B73-8FF4-4221-94CE-25C909601B26}"/>
                  </a:ext>
                </a:extLst>
              </p:cNvPr>
              <p:cNvSpPr/>
              <p:nvPr/>
            </p:nvSpPr>
            <p:spPr>
              <a:xfrm>
                <a:off x="1585738" y="5752874"/>
                <a:ext cx="2717520" cy="390585"/>
              </a:xfrm>
              <a:prstGeom prst="ellipse">
                <a:avLst/>
              </a:prstGeom>
              <a:solidFill>
                <a:schemeClr val="bg1">
                  <a:lumMod val="65000"/>
                </a:schemeClr>
              </a:solidFill>
              <a:ln>
                <a:noFill/>
              </a:ln>
              <a:effectLst>
                <a:softEdge rad="215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34" charset="-127"/>
                  <a:cs typeface="+mn-cs"/>
                </a:endParaRPr>
              </a:p>
            </p:txBody>
          </p:sp>
          <p:grpSp>
            <p:nvGrpSpPr>
              <p:cNvPr id="10" name="Group 9">
                <a:extLst>
                  <a:ext uri="{FF2B5EF4-FFF2-40B4-BE49-F238E27FC236}">
                    <a16:creationId xmlns:a16="http://schemas.microsoft.com/office/drawing/2014/main" id="{43E2D379-4A78-40E2-9F22-E5F085058729}"/>
                  </a:ext>
                </a:extLst>
              </p:cNvPr>
              <p:cNvGrpSpPr/>
              <p:nvPr/>
            </p:nvGrpSpPr>
            <p:grpSpPr>
              <a:xfrm flipH="1">
                <a:off x="1855021" y="4408438"/>
                <a:ext cx="2426144" cy="1612821"/>
                <a:chOff x="6917382" y="4652701"/>
                <a:chExt cx="2983072" cy="1983048"/>
              </a:xfrm>
            </p:grpSpPr>
            <p:sp>
              <p:nvSpPr>
                <p:cNvPr id="12" name="Freeform: Shape 11">
                  <a:extLst>
                    <a:ext uri="{FF2B5EF4-FFF2-40B4-BE49-F238E27FC236}">
                      <a16:creationId xmlns:a16="http://schemas.microsoft.com/office/drawing/2014/main" id="{6BB287FF-01F8-4D87-A1D4-D02E51E028F7}"/>
                    </a:ext>
                  </a:extLst>
                </p:cNvPr>
                <p:cNvSpPr/>
                <p:nvPr/>
              </p:nvSpPr>
              <p:spPr>
                <a:xfrm>
                  <a:off x="6917382" y="4652701"/>
                  <a:ext cx="2983072" cy="1983048"/>
                </a:xfrm>
                <a:custGeom>
                  <a:avLst/>
                  <a:gdLst>
                    <a:gd name="connsiteX0" fmla="*/ 2977241 w 2983072"/>
                    <a:gd name="connsiteY0" fmla="*/ 1404120 h 1983048"/>
                    <a:gd name="connsiteX1" fmla="*/ 1664038 w 2983072"/>
                    <a:gd name="connsiteY1" fmla="*/ 1312116 h 1983048"/>
                    <a:gd name="connsiteX2" fmla="*/ 1634323 w 2983072"/>
                    <a:gd name="connsiteY2" fmla="*/ 1288114 h 1983048"/>
                    <a:gd name="connsiteX3" fmla="*/ 1230305 w 2983072"/>
                    <a:gd name="connsiteY3" fmla="*/ 69774 h 1983048"/>
                    <a:gd name="connsiteX4" fmla="*/ 1130872 w 2983072"/>
                    <a:gd name="connsiteY4" fmla="*/ 56 h 1983048"/>
                    <a:gd name="connsiteX5" fmla="*/ 68538 w 2983072"/>
                    <a:gd name="connsiteY5" fmla="*/ 15486 h 1983048"/>
                    <a:gd name="connsiteX6" fmla="*/ 1678 w 2983072"/>
                    <a:gd name="connsiteY6" fmla="*/ 98918 h 1983048"/>
                    <a:gd name="connsiteX7" fmla="*/ 437126 w 2983072"/>
                    <a:gd name="connsiteY7" fmla="*/ 1469265 h 1983048"/>
                    <a:gd name="connsiteX8" fmla="*/ 531416 w 2983072"/>
                    <a:gd name="connsiteY8" fmla="*/ 1703562 h 1983048"/>
                    <a:gd name="connsiteX9" fmla="*/ 478271 w 2983072"/>
                    <a:gd name="connsiteY9" fmla="*/ 1825853 h 1983048"/>
                    <a:gd name="connsiteX10" fmla="*/ 554274 w 2983072"/>
                    <a:gd name="connsiteY10" fmla="*/ 1888141 h 1983048"/>
                    <a:gd name="connsiteX11" fmla="*/ 2109201 w 2983072"/>
                    <a:gd name="connsiteY11" fmla="*/ 1983003 h 1983048"/>
                    <a:gd name="connsiteX12" fmla="*/ 2322354 w 2983072"/>
                    <a:gd name="connsiteY12" fmla="*/ 1912714 h 1983048"/>
                    <a:gd name="connsiteX13" fmla="*/ 2959525 w 2983072"/>
                    <a:gd name="connsiteY13" fmla="*/ 1470408 h 1983048"/>
                    <a:gd name="connsiteX14" fmla="*/ 2977241 w 2983072"/>
                    <a:gd name="connsiteY14" fmla="*/ 1404120 h 1983048"/>
                    <a:gd name="connsiteX15" fmla="*/ 2977241 w 2983072"/>
                    <a:gd name="connsiteY15" fmla="*/ 1404120 h 19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3072" h="1983048">
                      <a:moveTo>
                        <a:pt x="2977241" y="1404120"/>
                      </a:moveTo>
                      <a:cubicBezTo>
                        <a:pt x="2934953" y="1378976"/>
                        <a:pt x="1826903" y="1330402"/>
                        <a:pt x="1664038" y="1312116"/>
                      </a:cubicBezTo>
                      <a:cubicBezTo>
                        <a:pt x="1645752" y="1310401"/>
                        <a:pt x="1638895" y="1303544"/>
                        <a:pt x="1634323" y="1288114"/>
                      </a:cubicBezTo>
                      <a:cubicBezTo>
                        <a:pt x="1595464" y="1168680"/>
                        <a:pt x="1325737" y="356644"/>
                        <a:pt x="1230305" y="69774"/>
                      </a:cubicBezTo>
                      <a:cubicBezTo>
                        <a:pt x="1212018" y="14914"/>
                        <a:pt x="1189160" y="-1087"/>
                        <a:pt x="1130872" y="56"/>
                      </a:cubicBezTo>
                      <a:cubicBezTo>
                        <a:pt x="1060011" y="1199"/>
                        <a:pt x="140541" y="14914"/>
                        <a:pt x="68538" y="15486"/>
                      </a:cubicBezTo>
                      <a:cubicBezTo>
                        <a:pt x="17678" y="16057"/>
                        <a:pt x="-6894" y="48059"/>
                        <a:pt x="1678" y="98918"/>
                      </a:cubicBezTo>
                      <a:cubicBezTo>
                        <a:pt x="6249" y="125776"/>
                        <a:pt x="422840" y="1433835"/>
                        <a:pt x="437126" y="1469265"/>
                      </a:cubicBezTo>
                      <a:cubicBezTo>
                        <a:pt x="467413" y="1548126"/>
                        <a:pt x="471413" y="1637273"/>
                        <a:pt x="531416" y="1703562"/>
                      </a:cubicBezTo>
                      <a:cubicBezTo>
                        <a:pt x="458270" y="1744707"/>
                        <a:pt x="455413" y="1751564"/>
                        <a:pt x="478271" y="1825853"/>
                      </a:cubicBezTo>
                      <a:cubicBezTo>
                        <a:pt x="489700" y="1863569"/>
                        <a:pt x="514272" y="1885284"/>
                        <a:pt x="554274" y="1888141"/>
                      </a:cubicBezTo>
                      <a:cubicBezTo>
                        <a:pt x="729711" y="1900713"/>
                        <a:pt x="1952051" y="1985289"/>
                        <a:pt x="2109201" y="1983003"/>
                      </a:cubicBezTo>
                      <a:cubicBezTo>
                        <a:pt x="2188062" y="1981288"/>
                        <a:pt x="2226350" y="1983574"/>
                        <a:pt x="2322354" y="1912714"/>
                      </a:cubicBezTo>
                      <a:cubicBezTo>
                        <a:pt x="2388643" y="1865283"/>
                        <a:pt x="2905809" y="1512125"/>
                        <a:pt x="2959525" y="1470408"/>
                      </a:cubicBezTo>
                      <a:cubicBezTo>
                        <a:pt x="2984670" y="1449836"/>
                        <a:pt x="2988098" y="1430978"/>
                        <a:pt x="2977241" y="1404120"/>
                      </a:cubicBezTo>
                      <a:lnTo>
                        <a:pt x="2977241" y="1404120"/>
                      </a:lnTo>
                      <a:close/>
                    </a:path>
                  </a:pathLst>
                </a:custGeom>
                <a:solidFill>
                  <a:srgbClr val="484848"/>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54E3CDCC-152C-4E9D-97B1-2173440C3105}"/>
                    </a:ext>
                  </a:extLst>
                </p:cNvPr>
                <p:cNvSpPr/>
                <p:nvPr/>
              </p:nvSpPr>
              <p:spPr>
                <a:xfrm>
                  <a:off x="7049409" y="4778370"/>
                  <a:ext cx="1445617" cy="1416648"/>
                </a:xfrm>
                <a:custGeom>
                  <a:avLst/>
                  <a:gdLst>
                    <a:gd name="connsiteX0" fmla="*/ 1442293 w 1445617"/>
                    <a:gd name="connsiteY0" fmla="*/ 1036725 h 1416648"/>
                    <a:gd name="connsiteX1" fmla="*/ 1349718 w 1445617"/>
                    <a:gd name="connsiteY1" fmla="*/ 770427 h 1416648"/>
                    <a:gd name="connsiteX2" fmla="*/ 1094277 w 1445617"/>
                    <a:gd name="connsiteY2" fmla="*/ 25251 h 1416648"/>
                    <a:gd name="connsiteX3" fmla="*/ 1059419 w 1445617"/>
                    <a:gd name="connsiteY3" fmla="*/ 107 h 1416648"/>
                    <a:gd name="connsiteX4" fmla="*/ 62802 w 1445617"/>
                    <a:gd name="connsiteY4" fmla="*/ 41251 h 1416648"/>
                    <a:gd name="connsiteX5" fmla="*/ 13086 w 1445617"/>
                    <a:gd name="connsiteY5" fmla="*/ 109255 h 1416648"/>
                    <a:gd name="connsiteX6" fmla="*/ 166807 w 1445617"/>
                    <a:gd name="connsiteY6" fmla="*/ 575561 h 1416648"/>
                    <a:gd name="connsiteX7" fmla="*/ 430247 w 1445617"/>
                    <a:gd name="connsiteY7" fmla="*/ 1385312 h 1416648"/>
                    <a:gd name="connsiteX8" fmla="*/ 478250 w 1445617"/>
                    <a:gd name="connsiteY8" fmla="*/ 1408742 h 1416648"/>
                    <a:gd name="connsiteX9" fmla="*/ 1106278 w 1445617"/>
                    <a:gd name="connsiteY9" fmla="*/ 1184160 h 1416648"/>
                    <a:gd name="connsiteX10" fmla="*/ 1245141 w 1445617"/>
                    <a:gd name="connsiteY10" fmla="*/ 1132729 h 1416648"/>
                    <a:gd name="connsiteX11" fmla="*/ 1245141 w 1445617"/>
                    <a:gd name="connsiteY11" fmla="*/ 1132729 h 1416648"/>
                    <a:gd name="connsiteX12" fmla="*/ 1245141 w 1445617"/>
                    <a:gd name="connsiteY12" fmla="*/ 1132729 h 1416648"/>
                    <a:gd name="connsiteX13" fmla="*/ 1424007 w 1445617"/>
                    <a:gd name="connsiteY13" fmla="*/ 1071012 h 1416648"/>
                    <a:gd name="connsiteX14" fmla="*/ 1442293 w 1445617"/>
                    <a:gd name="connsiteY14" fmla="*/ 1036725 h 1416648"/>
                    <a:gd name="connsiteX15" fmla="*/ 1442293 w 1445617"/>
                    <a:gd name="connsiteY15" fmla="*/ 1036725 h 141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5617" h="1416648">
                      <a:moveTo>
                        <a:pt x="1442293" y="1036725"/>
                      </a:moveTo>
                      <a:cubicBezTo>
                        <a:pt x="1410292" y="948150"/>
                        <a:pt x="1380005" y="859003"/>
                        <a:pt x="1349718" y="770427"/>
                      </a:cubicBezTo>
                      <a:cubicBezTo>
                        <a:pt x="1263999" y="521845"/>
                        <a:pt x="1178853" y="273833"/>
                        <a:pt x="1094277" y="25251"/>
                      </a:cubicBezTo>
                      <a:cubicBezTo>
                        <a:pt x="1087991" y="6964"/>
                        <a:pt x="1080563" y="-1036"/>
                        <a:pt x="1059419" y="107"/>
                      </a:cubicBezTo>
                      <a:cubicBezTo>
                        <a:pt x="1013131" y="2964"/>
                        <a:pt x="181093" y="35537"/>
                        <a:pt x="62802" y="41251"/>
                      </a:cubicBezTo>
                      <a:cubicBezTo>
                        <a:pt x="-9201" y="44680"/>
                        <a:pt x="-9201" y="41823"/>
                        <a:pt x="13086" y="109255"/>
                      </a:cubicBezTo>
                      <a:cubicBezTo>
                        <a:pt x="64517" y="264690"/>
                        <a:pt x="115948" y="420126"/>
                        <a:pt x="166807" y="575561"/>
                      </a:cubicBezTo>
                      <a:cubicBezTo>
                        <a:pt x="254811" y="845288"/>
                        <a:pt x="342243" y="1115586"/>
                        <a:pt x="430247" y="1385312"/>
                      </a:cubicBezTo>
                      <a:cubicBezTo>
                        <a:pt x="442248" y="1422457"/>
                        <a:pt x="442819" y="1421314"/>
                        <a:pt x="478250" y="1408742"/>
                      </a:cubicBezTo>
                      <a:cubicBezTo>
                        <a:pt x="687973" y="1333881"/>
                        <a:pt x="897126" y="1259592"/>
                        <a:pt x="1106278" y="1184160"/>
                      </a:cubicBezTo>
                      <a:cubicBezTo>
                        <a:pt x="1152566" y="1167588"/>
                        <a:pt x="1201139" y="1155016"/>
                        <a:pt x="1245141" y="1132729"/>
                      </a:cubicBezTo>
                      <a:lnTo>
                        <a:pt x="1245141" y="1132729"/>
                      </a:lnTo>
                      <a:lnTo>
                        <a:pt x="1245141" y="1132729"/>
                      </a:lnTo>
                      <a:cubicBezTo>
                        <a:pt x="1304573" y="1112157"/>
                        <a:pt x="1364004" y="1090442"/>
                        <a:pt x="1424007" y="1071012"/>
                      </a:cubicBezTo>
                      <a:cubicBezTo>
                        <a:pt x="1445150" y="1065298"/>
                        <a:pt x="1449722" y="1057869"/>
                        <a:pt x="1442293" y="1036725"/>
                      </a:cubicBezTo>
                      <a:lnTo>
                        <a:pt x="1442293" y="1036725"/>
                      </a:lnTo>
                      <a:close/>
                    </a:path>
                  </a:pathLst>
                </a:custGeom>
                <a:solidFill>
                  <a:srgbClr val="8F8C8D"/>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A31859BD-7525-4B2A-B9B5-F61E3564AC5F}"/>
                    </a:ext>
                  </a:extLst>
                </p:cNvPr>
                <p:cNvSpPr/>
                <p:nvPr/>
              </p:nvSpPr>
              <p:spPr>
                <a:xfrm>
                  <a:off x="7048837" y="4800764"/>
                  <a:ext cx="1251998" cy="1394255"/>
                </a:xfrm>
                <a:custGeom>
                  <a:avLst/>
                  <a:gdLst>
                    <a:gd name="connsiteX0" fmla="*/ 1251999 w 1251998"/>
                    <a:gd name="connsiteY0" fmla="*/ 1108050 h 1394255"/>
                    <a:gd name="connsiteX1" fmla="*/ 413104 w 1251998"/>
                    <a:gd name="connsiteY1" fmla="*/ 0 h 1394255"/>
                    <a:gd name="connsiteX2" fmla="*/ 62802 w 1251998"/>
                    <a:gd name="connsiteY2" fmla="*/ 16001 h 1394255"/>
                    <a:gd name="connsiteX3" fmla="*/ 13086 w 1251998"/>
                    <a:gd name="connsiteY3" fmla="*/ 84575 h 1394255"/>
                    <a:gd name="connsiteX4" fmla="*/ 166807 w 1251998"/>
                    <a:gd name="connsiteY4" fmla="*/ 551453 h 1394255"/>
                    <a:gd name="connsiteX5" fmla="*/ 429676 w 1251998"/>
                    <a:gd name="connsiteY5" fmla="*/ 1362919 h 1394255"/>
                    <a:gd name="connsiteX6" fmla="*/ 477678 w 1251998"/>
                    <a:gd name="connsiteY6" fmla="*/ 1386348 h 1394255"/>
                    <a:gd name="connsiteX7" fmla="*/ 1105706 w 1251998"/>
                    <a:gd name="connsiteY7" fmla="*/ 1161195 h 1394255"/>
                    <a:gd name="connsiteX8" fmla="*/ 1244570 w 1251998"/>
                    <a:gd name="connsiteY8" fmla="*/ 1109764 h 1394255"/>
                    <a:gd name="connsiteX9" fmla="*/ 1244570 w 1251998"/>
                    <a:gd name="connsiteY9" fmla="*/ 1109764 h 1394255"/>
                    <a:gd name="connsiteX10" fmla="*/ 1244570 w 1251998"/>
                    <a:gd name="connsiteY10" fmla="*/ 1109764 h 1394255"/>
                    <a:gd name="connsiteX11" fmla="*/ 1251999 w 1251998"/>
                    <a:gd name="connsiteY11" fmla="*/ 1108050 h 1394255"/>
                    <a:gd name="connsiteX12" fmla="*/ 1251999 w 1251998"/>
                    <a:gd name="connsiteY12" fmla="*/ 1108050 h 13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998" h="1394255">
                      <a:moveTo>
                        <a:pt x="1251999" y="1108050"/>
                      </a:moveTo>
                      <a:lnTo>
                        <a:pt x="413104" y="0"/>
                      </a:lnTo>
                      <a:cubicBezTo>
                        <a:pt x="296527" y="10858"/>
                        <a:pt x="179379" y="10286"/>
                        <a:pt x="62802" y="16001"/>
                      </a:cubicBezTo>
                      <a:cubicBezTo>
                        <a:pt x="-9201" y="19429"/>
                        <a:pt x="-9201" y="16572"/>
                        <a:pt x="13086" y="84575"/>
                      </a:cubicBezTo>
                      <a:cubicBezTo>
                        <a:pt x="64517" y="240011"/>
                        <a:pt x="115948" y="396018"/>
                        <a:pt x="166807" y="551453"/>
                      </a:cubicBezTo>
                      <a:cubicBezTo>
                        <a:pt x="254811" y="821751"/>
                        <a:pt x="342243" y="1092049"/>
                        <a:pt x="429676" y="1362919"/>
                      </a:cubicBezTo>
                      <a:cubicBezTo>
                        <a:pt x="441677" y="1400063"/>
                        <a:pt x="442248" y="1398920"/>
                        <a:pt x="477678" y="1386348"/>
                      </a:cubicBezTo>
                      <a:cubicBezTo>
                        <a:pt x="686830" y="1311488"/>
                        <a:pt x="896554" y="1237199"/>
                        <a:pt x="1105706" y="1161195"/>
                      </a:cubicBezTo>
                      <a:cubicBezTo>
                        <a:pt x="1151994" y="1144623"/>
                        <a:pt x="1200568" y="1132051"/>
                        <a:pt x="1244570" y="1109764"/>
                      </a:cubicBezTo>
                      <a:lnTo>
                        <a:pt x="1244570" y="1109764"/>
                      </a:lnTo>
                      <a:lnTo>
                        <a:pt x="1244570" y="1109764"/>
                      </a:lnTo>
                      <a:cubicBezTo>
                        <a:pt x="1247427" y="1109764"/>
                        <a:pt x="1249713" y="1108621"/>
                        <a:pt x="1251999" y="1108050"/>
                      </a:cubicBezTo>
                      <a:lnTo>
                        <a:pt x="1251999" y="1108050"/>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63643218-0DBA-4BFA-BDA7-B0D7EE0094D3}"/>
                    </a:ext>
                  </a:extLst>
                </p:cNvPr>
                <p:cNvSpPr/>
                <p:nvPr/>
              </p:nvSpPr>
              <p:spPr>
                <a:xfrm>
                  <a:off x="7409336" y="6400982"/>
                  <a:ext cx="1760252" cy="217078"/>
                </a:xfrm>
                <a:custGeom>
                  <a:avLst/>
                  <a:gdLst>
                    <a:gd name="connsiteX0" fmla="*/ 1634963 w 1760252"/>
                    <a:gd name="connsiteY0" fmla="*/ 216435 h 217078"/>
                    <a:gd name="connsiteX1" fmla="*/ 84035 w 1760252"/>
                    <a:gd name="connsiteY1" fmla="*/ 121574 h 217078"/>
                    <a:gd name="connsiteX2" fmla="*/ 603 w 1760252"/>
                    <a:gd name="connsiteY2" fmla="*/ 29570 h 217078"/>
                    <a:gd name="connsiteX3" fmla="*/ 37748 w 1760252"/>
                    <a:gd name="connsiteY3" fmla="*/ 997 h 217078"/>
                    <a:gd name="connsiteX4" fmla="*/ 1735539 w 1760252"/>
                    <a:gd name="connsiteY4" fmla="*/ 162718 h 217078"/>
                    <a:gd name="connsiteX5" fmla="*/ 1760111 w 1760252"/>
                    <a:gd name="connsiteY5" fmla="*/ 178719 h 217078"/>
                    <a:gd name="connsiteX6" fmla="*/ 1737824 w 1760252"/>
                    <a:gd name="connsiteY6" fmla="*/ 197577 h 217078"/>
                    <a:gd name="connsiteX7" fmla="*/ 1634963 w 1760252"/>
                    <a:gd name="connsiteY7" fmla="*/ 216435 h 217078"/>
                    <a:gd name="connsiteX8" fmla="*/ 1634963 w 1760252"/>
                    <a:gd name="connsiteY8" fmla="*/ 216435 h 21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252" h="217078">
                      <a:moveTo>
                        <a:pt x="1634963" y="216435"/>
                      </a:moveTo>
                      <a:cubicBezTo>
                        <a:pt x="1518386" y="208435"/>
                        <a:pt x="207470" y="130145"/>
                        <a:pt x="84035" y="121574"/>
                      </a:cubicBezTo>
                      <a:cubicBezTo>
                        <a:pt x="30319" y="118145"/>
                        <a:pt x="-5111" y="77572"/>
                        <a:pt x="603" y="29570"/>
                      </a:cubicBezTo>
                      <a:cubicBezTo>
                        <a:pt x="3460" y="7854"/>
                        <a:pt x="13175" y="-3575"/>
                        <a:pt x="37748" y="997"/>
                      </a:cubicBezTo>
                      <a:cubicBezTo>
                        <a:pt x="112608" y="13569"/>
                        <a:pt x="1641820" y="147289"/>
                        <a:pt x="1735539" y="162718"/>
                      </a:cubicBezTo>
                      <a:cubicBezTo>
                        <a:pt x="1746968" y="164433"/>
                        <a:pt x="1758397" y="167290"/>
                        <a:pt x="1760111" y="178719"/>
                      </a:cubicBezTo>
                      <a:cubicBezTo>
                        <a:pt x="1761825" y="192434"/>
                        <a:pt x="1747539" y="194148"/>
                        <a:pt x="1737824" y="197577"/>
                      </a:cubicBezTo>
                      <a:cubicBezTo>
                        <a:pt x="1704109" y="209006"/>
                        <a:pt x="1670964" y="219864"/>
                        <a:pt x="1634963" y="216435"/>
                      </a:cubicBezTo>
                      <a:lnTo>
                        <a:pt x="1634963" y="216435"/>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697AC4EB-E961-405F-ACDA-B2434F876BE4}"/>
                    </a:ext>
                  </a:extLst>
                </p:cNvPr>
                <p:cNvSpPr/>
                <p:nvPr/>
              </p:nvSpPr>
              <p:spPr>
                <a:xfrm>
                  <a:off x="6952507" y="4726584"/>
                  <a:ext cx="531234" cy="1611633"/>
                </a:xfrm>
                <a:custGeom>
                  <a:avLst/>
                  <a:gdLst>
                    <a:gd name="connsiteX0" fmla="*/ 531149 w 531234"/>
                    <a:gd name="connsiteY0" fmla="*/ 1599963 h 1611633"/>
                    <a:gd name="connsiteX1" fmla="*/ 524291 w 531234"/>
                    <a:gd name="connsiteY1" fmla="*/ 1610821 h 1611633"/>
                    <a:gd name="connsiteX2" fmla="*/ 511719 w 531234"/>
                    <a:gd name="connsiteY2" fmla="*/ 1606249 h 1611633"/>
                    <a:gd name="connsiteX3" fmla="*/ 500290 w 531234"/>
                    <a:gd name="connsiteY3" fmla="*/ 1573105 h 1611633"/>
                    <a:gd name="connsiteX4" fmla="*/ 294567 w 531234"/>
                    <a:gd name="connsiteY4" fmla="*/ 933648 h 1611633"/>
                    <a:gd name="connsiteX5" fmla="*/ 8840 w 531234"/>
                    <a:gd name="connsiteY5" fmla="*/ 36464 h 1611633"/>
                    <a:gd name="connsiteX6" fmla="*/ 8268 w 531234"/>
                    <a:gd name="connsiteY6" fmla="*/ 1034 h 1611633"/>
                    <a:gd name="connsiteX7" fmla="*/ 28269 w 531234"/>
                    <a:gd name="connsiteY7" fmla="*/ 29035 h 1611633"/>
                    <a:gd name="connsiteX8" fmla="*/ 288281 w 531234"/>
                    <a:gd name="connsiteY8" fmla="*/ 843358 h 1611633"/>
                    <a:gd name="connsiteX9" fmla="*/ 524863 w 531234"/>
                    <a:gd name="connsiteY9" fmla="*/ 1579962 h 1611633"/>
                    <a:gd name="connsiteX10" fmla="*/ 531149 w 531234"/>
                    <a:gd name="connsiteY10" fmla="*/ 1599963 h 1611633"/>
                    <a:gd name="connsiteX11" fmla="*/ 531149 w 531234"/>
                    <a:gd name="connsiteY11" fmla="*/ 1599963 h 16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1234" h="1611633">
                      <a:moveTo>
                        <a:pt x="531149" y="1599963"/>
                      </a:moveTo>
                      <a:cubicBezTo>
                        <a:pt x="531720" y="1604535"/>
                        <a:pt x="529434" y="1608535"/>
                        <a:pt x="524291" y="1610821"/>
                      </a:cubicBezTo>
                      <a:cubicBezTo>
                        <a:pt x="518577" y="1613107"/>
                        <a:pt x="514005" y="1610249"/>
                        <a:pt x="511719" y="1606249"/>
                      </a:cubicBezTo>
                      <a:cubicBezTo>
                        <a:pt x="507148" y="1595392"/>
                        <a:pt x="503719" y="1584534"/>
                        <a:pt x="500290" y="1573105"/>
                      </a:cubicBezTo>
                      <a:cubicBezTo>
                        <a:pt x="431716" y="1359953"/>
                        <a:pt x="363141" y="1146800"/>
                        <a:pt x="294567" y="933648"/>
                      </a:cubicBezTo>
                      <a:cubicBezTo>
                        <a:pt x="199134" y="634777"/>
                        <a:pt x="103701" y="335335"/>
                        <a:pt x="8840" y="36464"/>
                      </a:cubicBezTo>
                      <a:cubicBezTo>
                        <a:pt x="5411" y="25607"/>
                        <a:pt x="-8876" y="6749"/>
                        <a:pt x="8268" y="1034"/>
                      </a:cubicBezTo>
                      <a:cubicBezTo>
                        <a:pt x="27126" y="-5252"/>
                        <a:pt x="24840" y="18749"/>
                        <a:pt x="28269" y="29035"/>
                      </a:cubicBezTo>
                      <a:cubicBezTo>
                        <a:pt x="115702" y="299905"/>
                        <a:pt x="201420" y="571917"/>
                        <a:pt x="288281" y="843358"/>
                      </a:cubicBezTo>
                      <a:cubicBezTo>
                        <a:pt x="366570" y="1089083"/>
                        <a:pt x="446002" y="1334237"/>
                        <a:pt x="524863" y="1579962"/>
                      </a:cubicBezTo>
                      <a:cubicBezTo>
                        <a:pt x="526577" y="1585677"/>
                        <a:pt x="528292" y="1592535"/>
                        <a:pt x="531149" y="1599963"/>
                      </a:cubicBezTo>
                      <a:lnTo>
                        <a:pt x="531149" y="1599963"/>
                      </a:lnTo>
                      <a:close/>
                    </a:path>
                  </a:pathLst>
                </a:custGeom>
                <a:solidFill>
                  <a:srgbClr val="9090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27C7DB33-6C87-4BD6-B733-8B52949F12E2}"/>
                    </a:ext>
                  </a:extLst>
                </p:cNvPr>
                <p:cNvSpPr/>
                <p:nvPr/>
              </p:nvSpPr>
              <p:spPr>
                <a:xfrm>
                  <a:off x="7729130" y="6057561"/>
                  <a:ext cx="662402" cy="280414"/>
                </a:xfrm>
                <a:custGeom>
                  <a:avLst/>
                  <a:gdLst>
                    <a:gd name="connsiteX0" fmla="*/ 13395 w 662402"/>
                    <a:gd name="connsiteY0" fmla="*/ 280415 h 280414"/>
                    <a:gd name="connsiteX1" fmla="*/ 251 w 662402"/>
                    <a:gd name="connsiteY1" fmla="*/ 273557 h 280414"/>
                    <a:gd name="connsiteX2" fmla="*/ 11109 w 662402"/>
                    <a:gd name="connsiteY2" fmla="*/ 259271 h 280414"/>
                    <a:gd name="connsiteX3" fmla="*/ 628280 w 662402"/>
                    <a:gd name="connsiteY3" fmla="*/ 10117 h 280414"/>
                    <a:gd name="connsiteX4" fmla="*/ 660853 w 662402"/>
                    <a:gd name="connsiteY4" fmla="*/ 7260 h 280414"/>
                    <a:gd name="connsiteX5" fmla="*/ 636852 w 662402"/>
                    <a:gd name="connsiteY5" fmla="*/ 28975 h 280414"/>
                    <a:gd name="connsiteX6" fmla="*/ 13395 w 662402"/>
                    <a:gd name="connsiteY6" fmla="*/ 280415 h 280414"/>
                    <a:gd name="connsiteX7" fmla="*/ 13395 w 662402"/>
                    <a:gd name="connsiteY7" fmla="*/ 280415 h 28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402" h="280414">
                      <a:moveTo>
                        <a:pt x="13395" y="280415"/>
                      </a:moveTo>
                      <a:cubicBezTo>
                        <a:pt x="6537" y="280415"/>
                        <a:pt x="1394" y="279844"/>
                        <a:pt x="251" y="273557"/>
                      </a:cubicBezTo>
                      <a:cubicBezTo>
                        <a:pt x="-1463" y="264414"/>
                        <a:pt x="5966" y="261557"/>
                        <a:pt x="11109" y="259271"/>
                      </a:cubicBezTo>
                      <a:cubicBezTo>
                        <a:pt x="48825" y="243270"/>
                        <a:pt x="460272" y="77549"/>
                        <a:pt x="628280" y="10117"/>
                      </a:cubicBezTo>
                      <a:cubicBezTo>
                        <a:pt x="638566" y="6117"/>
                        <a:pt x="653995" y="-8741"/>
                        <a:pt x="660853" y="7260"/>
                      </a:cubicBezTo>
                      <a:cubicBezTo>
                        <a:pt x="668282" y="23832"/>
                        <a:pt x="647138" y="24403"/>
                        <a:pt x="636852" y="28975"/>
                      </a:cubicBezTo>
                      <a:cubicBezTo>
                        <a:pt x="435700" y="111265"/>
                        <a:pt x="18538" y="278701"/>
                        <a:pt x="13395" y="280415"/>
                      </a:cubicBezTo>
                      <a:lnTo>
                        <a:pt x="13395" y="280415"/>
                      </a:lnTo>
                      <a:close/>
                    </a:path>
                  </a:pathLst>
                </a:custGeom>
                <a:solidFill>
                  <a:srgbClr val="908F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C1A410AF-BEB1-42F0-8445-252CE520DCC5}"/>
                    </a:ext>
                  </a:extLst>
                </p:cNvPr>
                <p:cNvSpPr/>
                <p:nvPr/>
              </p:nvSpPr>
              <p:spPr>
                <a:xfrm>
                  <a:off x="7609376" y="6263687"/>
                  <a:ext cx="114290" cy="51430"/>
                </a:xfrm>
                <a:custGeom>
                  <a:avLst/>
                  <a:gdLst>
                    <a:gd name="connsiteX0" fmla="*/ 0 w 114290"/>
                    <a:gd name="connsiteY0" fmla="*/ 42288 h 51430"/>
                    <a:gd name="connsiteX1" fmla="*/ 110862 w 114290"/>
                    <a:gd name="connsiteY1" fmla="*/ 0 h 51430"/>
                    <a:gd name="connsiteX2" fmla="*/ 114291 w 114290"/>
                    <a:gd name="connsiteY2" fmla="*/ 9143 h 51430"/>
                    <a:gd name="connsiteX3" fmla="*/ 3429 w 114290"/>
                    <a:gd name="connsiteY3" fmla="*/ 51431 h 51430"/>
                    <a:gd name="connsiteX4" fmla="*/ 0 w 114290"/>
                    <a:gd name="connsiteY4" fmla="*/ 42288 h 51430"/>
                    <a:gd name="connsiteX5" fmla="*/ 0 w 114290"/>
                    <a:gd name="connsiteY5" fmla="*/ 42288 h 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0" h="51430">
                      <a:moveTo>
                        <a:pt x="0" y="42288"/>
                      </a:moveTo>
                      <a:cubicBezTo>
                        <a:pt x="36573" y="28001"/>
                        <a:pt x="73718" y="14286"/>
                        <a:pt x="110862" y="0"/>
                      </a:cubicBezTo>
                      <a:cubicBezTo>
                        <a:pt x="112005" y="3429"/>
                        <a:pt x="113148" y="6286"/>
                        <a:pt x="114291" y="9143"/>
                      </a:cubicBezTo>
                      <a:cubicBezTo>
                        <a:pt x="77718" y="23429"/>
                        <a:pt x="40573" y="37145"/>
                        <a:pt x="3429" y="51431"/>
                      </a:cubicBezTo>
                      <a:cubicBezTo>
                        <a:pt x="2286" y="48574"/>
                        <a:pt x="1143" y="45145"/>
                        <a:pt x="0" y="42288"/>
                      </a:cubicBezTo>
                      <a:lnTo>
                        <a:pt x="0" y="42288"/>
                      </a:lnTo>
                      <a:close/>
                    </a:path>
                  </a:pathLst>
                </a:custGeom>
                <a:solidFill>
                  <a:srgbClr val="D0D0D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6" name="Group 5">
              <a:extLst>
                <a:ext uri="{FF2B5EF4-FFF2-40B4-BE49-F238E27FC236}">
                  <a16:creationId xmlns:a16="http://schemas.microsoft.com/office/drawing/2014/main" id="{28F1E337-6C60-4127-884D-6EC7C45D8862}"/>
                </a:ext>
              </a:extLst>
            </p:cNvPr>
            <p:cNvGrpSpPr/>
            <p:nvPr/>
          </p:nvGrpSpPr>
          <p:grpSpPr>
            <a:xfrm>
              <a:off x="1036543" y="2045143"/>
              <a:ext cx="2961756" cy="3431661"/>
              <a:chOff x="810119" y="1788769"/>
              <a:chExt cx="2961756" cy="3431661"/>
            </a:xfrm>
          </p:grpSpPr>
          <p:sp>
            <p:nvSpPr>
              <p:cNvPr id="33" name="Freeform: Shape 32">
                <a:extLst>
                  <a:ext uri="{FF2B5EF4-FFF2-40B4-BE49-F238E27FC236}">
                    <a16:creationId xmlns:a16="http://schemas.microsoft.com/office/drawing/2014/main" id="{3D05294A-8EBB-4E5E-AE89-A2B9790146E3}"/>
                  </a:ext>
                </a:extLst>
              </p:cNvPr>
              <p:cNvSpPr/>
              <p:nvPr/>
            </p:nvSpPr>
            <p:spPr>
              <a:xfrm rot="739140" flipH="1">
                <a:off x="2488836" y="1806214"/>
                <a:ext cx="589030" cy="684918"/>
              </a:xfrm>
              <a:custGeom>
                <a:avLst/>
                <a:gdLst>
                  <a:gd name="connsiteX0" fmla="*/ 737970 w 815751"/>
                  <a:gd name="connsiteY0" fmla="*/ 666829 h 948547"/>
                  <a:gd name="connsiteX1" fmla="*/ 821442 w 815751"/>
                  <a:gd name="connsiteY1" fmla="*/ 388905 h 948547"/>
                  <a:gd name="connsiteX2" fmla="*/ 410721 w 815751"/>
                  <a:gd name="connsiteY2" fmla="*/ 0 h 948547"/>
                  <a:gd name="connsiteX3" fmla="*/ 0 w 815751"/>
                  <a:gd name="connsiteY3" fmla="*/ 388905 h 948547"/>
                  <a:gd name="connsiteX4" fmla="*/ 42685 w 815751"/>
                  <a:gd name="connsiteY4" fmla="*/ 561540 h 948547"/>
                  <a:gd name="connsiteX5" fmla="*/ 90112 w 815751"/>
                  <a:gd name="connsiteY5" fmla="*/ 828082 h 948547"/>
                  <a:gd name="connsiteX6" fmla="*/ 90112 w 815751"/>
                  <a:gd name="connsiteY6" fmla="*/ 828082 h 948547"/>
                  <a:gd name="connsiteX7" fmla="*/ 129002 w 815751"/>
                  <a:gd name="connsiteY7" fmla="*/ 863178 h 948547"/>
                  <a:gd name="connsiteX8" fmla="*/ 257056 w 815751"/>
                  <a:gd name="connsiteY8" fmla="*/ 897326 h 948547"/>
                  <a:gd name="connsiteX9" fmla="*/ 492296 w 815751"/>
                  <a:gd name="connsiteY9" fmla="*/ 860333 h 948547"/>
                  <a:gd name="connsiteX10" fmla="*/ 602328 w 815751"/>
                  <a:gd name="connsiteY10" fmla="*/ 957085 h 948547"/>
                  <a:gd name="connsiteX11" fmla="*/ 758838 w 815751"/>
                  <a:gd name="connsiteY11" fmla="*/ 734176 h 948547"/>
                  <a:gd name="connsiteX12" fmla="*/ 737970 w 815751"/>
                  <a:gd name="connsiteY12" fmla="*/ 666829 h 94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5751" h="948547">
                    <a:moveTo>
                      <a:pt x="737970" y="666829"/>
                    </a:moveTo>
                    <a:cubicBezTo>
                      <a:pt x="771169" y="552055"/>
                      <a:pt x="815751" y="510319"/>
                      <a:pt x="821442" y="388905"/>
                    </a:cubicBezTo>
                    <a:cubicBezTo>
                      <a:pt x="832825" y="174533"/>
                      <a:pt x="637424" y="0"/>
                      <a:pt x="410721" y="0"/>
                    </a:cubicBezTo>
                    <a:cubicBezTo>
                      <a:pt x="184018" y="0"/>
                      <a:pt x="0" y="173584"/>
                      <a:pt x="0" y="388905"/>
                    </a:cubicBezTo>
                    <a:cubicBezTo>
                      <a:pt x="0" y="451509"/>
                      <a:pt x="31302" y="502730"/>
                      <a:pt x="42685" y="561540"/>
                    </a:cubicBezTo>
                    <a:cubicBezTo>
                      <a:pt x="42685" y="562489"/>
                      <a:pt x="81575" y="825237"/>
                      <a:pt x="90112" y="828082"/>
                    </a:cubicBezTo>
                    <a:lnTo>
                      <a:pt x="90112" y="828082"/>
                    </a:lnTo>
                    <a:cubicBezTo>
                      <a:pt x="95803" y="849899"/>
                      <a:pt x="111929" y="857487"/>
                      <a:pt x="129002" y="863178"/>
                    </a:cubicBezTo>
                    <a:cubicBezTo>
                      <a:pt x="136591" y="867921"/>
                      <a:pt x="252314" y="894481"/>
                      <a:pt x="257056" y="897326"/>
                    </a:cubicBezTo>
                    <a:cubicBezTo>
                      <a:pt x="338632" y="905863"/>
                      <a:pt x="416412" y="889738"/>
                      <a:pt x="492296" y="860333"/>
                    </a:cubicBezTo>
                    <a:cubicBezTo>
                      <a:pt x="515061" y="850847"/>
                      <a:pt x="578614" y="932422"/>
                      <a:pt x="602328" y="957085"/>
                    </a:cubicBezTo>
                    <a:cubicBezTo>
                      <a:pt x="615608" y="959930"/>
                      <a:pt x="742713" y="794883"/>
                      <a:pt x="758838" y="734176"/>
                    </a:cubicBezTo>
                    <a:cubicBezTo>
                      <a:pt x="750301" y="723742"/>
                      <a:pt x="737970" y="688646"/>
                      <a:pt x="737970" y="66682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A580AE8D-9042-445B-9D1C-34885AEA4D6C}"/>
                  </a:ext>
                </a:extLst>
              </p:cNvPr>
              <p:cNvSpPr/>
              <p:nvPr/>
            </p:nvSpPr>
            <p:spPr>
              <a:xfrm rot="739140" flipH="1">
                <a:off x="2428885" y="1788769"/>
                <a:ext cx="684918" cy="506840"/>
              </a:xfrm>
              <a:custGeom>
                <a:avLst/>
                <a:gdLst>
                  <a:gd name="connsiteX0" fmla="*/ 912217 w 948547"/>
                  <a:gd name="connsiteY0" fmla="*/ 188902 h 701925"/>
                  <a:gd name="connsiteX1" fmla="*/ 798391 w 948547"/>
                  <a:gd name="connsiteY1" fmla="*/ 80768 h 701925"/>
                  <a:gd name="connsiteX2" fmla="*/ 748118 w 948547"/>
                  <a:gd name="connsiteY2" fmla="*/ 11524 h 701925"/>
                  <a:gd name="connsiteX3" fmla="*/ 639983 w 948547"/>
                  <a:gd name="connsiteY3" fmla="*/ 13421 h 701925"/>
                  <a:gd name="connsiteX4" fmla="*/ 597299 w 948547"/>
                  <a:gd name="connsiteY4" fmla="*/ 19112 h 701925"/>
                  <a:gd name="connsiteX5" fmla="*/ 386721 w 948547"/>
                  <a:gd name="connsiteY5" fmla="*/ 10575 h 701925"/>
                  <a:gd name="connsiteX6" fmla="*/ 288072 w 948547"/>
                  <a:gd name="connsiteY6" fmla="*/ 24804 h 701925"/>
                  <a:gd name="connsiteX7" fmla="*/ 158121 w 948547"/>
                  <a:gd name="connsiteY7" fmla="*/ 56106 h 701925"/>
                  <a:gd name="connsiteX8" fmla="*/ 125870 w 948547"/>
                  <a:gd name="connsiteY8" fmla="*/ 76025 h 701925"/>
                  <a:gd name="connsiteX9" fmla="*/ 63266 w 948547"/>
                  <a:gd name="connsiteY9" fmla="*/ 198388 h 701925"/>
                  <a:gd name="connsiteX10" fmla="*/ 3508 w 948547"/>
                  <a:gd name="connsiteY10" fmla="*/ 349207 h 701925"/>
                  <a:gd name="connsiteX11" fmla="*/ 4456 w 948547"/>
                  <a:gd name="connsiteY11" fmla="*/ 422245 h 701925"/>
                  <a:gd name="connsiteX12" fmla="*/ 4456 w 948547"/>
                  <a:gd name="connsiteY12" fmla="*/ 422245 h 701925"/>
                  <a:gd name="connsiteX13" fmla="*/ 58524 w 948547"/>
                  <a:gd name="connsiteY13" fmla="*/ 583498 h 701925"/>
                  <a:gd name="connsiteX14" fmla="*/ 71803 w 948547"/>
                  <a:gd name="connsiteY14" fmla="*/ 560733 h 701925"/>
                  <a:gd name="connsiteX15" fmla="*/ 104054 w 948547"/>
                  <a:gd name="connsiteY15" fmla="*/ 474415 h 701925"/>
                  <a:gd name="connsiteX16" fmla="*/ 142944 w 948547"/>
                  <a:gd name="connsiteY16" fmla="*/ 476312 h 701925"/>
                  <a:gd name="connsiteX17" fmla="*/ 200806 w 948547"/>
                  <a:gd name="connsiteY17" fmla="*/ 564527 h 701925"/>
                  <a:gd name="connsiteX18" fmla="*/ 263410 w 948547"/>
                  <a:gd name="connsiteY18" fmla="*/ 581601 h 701925"/>
                  <a:gd name="connsiteX19" fmla="*/ 421817 w 948547"/>
                  <a:gd name="connsiteY19" fmla="*/ 565476 h 701925"/>
                  <a:gd name="connsiteX20" fmla="*/ 497701 w 948547"/>
                  <a:gd name="connsiteY20" fmla="*/ 528482 h 701925"/>
                  <a:gd name="connsiteX21" fmla="*/ 524260 w 948547"/>
                  <a:gd name="connsiteY21" fmla="*/ 540814 h 701925"/>
                  <a:gd name="connsiteX22" fmla="*/ 739581 w 948547"/>
                  <a:gd name="connsiteY22" fmla="*/ 710604 h 701925"/>
                  <a:gd name="connsiteX23" fmla="*/ 788905 w 948547"/>
                  <a:gd name="connsiteY23" fmla="*/ 634720 h 701925"/>
                  <a:gd name="connsiteX24" fmla="*/ 814516 w 948547"/>
                  <a:gd name="connsiteY24" fmla="*/ 570219 h 701925"/>
                  <a:gd name="connsiteX25" fmla="*/ 863841 w 948547"/>
                  <a:gd name="connsiteY25" fmla="*/ 491489 h 701925"/>
                  <a:gd name="connsiteX26" fmla="*/ 919805 w 948547"/>
                  <a:gd name="connsiteY26" fmla="*/ 377663 h 701925"/>
                  <a:gd name="connsiteX27" fmla="*/ 912217 w 948547"/>
                  <a:gd name="connsiteY27" fmla="*/ 188902 h 701925"/>
                  <a:gd name="connsiteX28" fmla="*/ 104054 w 948547"/>
                  <a:gd name="connsiteY28" fmla="*/ 413708 h 701925"/>
                  <a:gd name="connsiteX29" fmla="*/ 85083 w 948547"/>
                  <a:gd name="connsiteY29" fmla="*/ 446907 h 701925"/>
                  <a:gd name="connsiteX30" fmla="*/ 40501 w 948547"/>
                  <a:gd name="connsiteY30" fmla="*/ 445959 h 701925"/>
                  <a:gd name="connsiteX31" fmla="*/ 24376 w 948547"/>
                  <a:gd name="connsiteY31" fmla="*/ 431731 h 701925"/>
                  <a:gd name="connsiteX32" fmla="*/ 44295 w 948547"/>
                  <a:gd name="connsiteY32" fmla="*/ 400429 h 701925"/>
                  <a:gd name="connsiteX33" fmla="*/ 80340 w 948547"/>
                  <a:gd name="connsiteY33" fmla="*/ 394737 h 701925"/>
                  <a:gd name="connsiteX34" fmla="*/ 100260 w 948547"/>
                  <a:gd name="connsiteY34" fmla="*/ 403274 h 701925"/>
                  <a:gd name="connsiteX35" fmla="*/ 104054 w 948547"/>
                  <a:gd name="connsiteY35" fmla="*/ 413708 h 701925"/>
                  <a:gd name="connsiteX36" fmla="*/ 366802 w 948547"/>
                  <a:gd name="connsiteY36" fmla="*/ 431731 h 701925"/>
                  <a:gd name="connsiteX37" fmla="*/ 346882 w 948547"/>
                  <a:gd name="connsiteY37" fmla="*/ 442165 h 701925"/>
                  <a:gd name="connsiteX38" fmla="*/ 257719 w 948547"/>
                  <a:gd name="connsiteY38" fmla="*/ 439319 h 701925"/>
                  <a:gd name="connsiteX39" fmla="*/ 229262 w 948547"/>
                  <a:gd name="connsiteY39" fmla="*/ 405171 h 701925"/>
                  <a:gd name="connsiteX40" fmla="*/ 235902 w 948547"/>
                  <a:gd name="connsiteY40" fmla="*/ 396634 h 701925"/>
                  <a:gd name="connsiteX41" fmla="*/ 270050 w 948547"/>
                  <a:gd name="connsiteY41" fmla="*/ 385252 h 701925"/>
                  <a:gd name="connsiteX42" fmla="*/ 327911 w 948547"/>
                  <a:gd name="connsiteY42" fmla="*/ 395686 h 701925"/>
                  <a:gd name="connsiteX43" fmla="*/ 366802 w 948547"/>
                  <a:gd name="connsiteY43" fmla="*/ 431731 h 70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48547" h="701925">
                    <a:moveTo>
                      <a:pt x="912217" y="188902"/>
                    </a:moveTo>
                    <a:cubicBezTo>
                      <a:pt x="893246" y="179417"/>
                      <a:pt x="800288" y="120607"/>
                      <a:pt x="798391" y="80768"/>
                    </a:cubicBezTo>
                    <a:cubicBezTo>
                      <a:pt x="796494" y="48517"/>
                      <a:pt x="778471" y="24804"/>
                      <a:pt x="748118" y="11524"/>
                    </a:cubicBezTo>
                    <a:cubicBezTo>
                      <a:pt x="711124" y="-4601"/>
                      <a:pt x="676028" y="-3653"/>
                      <a:pt x="639983" y="13421"/>
                    </a:cubicBezTo>
                    <a:cubicBezTo>
                      <a:pt x="626704" y="21958"/>
                      <a:pt x="611527" y="21009"/>
                      <a:pt x="597299" y="19112"/>
                    </a:cubicBezTo>
                    <a:cubicBezTo>
                      <a:pt x="573585" y="15318"/>
                      <a:pt x="432251" y="141"/>
                      <a:pt x="386721" y="10575"/>
                    </a:cubicBezTo>
                    <a:cubicBezTo>
                      <a:pt x="356367" y="18164"/>
                      <a:pt x="318426" y="18164"/>
                      <a:pt x="288072" y="24804"/>
                    </a:cubicBezTo>
                    <a:cubicBezTo>
                      <a:pt x="266255" y="29546"/>
                      <a:pt x="203651" y="58951"/>
                      <a:pt x="158121" y="56106"/>
                    </a:cubicBezTo>
                    <a:cubicBezTo>
                      <a:pt x="144841" y="55157"/>
                      <a:pt x="133459" y="63694"/>
                      <a:pt x="125870" y="76025"/>
                    </a:cubicBezTo>
                    <a:cubicBezTo>
                      <a:pt x="101208" y="114916"/>
                      <a:pt x="78443" y="154755"/>
                      <a:pt x="63266" y="198388"/>
                    </a:cubicBezTo>
                    <a:cubicBezTo>
                      <a:pt x="39553" y="258146"/>
                      <a:pt x="7302" y="292294"/>
                      <a:pt x="3508" y="349207"/>
                    </a:cubicBezTo>
                    <a:cubicBezTo>
                      <a:pt x="662" y="358692"/>
                      <a:pt x="-3132" y="396634"/>
                      <a:pt x="4456" y="422245"/>
                    </a:cubicBezTo>
                    <a:lnTo>
                      <a:pt x="4456" y="422245"/>
                    </a:lnTo>
                    <a:cubicBezTo>
                      <a:pt x="18684" y="451650"/>
                      <a:pt x="51884" y="563579"/>
                      <a:pt x="58524" y="583498"/>
                    </a:cubicBezTo>
                    <a:cubicBezTo>
                      <a:pt x="71803" y="581601"/>
                      <a:pt x="68958" y="569270"/>
                      <a:pt x="71803" y="560733"/>
                    </a:cubicBezTo>
                    <a:cubicBezTo>
                      <a:pt x="80340" y="531328"/>
                      <a:pt x="85083" y="500026"/>
                      <a:pt x="104054" y="474415"/>
                    </a:cubicBezTo>
                    <a:cubicBezTo>
                      <a:pt x="115436" y="463981"/>
                      <a:pt x="132510" y="457341"/>
                      <a:pt x="142944" y="476312"/>
                    </a:cubicBezTo>
                    <a:cubicBezTo>
                      <a:pt x="167607" y="518049"/>
                      <a:pt x="177092" y="536071"/>
                      <a:pt x="200806" y="564527"/>
                    </a:cubicBezTo>
                    <a:cubicBezTo>
                      <a:pt x="217880" y="584447"/>
                      <a:pt x="237799" y="592984"/>
                      <a:pt x="263410" y="581601"/>
                    </a:cubicBezTo>
                    <a:cubicBezTo>
                      <a:pt x="296609" y="568322"/>
                      <a:pt x="403795" y="566424"/>
                      <a:pt x="421817" y="565476"/>
                    </a:cubicBezTo>
                    <a:cubicBezTo>
                      <a:pt x="455017" y="564527"/>
                      <a:pt x="484421" y="559785"/>
                      <a:pt x="497701" y="528482"/>
                    </a:cubicBezTo>
                    <a:cubicBezTo>
                      <a:pt x="501495" y="518049"/>
                      <a:pt x="518569" y="532277"/>
                      <a:pt x="524260" y="540814"/>
                    </a:cubicBezTo>
                    <a:cubicBezTo>
                      <a:pt x="555563" y="616697"/>
                      <a:pt x="685514" y="703964"/>
                      <a:pt x="739581" y="710604"/>
                    </a:cubicBezTo>
                    <a:cubicBezTo>
                      <a:pt x="782266" y="715346"/>
                      <a:pt x="786060" y="649897"/>
                      <a:pt x="788905" y="634720"/>
                    </a:cubicBezTo>
                    <a:cubicBezTo>
                      <a:pt x="792699" y="611006"/>
                      <a:pt x="797442" y="586344"/>
                      <a:pt x="814516" y="570219"/>
                    </a:cubicBezTo>
                    <a:cubicBezTo>
                      <a:pt x="837281" y="549351"/>
                      <a:pt x="860995" y="522791"/>
                      <a:pt x="863841" y="491489"/>
                    </a:cubicBezTo>
                    <a:cubicBezTo>
                      <a:pt x="868583" y="444062"/>
                      <a:pt x="882811" y="403274"/>
                      <a:pt x="919805" y="377663"/>
                    </a:cubicBezTo>
                    <a:cubicBezTo>
                      <a:pt x="945416" y="360590"/>
                      <a:pt x="973872" y="220205"/>
                      <a:pt x="912217" y="188902"/>
                    </a:cubicBezTo>
                    <a:close/>
                    <a:moveTo>
                      <a:pt x="104054" y="413708"/>
                    </a:moveTo>
                    <a:cubicBezTo>
                      <a:pt x="98363" y="425091"/>
                      <a:pt x="95517" y="444062"/>
                      <a:pt x="85083" y="446907"/>
                    </a:cubicBezTo>
                    <a:cubicBezTo>
                      <a:pt x="67060" y="451650"/>
                      <a:pt x="57575" y="453547"/>
                      <a:pt x="40501" y="445959"/>
                    </a:cubicBezTo>
                    <a:cubicBezTo>
                      <a:pt x="35758" y="444062"/>
                      <a:pt x="25324" y="441216"/>
                      <a:pt x="24376" y="431731"/>
                    </a:cubicBezTo>
                    <a:cubicBezTo>
                      <a:pt x="23427" y="421297"/>
                      <a:pt x="32913" y="416554"/>
                      <a:pt x="44295" y="400429"/>
                    </a:cubicBezTo>
                    <a:cubicBezTo>
                      <a:pt x="55678" y="386200"/>
                      <a:pt x="68958" y="389995"/>
                      <a:pt x="80340" y="394737"/>
                    </a:cubicBezTo>
                    <a:cubicBezTo>
                      <a:pt x="87929" y="397583"/>
                      <a:pt x="93620" y="399480"/>
                      <a:pt x="100260" y="403274"/>
                    </a:cubicBezTo>
                    <a:cubicBezTo>
                      <a:pt x="102157" y="406120"/>
                      <a:pt x="106899" y="408017"/>
                      <a:pt x="104054" y="413708"/>
                    </a:cubicBezTo>
                    <a:close/>
                    <a:moveTo>
                      <a:pt x="366802" y="431731"/>
                    </a:moveTo>
                    <a:cubicBezTo>
                      <a:pt x="363956" y="440268"/>
                      <a:pt x="354470" y="440268"/>
                      <a:pt x="346882" y="442165"/>
                    </a:cubicBezTo>
                    <a:cubicBezTo>
                      <a:pt x="316529" y="448805"/>
                      <a:pt x="287123" y="445959"/>
                      <a:pt x="257719" y="439319"/>
                    </a:cubicBezTo>
                    <a:cubicBezTo>
                      <a:pt x="239696" y="435525"/>
                      <a:pt x="237799" y="417502"/>
                      <a:pt x="229262" y="405171"/>
                    </a:cubicBezTo>
                    <a:cubicBezTo>
                      <a:pt x="224519" y="398531"/>
                      <a:pt x="232108" y="397583"/>
                      <a:pt x="235902" y="396634"/>
                    </a:cubicBezTo>
                    <a:cubicBezTo>
                      <a:pt x="247284" y="392840"/>
                      <a:pt x="259616" y="390943"/>
                      <a:pt x="270050" y="385252"/>
                    </a:cubicBezTo>
                    <a:cubicBezTo>
                      <a:pt x="292815" y="372921"/>
                      <a:pt x="310837" y="378612"/>
                      <a:pt x="327911" y="395686"/>
                    </a:cubicBezTo>
                    <a:cubicBezTo>
                      <a:pt x="346882" y="412760"/>
                      <a:pt x="369647" y="422245"/>
                      <a:pt x="366802" y="431731"/>
                    </a:cubicBezTo>
                    <a:close/>
                  </a:path>
                </a:pathLst>
              </a:custGeom>
              <a:solidFill>
                <a:schemeClr val="tx1">
                  <a:lumMod val="75000"/>
                  <a:lumOff val="2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2EAC8916-4A6C-407A-86DD-9D643E06A17C}"/>
                  </a:ext>
                </a:extLst>
              </p:cNvPr>
              <p:cNvSpPr/>
              <p:nvPr/>
            </p:nvSpPr>
            <p:spPr>
              <a:xfrm rot="739140" flipH="1">
                <a:off x="2568160" y="2404920"/>
                <a:ext cx="253420" cy="143832"/>
              </a:xfrm>
              <a:custGeom>
                <a:avLst/>
                <a:gdLst>
                  <a:gd name="connsiteX0" fmla="*/ 9 w 350962"/>
                  <a:gd name="connsiteY0" fmla="*/ 48698 h 199195"/>
                  <a:gd name="connsiteX1" fmla="*/ 252323 w 350962"/>
                  <a:gd name="connsiteY1" fmla="*/ 2219 h 199195"/>
                  <a:gd name="connsiteX2" fmla="*/ 274139 w 350962"/>
                  <a:gd name="connsiteY2" fmla="*/ 6013 h 199195"/>
                  <a:gd name="connsiteX3" fmla="*/ 357612 w 350962"/>
                  <a:gd name="connsiteY3" fmla="*/ 112251 h 199195"/>
                  <a:gd name="connsiteX4" fmla="*/ 321567 w 350962"/>
                  <a:gd name="connsiteY4" fmla="*/ 145450 h 199195"/>
                  <a:gd name="connsiteX5" fmla="*/ 174542 w 350962"/>
                  <a:gd name="connsiteY5" fmla="*/ 205208 h 199195"/>
                  <a:gd name="connsiteX6" fmla="*/ 81584 w 350962"/>
                  <a:gd name="connsiteY6" fmla="*/ 173906 h 199195"/>
                  <a:gd name="connsiteX7" fmla="*/ 9 w 350962"/>
                  <a:gd name="connsiteY7" fmla="*/ 48698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962" h="199195">
                    <a:moveTo>
                      <a:pt x="9" y="48698"/>
                    </a:moveTo>
                    <a:cubicBezTo>
                      <a:pt x="88224" y="53441"/>
                      <a:pt x="171696" y="37315"/>
                      <a:pt x="252323" y="2219"/>
                    </a:cubicBezTo>
                    <a:cubicBezTo>
                      <a:pt x="260860" y="-1575"/>
                      <a:pt x="268448" y="-626"/>
                      <a:pt x="274139" y="6013"/>
                    </a:cubicBezTo>
                    <a:cubicBezTo>
                      <a:pt x="299750" y="40161"/>
                      <a:pt x="338641" y="73360"/>
                      <a:pt x="357612" y="112251"/>
                    </a:cubicBezTo>
                    <a:cubicBezTo>
                      <a:pt x="359509" y="122685"/>
                      <a:pt x="327258" y="142604"/>
                      <a:pt x="321567" y="145450"/>
                    </a:cubicBezTo>
                    <a:cubicBezTo>
                      <a:pt x="307338" y="151141"/>
                      <a:pt x="237146" y="202363"/>
                      <a:pt x="174542" y="205208"/>
                    </a:cubicBezTo>
                    <a:cubicBezTo>
                      <a:pt x="130909" y="207105"/>
                      <a:pt x="108143" y="208054"/>
                      <a:pt x="81584" y="173906"/>
                    </a:cubicBezTo>
                    <a:cubicBezTo>
                      <a:pt x="73047" y="166318"/>
                      <a:pt x="-940" y="55338"/>
                      <a:pt x="9" y="48698"/>
                    </a:cubicBezTo>
                    <a:close/>
                  </a:path>
                </a:pathLst>
              </a:custGeom>
              <a:solidFill>
                <a:srgbClr val="E0B282"/>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Shape 72">
                <a:extLst>
                  <a:ext uri="{FF2B5EF4-FFF2-40B4-BE49-F238E27FC236}">
                    <a16:creationId xmlns:a16="http://schemas.microsoft.com/office/drawing/2014/main" id="{6705535D-4C08-48DC-ACF1-B05D2E497A92}"/>
                  </a:ext>
                </a:extLst>
              </p:cNvPr>
              <p:cNvSpPr/>
              <p:nvPr/>
            </p:nvSpPr>
            <p:spPr>
              <a:xfrm rot="739140" flipH="1">
                <a:off x="1329694" y="2274675"/>
                <a:ext cx="2007347" cy="2918396"/>
              </a:xfrm>
              <a:custGeom>
                <a:avLst/>
                <a:gdLst>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2175 w 2007347"/>
                  <a:gd name="connsiteY30" fmla="*/ 2574680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0351 w 2007347"/>
                  <a:gd name="connsiteY30" fmla="*/ 2583029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07347" h="2918396">
                    <a:moveTo>
                      <a:pt x="1500877" y="67223"/>
                    </a:moveTo>
                    <a:cubicBezTo>
                      <a:pt x="1376222" y="50785"/>
                      <a:pt x="1138555" y="-2638"/>
                      <a:pt x="1152254" y="102"/>
                    </a:cubicBezTo>
                    <a:cubicBezTo>
                      <a:pt x="1087187" y="111058"/>
                      <a:pt x="1043352" y="204207"/>
                      <a:pt x="911848" y="224754"/>
                    </a:cubicBezTo>
                    <a:cubicBezTo>
                      <a:pt x="845410" y="235029"/>
                      <a:pt x="835822" y="160372"/>
                      <a:pt x="792671" y="121332"/>
                    </a:cubicBezTo>
                    <a:cubicBezTo>
                      <a:pt x="782398" y="107634"/>
                      <a:pt x="742673" y="112428"/>
                      <a:pt x="667332" y="156948"/>
                    </a:cubicBezTo>
                    <a:cubicBezTo>
                      <a:pt x="556375" y="214481"/>
                      <a:pt x="443364" y="280918"/>
                      <a:pt x="356379" y="367902"/>
                    </a:cubicBezTo>
                    <a:cubicBezTo>
                      <a:pt x="312544" y="411052"/>
                      <a:pt x="294051" y="430230"/>
                      <a:pt x="254327" y="471324"/>
                    </a:cubicBezTo>
                    <a:cubicBezTo>
                      <a:pt x="259806" y="374751"/>
                      <a:pt x="273504" y="28183"/>
                      <a:pt x="273504" y="28183"/>
                    </a:cubicBezTo>
                    <a:cubicBezTo>
                      <a:pt x="278299" y="29553"/>
                      <a:pt x="93371" y="30923"/>
                      <a:pt x="70083" y="36402"/>
                    </a:cubicBezTo>
                    <a:cubicBezTo>
                      <a:pt x="61180" y="132290"/>
                      <a:pt x="6386" y="592556"/>
                      <a:pt x="222" y="678170"/>
                    </a:cubicBezTo>
                    <a:cubicBezTo>
                      <a:pt x="-5257" y="763785"/>
                      <a:pt x="91316" y="848714"/>
                      <a:pt x="221450" y="797345"/>
                    </a:cubicBezTo>
                    <a:cubicBezTo>
                      <a:pt x="370077" y="719265"/>
                      <a:pt x="628976" y="550090"/>
                      <a:pt x="782398" y="491187"/>
                    </a:cubicBezTo>
                    <a:cubicBezTo>
                      <a:pt x="889930" y="511735"/>
                      <a:pt x="946093" y="857618"/>
                      <a:pt x="991298" y="955562"/>
                    </a:cubicBezTo>
                    <a:cubicBezTo>
                      <a:pt x="1049516" y="1080902"/>
                      <a:pt x="1089926" y="1106929"/>
                      <a:pt x="1117323" y="1165147"/>
                    </a:cubicBezTo>
                    <a:cubicBezTo>
                      <a:pt x="1028968" y="1208296"/>
                      <a:pt x="567334" y="1363088"/>
                      <a:pt x="474870" y="1417196"/>
                    </a:cubicBezTo>
                    <a:cubicBezTo>
                      <a:pt x="429666" y="1443223"/>
                      <a:pt x="334462" y="1651438"/>
                      <a:pt x="322133" y="1767874"/>
                    </a:cubicBezTo>
                    <a:cubicBezTo>
                      <a:pt x="298162" y="1839790"/>
                      <a:pt x="270764" y="2177455"/>
                      <a:pt x="274189" y="2209646"/>
                    </a:cubicBezTo>
                    <a:cubicBezTo>
                      <a:pt x="281038" y="2254165"/>
                      <a:pt x="293367" y="2408272"/>
                      <a:pt x="203642" y="2475394"/>
                    </a:cubicBezTo>
                    <a:lnTo>
                      <a:pt x="175561" y="2500736"/>
                    </a:lnTo>
                    <a:cubicBezTo>
                      <a:pt x="163233" y="2512380"/>
                      <a:pt x="161863" y="2525393"/>
                      <a:pt x="172136" y="2539091"/>
                    </a:cubicBezTo>
                    <a:cubicBezTo>
                      <a:pt x="238573" y="2538407"/>
                      <a:pt x="462541" y="2552105"/>
                      <a:pt x="568019" y="2605528"/>
                    </a:cubicBezTo>
                    <a:cubicBezTo>
                      <a:pt x="567334" y="2585665"/>
                      <a:pt x="589252" y="2544570"/>
                      <a:pt x="594730" y="2521968"/>
                    </a:cubicBezTo>
                    <a:cubicBezTo>
                      <a:pt x="606374" y="2456901"/>
                      <a:pt x="576923" y="2321287"/>
                      <a:pt x="575553" y="2345259"/>
                    </a:cubicBezTo>
                    <a:cubicBezTo>
                      <a:pt x="578293" y="2290466"/>
                      <a:pt x="610483" y="2204852"/>
                      <a:pt x="608429" y="2150058"/>
                    </a:cubicBezTo>
                    <a:cubicBezTo>
                      <a:pt x="608429" y="2128140"/>
                      <a:pt x="693359" y="1832256"/>
                      <a:pt x="706372" y="1767874"/>
                    </a:cubicBezTo>
                    <a:cubicBezTo>
                      <a:pt x="809110" y="1730889"/>
                      <a:pt x="1140610" y="1646644"/>
                      <a:pt x="1240608" y="1608973"/>
                    </a:cubicBezTo>
                    <a:cubicBezTo>
                      <a:pt x="1232389" y="1719930"/>
                      <a:pt x="1182390" y="1832942"/>
                      <a:pt x="1165952" y="1886365"/>
                    </a:cubicBezTo>
                    <a:cubicBezTo>
                      <a:pt x="1135816" y="1951432"/>
                      <a:pt x="1155678" y="1993897"/>
                      <a:pt x="1139240" y="2050060"/>
                    </a:cubicBezTo>
                    <a:cubicBezTo>
                      <a:pt x="1120062" y="2070608"/>
                      <a:pt x="1088556" y="2425395"/>
                      <a:pt x="1085817" y="2426765"/>
                    </a:cubicBezTo>
                    <a:cubicBezTo>
                      <a:pt x="1082221" y="2449367"/>
                      <a:pt x="1084233" y="2474581"/>
                      <a:pt x="1089733" y="2501014"/>
                    </a:cubicBezTo>
                    <a:lnTo>
                      <a:pt x="1110351" y="2583029"/>
                    </a:lnTo>
                    <a:lnTo>
                      <a:pt x="1494014" y="2824200"/>
                    </a:lnTo>
                    <a:lnTo>
                      <a:pt x="1639399" y="2918396"/>
                    </a:lnTo>
                    <a:lnTo>
                      <a:pt x="1628785" y="2889170"/>
                    </a:lnTo>
                    <a:cubicBezTo>
                      <a:pt x="1617484" y="2857235"/>
                      <a:pt x="1607039" y="2825044"/>
                      <a:pt x="1598135" y="2789086"/>
                    </a:cubicBezTo>
                    <a:cubicBezTo>
                      <a:pt x="1530328" y="2516489"/>
                      <a:pt x="1503616" y="2520598"/>
                      <a:pt x="1463891" y="2415806"/>
                    </a:cubicBezTo>
                    <a:cubicBezTo>
                      <a:pt x="1491288" y="2313068"/>
                      <a:pt x="1722790" y="1850749"/>
                      <a:pt x="1790597" y="1692533"/>
                    </a:cubicBezTo>
                    <a:cubicBezTo>
                      <a:pt x="1822102" y="1618562"/>
                      <a:pt x="1847445" y="1519934"/>
                      <a:pt x="1865937" y="1439798"/>
                    </a:cubicBezTo>
                    <a:cubicBezTo>
                      <a:pt x="1946758" y="1088435"/>
                      <a:pt x="1763200" y="987752"/>
                      <a:pt x="1720735" y="874741"/>
                    </a:cubicBezTo>
                    <a:cubicBezTo>
                      <a:pt x="1772104" y="904193"/>
                      <a:pt x="1889910" y="934329"/>
                      <a:pt x="1933059" y="913097"/>
                    </a:cubicBezTo>
                    <a:cubicBezTo>
                      <a:pt x="2031688" y="864468"/>
                      <a:pt x="2009770" y="805565"/>
                      <a:pt x="1991962" y="710361"/>
                    </a:cubicBezTo>
                    <a:cubicBezTo>
                      <a:pt x="1956347" y="519269"/>
                      <a:pt x="1807035" y="291192"/>
                      <a:pt x="1659092" y="171331"/>
                    </a:cubicBezTo>
                    <a:cubicBezTo>
                      <a:pt x="1620052" y="139825"/>
                      <a:pt x="1554985" y="74073"/>
                      <a:pt x="1500877" y="67223"/>
                    </a:cubicBezTo>
                    <a:close/>
                  </a:path>
                </a:pathLst>
              </a:custGeom>
              <a:solidFill>
                <a:schemeClr val="tx1">
                  <a:lumMod val="75000"/>
                  <a:lumOff val="2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FBA07EF8-F0BF-480B-82EA-BE16B7066AFC}"/>
                  </a:ext>
                </a:extLst>
              </p:cNvPr>
              <p:cNvSpPr/>
              <p:nvPr/>
            </p:nvSpPr>
            <p:spPr>
              <a:xfrm rot="739140" flipH="1">
                <a:off x="3432666" y="2249580"/>
                <a:ext cx="267118" cy="89040"/>
              </a:xfrm>
              <a:custGeom>
                <a:avLst/>
                <a:gdLst>
                  <a:gd name="connsiteX0" fmla="*/ 377522 w 369933"/>
                  <a:gd name="connsiteY0" fmla="*/ 28864 h 123311"/>
                  <a:gd name="connsiteX1" fmla="*/ 338632 w 369933"/>
                  <a:gd name="connsiteY1" fmla="*/ 407 h 123311"/>
                  <a:gd name="connsiteX2" fmla="*/ 147973 w 369933"/>
                  <a:gd name="connsiteY2" fmla="*/ 27915 h 123311"/>
                  <a:gd name="connsiteX3" fmla="*/ 140385 w 369933"/>
                  <a:gd name="connsiteY3" fmla="*/ 29813 h 123311"/>
                  <a:gd name="connsiteX4" fmla="*/ 125208 w 369933"/>
                  <a:gd name="connsiteY4" fmla="*/ 26967 h 123311"/>
                  <a:gd name="connsiteX5" fmla="*/ 24662 w 369933"/>
                  <a:gd name="connsiteY5" fmla="*/ 34555 h 123311"/>
                  <a:gd name="connsiteX6" fmla="*/ 0 w 369933"/>
                  <a:gd name="connsiteY6" fmla="*/ 77240 h 123311"/>
                  <a:gd name="connsiteX7" fmla="*/ 22765 w 369933"/>
                  <a:gd name="connsiteY7" fmla="*/ 118027 h 123311"/>
                  <a:gd name="connsiteX8" fmla="*/ 74935 w 369933"/>
                  <a:gd name="connsiteY8" fmla="*/ 128461 h 123311"/>
                  <a:gd name="connsiteX9" fmla="*/ 143231 w 369933"/>
                  <a:gd name="connsiteY9" fmla="*/ 101902 h 123311"/>
                  <a:gd name="connsiteX10" fmla="*/ 201092 w 369933"/>
                  <a:gd name="connsiteY10" fmla="*/ 89571 h 123311"/>
                  <a:gd name="connsiteX11" fmla="*/ 349066 w 369933"/>
                  <a:gd name="connsiteY11" fmla="*/ 68703 h 123311"/>
                  <a:gd name="connsiteX12" fmla="*/ 377522 w 369933"/>
                  <a:gd name="connsiteY12" fmla="*/ 28864 h 123311"/>
                  <a:gd name="connsiteX13" fmla="*/ 49324 w 369933"/>
                  <a:gd name="connsiteY13" fmla="*/ 113285 h 123311"/>
                  <a:gd name="connsiteX14" fmla="*/ 12331 w 369933"/>
                  <a:gd name="connsiteY14" fmla="*/ 76291 h 123311"/>
                  <a:gd name="connsiteX15" fmla="*/ 49324 w 369933"/>
                  <a:gd name="connsiteY15" fmla="*/ 39298 h 123311"/>
                  <a:gd name="connsiteX16" fmla="*/ 86318 w 369933"/>
                  <a:gd name="connsiteY16" fmla="*/ 76291 h 123311"/>
                  <a:gd name="connsiteX17" fmla="*/ 49324 w 369933"/>
                  <a:gd name="connsiteY17" fmla="*/ 113285 h 12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9933" h="123311">
                    <a:moveTo>
                      <a:pt x="377522" y="28864"/>
                    </a:moveTo>
                    <a:cubicBezTo>
                      <a:pt x="374676" y="9893"/>
                      <a:pt x="357602" y="-2438"/>
                      <a:pt x="338632" y="407"/>
                    </a:cubicBezTo>
                    <a:lnTo>
                      <a:pt x="147973" y="27915"/>
                    </a:lnTo>
                    <a:cubicBezTo>
                      <a:pt x="145128" y="27915"/>
                      <a:pt x="143231" y="28864"/>
                      <a:pt x="140385" y="29813"/>
                    </a:cubicBezTo>
                    <a:cubicBezTo>
                      <a:pt x="135642" y="28864"/>
                      <a:pt x="129951" y="27915"/>
                      <a:pt x="125208" y="26967"/>
                    </a:cubicBezTo>
                    <a:cubicBezTo>
                      <a:pt x="91061" y="18430"/>
                      <a:pt x="55964" y="9893"/>
                      <a:pt x="24662" y="34555"/>
                    </a:cubicBezTo>
                    <a:cubicBezTo>
                      <a:pt x="10434" y="43092"/>
                      <a:pt x="0" y="58269"/>
                      <a:pt x="0" y="77240"/>
                    </a:cubicBezTo>
                    <a:cubicBezTo>
                      <a:pt x="0" y="94314"/>
                      <a:pt x="8537" y="109490"/>
                      <a:pt x="22765" y="118027"/>
                    </a:cubicBezTo>
                    <a:cubicBezTo>
                      <a:pt x="36993" y="134153"/>
                      <a:pt x="55016" y="136050"/>
                      <a:pt x="74935" y="128461"/>
                    </a:cubicBezTo>
                    <a:cubicBezTo>
                      <a:pt x="99598" y="125616"/>
                      <a:pt x="120466" y="110439"/>
                      <a:pt x="143231" y="101902"/>
                    </a:cubicBezTo>
                    <a:cubicBezTo>
                      <a:pt x="162202" y="96211"/>
                      <a:pt x="181173" y="92417"/>
                      <a:pt x="201092" y="89571"/>
                    </a:cubicBezTo>
                    <a:lnTo>
                      <a:pt x="349066" y="68703"/>
                    </a:lnTo>
                    <a:cubicBezTo>
                      <a:pt x="367088" y="64909"/>
                      <a:pt x="380368" y="47835"/>
                      <a:pt x="377522" y="28864"/>
                    </a:cubicBezTo>
                    <a:close/>
                    <a:moveTo>
                      <a:pt x="49324" y="113285"/>
                    </a:moveTo>
                    <a:cubicBezTo>
                      <a:pt x="28456" y="113285"/>
                      <a:pt x="12331" y="97159"/>
                      <a:pt x="12331" y="76291"/>
                    </a:cubicBezTo>
                    <a:cubicBezTo>
                      <a:pt x="12331" y="55423"/>
                      <a:pt x="28456" y="39298"/>
                      <a:pt x="49324" y="39298"/>
                    </a:cubicBezTo>
                    <a:cubicBezTo>
                      <a:pt x="70193" y="39298"/>
                      <a:pt x="86318" y="55423"/>
                      <a:pt x="86318" y="76291"/>
                    </a:cubicBezTo>
                    <a:cubicBezTo>
                      <a:pt x="86318" y="97159"/>
                      <a:pt x="70193" y="113285"/>
                      <a:pt x="49324" y="113285"/>
                    </a:cubicBez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1D7A5159-CB10-4306-8107-40F857710624}"/>
                  </a:ext>
                </a:extLst>
              </p:cNvPr>
              <p:cNvSpPr/>
              <p:nvPr/>
            </p:nvSpPr>
            <p:spPr>
              <a:xfrm rot="739140" flipH="1">
                <a:off x="3384518" y="2224808"/>
                <a:ext cx="246571" cy="328762"/>
              </a:xfrm>
              <a:custGeom>
                <a:avLst/>
                <a:gdLst>
                  <a:gd name="connsiteX0" fmla="*/ 345545 w 341477"/>
                  <a:gd name="connsiteY0" fmla="*/ 348679 h 455302"/>
                  <a:gd name="connsiteX1" fmla="*/ 323728 w 341477"/>
                  <a:gd name="connsiteY1" fmla="*/ 226316 h 455302"/>
                  <a:gd name="connsiteX2" fmla="*/ 288632 w 341477"/>
                  <a:gd name="connsiteY2" fmla="*/ 90674 h 455302"/>
                  <a:gd name="connsiteX3" fmla="*/ 261124 w 341477"/>
                  <a:gd name="connsiteY3" fmla="*/ 28070 h 455302"/>
                  <a:gd name="connsiteX4" fmla="*/ 241205 w 341477"/>
                  <a:gd name="connsiteY4" fmla="*/ 10047 h 455302"/>
                  <a:gd name="connsiteX5" fmla="*/ 210851 w 341477"/>
                  <a:gd name="connsiteY5" fmla="*/ 562 h 455302"/>
                  <a:gd name="connsiteX6" fmla="*/ 152041 w 341477"/>
                  <a:gd name="connsiteY6" fmla="*/ 3407 h 455302"/>
                  <a:gd name="connsiteX7" fmla="*/ 117893 w 341477"/>
                  <a:gd name="connsiteY7" fmla="*/ 12893 h 455302"/>
                  <a:gd name="connsiteX8" fmla="*/ 104614 w 341477"/>
                  <a:gd name="connsiteY8" fmla="*/ 29018 h 455302"/>
                  <a:gd name="connsiteX9" fmla="*/ 98922 w 341477"/>
                  <a:gd name="connsiteY9" fmla="*/ 42298 h 455302"/>
                  <a:gd name="connsiteX10" fmla="*/ 102717 w 341477"/>
                  <a:gd name="connsiteY10" fmla="*/ 65063 h 455302"/>
                  <a:gd name="connsiteX11" fmla="*/ 158681 w 341477"/>
                  <a:gd name="connsiteY11" fmla="*/ 54629 h 455302"/>
                  <a:gd name="connsiteX12" fmla="*/ 170064 w 341477"/>
                  <a:gd name="connsiteY12" fmla="*/ 68857 h 455302"/>
                  <a:gd name="connsiteX13" fmla="*/ 165321 w 341477"/>
                  <a:gd name="connsiteY13" fmla="*/ 103953 h 455302"/>
                  <a:gd name="connsiteX14" fmla="*/ 78054 w 341477"/>
                  <a:gd name="connsiteY14" fmla="*/ 119130 h 455302"/>
                  <a:gd name="connsiteX15" fmla="*/ 66672 w 341477"/>
                  <a:gd name="connsiteY15" fmla="*/ 142844 h 455302"/>
                  <a:gd name="connsiteX16" fmla="*/ 36318 w 341477"/>
                  <a:gd name="connsiteY16" fmla="*/ 157072 h 455302"/>
                  <a:gd name="connsiteX17" fmla="*/ 26833 w 341477"/>
                  <a:gd name="connsiteY17" fmla="*/ 182683 h 455302"/>
                  <a:gd name="connsiteX18" fmla="*/ 5016 w 341477"/>
                  <a:gd name="connsiteY18" fmla="*/ 190271 h 455302"/>
                  <a:gd name="connsiteX19" fmla="*/ 2171 w 341477"/>
                  <a:gd name="connsiteY19" fmla="*/ 224419 h 455302"/>
                  <a:gd name="connsiteX20" fmla="*/ 57186 w 341477"/>
                  <a:gd name="connsiteY20" fmla="*/ 371444 h 455302"/>
                  <a:gd name="connsiteX21" fmla="*/ 67620 w 341477"/>
                  <a:gd name="connsiteY21" fmla="*/ 397055 h 455302"/>
                  <a:gd name="connsiteX22" fmla="*/ 71415 w 341477"/>
                  <a:gd name="connsiteY22" fmla="*/ 424563 h 455302"/>
                  <a:gd name="connsiteX23" fmla="*/ 86591 w 341477"/>
                  <a:gd name="connsiteY23" fmla="*/ 426460 h 455302"/>
                  <a:gd name="connsiteX24" fmla="*/ 97025 w 341477"/>
                  <a:gd name="connsiteY24" fmla="*/ 435945 h 455302"/>
                  <a:gd name="connsiteX25" fmla="*/ 121688 w 341477"/>
                  <a:gd name="connsiteY25" fmla="*/ 454916 h 455302"/>
                  <a:gd name="connsiteX26" fmla="*/ 317088 w 341477"/>
                  <a:gd name="connsiteY26" fmla="*/ 438791 h 455302"/>
                  <a:gd name="connsiteX27" fmla="*/ 345545 w 341477"/>
                  <a:gd name="connsiteY27" fmla="*/ 415077 h 455302"/>
                  <a:gd name="connsiteX28" fmla="*/ 345545 w 341477"/>
                  <a:gd name="connsiteY28" fmla="*/ 348679 h 45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1477" h="455302">
                    <a:moveTo>
                      <a:pt x="345545" y="348679"/>
                    </a:moveTo>
                    <a:cubicBezTo>
                      <a:pt x="343648" y="306943"/>
                      <a:pt x="332265" y="267104"/>
                      <a:pt x="323728" y="226316"/>
                    </a:cubicBezTo>
                    <a:cubicBezTo>
                      <a:pt x="318986" y="202602"/>
                      <a:pt x="292426" y="112490"/>
                      <a:pt x="288632" y="90674"/>
                    </a:cubicBezTo>
                    <a:cubicBezTo>
                      <a:pt x="283889" y="66960"/>
                      <a:pt x="279147" y="44195"/>
                      <a:pt x="261124" y="28070"/>
                    </a:cubicBezTo>
                    <a:cubicBezTo>
                      <a:pt x="254484" y="20481"/>
                      <a:pt x="248793" y="17636"/>
                      <a:pt x="241205" y="10047"/>
                    </a:cubicBezTo>
                    <a:cubicBezTo>
                      <a:pt x="232668" y="1510"/>
                      <a:pt x="218439" y="-1335"/>
                      <a:pt x="210851" y="562"/>
                    </a:cubicBezTo>
                    <a:cubicBezTo>
                      <a:pt x="194726" y="1510"/>
                      <a:pt x="178600" y="2459"/>
                      <a:pt x="152041" y="3407"/>
                    </a:cubicBezTo>
                    <a:cubicBezTo>
                      <a:pt x="139710" y="3407"/>
                      <a:pt x="124533" y="7202"/>
                      <a:pt x="117893" y="12893"/>
                    </a:cubicBezTo>
                    <a:cubicBezTo>
                      <a:pt x="111254" y="17636"/>
                      <a:pt x="109356" y="23327"/>
                      <a:pt x="104614" y="29018"/>
                    </a:cubicBezTo>
                    <a:cubicBezTo>
                      <a:pt x="101768" y="32812"/>
                      <a:pt x="101768" y="38504"/>
                      <a:pt x="98922" y="42298"/>
                    </a:cubicBezTo>
                    <a:cubicBezTo>
                      <a:pt x="96077" y="47041"/>
                      <a:pt x="99871" y="61269"/>
                      <a:pt x="102717" y="65063"/>
                    </a:cubicBezTo>
                    <a:cubicBezTo>
                      <a:pt x="122636" y="69806"/>
                      <a:pt x="141607" y="57475"/>
                      <a:pt x="158681" y="54629"/>
                    </a:cubicBezTo>
                    <a:cubicBezTo>
                      <a:pt x="171961" y="52732"/>
                      <a:pt x="171012" y="55578"/>
                      <a:pt x="170064" y="68857"/>
                    </a:cubicBezTo>
                    <a:cubicBezTo>
                      <a:pt x="170064" y="81188"/>
                      <a:pt x="166269" y="92571"/>
                      <a:pt x="165321" y="103953"/>
                    </a:cubicBezTo>
                    <a:cubicBezTo>
                      <a:pt x="156784" y="105850"/>
                      <a:pt x="107459" y="114387"/>
                      <a:pt x="78054" y="119130"/>
                    </a:cubicBezTo>
                    <a:cubicBezTo>
                      <a:pt x="67620" y="123873"/>
                      <a:pt x="73312" y="134307"/>
                      <a:pt x="66672" y="142844"/>
                    </a:cubicBezTo>
                    <a:cubicBezTo>
                      <a:pt x="59083" y="151381"/>
                      <a:pt x="41061" y="150432"/>
                      <a:pt x="36318" y="157072"/>
                    </a:cubicBezTo>
                    <a:cubicBezTo>
                      <a:pt x="30627" y="164661"/>
                      <a:pt x="27781" y="173197"/>
                      <a:pt x="26833" y="182683"/>
                    </a:cubicBezTo>
                    <a:cubicBezTo>
                      <a:pt x="24936" y="184580"/>
                      <a:pt x="12605" y="180786"/>
                      <a:pt x="5016" y="190271"/>
                    </a:cubicBezTo>
                    <a:cubicBezTo>
                      <a:pt x="-1624" y="200705"/>
                      <a:pt x="-675" y="213985"/>
                      <a:pt x="2171" y="224419"/>
                    </a:cubicBezTo>
                    <a:cubicBezTo>
                      <a:pt x="5016" y="235802"/>
                      <a:pt x="49598" y="354370"/>
                      <a:pt x="57186" y="371444"/>
                    </a:cubicBezTo>
                    <a:cubicBezTo>
                      <a:pt x="60981" y="379981"/>
                      <a:pt x="64775" y="388518"/>
                      <a:pt x="67620" y="397055"/>
                    </a:cubicBezTo>
                    <a:cubicBezTo>
                      <a:pt x="69517" y="405592"/>
                      <a:pt x="70466" y="414128"/>
                      <a:pt x="71415" y="424563"/>
                    </a:cubicBezTo>
                    <a:cubicBezTo>
                      <a:pt x="75209" y="428357"/>
                      <a:pt x="81849" y="424563"/>
                      <a:pt x="86591" y="426460"/>
                    </a:cubicBezTo>
                    <a:cubicBezTo>
                      <a:pt x="91334" y="427408"/>
                      <a:pt x="94180" y="432151"/>
                      <a:pt x="97025" y="435945"/>
                    </a:cubicBezTo>
                    <a:cubicBezTo>
                      <a:pt x="104614" y="444482"/>
                      <a:pt x="111254" y="451122"/>
                      <a:pt x="121688" y="454916"/>
                    </a:cubicBezTo>
                    <a:cubicBezTo>
                      <a:pt x="134019" y="458710"/>
                      <a:pt x="247844" y="473887"/>
                      <a:pt x="317088" y="438791"/>
                    </a:cubicBezTo>
                    <a:cubicBezTo>
                      <a:pt x="328471" y="433099"/>
                      <a:pt x="329420" y="419820"/>
                      <a:pt x="345545" y="415077"/>
                    </a:cubicBezTo>
                    <a:cubicBezTo>
                      <a:pt x="344596" y="383775"/>
                      <a:pt x="346493" y="371444"/>
                      <a:pt x="345545" y="348679"/>
                    </a:cubicBezTo>
                    <a:close/>
                  </a:path>
                </a:pathLst>
              </a:custGeom>
              <a:solidFill>
                <a:srgbClr val="FDCE98"/>
              </a:solidFill>
              <a:ln w="948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09348695-8C92-4756-A56C-873F91BDD331}"/>
                  </a:ext>
                </a:extLst>
              </p:cNvPr>
              <p:cNvSpPr/>
              <p:nvPr/>
            </p:nvSpPr>
            <p:spPr>
              <a:xfrm rot="739140" flipH="1">
                <a:off x="810119" y="1920919"/>
                <a:ext cx="1672157" cy="1815955"/>
              </a:xfrm>
              <a:custGeom>
                <a:avLst/>
                <a:gdLst>
                  <a:gd name="connsiteX0" fmla="*/ 635481 w 1672157"/>
                  <a:gd name="connsiteY0" fmla="*/ 17286 h 1815955"/>
                  <a:gd name="connsiteX1" fmla="*/ 336659 w 1672157"/>
                  <a:gd name="connsiteY1" fmla="*/ 16551 h 1815955"/>
                  <a:gd name="connsiteX2" fmla="*/ 172279 w 1672157"/>
                  <a:gd name="connsiteY2" fmla="*/ 313121 h 1815955"/>
                  <a:gd name="connsiteX3" fmla="*/ 99678 w 1672157"/>
                  <a:gd name="connsiteY3" fmla="*/ 732290 h 1815955"/>
                  <a:gd name="connsiteX4" fmla="*/ 99677 w 1672157"/>
                  <a:gd name="connsiteY4" fmla="*/ 732976 h 1815955"/>
                  <a:gd name="connsiteX5" fmla="*/ 29131 w 1672157"/>
                  <a:gd name="connsiteY5" fmla="*/ 789139 h 1815955"/>
                  <a:gd name="connsiteX6" fmla="*/ 22966 w 1672157"/>
                  <a:gd name="connsiteY6" fmla="*/ 884343 h 1815955"/>
                  <a:gd name="connsiteX7" fmla="*/ 88033 w 1672157"/>
                  <a:gd name="connsiteY7" fmla="*/ 941191 h 1815955"/>
                  <a:gd name="connsiteX8" fmla="*/ 116801 w 1672157"/>
                  <a:gd name="connsiteY8" fmla="*/ 995300 h 1815955"/>
                  <a:gd name="connsiteX9" fmla="*/ 183922 w 1672157"/>
                  <a:gd name="connsiteY9" fmla="*/ 1046668 h 1815955"/>
                  <a:gd name="connsiteX10" fmla="*/ 233237 w 1672157"/>
                  <a:gd name="connsiteY10" fmla="*/ 1006258 h 1815955"/>
                  <a:gd name="connsiteX11" fmla="*/ 257209 w 1672157"/>
                  <a:gd name="connsiteY11" fmla="*/ 845302 h 1815955"/>
                  <a:gd name="connsiteX12" fmla="*/ 345563 w 1672157"/>
                  <a:gd name="connsiteY12" fmla="*/ 368599 h 1815955"/>
                  <a:gd name="connsiteX13" fmla="*/ 448392 w 1672157"/>
                  <a:gd name="connsiteY13" fmla="*/ 253736 h 1815955"/>
                  <a:gd name="connsiteX14" fmla="*/ 693940 w 1672157"/>
                  <a:gd name="connsiteY14" fmla="*/ 1062166 h 1815955"/>
                  <a:gd name="connsiteX15" fmla="*/ 1019217 w 1672157"/>
                  <a:gd name="connsiteY15" fmla="*/ 1755942 h 1815955"/>
                  <a:gd name="connsiteX16" fmla="*/ 1259519 w 1672157"/>
                  <a:gd name="connsiteY16" fmla="*/ 1803181 h 1815955"/>
                  <a:gd name="connsiteX17" fmla="*/ 1386291 w 1672157"/>
                  <a:gd name="connsiteY17" fmla="*/ 1815955 h 1815955"/>
                  <a:gd name="connsiteX18" fmla="*/ 1388728 w 1672157"/>
                  <a:gd name="connsiteY18" fmla="*/ 1811977 h 1815955"/>
                  <a:gd name="connsiteX19" fmla="*/ 1672157 w 1672157"/>
                  <a:gd name="connsiteY19" fmla="*/ 1344721 h 1815955"/>
                  <a:gd name="connsiteX20" fmla="*/ 1664993 w 1672157"/>
                  <a:gd name="connsiteY20" fmla="*/ 1323699 h 1815955"/>
                  <a:gd name="connsiteX21" fmla="*/ 1632524 w 1672157"/>
                  <a:gd name="connsiteY21" fmla="*/ 1230226 h 1815955"/>
                  <a:gd name="connsiteX22" fmla="*/ 1093493 w 1672157"/>
                  <a:gd name="connsiteY22" fmla="*/ 240520 h 1815955"/>
                  <a:gd name="connsiteX23" fmla="*/ 635481 w 1672157"/>
                  <a:gd name="connsiteY23" fmla="*/ 17286 h 181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72157" h="1815955">
                    <a:moveTo>
                      <a:pt x="635481" y="17286"/>
                    </a:moveTo>
                    <a:cubicBezTo>
                      <a:pt x="534140" y="-4125"/>
                      <a:pt x="431691" y="-7078"/>
                      <a:pt x="336659" y="16551"/>
                    </a:cubicBezTo>
                    <a:cubicBezTo>
                      <a:pt x="237346" y="41208"/>
                      <a:pt x="11323" y="239834"/>
                      <a:pt x="172279" y="313121"/>
                    </a:cubicBezTo>
                    <a:cubicBezTo>
                      <a:pt x="168169" y="316545"/>
                      <a:pt x="109951" y="717222"/>
                      <a:pt x="99678" y="732290"/>
                    </a:cubicBezTo>
                    <a:lnTo>
                      <a:pt x="99677" y="732976"/>
                    </a:lnTo>
                    <a:cubicBezTo>
                      <a:pt x="96938" y="741194"/>
                      <a:pt x="46939" y="775441"/>
                      <a:pt x="29131" y="789139"/>
                    </a:cubicBezTo>
                    <a:cubicBezTo>
                      <a:pt x="-7170" y="815851"/>
                      <a:pt x="-9910" y="853521"/>
                      <a:pt x="22966" y="884343"/>
                    </a:cubicBezTo>
                    <a:cubicBezTo>
                      <a:pt x="44199" y="904205"/>
                      <a:pt x="65431" y="923383"/>
                      <a:pt x="88033" y="941191"/>
                    </a:cubicBezTo>
                    <a:cubicBezTo>
                      <a:pt x="105842" y="955574"/>
                      <a:pt x="114060" y="973382"/>
                      <a:pt x="116801" y="995300"/>
                    </a:cubicBezTo>
                    <a:cubicBezTo>
                      <a:pt x="118855" y="1010367"/>
                      <a:pt x="167484" y="1044613"/>
                      <a:pt x="183922" y="1046668"/>
                    </a:cubicBezTo>
                    <a:cubicBezTo>
                      <a:pt x="216113" y="1050778"/>
                      <a:pt x="230496" y="1037764"/>
                      <a:pt x="233237" y="1006258"/>
                    </a:cubicBezTo>
                    <a:cubicBezTo>
                      <a:pt x="236661" y="969957"/>
                      <a:pt x="243510" y="860370"/>
                      <a:pt x="257209" y="845302"/>
                    </a:cubicBezTo>
                    <a:cubicBezTo>
                      <a:pt x="254469" y="843247"/>
                      <a:pt x="345563" y="395311"/>
                      <a:pt x="345563" y="368599"/>
                    </a:cubicBezTo>
                    <a:cubicBezTo>
                      <a:pt x="352412" y="376133"/>
                      <a:pt x="370734" y="310204"/>
                      <a:pt x="448392" y="253736"/>
                    </a:cubicBezTo>
                    <a:cubicBezTo>
                      <a:pt x="737270" y="269049"/>
                      <a:pt x="1323867" y="1317501"/>
                      <a:pt x="693940" y="1062166"/>
                    </a:cubicBezTo>
                    <a:cubicBezTo>
                      <a:pt x="1056540" y="1626744"/>
                      <a:pt x="626544" y="1594684"/>
                      <a:pt x="1019217" y="1755942"/>
                    </a:cubicBezTo>
                    <a:cubicBezTo>
                      <a:pt x="1071956" y="1775805"/>
                      <a:pt x="1164496" y="1791633"/>
                      <a:pt x="1259519" y="1803181"/>
                    </a:cubicBezTo>
                    <a:lnTo>
                      <a:pt x="1386291" y="1815955"/>
                    </a:lnTo>
                    <a:lnTo>
                      <a:pt x="1388728" y="1811977"/>
                    </a:lnTo>
                    <a:lnTo>
                      <a:pt x="1672157" y="1344721"/>
                    </a:lnTo>
                    <a:lnTo>
                      <a:pt x="1664993" y="1323699"/>
                    </a:lnTo>
                    <a:cubicBezTo>
                      <a:pt x="1653446" y="1291013"/>
                      <a:pt x="1642198" y="1259506"/>
                      <a:pt x="1632524" y="1230226"/>
                    </a:cubicBezTo>
                    <a:cubicBezTo>
                      <a:pt x="1518827" y="885712"/>
                      <a:pt x="1385953" y="479556"/>
                      <a:pt x="1093493" y="240520"/>
                    </a:cubicBezTo>
                    <a:cubicBezTo>
                      <a:pt x="970208" y="139922"/>
                      <a:pt x="804383" y="52969"/>
                      <a:pt x="635481" y="17286"/>
                    </a:cubicBezTo>
                    <a:close/>
                  </a:path>
                </a:pathLst>
              </a:custGeom>
              <a:solidFill>
                <a:schemeClr val="bg1">
                  <a:lumMod val="6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0A7BD46-6C88-4E1B-80A9-DB1D5E7EDCDE}"/>
                  </a:ext>
                </a:extLst>
              </p:cNvPr>
              <p:cNvSpPr/>
              <p:nvPr/>
            </p:nvSpPr>
            <p:spPr>
              <a:xfrm rot="739140" flipH="1">
                <a:off x="2478563" y="4905369"/>
                <a:ext cx="671220" cy="315061"/>
              </a:xfrm>
              <a:custGeom>
                <a:avLst/>
                <a:gdLst>
                  <a:gd name="connsiteX0" fmla="*/ 356420 w 929576"/>
                  <a:gd name="connsiteY0" fmla="*/ 57585 h 436331"/>
                  <a:gd name="connsiteX1" fmla="*/ 403847 w 929576"/>
                  <a:gd name="connsiteY1" fmla="*/ 9209 h 436331"/>
                  <a:gd name="connsiteX2" fmla="*/ 429458 w 929576"/>
                  <a:gd name="connsiteY2" fmla="*/ 672 h 436331"/>
                  <a:gd name="connsiteX3" fmla="*/ 874327 w 929576"/>
                  <a:gd name="connsiteY3" fmla="*/ 96476 h 436331"/>
                  <a:gd name="connsiteX4" fmla="*/ 902784 w 929576"/>
                  <a:gd name="connsiteY4" fmla="*/ 130623 h 436331"/>
                  <a:gd name="connsiteX5" fmla="*/ 930291 w 929576"/>
                  <a:gd name="connsiteY5" fmla="*/ 313693 h 436331"/>
                  <a:gd name="connsiteX6" fmla="*/ 933137 w 929576"/>
                  <a:gd name="connsiteY6" fmla="*/ 384834 h 436331"/>
                  <a:gd name="connsiteX7" fmla="*/ 877173 w 929576"/>
                  <a:gd name="connsiteY7" fmla="*/ 418033 h 436331"/>
                  <a:gd name="connsiteX8" fmla="*/ 531901 w 929576"/>
                  <a:gd name="connsiteY8" fmla="*/ 422776 h 436331"/>
                  <a:gd name="connsiteX9" fmla="*/ 142048 w 929576"/>
                  <a:gd name="connsiteY9" fmla="*/ 444593 h 436331"/>
                  <a:gd name="connsiteX10" fmla="*/ 40554 w 929576"/>
                  <a:gd name="connsiteY10" fmla="*/ 419931 h 436331"/>
                  <a:gd name="connsiteX11" fmla="*/ 1663 w 929576"/>
                  <a:gd name="connsiteY11" fmla="*/ 312745 h 436331"/>
                  <a:gd name="connsiteX12" fmla="*/ 1663 w 929576"/>
                  <a:gd name="connsiteY12" fmla="*/ 312745 h 436331"/>
                  <a:gd name="connsiteX13" fmla="*/ 30120 w 929576"/>
                  <a:gd name="connsiteY13" fmla="*/ 271957 h 436331"/>
                  <a:gd name="connsiteX14" fmla="*/ 87981 w 929576"/>
                  <a:gd name="connsiteY14" fmla="*/ 256780 h 436331"/>
                  <a:gd name="connsiteX15" fmla="*/ 198961 w 929576"/>
                  <a:gd name="connsiteY15" fmla="*/ 213147 h 436331"/>
                  <a:gd name="connsiteX16" fmla="*/ 284330 w 929576"/>
                  <a:gd name="connsiteY16" fmla="*/ 137263 h 436331"/>
                  <a:gd name="connsiteX17" fmla="*/ 356420 w 929576"/>
                  <a:gd name="connsiteY17" fmla="*/ 57585 h 43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29576" h="436331">
                    <a:moveTo>
                      <a:pt x="356420" y="57585"/>
                    </a:moveTo>
                    <a:cubicBezTo>
                      <a:pt x="375391" y="44306"/>
                      <a:pt x="389619" y="26283"/>
                      <a:pt x="403847" y="9209"/>
                    </a:cubicBezTo>
                    <a:cubicBezTo>
                      <a:pt x="411436" y="672"/>
                      <a:pt x="418076" y="-1225"/>
                      <a:pt x="429458" y="672"/>
                    </a:cubicBezTo>
                    <a:cubicBezTo>
                      <a:pt x="577432" y="32923"/>
                      <a:pt x="725405" y="66122"/>
                      <a:pt x="874327" y="96476"/>
                    </a:cubicBezTo>
                    <a:cubicBezTo>
                      <a:pt x="896144" y="101219"/>
                      <a:pt x="898989" y="114498"/>
                      <a:pt x="902784" y="130623"/>
                    </a:cubicBezTo>
                    <a:cubicBezTo>
                      <a:pt x="912269" y="191331"/>
                      <a:pt x="924600" y="252037"/>
                      <a:pt x="930291" y="313693"/>
                    </a:cubicBezTo>
                    <a:cubicBezTo>
                      <a:pt x="933137" y="342149"/>
                      <a:pt x="929343" y="359223"/>
                      <a:pt x="933137" y="384834"/>
                    </a:cubicBezTo>
                    <a:cubicBezTo>
                      <a:pt x="933137" y="410445"/>
                      <a:pt x="891401" y="415188"/>
                      <a:pt x="877173" y="418033"/>
                    </a:cubicBezTo>
                    <a:cubicBezTo>
                      <a:pt x="804135" y="430364"/>
                      <a:pt x="560358" y="423725"/>
                      <a:pt x="531901" y="422776"/>
                    </a:cubicBezTo>
                    <a:cubicBezTo>
                      <a:pt x="456966" y="420879"/>
                      <a:pt x="216983" y="451232"/>
                      <a:pt x="142048" y="444593"/>
                    </a:cubicBezTo>
                    <a:cubicBezTo>
                      <a:pt x="113592" y="441747"/>
                      <a:pt x="79444" y="438901"/>
                      <a:pt x="40554" y="419931"/>
                    </a:cubicBezTo>
                    <a:cubicBezTo>
                      <a:pt x="-3080" y="395268"/>
                      <a:pt x="-2131" y="354480"/>
                      <a:pt x="1663" y="312745"/>
                    </a:cubicBezTo>
                    <a:lnTo>
                      <a:pt x="1663" y="312745"/>
                    </a:lnTo>
                    <a:cubicBezTo>
                      <a:pt x="7354" y="297568"/>
                      <a:pt x="14943" y="281443"/>
                      <a:pt x="30120" y="271957"/>
                    </a:cubicBezTo>
                    <a:cubicBezTo>
                      <a:pt x="46245" y="260575"/>
                      <a:pt x="70907" y="255832"/>
                      <a:pt x="87981" y="256780"/>
                    </a:cubicBezTo>
                    <a:cubicBezTo>
                      <a:pt x="130666" y="257729"/>
                      <a:pt x="166710" y="240655"/>
                      <a:pt x="198961" y="213147"/>
                    </a:cubicBezTo>
                    <a:cubicBezTo>
                      <a:pt x="200858" y="211250"/>
                      <a:pt x="261565" y="164771"/>
                      <a:pt x="284330" y="137263"/>
                    </a:cubicBezTo>
                    <a:cubicBezTo>
                      <a:pt x="294764" y="125881"/>
                      <a:pt x="335552" y="80351"/>
                      <a:pt x="356420" y="57585"/>
                    </a:cubicBezTo>
                    <a:close/>
                  </a:path>
                </a:pathLst>
              </a:custGeom>
              <a:solidFill>
                <a:schemeClr val="tx1">
                  <a:lumMod val="65000"/>
                  <a:lumOff val="3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5466ADDC-42C2-4348-8DF3-7BDB6ACA78BE}"/>
                  </a:ext>
                </a:extLst>
              </p:cNvPr>
              <p:cNvSpPr/>
              <p:nvPr/>
            </p:nvSpPr>
            <p:spPr>
              <a:xfrm rot="739140" flipH="1">
                <a:off x="2233960" y="2365780"/>
                <a:ext cx="205476" cy="143832"/>
              </a:xfrm>
              <a:custGeom>
                <a:avLst/>
                <a:gdLst>
                  <a:gd name="connsiteX0" fmla="*/ 272154 w 284564"/>
                  <a:gd name="connsiteY0" fmla="*/ 199765 h 199195"/>
                  <a:gd name="connsiteX1" fmla="*/ 231366 w 284564"/>
                  <a:gd name="connsiteY1" fmla="*/ 148543 h 199195"/>
                  <a:gd name="connsiteX2" fmla="*/ 112798 w 284564"/>
                  <a:gd name="connsiteY2" fmla="*/ 119138 h 199195"/>
                  <a:gd name="connsiteX3" fmla="*/ 62525 w 284564"/>
                  <a:gd name="connsiteY3" fmla="*/ 152337 h 199195"/>
                  <a:gd name="connsiteX4" fmla="*/ 36914 w 284564"/>
                  <a:gd name="connsiteY4" fmla="*/ 175103 h 199195"/>
                  <a:gd name="connsiteX5" fmla="*/ 11303 w 284564"/>
                  <a:gd name="connsiteY5" fmla="*/ 179845 h 199195"/>
                  <a:gd name="connsiteX6" fmla="*/ 3715 w 284564"/>
                  <a:gd name="connsiteY6" fmla="*/ 61277 h 199195"/>
                  <a:gd name="connsiteX7" fmla="*/ 40708 w 284564"/>
                  <a:gd name="connsiteY7" fmla="*/ 10055 h 199195"/>
                  <a:gd name="connsiteX8" fmla="*/ 117540 w 284564"/>
                  <a:gd name="connsiteY8" fmla="*/ 1518 h 199195"/>
                  <a:gd name="connsiteX9" fmla="*/ 242749 w 284564"/>
                  <a:gd name="connsiteY9" fmla="*/ 4364 h 199195"/>
                  <a:gd name="connsiteX10" fmla="*/ 275948 w 284564"/>
                  <a:gd name="connsiteY10" fmla="*/ 29975 h 199195"/>
                  <a:gd name="connsiteX11" fmla="*/ 285433 w 284564"/>
                  <a:gd name="connsiteY11" fmla="*/ 181742 h 199195"/>
                  <a:gd name="connsiteX12" fmla="*/ 272154 w 284564"/>
                  <a:gd name="connsiteY12" fmla="*/ 199765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564" h="199195">
                    <a:moveTo>
                      <a:pt x="272154" y="199765"/>
                    </a:moveTo>
                    <a:cubicBezTo>
                      <a:pt x="258874" y="182691"/>
                      <a:pt x="245594" y="165617"/>
                      <a:pt x="231366" y="148543"/>
                    </a:cubicBezTo>
                    <a:cubicBezTo>
                      <a:pt x="201961" y="119138"/>
                      <a:pt x="166865" y="95424"/>
                      <a:pt x="112798" y="119138"/>
                    </a:cubicBezTo>
                    <a:cubicBezTo>
                      <a:pt x="100467" y="124830"/>
                      <a:pt x="71062" y="134315"/>
                      <a:pt x="62525" y="152337"/>
                    </a:cubicBezTo>
                    <a:cubicBezTo>
                      <a:pt x="62525" y="152337"/>
                      <a:pt x="36914" y="175103"/>
                      <a:pt x="36914" y="175103"/>
                    </a:cubicBezTo>
                    <a:cubicBezTo>
                      <a:pt x="32171" y="179845"/>
                      <a:pt x="17943" y="173205"/>
                      <a:pt x="11303" y="179845"/>
                    </a:cubicBezTo>
                    <a:cubicBezTo>
                      <a:pt x="-4822" y="141903"/>
                      <a:pt x="-79" y="102064"/>
                      <a:pt x="3715" y="61277"/>
                    </a:cubicBezTo>
                    <a:cubicBezTo>
                      <a:pt x="6560" y="46100"/>
                      <a:pt x="30274" y="21438"/>
                      <a:pt x="40708" y="10055"/>
                    </a:cubicBezTo>
                    <a:cubicBezTo>
                      <a:pt x="50194" y="-4173"/>
                      <a:pt x="76753" y="570"/>
                      <a:pt x="117540" y="1518"/>
                    </a:cubicBezTo>
                    <a:cubicBezTo>
                      <a:pt x="134614" y="570"/>
                      <a:pt x="197219" y="-1327"/>
                      <a:pt x="242749" y="4364"/>
                    </a:cubicBezTo>
                    <a:cubicBezTo>
                      <a:pt x="251286" y="5312"/>
                      <a:pt x="272154" y="22386"/>
                      <a:pt x="275948" y="29975"/>
                    </a:cubicBezTo>
                    <a:cubicBezTo>
                      <a:pt x="294919" y="79299"/>
                      <a:pt x="283536" y="131469"/>
                      <a:pt x="285433" y="181742"/>
                    </a:cubicBezTo>
                    <a:cubicBezTo>
                      <a:pt x="286382" y="190279"/>
                      <a:pt x="279742" y="195971"/>
                      <a:pt x="272154" y="199765"/>
                    </a:cubicBezTo>
                    <a:close/>
                  </a:path>
                </a:pathLst>
              </a:custGeom>
              <a:solidFill>
                <a:schemeClr val="tx1">
                  <a:lumMod val="50000"/>
                  <a:lumOff val="50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EA076130-1D13-46FE-89BE-E2CDBEBE5ED1}"/>
                  </a:ext>
                </a:extLst>
              </p:cNvPr>
              <p:cNvSpPr/>
              <p:nvPr/>
            </p:nvSpPr>
            <p:spPr>
              <a:xfrm rot="739140" flipH="1">
                <a:off x="2873126" y="2323758"/>
                <a:ext cx="116437" cy="27397"/>
              </a:xfrm>
              <a:custGeom>
                <a:avLst/>
                <a:gdLst>
                  <a:gd name="connsiteX0" fmla="*/ 170647 w 161253"/>
                  <a:gd name="connsiteY0" fmla="*/ 19746 h 37941"/>
                  <a:gd name="connsiteX1" fmla="*/ 16033 w 161253"/>
                  <a:gd name="connsiteY1" fmla="*/ 34922 h 37941"/>
                  <a:gd name="connsiteX2" fmla="*/ 857 w 161253"/>
                  <a:gd name="connsiteY2" fmla="*/ 14054 h 37941"/>
                  <a:gd name="connsiteX3" fmla="*/ 26467 w 161253"/>
                  <a:gd name="connsiteY3" fmla="*/ 1723 h 37941"/>
                  <a:gd name="connsiteX4" fmla="*/ 81483 w 161253"/>
                  <a:gd name="connsiteY4" fmla="*/ 1723 h 37941"/>
                  <a:gd name="connsiteX5" fmla="*/ 170647 w 161253"/>
                  <a:gd name="connsiteY5" fmla="*/ 19746 h 3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53" h="37941">
                    <a:moveTo>
                      <a:pt x="170647" y="19746"/>
                    </a:moveTo>
                    <a:cubicBezTo>
                      <a:pt x="118477" y="40614"/>
                      <a:pt x="68204" y="52945"/>
                      <a:pt x="16033" y="34922"/>
                    </a:cubicBezTo>
                    <a:cubicBezTo>
                      <a:pt x="6548" y="32077"/>
                      <a:pt x="-2938" y="26386"/>
                      <a:pt x="857" y="14054"/>
                    </a:cubicBezTo>
                    <a:cubicBezTo>
                      <a:pt x="4651" y="2672"/>
                      <a:pt x="15085" y="-2071"/>
                      <a:pt x="26467" y="1723"/>
                    </a:cubicBezTo>
                    <a:cubicBezTo>
                      <a:pt x="45438" y="7415"/>
                      <a:pt x="62512" y="4569"/>
                      <a:pt x="81483" y="1723"/>
                    </a:cubicBezTo>
                    <a:cubicBezTo>
                      <a:pt x="110888" y="-3019"/>
                      <a:pt x="140293" y="1723"/>
                      <a:pt x="170647" y="19746"/>
                    </a:cubicBezTo>
                    <a:close/>
                  </a:path>
                </a:pathLst>
              </a:custGeom>
              <a:solidFill>
                <a:srgbClr val="E2AA74"/>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794E2121-19FD-4E1B-AC94-173EBDCEC355}"/>
                  </a:ext>
                </a:extLst>
              </p:cNvPr>
              <p:cNvSpPr/>
              <p:nvPr/>
            </p:nvSpPr>
            <p:spPr>
              <a:xfrm rot="739140" flipH="1">
                <a:off x="2959305" y="2251007"/>
                <a:ext cx="47944" cy="41095"/>
              </a:xfrm>
              <a:custGeom>
                <a:avLst/>
                <a:gdLst>
                  <a:gd name="connsiteX0" fmla="*/ 68724 w 66398"/>
                  <a:gd name="connsiteY0" fmla="*/ 0 h 56912"/>
                  <a:gd name="connsiteX1" fmla="*/ 26039 w 66398"/>
                  <a:gd name="connsiteY1" fmla="*/ 64501 h 56912"/>
                  <a:gd name="connsiteX2" fmla="*/ 10863 w 66398"/>
                  <a:gd name="connsiteY2" fmla="*/ 38890 h 56912"/>
                  <a:gd name="connsiteX3" fmla="*/ 24142 w 66398"/>
                  <a:gd name="connsiteY3" fmla="*/ 11383 h 56912"/>
                  <a:gd name="connsiteX4" fmla="*/ 68724 w 66398"/>
                  <a:gd name="connsiteY4" fmla="*/ 0 h 5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98" h="56912">
                    <a:moveTo>
                      <a:pt x="68724" y="0"/>
                    </a:moveTo>
                    <a:cubicBezTo>
                      <a:pt x="52599" y="24662"/>
                      <a:pt x="40268" y="43633"/>
                      <a:pt x="26039" y="64501"/>
                    </a:cubicBezTo>
                    <a:cubicBezTo>
                      <a:pt x="16554" y="56913"/>
                      <a:pt x="12760" y="47427"/>
                      <a:pt x="10863" y="38890"/>
                    </a:cubicBezTo>
                    <a:cubicBezTo>
                      <a:pt x="8966" y="28456"/>
                      <a:pt x="-19491" y="1897"/>
                      <a:pt x="24142" y="11383"/>
                    </a:cubicBezTo>
                    <a:cubicBezTo>
                      <a:pt x="36473" y="13280"/>
                      <a:pt x="49753" y="4743"/>
                      <a:pt x="68724" y="0"/>
                    </a:cubicBezTo>
                    <a:close/>
                  </a:path>
                </a:pathLst>
              </a:custGeom>
              <a:solidFill>
                <a:srgbClr val="D9AD7C"/>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76D31E4A-B63A-4B70-9401-8770BBBF2676}"/>
                  </a:ext>
                </a:extLst>
              </p:cNvPr>
              <p:cNvSpPr/>
              <p:nvPr/>
            </p:nvSpPr>
            <p:spPr>
              <a:xfrm rot="739140" flipH="1">
                <a:off x="3466417" y="2308137"/>
                <a:ext cx="109588" cy="198627"/>
              </a:xfrm>
              <a:custGeom>
                <a:avLst/>
                <a:gdLst>
                  <a:gd name="connsiteX0" fmla="*/ 103496 w 151767"/>
                  <a:gd name="connsiteY0" fmla="*/ 2586 h 275078"/>
                  <a:gd name="connsiteX1" fmla="*/ 160409 w 151767"/>
                  <a:gd name="connsiteY1" fmla="*/ 216958 h 275078"/>
                  <a:gd name="connsiteX2" fmla="*/ 153769 w 151767"/>
                  <a:gd name="connsiteY2" fmla="*/ 259642 h 275078"/>
                  <a:gd name="connsiteX3" fmla="*/ 117725 w 151767"/>
                  <a:gd name="connsiteY3" fmla="*/ 276716 h 275078"/>
                  <a:gd name="connsiteX4" fmla="*/ 9590 w 151767"/>
                  <a:gd name="connsiteY4" fmla="*/ 223597 h 275078"/>
                  <a:gd name="connsiteX5" fmla="*/ 105 w 151767"/>
                  <a:gd name="connsiteY5" fmla="*/ 210318 h 275078"/>
                  <a:gd name="connsiteX6" fmla="*/ 17178 w 151767"/>
                  <a:gd name="connsiteY6" fmla="*/ 205575 h 275078"/>
                  <a:gd name="connsiteX7" fmla="*/ 107290 w 151767"/>
                  <a:gd name="connsiteY7" fmla="*/ 210318 h 275078"/>
                  <a:gd name="connsiteX8" fmla="*/ 143335 w 151767"/>
                  <a:gd name="connsiteY8" fmla="*/ 163839 h 275078"/>
                  <a:gd name="connsiteX9" fmla="*/ 101599 w 151767"/>
                  <a:gd name="connsiteY9" fmla="*/ 7328 h 275078"/>
                  <a:gd name="connsiteX10" fmla="*/ 103496 w 151767"/>
                  <a:gd name="connsiteY10" fmla="*/ 2586 h 275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67" h="275078">
                    <a:moveTo>
                      <a:pt x="103496" y="2586"/>
                    </a:moveTo>
                    <a:cubicBezTo>
                      <a:pt x="120570" y="60447"/>
                      <a:pt x="157564" y="155302"/>
                      <a:pt x="160409" y="216958"/>
                    </a:cubicBezTo>
                    <a:cubicBezTo>
                      <a:pt x="161358" y="232134"/>
                      <a:pt x="159461" y="246362"/>
                      <a:pt x="153769" y="259642"/>
                    </a:cubicBezTo>
                    <a:cubicBezTo>
                      <a:pt x="147129" y="274819"/>
                      <a:pt x="132901" y="279562"/>
                      <a:pt x="117725" y="276716"/>
                    </a:cubicBezTo>
                    <a:cubicBezTo>
                      <a:pt x="76937" y="268179"/>
                      <a:pt x="41841" y="249208"/>
                      <a:pt x="9590" y="223597"/>
                    </a:cubicBezTo>
                    <a:cubicBezTo>
                      <a:pt x="4847" y="219803"/>
                      <a:pt x="-844" y="216009"/>
                      <a:pt x="105" y="210318"/>
                    </a:cubicBezTo>
                    <a:cubicBezTo>
                      <a:pt x="2002" y="201781"/>
                      <a:pt x="11487" y="204626"/>
                      <a:pt x="17178" y="205575"/>
                    </a:cubicBezTo>
                    <a:cubicBezTo>
                      <a:pt x="47532" y="206523"/>
                      <a:pt x="76937" y="210318"/>
                      <a:pt x="107290" y="210318"/>
                    </a:cubicBezTo>
                    <a:cubicBezTo>
                      <a:pt x="139541" y="211266"/>
                      <a:pt x="149975" y="197038"/>
                      <a:pt x="143335" y="163839"/>
                    </a:cubicBezTo>
                    <a:cubicBezTo>
                      <a:pt x="135747" y="124000"/>
                      <a:pt x="109188" y="46219"/>
                      <a:pt x="101599" y="7328"/>
                    </a:cubicBezTo>
                    <a:cubicBezTo>
                      <a:pt x="98754" y="-260"/>
                      <a:pt x="100651" y="-2157"/>
                      <a:pt x="103496" y="2586"/>
                    </a:cubicBezTo>
                    <a:close/>
                  </a:path>
                </a:pathLst>
              </a:custGeom>
              <a:solidFill>
                <a:srgbClr val="D0A475"/>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Shape 46">
                <a:extLst>
                  <a:ext uri="{FF2B5EF4-FFF2-40B4-BE49-F238E27FC236}">
                    <a16:creationId xmlns:a16="http://schemas.microsoft.com/office/drawing/2014/main" id="{56F1D403-7673-4E31-92D2-F5C0BFDF7542}"/>
                  </a:ext>
                </a:extLst>
              </p:cNvPr>
              <p:cNvSpPr/>
              <p:nvPr/>
            </p:nvSpPr>
            <p:spPr>
              <a:xfrm rot="739140" flipH="1">
                <a:off x="3765026" y="2340098"/>
                <a:ext cx="6849" cy="6849"/>
              </a:xfrm>
              <a:custGeom>
                <a:avLst/>
                <a:gdLst>
                  <a:gd name="connsiteX0" fmla="*/ 0 w 0"/>
                  <a:gd name="connsiteY0" fmla="*/ 0 h 0"/>
                  <a:gd name="connsiteX1" fmla="*/ 0 w 0"/>
                  <a:gd name="connsiteY1" fmla="*/ 0 h 0"/>
                  <a:gd name="connsiteX2" fmla="*/ 0 w 0"/>
                  <a:gd name="connsiteY2" fmla="*/ 0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lnTo>
                      <a:pt x="0" y="0"/>
                    </a:lnTo>
                    <a:lnTo>
                      <a:pt x="0" y="0"/>
                    </a:lnTo>
                    <a:lnTo>
                      <a:pt x="0" y="0"/>
                    </a:ln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A3B99644-AE1F-442F-94E8-C9CDB3B35DB1}"/>
                  </a:ext>
                </a:extLst>
              </p:cNvPr>
              <p:cNvSpPr/>
              <p:nvPr/>
            </p:nvSpPr>
            <p:spPr>
              <a:xfrm rot="739140" flipH="1">
                <a:off x="2166304" y="2562793"/>
                <a:ext cx="287666" cy="342459"/>
              </a:xfrm>
              <a:custGeom>
                <a:avLst/>
                <a:gdLst>
                  <a:gd name="connsiteX0" fmla="*/ 49643 w 398390"/>
                  <a:gd name="connsiteY0" fmla="*/ 318369 h 474273"/>
                  <a:gd name="connsiteX1" fmla="*/ 12650 w 398390"/>
                  <a:gd name="connsiteY1" fmla="*/ 270942 h 474273"/>
                  <a:gd name="connsiteX2" fmla="*/ 18341 w 398390"/>
                  <a:gd name="connsiteY2" fmla="*/ 200749 h 474273"/>
                  <a:gd name="connsiteX3" fmla="*/ 13598 w 398390"/>
                  <a:gd name="connsiteY3" fmla="*/ 184624 h 474273"/>
                  <a:gd name="connsiteX4" fmla="*/ 23084 w 398390"/>
                  <a:gd name="connsiteY4" fmla="*/ 154270 h 474273"/>
                  <a:gd name="connsiteX5" fmla="*/ 36364 w 398390"/>
                  <a:gd name="connsiteY5" fmla="*/ 146682 h 474273"/>
                  <a:gd name="connsiteX6" fmla="*/ 43952 w 398390"/>
                  <a:gd name="connsiteY6" fmla="*/ 133402 h 474273"/>
                  <a:gd name="connsiteX7" fmla="*/ 43952 w 398390"/>
                  <a:gd name="connsiteY7" fmla="*/ 93563 h 474273"/>
                  <a:gd name="connsiteX8" fmla="*/ 70511 w 398390"/>
                  <a:gd name="connsiteY8" fmla="*/ 62261 h 474273"/>
                  <a:gd name="connsiteX9" fmla="*/ 98019 w 398390"/>
                  <a:gd name="connsiteY9" fmla="*/ 8194 h 474273"/>
                  <a:gd name="connsiteX10" fmla="*/ 141652 w 398390"/>
                  <a:gd name="connsiteY10" fmla="*/ 606 h 474273"/>
                  <a:gd name="connsiteX11" fmla="*/ 204256 w 398390"/>
                  <a:gd name="connsiteY11" fmla="*/ 14834 h 474273"/>
                  <a:gd name="connsiteX12" fmla="*/ 316185 w 398390"/>
                  <a:gd name="connsiteY12" fmla="*/ 67953 h 474273"/>
                  <a:gd name="connsiteX13" fmla="*/ 394915 w 398390"/>
                  <a:gd name="connsiteY13" fmla="*/ 205492 h 474273"/>
                  <a:gd name="connsiteX14" fmla="*/ 402503 w 398390"/>
                  <a:gd name="connsiteY14" fmla="*/ 240588 h 474273"/>
                  <a:gd name="connsiteX15" fmla="*/ 290574 w 398390"/>
                  <a:gd name="connsiteY15" fmla="*/ 472983 h 474273"/>
                  <a:gd name="connsiteX16" fmla="*/ 269706 w 398390"/>
                  <a:gd name="connsiteY16" fmla="*/ 473931 h 474273"/>
                  <a:gd name="connsiteX17" fmla="*/ 236507 w 398390"/>
                  <a:gd name="connsiteY17" fmla="*/ 460651 h 474273"/>
                  <a:gd name="connsiteX18" fmla="*/ 49643 w 398390"/>
                  <a:gd name="connsiteY18" fmla="*/ 318369 h 47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8390" h="474273">
                    <a:moveTo>
                      <a:pt x="49643" y="318369"/>
                    </a:moveTo>
                    <a:cubicBezTo>
                      <a:pt x="35415" y="304141"/>
                      <a:pt x="24032" y="288016"/>
                      <a:pt x="12650" y="270942"/>
                    </a:cubicBezTo>
                    <a:cubicBezTo>
                      <a:pt x="-14858" y="227309"/>
                      <a:pt x="9804" y="226360"/>
                      <a:pt x="18341" y="200749"/>
                    </a:cubicBezTo>
                    <a:cubicBezTo>
                      <a:pt x="20238" y="196955"/>
                      <a:pt x="16444" y="191264"/>
                      <a:pt x="13598" y="184624"/>
                    </a:cubicBezTo>
                    <a:cubicBezTo>
                      <a:pt x="7907" y="173241"/>
                      <a:pt x="12650" y="159962"/>
                      <a:pt x="23084" y="154270"/>
                    </a:cubicBezTo>
                    <a:lnTo>
                      <a:pt x="36364" y="146682"/>
                    </a:lnTo>
                    <a:cubicBezTo>
                      <a:pt x="41106" y="143836"/>
                      <a:pt x="43952" y="139094"/>
                      <a:pt x="43952" y="133402"/>
                    </a:cubicBezTo>
                    <a:cubicBezTo>
                      <a:pt x="43003" y="121071"/>
                      <a:pt x="35415" y="115380"/>
                      <a:pt x="43952" y="93563"/>
                    </a:cubicBezTo>
                    <a:cubicBezTo>
                      <a:pt x="54386" y="70798"/>
                      <a:pt x="73357" y="85975"/>
                      <a:pt x="70511" y="62261"/>
                    </a:cubicBezTo>
                    <a:cubicBezTo>
                      <a:pt x="64820" y="25268"/>
                      <a:pt x="59129" y="18628"/>
                      <a:pt x="98019" y="8194"/>
                    </a:cubicBezTo>
                    <a:cubicBezTo>
                      <a:pt x="113196" y="3451"/>
                      <a:pt x="130270" y="606"/>
                      <a:pt x="141652" y="606"/>
                    </a:cubicBezTo>
                    <a:cubicBezTo>
                      <a:pt x="169160" y="-2240"/>
                      <a:pt x="179594" y="5349"/>
                      <a:pt x="204256" y="14834"/>
                    </a:cubicBezTo>
                    <a:cubicBezTo>
                      <a:pt x="243147" y="30959"/>
                      <a:pt x="279192" y="40445"/>
                      <a:pt x="316185" y="67953"/>
                    </a:cubicBezTo>
                    <a:cubicBezTo>
                      <a:pt x="357921" y="104946"/>
                      <a:pt x="384481" y="148579"/>
                      <a:pt x="394915" y="205492"/>
                    </a:cubicBezTo>
                    <a:cubicBezTo>
                      <a:pt x="397760" y="215926"/>
                      <a:pt x="402503" y="227309"/>
                      <a:pt x="402503" y="240588"/>
                    </a:cubicBezTo>
                    <a:cubicBezTo>
                      <a:pt x="367407" y="316472"/>
                      <a:pt x="325671" y="397099"/>
                      <a:pt x="290574" y="472983"/>
                    </a:cubicBezTo>
                    <a:cubicBezTo>
                      <a:pt x="282986" y="488159"/>
                      <a:pt x="276346" y="475828"/>
                      <a:pt x="269706" y="473931"/>
                    </a:cubicBezTo>
                    <a:cubicBezTo>
                      <a:pt x="257375" y="472983"/>
                      <a:pt x="246941" y="467291"/>
                      <a:pt x="236507" y="460651"/>
                    </a:cubicBezTo>
                    <a:cubicBezTo>
                      <a:pt x="178646" y="425555"/>
                      <a:pt x="68614" y="334495"/>
                      <a:pt x="49643" y="31836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7CB13D24-346A-4190-A1C8-071459103544}"/>
              </a:ext>
            </a:extLst>
          </p:cNvPr>
          <p:cNvSpPr txBox="1"/>
          <p:nvPr/>
        </p:nvSpPr>
        <p:spPr>
          <a:xfrm>
            <a:off x="4345536" y="1577945"/>
            <a:ext cx="7388606" cy="2585323"/>
          </a:xfrm>
          <a:prstGeom prst="rect">
            <a:avLst/>
          </a:prstGeom>
          <a:noFill/>
        </p:spPr>
        <p:txBody>
          <a:bodyPr wrap="square">
            <a:spAutoFit/>
          </a:bodyPr>
          <a:lstStyle/>
          <a:p>
            <a:r>
              <a:rPr lang="en-US" dirty="0"/>
              <a:t>Hackers sometimes leave infected USB drives in public places, hoping that someone will plug them into their computer out of curiosity. This can install malware and compromise the system.</a:t>
            </a:r>
          </a:p>
          <a:p>
            <a:r>
              <a:rPr lang="en-US" dirty="0"/>
              <a:t>An even more dangerous device, called the </a:t>
            </a:r>
            <a:r>
              <a:rPr lang="en-US" b="1" dirty="0"/>
              <a:t>USB Killer</a:t>
            </a:r>
            <a:r>
              <a:rPr lang="en-US" dirty="0"/>
              <a:t>, looks like a normal flash drive but is designed to destroy computers. When plugged in, it draws power from the computer, stores it in capacitors, and then releases it in a sudden burst, frying the motherboard. If the computer survives the first shock, the USB Killer keeps repeating the process until the system is completely destroyed.</a:t>
            </a:r>
          </a:p>
        </p:txBody>
      </p:sp>
      <p:sp>
        <p:nvSpPr>
          <p:cNvPr id="50" name="TextBox 49">
            <a:extLst>
              <a:ext uri="{FF2B5EF4-FFF2-40B4-BE49-F238E27FC236}">
                <a16:creationId xmlns:a16="http://schemas.microsoft.com/office/drawing/2014/main" id="{5CC250B7-A0A6-481E-A52F-06C6EC54CF7D}"/>
              </a:ext>
            </a:extLst>
          </p:cNvPr>
          <p:cNvSpPr txBox="1"/>
          <p:nvPr/>
        </p:nvSpPr>
        <p:spPr>
          <a:xfrm>
            <a:off x="4812734" y="1099609"/>
            <a:ext cx="532654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rPr>
              <a:t>EXAMPLE NO.4</a:t>
            </a:r>
            <a:endParaRPr kumimoji="0" lang="ko-KR" altLang="en-US"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endParaRPr>
          </a:p>
        </p:txBody>
      </p:sp>
    </p:spTree>
    <p:extLst>
      <p:ext uri="{BB962C8B-B14F-4D97-AF65-F5344CB8AC3E}">
        <p14:creationId xmlns:p14="http://schemas.microsoft.com/office/powerpoint/2010/main" val="9869814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normAutofit fontScale="92500" lnSpcReduction="10000"/>
          </a:bodyPr>
          <a:lstStyle/>
          <a:p>
            <a:r>
              <a:rPr lang="en-US" b="1" dirty="0"/>
              <a:t>Today’s Security Attacks</a:t>
            </a:r>
          </a:p>
        </p:txBody>
      </p:sp>
      <p:grpSp>
        <p:nvGrpSpPr>
          <p:cNvPr id="7" name="Group 6">
            <a:extLst>
              <a:ext uri="{FF2B5EF4-FFF2-40B4-BE49-F238E27FC236}">
                <a16:creationId xmlns:a16="http://schemas.microsoft.com/office/drawing/2014/main" id="{3CCB3A26-4EF7-4AE3-B544-602E31387B37}"/>
              </a:ext>
            </a:extLst>
          </p:cNvPr>
          <p:cNvGrpSpPr/>
          <p:nvPr/>
        </p:nvGrpSpPr>
        <p:grpSpPr>
          <a:xfrm>
            <a:off x="405768" y="1720256"/>
            <a:ext cx="4523362" cy="4135956"/>
            <a:chOff x="732823" y="2045143"/>
            <a:chExt cx="4898146" cy="4089765"/>
          </a:xfrm>
        </p:grpSpPr>
        <p:grpSp>
          <p:nvGrpSpPr>
            <p:cNvPr id="3" name="Group 2">
              <a:extLst>
                <a:ext uri="{FF2B5EF4-FFF2-40B4-BE49-F238E27FC236}">
                  <a16:creationId xmlns:a16="http://schemas.microsoft.com/office/drawing/2014/main" id="{2535BC1C-AD87-4B65-9FDA-17D261C01A9C}"/>
                </a:ext>
              </a:extLst>
            </p:cNvPr>
            <p:cNvGrpSpPr/>
            <p:nvPr/>
          </p:nvGrpSpPr>
          <p:grpSpPr>
            <a:xfrm flipH="1">
              <a:off x="732823" y="3007650"/>
              <a:ext cx="4898146" cy="3127258"/>
              <a:chOff x="1585738" y="4408438"/>
              <a:chExt cx="2717520" cy="1735021"/>
            </a:xfrm>
          </p:grpSpPr>
          <p:sp>
            <p:nvSpPr>
              <p:cNvPr id="31" name="Oval 30">
                <a:extLst>
                  <a:ext uri="{FF2B5EF4-FFF2-40B4-BE49-F238E27FC236}">
                    <a16:creationId xmlns:a16="http://schemas.microsoft.com/office/drawing/2014/main" id="{99AD4B73-8FF4-4221-94CE-25C909601B26}"/>
                  </a:ext>
                </a:extLst>
              </p:cNvPr>
              <p:cNvSpPr/>
              <p:nvPr/>
            </p:nvSpPr>
            <p:spPr>
              <a:xfrm>
                <a:off x="1585738" y="5752874"/>
                <a:ext cx="2717520" cy="390585"/>
              </a:xfrm>
              <a:prstGeom prst="ellipse">
                <a:avLst/>
              </a:prstGeom>
              <a:solidFill>
                <a:schemeClr val="bg1">
                  <a:lumMod val="65000"/>
                </a:schemeClr>
              </a:solidFill>
              <a:ln>
                <a:noFill/>
              </a:ln>
              <a:effectLst>
                <a:softEdge rad="215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34" charset="-127"/>
                  <a:cs typeface="+mn-cs"/>
                </a:endParaRPr>
              </a:p>
            </p:txBody>
          </p:sp>
          <p:grpSp>
            <p:nvGrpSpPr>
              <p:cNvPr id="10" name="Group 9">
                <a:extLst>
                  <a:ext uri="{FF2B5EF4-FFF2-40B4-BE49-F238E27FC236}">
                    <a16:creationId xmlns:a16="http://schemas.microsoft.com/office/drawing/2014/main" id="{43E2D379-4A78-40E2-9F22-E5F085058729}"/>
                  </a:ext>
                </a:extLst>
              </p:cNvPr>
              <p:cNvGrpSpPr/>
              <p:nvPr/>
            </p:nvGrpSpPr>
            <p:grpSpPr>
              <a:xfrm flipH="1">
                <a:off x="1855021" y="4408438"/>
                <a:ext cx="2426144" cy="1612821"/>
                <a:chOff x="6917382" y="4652701"/>
                <a:chExt cx="2983072" cy="1983048"/>
              </a:xfrm>
            </p:grpSpPr>
            <p:sp>
              <p:nvSpPr>
                <p:cNvPr id="12" name="Freeform: Shape 11">
                  <a:extLst>
                    <a:ext uri="{FF2B5EF4-FFF2-40B4-BE49-F238E27FC236}">
                      <a16:creationId xmlns:a16="http://schemas.microsoft.com/office/drawing/2014/main" id="{6BB287FF-01F8-4D87-A1D4-D02E51E028F7}"/>
                    </a:ext>
                  </a:extLst>
                </p:cNvPr>
                <p:cNvSpPr/>
                <p:nvPr/>
              </p:nvSpPr>
              <p:spPr>
                <a:xfrm>
                  <a:off x="6917382" y="4652701"/>
                  <a:ext cx="2983072" cy="1983048"/>
                </a:xfrm>
                <a:custGeom>
                  <a:avLst/>
                  <a:gdLst>
                    <a:gd name="connsiteX0" fmla="*/ 2977241 w 2983072"/>
                    <a:gd name="connsiteY0" fmla="*/ 1404120 h 1983048"/>
                    <a:gd name="connsiteX1" fmla="*/ 1664038 w 2983072"/>
                    <a:gd name="connsiteY1" fmla="*/ 1312116 h 1983048"/>
                    <a:gd name="connsiteX2" fmla="*/ 1634323 w 2983072"/>
                    <a:gd name="connsiteY2" fmla="*/ 1288114 h 1983048"/>
                    <a:gd name="connsiteX3" fmla="*/ 1230305 w 2983072"/>
                    <a:gd name="connsiteY3" fmla="*/ 69774 h 1983048"/>
                    <a:gd name="connsiteX4" fmla="*/ 1130872 w 2983072"/>
                    <a:gd name="connsiteY4" fmla="*/ 56 h 1983048"/>
                    <a:gd name="connsiteX5" fmla="*/ 68538 w 2983072"/>
                    <a:gd name="connsiteY5" fmla="*/ 15486 h 1983048"/>
                    <a:gd name="connsiteX6" fmla="*/ 1678 w 2983072"/>
                    <a:gd name="connsiteY6" fmla="*/ 98918 h 1983048"/>
                    <a:gd name="connsiteX7" fmla="*/ 437126 w 2983072"/>
                    <a:gd name="connsiteY7" fmla="*/ 1469265 h 1983048"/>
                    <a:gd name="connsiteX8" fmla="*/ 531416 w 2983072"/>
                    <a:gd name="connsiteY8" fmla="*/ 1703562 h 1983048"/>
                    <a:gd name="connsiteX9" fmla="*/ 478271 w 2983072"/>
                    <a:gd name="connsiteY9" fmla="*/ 1825853 h 1983048"/>
                    <a:gd name="connsiteX10" fmla="*/ 554274 w 2983072"/>
                    <a:gd name="connsiteY10" fmla="*/ 1888141 h 1983048"/>
                    <a:gd name="connsiteX11" fmla="*/ 2109201 w 2983072"/>
                    <a:gd name="connsiteY11" fmla="*/ 1983003 h 1983048"/>
                    <a:gd name="connsiteX12" fmla="*/ 2322354 w 2983072"/>
                    <a:gd name="connsiteY12" fmla="*/ 1912714 h 1983048"/>
                    <a:gd name="connsiteX13" fmla="*/ 2959525 w 2983072"/>
                    <a:gd name="connsiteY13" fmla="*/ 1470408 h 1983048"/>
                    <a:gd name="connsiteX14" fmla="*/ 2977241 w 2983072"/>
                    <a:gd name="connsiteY14" fmla="*/ 1404120 h 1983048"/>
                    <a:gd name="connsiteX15" fmla="*/ 2977241 w 2983072"/>
                    <a:gd name="connsiteY15" fmla="*/ 1404120 h 19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3072" h="1983048">
                      <a:moveTo>
                        <a:pt x="2977241" y="1404120"/>
                      </a:moveTo>
                      <a:cubicBezTo>
                        <a:pt x="2934953" y="1378976"/>
                        <a:pt x="1826903" y="1330402"/>
                        <a:pt x="1664038" y="1312116"/>
                      </a:cubicBezTo>
                      <a:cubicBezTo>
                        <a:pt x="1645752" y="1310401"/>
                        <a:pt x="1638895" y="1303544"/>
                        <a:pt x="1634323" y="1288114"/>
                      </a:cubicBezTo>
                      <a:cubicBezTo>
                        <a:pt x="1595464" y="1168680"/>
                        <a:pt x="1325737" y="356644"/>
                        <a:pt x="1230305" y="69774"/>
                      </a:cubicBezTo>
                      <a:cubicBezTo>
                        <a:pt x="1212018" y="14914"/>
                        <a:pt x="1189160" y="-1087"/>
                        <a:pt x="1130872" y="56"/>
                      </a:cubicBezTo>
                      <a:cubicBezTo>
                        <a:pt x="1060011" y="1199"/>
                        <a:pt x="140541" y="14914"/>
                        <a:pt x="68538" y="15486"/>
                      </a:cubicBezTo>
                      <a:cubicBezTo>
                        <a:pt x="17678" y="16057"/>
                        <a:pt x="-6894" y="48059"/>
                        <a:pt x="1678" y="98918"/>
                      </a:cubicBezTo>
                      <a:cubicBezTo>
                        <a:pt x="6249" y="125776"/>
                        <a:pt x="422840" y="1433835"/>
                        <a:pt x="437126" y="1469265"/>
                      </a:cubicBezTo>
                      <a:cubicBezTo>
                        <a:pt x="467413" y="1548126"/>
                        <a:pt x="471413" y="1637273"/>
                        <a:pt x="531416" y="1703562"/>
                      </a:cubicBezTo>
                      <a:cubicBezTo>
                        <a:pt x="458270" y="1744707"/>
                        <a:pt x="455413" y="1751564"/>
                        <a:pt x="478271" y="1825853"/>
                      </a:cubicBezTo>
                      <a:cubicBezTo>
                        <a:pt x="489700" y="1863569"/>
                        <a:pt x="514272" y="1885284"/>
                        <a:pt x="554274" y="1888141"/>
                      </a:cubicBezTo>
                      <a:cubicBezTo>
                        <a:pt x="729711" y="1900713"/>
                        <a:pt x="1952051" y="1985289"/>
                        <a:pt x="2109201" y="1983003"/>
                      </a:cubicBezTo>
                      <a:cubicBezTo>
                        <a:pt x="2188062" y="1981288"/>
                        <a:pt x="2226350" y="1983574"/>
                        <a:pt x="2322354" y="1912714"/>
                      </a:cubicBezTo>
                      <a:cubicBezTo>
                        <a:pt x="2388643" y="1865283"/>
                        <a:pt x="2905809" y="1512125"/>
                        <a:pt x="2959525" y="1470408"/>
                      </a:cubicBezTo>
                      <a:cubicBezTo>
                        <a:pt x="2984670" y="1449836"/>
                        <a:pt x="2988098" y="1430978"/>
                        <a:pt x="2977241" y="1404120"/>
                      </a:cubicBezTo>
                      <a:lnTo>
                        <a:pt x="2977241" y="1404120"/>
                      </a:lnTo>
                      <a:close/>
                    </a:path>
                  </a:pathLst>
                </a:custGeom>
                <a:solidFill>
                  <a:srgbClr val="484848"/>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54E3CDCC-152C-4E9D-97B1-2173440C3105}"/>
                    </a:ext>
                  </a:extLst>
                </p:cNvPr>
                <p:cNvSpPr/>
                <p:nvPr/>
              </p:nvSpPr>
              <p:spPr>
                <a:xfrm>
                  <a:off x="7049409" y="4778370"/>
                  <a:ext cx="1445617" cy="1416648"/>
                </a:xfrm>
                <a:custGeom>
                  <a:avLst/>
                  <a:gdLst>
                    <a:gd name="connsiteX0" fmla="*/ 1442293 w 1445617"/>
                    <a:gd name="connsiteY0" fmla="*/ 1036725 h 1416648"/>
                    <a:gd name="connsiteX1" fmla="*/ 1349718 w 1445617"/>
                    <a:gd name="connsiteY1" fmla="*/ 770427 h 1416648"/>
                    <a:gd name="connsiteX2" fmla="*/ 1094277 w 1445617"/>
                    <a:gd name="connsiteY2" fmla="*/ 25251 h 1416648"/>
                    <a:gd name="connsiteX3" fmla="*/ 1059419 w 1445617"/>
                    <a:gd name="connsiteY3" fmla="*/ 107 h 1416648"/>
                    <a:gd name="connsiteX4" fmla="*/ 62802 w 1445617"/>
                    <a:gd name="connsiteY4" fmla="*/ 41251 h 1416648"/>
                    <a:gd name="connsiteX5" fmla="*/ 13086 w 1445617"/>
                    <a:gd name="connsiteY5" fmla="*/ 109255 h 1416648"/>
                    <a:gd name="connsiteX6" fmla="*/ 166807 w 1445617"/>
                    <a:gd name="connsiteY6" fmla="*/ 575561 h 1416648"/>
                    <a:gd name="connsiteX7" fmla="*/ 430247 w 1445617"/>
                    <a:gd name="connsiteY7" fmla="*/ 1385312 h 1416648"/>
                    <a:gd name="connsiteX8" fmla="*/ 478250 w 1445617"/>
                    <a:gd name="connsiteY8" fmla="*/ 1408742 h 1416648"/>
                    <a:gd name="connsiteX9" fmla="*/ 1106278 w 1445617"/>
                    <a:gd name="connsiteY9" fmla="*/ 1184160 h 1416648"/>
                    <a:gd name="connsiteX10" fmla="*/ 1245141 w 1445617"/>
                    <a:gd name="connsiteY10" fmla="*/ 1132729 h 1416648"/>
                    <a:gd name="connsiteX11" fmla="*/ 1245141 w 1445617"/>
                    <a:gd name="connsiteY11" fmla="*/ 1132729 h 1416648"/>
                    <a:gd name="connsiteX12" fmla="*/ 1245141 w 1445617"/>
                    <a:gd name="connsiteY12" fmla="*/ 1132729 h 1416648"/>
                    <a:gd name="connsiteX13" fmla="*/ 1424007 w 1445617"/>
                    <a:gd name="connsiteY13" fmla="*/ 1071012 h 1416648"/>
                    <a:gd name="connsiteX14" fmla="*/ 1442293 w 1445617"/>
                    <a:gd name="connsiteY14" fmla="*/ 1036725 h 1416648"/>
                    <a:gd name="connsiteX15" fmla="*/ 1442293 w 1445617"/>
                    <a:gd name="connsiteY15" fmla="*/ 1036725 h 141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5617" h="1416648">
                      <a:moveTo>
                        <a:pt x="1442293" y="1036725"/>
                      </a:moveTo>
                      <a:cubicBezTo>
                        <a:pt x="1410292" y="948150"/>
                        <a:pt x="1380005" y="859003"/>
                        <a:pt x="1349718" y="770427"/>
                      </a:cubicBezTo>
                      <a:cubicBezTo>
                        <a:pt x="1263999" y="521845"/>
                        <a:pt x="1178853" y="273833"/>
                        <a:pt x="1094277" y="25251"/>
                      </a:cubicBezTo>
                      <a:cubicBezTo>
                        <a:pt x="1087991" y="6964"/>
                        <a:pt x="1080563" y="-1036"/>
                        <a:pt x="1059419" y="107"/>
                      </a:cubicBezTo>
                      <a:cubicBezTo>
                        <a:pt x="1013131" y="2964"/>
                        <a:pt x="181093" y="35537"/>
                        <a:pt x="62802" y="41251"/>
                      </a:cubicBezTo>
                      <a:cubicBezTo>
                        <a:pt x="-9201" y="44680"/>
                        <a:pt x="-9201" y="41823"/>
                        <a:pt x="13086" y="109255"/>
                      </a:cubicBezTo>
                      <a:cubicBezTo>
                        <a:pt x="64517" y="264690"/>
                        <a:pt x="115948" y="420126"/>
                        <a:pt x="166807" y="575561"/>
                      </a:cubicBezTo>
                      <a:cubicBezTo>
                        <a:pt x="254811" y="845288"/>
                        <a:pt x="342243" y="1115586"/>
                        <a:pt x="430247" y="1385312"/>
                      </a:cubicBezTo>
                      <a:cubicBezTo>
                        <a:pt x="442248" y="1422457"/>
                        <a:pt x="442819" y="1421314"/>
                        <a:pt x="478250" y="1408742"/>
                      </a:cubicBezTo>
                      <a:cubicBezTo>
                        <a:pt x="687973" y="1333881"/>
                        <a:pt x="897126" y="1259592"/>
                        <a:pt x="1106278" y="1184160"/>
                      </a:cubicBezTo>
                      <a:cubicBezTo>
                        <a:pt x="1152566" y="1167588"/>
                        <a:pt x="1201139" y="1155016"/>
                        <a:pt x="1245141" y="1132729"/>
                      </a:cubicBezTo>
                      <a:lnTo>
                        <a:pt x="1245141" y="1132729"/>
                      </a:lnTo>
                      <a:lnTo>
                        <a:pt x="1245141" y="1132729"/>
                      </a:lnTo>
                      <a:cubicBezTo>
                        <a:pt x="1304573" y="1112157"/>
                        <a:pt x="1364004" y="1090442"/>
                        <a:pt x="1424007" y="1071012"/>
                      </a:cubicBezTo>
                      <a:cubicBezTo>
                        <a:pt x="1445150" y="1065298"/>
                        <a:pt x="1449722" y="1057869"/>
                        <a:pt x="1442293" y="1036725"/>
                      </a:cubicBezTo>
                      <a:lnTo>
                        <a:pt x="1442293" y="1036725"/>
                      </a:lnTo>
                      <a:close/>
                    </a:path>
                  </a:pathLst>
                </a:custGeom>
                <a:solidFill>
                  <a:srgbClr val="8F8C8D"/>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A31859BD-7525-4B2A-B9B5-F61E3564AC5F}"/>
                    </a:ext>
                  </a:extLst>
                </p:cNvPr>
                <p:cNvSpPr/>
                <p:nvPr/>
              </p:nvSpPr>
              <p:spPr>
                <a:xfrm>
                  <a:off x="7048837" y="4800764"/>
                  <a:ext cx="1251998" cy="1394255"/>
                </a:xfrm>
                <a:custGeom>
                  <a:avLst/>
                  <a:gdLst>
                    <a:gd name="connsiteX0" fmla="*/ 1251999 w 1251998"/>
                    <a:gd name="connsiteY0" fmla="*/ 1108050 h 1394255"/>
                    <a:gd name="connsiteX1" fmla="*/ 413104 w 1251998"/>
                    <a:gd name="connsiteY1" fmla="*/ 0 h 1394255"/>
                    <a:gd name="connsiteX2" fmla="*/ 62802 w 1251998"/>
                    <a:gd name="connsiteY2" fmla="*/ 16001 h 1394255"/>
                    <a:gd name="connsiteX3" fmla="*/ 13086 w 1251998"/>
                    <a:gd name="connsiteY3" fmla="*/ 84575 h 1394255"/>
                    <a:gd name="connsiteX4" fmla="*/ 166807 w 1251998"/>
                    <a:gd name="connsiteY4" fmla="*/ 551453 h 1394255"/>
                    <a:gd name="connsiteX5" fmla="*/ 429676 w 1251998"/>
                    <a:gd name="connsiteY5" fmla="*/ 1362919 h 1394255"/>
                    <a:gd name="connsiteX6" fmla="*/ 477678 w 1251998"/>
                    <a:gd name="connsiteY6" fmla="*/ 1386348 h 1394255"/>
                    <a:gd name="connsiteX7" fmla="*/ 1105706 w 1251998"/>
                    <a:gd name="connsiteY7" fmla="*/ 1161195 h 1394255"/>
                    <a:gd name="connsiteX8" fmla="*/ 1244570 w 1251998"/>
                    <a:gd name="connsiteY8" fmla="*/ 1109764 h 1394255"/>
                    <a:gd name="connsiteX9" fmla="*/ 1244570 w 1251998"/>
                    <a:gd name="connsiteY9" fmla="*/ 1109764 h 1394255"/>
                    <a:gd name="connsiteX10" fmla="*/ 1244570 w 1251998"/>
                    <a:gd name="connsiteY10" fmla="*/ 1109764 h 1394255"/>
                    <a:gd name="connsiteX11" fmla="*/ 1251999 w 1251998"/>
                    <a:gd name="connsiteY11" fmla="*/ 1108050 h 1394255"/>
                    <a:gd name="connsiteX12" fmla="*/ 1251999 w 1251998"/>
                    <a:gd name="connsiteY12" fmla="*/ 1108050 h 13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998" h="1394255">
                      <a:moveTo>
                        <a:pt x="1251999" y="1108050"/>
                      </a:moveTo>
                      <a:lnTo>
                        <a:pt x="413104" y="0"/>
                      </a:lnTo>
                      <a:cubicBezTo>
                        <a:pt x="296527" y="10858"/>
                        <a:pt x="179379" y="10286"/>
                        <a:pt x="62802" y="16001"/>
                      </a:cubicBezTo>
                      <a:cubicBezTo>
                        <a:pt x="-9201" y="19429"/>
                        <a:pt x="-9201" y="16572"/>
                        <a:pt x="13086" y="84575"/>
                      </a:cubicBezTo>
                      <a:cubicBezTo>
                        <a:pt x="64517" y="240011"/>
                        <a:pt x="115948" y="396018"/>
                        <a:pt x="166807" y="551453"/>
                      </a:cubicBezTo>
                      <a:cubicBezTo>
                        <a:pt x="254811" y="821751"/>
                        <a:pt x="342243" y="1092049"/>
                        <a:pt x="429676" y="1362919"/>
                      </a:cubicBezTo>
                      <a:cubicBezTo>
                        <a:pt x="441677" y="1400063"/>
                        <a:pt x="442248" y="1398920"/>
                        <a:pt x="477678" y="1386348"/>
                      </a:cubicBezTo>
                      <a:cubicBezTo>
                        <a:pt x="686830" y="1311488"/>
                        <a:pt x="896554" y="1237199"/>
                        <a:pt x="1105706" y="1161195"/>
                      </a:cubicBezTo>
                      <a:cubicBezTo>
                        <a:pt x="1151994" y="1144623"/>
                        <a:pt x="1200568" y="1132051"/>
                        <a:pt x="1244570" y="1109764"/>
                      </a:cubicBezTo>
                      <a:lnTo>
                        <a:pt x="1244570" y="1109764"/>
                      </a:lnTo>
                      <a:lnTo>
                        <a:pt x="1244570" y="1109764"/>
                      </a:lnTo>
                      <a:cubicBezTo>
                        <a:pt x="1247427" y="1109764"/>
                        <a:pt x="1249713" y="1108621"/>
                        <a:pt x="1251999" y="1108050"/>
                      </a:cubicBezTo>
                      <a:lnTo>
                        <a:pt x="1251999" y="1108050"/>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63643218-0DBA-4BFA-BDA7-B0D7EE0094D3}"/>
                    </a:ext>
                  </a:extLst>
                </p:cNvPr>
                <p:cNvSpPr/>
                <p:nvPr/>
              </p:nvSpPr>
              <p:spPr>
                <a:xfrm>
                  <a:off x="7409336" y="6400982"/>
                  <a:ext cx="1760252" cy="217078"/>
                </a:xfrm>
                <a:custGeom>
                  <a:avLst/>
                  <a:gdLst>
                    <a:gd name="connsiteX0" fmla="*/ 1634963 w 1760252"/>
                    <a:gd name="connsiteY0" fmla="*/ 216435 h 217078"/>
                    <a:gd name="connsiteX1" fmla="*/ 84035 w 1760252"/>
                    <a:gd name="connsiteY1" fmla="*/ 121574 h 217078"/>
                    <a:gd name="connsiteX2" fmla="*/ 603 w 1760252"/>
                    <a:gd name="connsiteY2" fmla="*/ 29570 h 217078"/>
                    <a:gd name="connsiteX3" fmla="*/ 37748 w 1760252"/>
                    <a:gd name="connsiteY3" fmla="*/ 997 h 217078"/>
                    <a:gd name="connsiteX4" fmla="*/ 1735539 w 1760252"/>
                    <a:gd name="connsiteY4" fmla="*/ 162718 h 217078"/>
                    <a:gd name="connsiteX5" fmla="*/ 1760111 w 1760252"/>
                    <a:gd name="connsiteY5" fmla="*/ 178719 h 217078"/>
                    <a:gd name="connsiteX6" fmla="*/ 1737824 w 1760252"/>
                    <a:gd name="connsiteY6" fmla="*/ 197577 h 217078"/>
                    <a:gd name="connsiteX7" fmla="*/ 1634963 w 1760252"/>
                    <a:gd name="connsiteY7" fmla="*/ 216435 h 217078"/>
                    <a:gd name="connsiteX8" fmla="*/ 1634963 w 1760252"/>
                    <a:gd name="connsiteY8" fmla="*/ 216435 h 21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252" h="217078">
                      <a:moveTo>
                        <a:pt x="1634963" y="216435"/>
                      </a:moveTo>
                      <a:cubicBezTo>
                        <a:pt x="1518386" y="208435"/>
                        <a:pt x="207470" y="130145"/>
                        <a:pt x="84035" y="121574"/>
                      </a:cubicBezTo>
                      <a:cubicBezTo>
                        <a:pt x="30319" y="118145"/>
                        <a:pt x="-5111" y="77572"/>
                        <a:pt x="603" y="29570"/>
                      </a:cubicBezTo>
                      <a:cubicBezTo>
                        <a:pt x="3460" y="7854"/>
                        <a:pt x="13175" y="-3575"/>
                        <a:pt x="37748" y="997"/>
                      </a:cubicBezTo>
                      <a:cubicBezTo>
                        <a:pt x="112608" y="13569"/>
                        <a:pt x="1641820" y="147289"/>
                        <a:pt x="1735539" y="162718"/>
                      </a:cubicBezTo>
                      <a:cubicBezTo>
                        <a:pt x="1746968" y="164433"/>
                        <a:pt x="1758397" y="167290"/>
                        <a:pt x="1760111" y="178719"/>
                      </a:cubicBezTo>
                      <a:cubicBezTo>
                        <a:pt x="1761825" y="192434"/>
                        <a:pt x="1747539" y="194148"/>
                        <a:pt x="1737824" y="197577"/>
                      </a:cubicBezTo>
                      <a:cubicBezTo>
                        <a:pt x="1704109" y="209006"/>
                        <a:pt x="1670964" y="219864"/>
                        <a:pt x="1634963" y="216435"/>
                      </a:cubicBezTo>
                      <a:lnTo>
                        <a:pt x="1634963" y="216435"/>
                      </a:lnTo>
                      <a:close/>
                    </a:path>
                  </a:pathLst>
                </a:custGeom>
                <a:solidFill>
                  <a:srgbClr val="6F6F6F"/>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697AC4EB-E961-405F-ACDA-B2434F876BE4}"/>
                    </a:ext>
                  </a:extLst>
                </p:cNvPr>
                <p:cNvSpPr/>
                <p:nvPr/>
              </p:nvSpPr>
              <p:spPr>
                <a:xfrm>
                  <a:off x="6952507" y="4726584"/>
                  <a:ext cx="531234" cy="1611633"/>
                </a:xfrm>
                <a:custGeom>
                  <a:avLst/>
                  <a:gdLst>
                    <a:gd name="connsiteX0" fmla="*/ 531149 w 531234"/>
                    <a:gd name="connsiteY0" fmla="*/ 1599963 h 1611633"/>
                    <a:gd name="connsiteX1" fmla="*/ 524291 w 531234"/>
                    <a:gd name="connsiteY1" fmla="*/ 1610821 h 1611633"/>
                    <a:gd name="connsiteX2" fmla="*/ 511719 w 531234"/>
                    <a:gd name="connsiteY2" fmla="*/ 1606249 h 1611633"/>
                    <a:gd name="connsiteX3" fmla="*/ 500290 w 531234"/>
                    <a:gd name="connsiteY3" fmla="*/ 1573105 h 1611633"/>
                    <a:gd name="connsiteX4" fmla="*/ 294567 w 531234"/>
                    <a:gd name="connsiteY4" fmla="*/ 933648 h 1611633"/>
                    <a:gd name="connsiteX5" fmla="*/ 8840 w 531234"/>
                    <a:gd name="connsiteY5" fmla="*/ 36464 h 1611633"/>
                    <a:gd name="connsiteX6" fmla="*/ 8268 w 531234"/>
                    <a:gd name="connsiteY6" fmla="*/ 1034 h 1611633"/>
                    <a:gd name="connsiteX7" fmla="*/ 28269 w 531234"/>
                    <a:gd name="connsiteY7" fmla="*/ 29035 h 1611633"/>
                    <a:gd name="connsiteX8" fmla="*/ 288281 w 531234"/>
                    <a:gd name="connsiteY8" fmla="*/ 843358 h 1611633"/>
                    <a:gd name="connsiteX9" fmla="*/ 524863 w 531234"/>
                    <a:gd name="connsiteY9" fmla="*/ 1579962 h 1611633"/>
                    <a:gd name="connsiteX10" fmla="*/ 531149 w 531234"/>
                    <a:gd name="connsiteY10" fmla="*/ 1599963 h 1611633"/>
                    <a:gd name="connsiteX11" fmla="*/ 531149 w 531234"/>
                    <a:gd name="connsiteY11" fmla="*/ 1599963 h 16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1234" h="1611633">
                      <a:moveTo>
                        <a:pt x="531149" y="1599963"/>
                      </a:moveTo>
                      <a:cubicBezTo>
                        <a:pt x="531720" y="1604535"/>
                        <a:pt x="529434" y="1608535"/>
                        <a:pt x="524291" y="1610821"/>
                      </a:cubicBezTo>
                      <a:cubicBezTo>
                        <a:pt x="518577" y="1613107"/>
                        <a:pt x="514005" y="1610249"/>
                        <a:pt x="511719" y="1606249"/>
                      </a:cubicBezTo>
                      <a:cubicBezTo>
                        <a:pt x="507148" y="1595392"/>
                        <a:pt x="503719" y="1584534"/>
                        <a:pt x="500290" y="1573105"/>
                      </a:cubicBezTo>
                      <a:cubicBezTo>
                        <a:pt x="431716" y="1359953"/>
                        <a:pt x="363141" y="1146800"/>
                        <a:pt x="294567" y="933648"/>
                      </a:cubicBezTo>
                      <a:cubicBezTo>
                        <a:pt x="199134" y="634777"/>
                        <a:pt x="103701" y="335335"/>
                        <a:pt x="8840" y="36464"/>
                      </a:cubicBezTo>
                      <a:cubicBezTo>
                        <a:pt x="5411" y="25607"/>
                        <a:pt x="-8876" y="6749"/>
                        <a:pt x="8268" y="1034"/>
                      </a:cubicBezTo>
                      <a:cubicBezTo>
                        <a:pt x="27126" y="-5252"/>
                        <a:pt x="24840" y="18749"/>
                        <a:pt x="28269" y="29035"/>
                      </a:cubicBezTo>
                      <a:cubicBezTo>
                        <a:pt x="115702" y="299905"/>
                        <a:pt x="201420" y="571917"/>
                        <a:pt x="288281" y="843358"/>
                      </a:cubicBezTo>
                      <a:cubicBezTo>
                        <a:pt x="366570" y="1089083"/>
                        <a:pt x="446002" y="1334237"/>
                        <a:pt x="524863" y="1579962"/>
                      </a:cubicBezTo>
                      <a:cubicBezTo>
                        <a:pt x="526577" y="1585677"/>
                        <a:pt x="528292" y="1592535"/>
                        <a:pt x="531149" y="1599963"/>
                      </a:cubicBezTo>
                      <a:lnTo>
                        <a:pt x="531149" y="1599963"/>
                      </a:lnTo>
                      <a:close/>
                    </a:path>
                  </a:pathLst>
                </a:custGeom>
                <a:solidFill>
                  <a:srgbClr val="9090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27C7DB33-6C87-4BD6-B733-8B52949F12E2}"/>
                    </a:ext>
                  </a:extLst>
                </p:cNvPr>
                <p:cNvSpPr/>
                <p:nvPr/>
              </p:nvSpPr>
              <p:spPr>
                <a:xfrm>
                  <a:off x="7729130" y="6057561"/>
                  <a:ext cx="662402" cy="280414"/>
                </a:xfrm>
                <a:custGeom>
                  <a:avLst/>
                  <a:gdLst>
                    <a:gd name="connsiteX0" fmla="*/ 13395 w 662402"/>
                    <a:gd name="connsiteY0" fmla="*/ 280415 h 280414"/>
                    <a:gd name="connsiteX1" fmla="*/ 251 w 662402"/>
                    <a:gd name="connsiteY1" fmla="*/ 273557 h 280414"/>
                    <a:gd name="connsiteX2" fmla="*/ 11109 w 662402"/>
                    <a:gd name="connsiteY2" fmla="*/ 259271 h 280414"/>
                    <a:gd name="connsiteX3" fmla="*/ 628280 w 662402"/>
                    <a:gd name="connsiteY3" fmla="*/ 10117 h 280414"/>
                    <a:gd name="connsiteX4" fmla="*/ 660853 w 662402"/>
                    <a:gd name="connsiteY4" fmla="*/ 7260 h 280414"/>
                    <a:gd name="connsiteX5" fmla="*/ 636852 w 662402"/>
                    <a:gd name="connsiteY5" fmla="*/ 28975 h 280414"/>
                    <a:gd name="connsiteX6" fmla="*/ 13395 w 662402"/>
                    <a:gd name="connsiteY6" fmla="*/ 280415 h 280414"/>
                    <a:gd name="connsiteX7" fmla="*/ 13395 w 662402"/>
                    <a:gd name="connsiteY7" fmla="*/ 280415 h 28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402" h="280414">
                      <a:moveTo>
                        <a:pt x="13395" y="280415"/>
                      </a:moveTo>
                      <a:cubicBezTo>
                        <a:pt x="6537" y="280415"/>
                        <a:pt x="1394" y="279844"/>
                        <a:pt x="251" y="273557"/>
                      </a:cubicBezTo>
                      <a:cubicBezTo>
                        <a:pt x="-1463" y="264414"/>
                        <a:pt x="5966" y="261557"/>
                        <a:pt x="11109" y="259271"/>
                      </a:cubicBezTo>
                      <a:cubicBezTo>
                        <a:pt x="48825" y="243270"/>
                        <a:pt x="460272" y="77549"/>
                        <a:pt x="628280" y="10117"/>
                      </a:cubicBezTo>
                      <a:cubicBezTo>
                        <a:pt x="638566" y="6117"/>
                        <a:pt x="653995" y="-8741"/>
                        <a:pt x="660853" y="7260"/>
                      </a:cubicBezTo>
                      <a:cubicBezTo>
                        <a:pt x="668282" y="23832"/>
                        <a:pt x="647138" y="24403"/>
                        <a:pt x="636852" y="28975"/>
                      </a:cubicBezTo>
                      <a:cubicBezTo>
                        <a:pt x="435700" y="111265"/>
                        <a:pt x="18538" y="278701"/>
                        <a:pt x="13395" y="280415"/>
                      </a:cubicBezTo>
                      <a:lnTo>
                        <a:pt x="13395" y="280415"/>
                      </a:lnTo>
                      <a:close/>
                    </a:path>
                  </a:pathLst>
                </a:custGeom>
                <a:solidFill>
                  <a:srgbClr val="908F9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C1A410AF-BEB1-42F0-8445-252CE520DCC5}"/>
                    </a:ext>
                  </a:extLst>
                </p:cNvPr>
                <p:cNvSpPr/>
                <p:nvPr/>
              </p:nvSpPr>
              <p:spPr>
                <a:xfrm>
                  <a:off x="7609376" y="6263687"/>
                  <a:ext cx="114290" cy="51430"/>
                </a:xfrm>
                <a:custGeom>
                  <a:avLst/>
                  <a:gdLst>
                    <a:gd name="connsiteX0" fmla="*/ 0 w 114290"/>
                    <a:gd name="connsiteY0" fmla="*/ 42288 h 51430"/>
                    <a:gd name="connsiteX1" fmla="*/ 110862 w 114290"/>
                    <a:gd name="connsiteY1" fmla="*/ 0 h 51430"/>
                    <a:gd name="connsiteX2" fmla="*/ 114291 w 114290"/>
                    <a:gd name="connsiteY2" fmla="*/ 9143 h 51430"/>
                    <a:gd name="connsiteX3" fmla="*/ 3429 w 114290"/>
                    <a:gd name="connsiteY3" fmla="*/ 51431 h 51430"/>
                    <a:gd name="connsiteX4" fmla="*/ 0 w 114290"/>
                    <a:gd name="connsiteY4" fmla="*/ 42288 h 51430"/>
                    <a:gd name="connsiteX5" fmla="*/ 0 w 114290"/>
                    <a:gd name="connsiteY5" fmla="*/ 42288 h 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0" h="51430">
                      <a:moveTo>
                        <a:pt x="0" y="42288"/>
                      </a:moveTo>
                      <a:cubicBezTo>
                        <a:pt x="36573" y="28001"/>
                        <a:pt x="73718" y="14286"/>
                        <a:pt x="110862" y="0"/>
                      </a:cubicBezTo>
                      <a:cubicBezTo>
                        <a:pt x="112005" y="3429"/>
                        <a:pt x="113148" y="6286"/>
                        <a:pt x="114291" y="9143"/>
                      </a:cubicBezTo>
                      <a:cubicBezTo>
                        <a:pt x="77718" y="23429"/>
                        <a:pt x="40573" y="37145"/>
                        <a:pt x="3429" y="51431"/>
                      </a:cubicBezTo>
                      <a:cubicBezTo>
                        <a:pt x="2286" y="48574"/>
                        <a:pt x="1143" y="45145"/>
                        <a:pt x="0" y="42288"/>
                      </a:cubicBezTo>
                      <a:lnTo>
                        <a:pt x="0" y="42288"/>
                      </a:lnTo>
                      <a:close/>
                    </a:path>
                  </a:pathLst>
                </a:custGeom>
                <a:solidFill>
                  <a:srgbClr val="D0D0D0"/>
                </a:solidFill>
                <a:ln w="57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6" name="Group 5">
              <a:extLst>
                <a:ext uri="{FF2B5EF4-FFF2-40B4-BE49-F238E27FC236}">
                  <a16:creationId xmlns:a16="http://schemas.microsoft.com/office/drawing/2014/main" id="{28F1E337-6C60-4127-884D-6EC7C45D8862}"/>
                </a:ext>
              </a:extLst>
            </p:cNvPr>
            <p:cNvGrpSpPr/>
            <p:nvPr/>
          </p:nvGrpSpPr>
          <p:grpSpPr>
            <a:xfrm>
              <a:off x="1036543" y="2045143"/>
              <a:ext cx="2961756" cy="3431661"/>
              <a:chOff x="810119" y="1788769"/>
              <a:chExt cx="2961756" cy="3431661"/>
            </a:xfrm>
          </p:grpSpPr>
          <p:sp>
            <p:nvSpPr>
              <p:cNvPr id="33" name="Freeform: Shape 32">
                <a:extLst>
                  <a:ext uri="{FF2B5EF4-FFF2-40B4-BE49-F238E27FC236}">
                    <a16:creationId xmlns:a16="http://schemas.microsoft.com/office/drawing/2014/main" id="{3D05294A-8EBB-4E5E-AE89-A2B9790146E3}"/>
                  </a:ext>
                </a:extLst>
              </p:cNvPr>
              <p:cNvSpPr/>
              <p:nvPr/>
            </p:nvSpPr>
            <p:spPr>
              <a:xfrm rot="739140" flipH="1">
                <a:off x="2488836" y="1806214"/>
                <a:ext cx="589030" cy="684918"/>
              </a:xfrm>
              <a:custGeom>
                <a:avLst/>
                <a:gdLst>
                  <a:gd name="connsiteX0" fmla="*/ 737970 w 815751"/>
                  <a:gd name="connsiteY0" fmla="*/ 666829 h 948547"/>
                  <a:gd name="connsiteX1" fmla="*/ 821442 w 815751"/>
                  <a:gd name="connsiteY1" fmla="*/ 388905 h 948547"/>
                  <a:gd name="connsiteX2" fmla="*/ 410721 w 815751"/>
                  <a:gd name="connsiteY2" fmla="*/ 0 h 948547"/>
                  <a:gd name="connsiteX3" fmla="*/ 0 w 815751"/>
                  <a:gd name="connsiteY3" fmla="*/ 388905 h 948547"/>
                  <a:gd name="connsiteX4" fmla="*/ 42685 w 815751"/>
                  <a:gd name="connsiteY4" fmla="*/ 561540 h 948547"/>
                  <a:gd name="connsiteX5" fmla="*/ 90112 w 815751"/>
                  <a:gd name="connsiteY5" fmla="*/ 828082 h 948547"/>
                  <a:gd name="connsiteX6" fmla="*/ 90112 w 815751"/>
                  <a:gd name="connsiteY6" fmla="*/ 828082 h 948547"/>
                  <a:gd name="connsiteX7" fmla="*/ 129002 w 815751"/>
                  <a:gd name="connsiteY7" fmla="*/ 863178 h 948547"/>
                  <a:gd name="connsiteX8" fmla="*/ 257056 w 815751"/>
                  <a:gd name="connsiteY8" fmla="*/ 897326 h 948547"/>
                  <a:gd name="connsiteX9" fmla="*/ 492296 w 815751"/>
                  <a:gd name="connsiteY9" fmla="*/ 860333 h 948547"/>
                  <a:gd name="connsiteX10" fmla="*/ 602328 w 815751"/>
                  <a:gd name="connsiteY10" fmla="*/ 957085 h 948547"/>
                  <a:gd name="connsiteX11" fmla="*/ 758838 w 815751"/>
                  <a:gd name="connsiteY11" fmla="*/ 734176 h 948547"/>
                  <a:gd name="connsiteX12" fmla="*/ 737970 w 815751"/>
                  <a:gd name="connsiteY12" fmla="*/ 666829 h 94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5751" h="948547">
                    <a:moveTo>
                      <a:pt x="737970" y="666829"/>
                    </a:moveTo>
                    <a:cubicBezTo>
                      <a:pt x="771169" y="552055"/>
                      <a:pt x="815751" y="510319"/>
                      <a:pt x="821442" y="388905"/>
                    </a:cubicBezTo>
                    <a:cubicBezTo>
                      <a:pt x="832825" y="174533"/>
                      <a:pt x="637424" y="0"/>
                      <a:pt x="410721" y="0"/>
                    </a:cubicBezTo>
                    <a:cubicBezTo>
                      <a:pt x="184018" y="0"/>
                      <a:pt x="0" y="173584"/>
                      <a:pt x="0" y="388905"/>
                    </a:cubicBezTo>
                    <a:cubicBezTo>
                      <a:pt x="0" y="451509"/>
                      <a:pt x="31302" y="502730"/>
                      <a:pt x="42685" y="561540"/>
                    </a:cubicBezTo>
                    <a:cubicBezTo>
                      <a:pt x="42685" y="562489"/>
                      <a:pt x="81575" y="825237"/>
                      <a:pt x="90112" y="828082"/>
                    </a:cubicBezTo>
                    <a:lnTo>
                      <a:pt x="90112" y="828082"/>
                    </a:lnTo>
                    <a:cubicBezTo>
                      <a:pt x="95803" y="849899"/>
                      <a:pt x="111929" y="857487"/>
                      <a:pt x="129002" y="863178"/>
                    </a:cubicBezTo>
                    <a:cubicBezTo>
                      <a:pt x="136591" y="867921"/>
                      <a:pt x="252314" y="894481"/>
                      <a:pt x="257056" y="897326"/>
                    </a:cubicBezTo>
                    <a:cubicBezTo>
                      <a:pt x="338632" y="905863"/>
                      <a:pt x="416412" y="889738"/>
                      <a:pt x="492296" y="860333"/>
                    </a:cubicBezTo>
                    <a:cubicBezTo>
                      <a:pt x="515061" y="850847"/>
                      <a:pt x="578614" y="932422"/>
                      <a:pt x="602328" y="957085"/>
                    </a:cubicBezTo>
                    <a:cubicBezTo>
                      <a:pt x="615608" y="959930"/>
                      <a:pt x="742713" y="794883"/>
                      <a:pt x="758838" y="734176"/>
                    </a:cubicBezTo>
                    <a:cubicBezTo>
                      <a:pt x="750301" y="723742"/>
                      <a:pt x="737970" y="688646"/>
                      <a:pt x="737970" y="66682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A580AE8D-9042-445B-9D1C-34885AEA4D6C}"/>
                  </a:ext>
                </a:extLst>
              </p:cNvPr>
              <p:cNvSpPr/>
              <p:nvPr/>
            </p:nvSpPr>
            <p:spPr>
              <a:xfrm rot="739140" flipH="1">
                <a:off x="2428885" y="1788769"/>
                <a:ext cx="684918" cy="506840"/>
              </a:xfrm>
              <a:custGeom>
                <a:avLst/>
                <a:gdLst>
                  <a:gd name="connsiteX0" fmla="*/ 912217 w 948547"/>
                  <a:gd name="connsiteY0" fmla="*/ 188902 h 701925"/>
                  <a:gd name="connsiteX1" fmla="*/ 798391 w 948547"/>
                  <a:gd name="connsiteY1" fmla="*/ 80768 h 701925"/>
                  <a:gd name="connsiteX2" fmla="*/ 748118 w 948547"/>
                  <a:gd name="connsiteY2" fmla="*/ 11524 h 701925"/>
                  <a:gd name="connsiteX3" fmla="*/ 639983 w 948547"/>
                  <a:gd name="connsiteY3" fmla="*/ 13421 h 701925"/>
                  <a:gd name="connsiteX4" fmla="*/ 597299 w 948547"/>
                  <a:gd name="connsiteY4" fmla="*/ 19112 h 701925"/>
                  <a:gd name="connsiteX5" fmla="*/ 386721 w 948547"/>
                  <a:gd name="connsiteY5" fmla="*/ 10575 h 701925"/>
                  <a:gd name="connsiteX6" fmla="*/ 288072 w 948547"/>
                  <a:gd name="connsiteY6" fmla="*/ 24804 h 701925"/>
                  <a:gd name="connsiteX7" fmla="*/ 158121 w 948547"/>
                  <a:gd name="connsiteY7" fmla="*/ 56106 h 701925"/>
                  <a:gd name="connsiteX8" fmla="*/ 125870 w 948547"/>
                  <a:gd name="connsiteY8" fmla="*/ 76025 h 701925"/>
                  <a:gd name="connsiteX9" fmla="*/ 63266 w 948547"/>
                  <a:gd name="connsiteY9" fmla="*/ 198388 h 701925"/>
                  <a:gd name="connsiteX10" fmla="*/ 3508 w 948547"/>
                  <a:gd name="connsiteY10" fmla="*/ 349207 h 701925"/>
                  <a:gd name="connsiteX11" fmla="*/ 4456 w 948547"/>
                  <a:gd name="connsiteY11" fmla="*/ 422245 h 701925"/>
                  <a:gd name="connsiteX12" fmla="*/ 4456 w 948547"/>
                  <a:gd name="connsiteY12" fmla="*/ 422245 h 701925"/>
                  <a:gd name="connsiteX13" fmla="*/ 58524 w 948547"/>
                  <a:gd name="connsiteY13" fmla="*/ 583498 h 701925"/>
                  <a:gd name="connsiteX14" fmla="*/ 71803 w 948547"/>
                  <a:gd name="connsiteY14" fmla="*/ 560733 h 701925"/>
                  <a:gd name="connsiteX15" fmla="*/ 104054 w 948547"/>
                  <a:gd name="connsiteY15" fmla="*/ 474415 h 701925"/>
                  <a:gd name="connsiteX16" fmla="*/ 142944 w 948547"/>
                  <a:gd name="connsiteY16" fmla="*/ 476312 h 701925"/>
                  <a:gd name="connsiteX17" fmla="*/ 200806 w 948547"/>
                  <a:gd name="connsiteY17" fmla="*/ 564527 h 701925"/>
                  <a:gd name="connsiteX18" fmla="*/ 263410 w 948547"/>
                  <a:gd name="connsiteY18" fmla="*/ 581601 h 701925"/>
                  <a:gd name="connsiteX19" fmla="*/ 421817 w 948547"/>
                  <a:gd name="connsiteY19" fmla="*/ 565476 h 701925"/>
                  <a:gd name="connsiteX20" fmla="*/ 497701 w 948547"/>
                  <a:gd name="connsiteY20" fmla="*/ 528482 h 701925"/>
                  <a:gd name="connsiteX21" fmla="*/ 524260 w 948547"/>
                  <a:gd name="connsiteY21" fmla="*/ 540814 h 701925"/>
                  <a:gd name="connsiteX22" fmla="*/ 739581 w 948547"/>
                  <a:gd name="connsiteY22" fmla="*/ 710604 h 701925"/>
                  <a:gd name="connsiteX23" fmla="*/ 788905 w 948547"/>
                  <a:gd name="connsiteY23" fmla="*/ 634720 h 701925"/>
                  <a:gd name="connsiteX24" fmla="*/ 814516 w 948547"/>
                  <a:gd name="connsiteY24" fmla="*/ 570219 h 701925"/>
                  <a:gd name="connsiteX25" fmla="*/ 863841 w 948547"/>
                  <a:gd name="connsiteY25" fmla="*/ 491489 h 701925"/>
                  <a:gd name="connsiteX26" fmla="*/ 919805 w 948547"/>
                  <a:gd name="connsiteY26" fmla="*/ 377663 h 701925"/>
                  <a:gd name="connsiteX27" fmla="*/ 912217 w 948547"/>
                  <a:gd name="connsiteY27" fmla="*/ 188902 h 701925"/>
                  <a:gd name="connsiteX28" fmla="*/ 104054 w 948547"/>
                  <a:gd name="connsiteY28" fmla="*/ 413708 h 701925"/>
                  <a:gd name="connsiteX29" fmla="*/ 85083 w 948547"/>
                  <a:gd name="connsiteY29" fmla="*/ 446907 h 701925"/>
                  <a:gd name="connsiteX30" fmla="*/ 40501 w 948547"/>
                  <a:gd name="connsiteY30" fmla="*/ 445959 h 701925"/>
                  <a:gd name="connsiteX31" fmla="*/ 24376 w 948547"/>
                  <a:gd name="connsiteY31" fmla="*/ 431731 h 701925"/>
                  <a:gd name="connsiteX32" fmla="*/ 44295 w 948547"/>
                  <a:gd name="connsiteY32" fmla="*/ 400429 h 701925"/>
                  <a:gd name="connsiteX33" fmla="*/ 80340 w 948547"/>
                  <a:gd name="connsiteY33" fmla="*/ 394737 h 701925"/>
                  <a:gd name="connsiteX34" fmla="*/ 100260 w 948547"/>
                  <a:gd name="connsiteY34" fmla="*/ 403274 h 701925"/>
                  <a:gd name="connsiteX35" fmla="*/ 104054 w 948547"/>
                  <a:gd name="connsiteY35" fmla="*/ 413708 h 701925"/>
                  <a:gd name="connsiteX36" fmla="*/ 366802 w 948547"/>
                  <a:gd name="connsiteY36" fmla="*/ 431731 h 701925"/>
                  <a:gd name="connsiteX37" fmla="*/ 346882 w 948547"/>
                  <a:gd name="connsiteY37" fmla="*/ 442165 h 701925"/>
                  <a:gd name="connsiteX38" fmla="*/ 257719 w 948547"/>
                  <a:gd name="connsiteY38" fmla="*/ 439319 h 701925"/>
                  <a:gd name="connsiteX39" fmla="*/ 229262 w 948547"/>
                  <a:gd name="connsiteY39" fmla="*/ 405171 h 701925"/>
                  <a:gd name="connsiteX40" fmla="*/ 235902 w 948547"/>
                  <a:gd name="connsiteY40" fmla="*/ 396634 h 701925"/>
                  <a:gd name="connsiteX41" fmla="*/ 270050 w 948547"/>
                  <a:gd name="connsiteY41" fmla="*/ 385252 h 701925"/>
                  <a:gd name="connsiteX42" fmla="*/ 327911 w 948547"/>
                  <a:gd name="connsiteY42" fmla="*/ 395686 h 701925"/>
                  <a:gd name="connsiteX43" fmla="*/ 366802 w 948547"/>
                  <a:gd name="connsiteY43" fmla="*/ 431731 h 70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48547" h="701925">
                    <a:moveTo>
                      <a:pt x="912217" y="188902"/>
                    </a:moveTo>
                    <a:cubicBezTo>
                      <a:pt x="893246" y="179417"/>
                      <a:pt x="800288" y="120607"/>
                      <a:pt x="798391" y="80768"/>
                    </a:cubicBezTo>
                    <a:cubicBezTo>
                      <a:pt x="796494" y="48517"/>
                      <a:pt x="778471" y="24804"/>
                      <a:pt x="748118" y="11524"/>
                    </a:cubicBezTo>
                    <a:cubicBezTo>
                      <a:pt x="711124" y="-4601"/>
                      <a:pt x="676028" y="-3653"/>
                      <a:pt x="639983" y="13421"/>
                    </a:cubicBezTo>
                    <a:cubicBezTo>
                      <a:pt x="626704" y="21958"/>
                      <a:pt x="611527" y="21009"/>
                      <a:pt x="597299" y="19112"/>
                    </a:cubicBezTo>
                    <a:cubicBezTo>
                      <a:pt x="573585" y="15318"/>
                      <a:pt x="432251" y="141"/>
                      <a:pt x="386721" y="10575"/>
                    </a:cubicBezTo>
                    <a:cubicBezTo>
                      <a:pt x="356367" y="18164"/>
                      <a:pt x="318426" y="18164"/>
                      <a:pt x="288072" y="24804"/>
                    </a:cubicBezTo>
                    <a:cubicBezTo>
                      <a:pt x="266255" y="29546"/>
                      <a:pt x="203651" y="58951"/>
                      <a:pt x="158121" y="56106"/>
                    </a:cubicBezTo>
                    <a:cubicBezTo>
                      <a:pt x="144841" y="55157"/>
                      <a:pt x="133459" y="63694"/>
                      <a:pt x="125870" y="76025"/>
                    </a:cubicBezTo>
                    <a:cubicBezTo>
                      <a:pt x="101208" y="114916"/>
                      <a:pt x="78443" y="154755"/>
                      <a:pt x="63266" y="198388"/>
                    </a:cubicBezTo>
                    <a:cubicBezTo>
                      <a:pt x="39553" y="258146"/>
                      <a:pt x="7302" y="292294"/>
                      <a:pt x="3508" y="349207"/>
                    </a:cubicBezTo>
                    <a:cubicBezTo>
                      <a:pt x="662" y="358692"/>
                      <a:pt x="-3132" y="396634"/>
                      <a:pt x="4456" y="422245"/>
                    </a:cubicBezTo>
                    <a:lnTo>
                      <a:pt x="4456" y="422245"/>
                    </a:lnTo>
                    <a:cubicBezTo>
                      <a:pt x="18684" y="451650"/>
                      <a:pt x="51884" y="563579"/>
                      <a:pt x="58524" y="583498"/>
                    </a:cubicBezTo>
                    <a:cubicBezTo>
                      <a:pt x="71803" y="581601"/>
                      <a:pt x="68958" y="569270"/>
                      <a:pt x="71803" y="560733"/>
                    </a:cubicBezTo>
                    <a:cubicBezTo>
                      <a:pt x="80340" y="531328"/>
                      <a:pt x="85083" y="500026"/>
                      <a:pt x="104054" y="474415"/>
                    </a:cubicBezTo>
                    <a:cubicBezTo>
                      <a:pt x="115436" y="463981"/>
                      <a:pt x="132510" y="457341"/>
                      <a:pt x="142944" y="476312"/>
                    </a:cubicBezTo>
                    <a:cubicBezTo>
                      <a:pt x="167607" y="518049"/>
                      <a:pt x="177092" y="536071"/>
                      <a:pt x="200806" y="564527"/>
                    </a:cubicBezTo>
                    <a:cubicBezTo>
                      <a:pt x="217880" y="584447"/>
                      <a:pt x="237799" y="592984"/>
                      <a:pt x="263410" y="581601"/>
                    </a:cubicBezTo>
                    <a:cubicBezTo>
                      <a:pt x="296609" y="568322"/>
                      <a:pt x="403795" y="566424"/>
                      <a:pt x="421817" y="565476"/>
                    </a:cubicBezTo>
                    <a:cubicBezTo>
                      <a:pt x="455017" y="564527"/>
                      <a:pt x="484421" y="559785"/>
                      <a:pt x="497701" y="528482"/>
                    </a:cubicBezTo>
                    <a:cubicBezTo>
                      <a:pt x="501495" y="518049"/>
                      <a:pt x="518569" y="532277"/>
                      <a:pt x="524260" y="540814"/>
                    </a:cubicBezTo>
                    <a:cubicBezTo>
                      <a:pt x="555563" y="616697"/>
                      <a:pt x="685514" y="703964"/>
                      <a:pt x="739581" y="710604"/>
                    </a:cubicBezTo>
                    <a:cubicBezTo>
                      <a:pt x="782266" y="715346"/>
                      <a:pt x="786060" y="649897"/>
                      <a:pt x="788905" y="634720"/>
                    </a:cubicBezTo>
                    <a:cubicBezTo>
                      <a:pt x="792699" y="611006"/>
                      <a:pt x="797442" y="586344"/>
                      <a:pt x="814516" y="570219"/>
                    </a:cubicBezTo>
                    <a:cubicBezTo>
                      <a:pt x="837281" y="549351"/>
                      <a:pt x="860995" y="522791"/>
                      <a:pt x="863841" y="491489"/>
                    </a:cubicBezTo>
                    <a:cubicBezTo>
                      <a:pt x="868583" y="444062"/>
                      <a:pt x="882811" y="403274"/>
                      <a:pt x="919805" y="377663"/>
                    </a:cubicBezTo>
                    <a:cubicBezTo>
                      <a:pt x="945416" y="360590"/>
                      <a:pt x="973872" y="220205"/>
                      <a:pt x="912217" y="188902"/>
                    </a:cubicBezTo>
                    <a:close/>
                    <a:moveTo>
                      <a:pt x="104054" y="413708"/>
                    </a:moveTo>
                    <a:cubicBezTo>
                      <a:pt x="98363" y="425091"/>
                      <a:pt x="95517" y="444062"/>
                      <a:pt x="85083" y="446907"/>
                    </a:cubicBezTo>
                    <a:cubicBezTo>
                      <a:pt x="67060" y="451650"/>
                      <a:pt x="57575" y="453547"/>
                      <a:pt x="40501" y="445959"/>
                    </a:cubicBezTo>
                    <a:cubicBezTo>
                      <a:pt x="35758" y="444062"/>
                      <a:pt x="25324" y="441216"/>
                      <a:pt x="24376" y="431731"/>
                    </a:cubicBezTo>
                    <a:cubicBezTo>
                      <a:pt x="23427" y="421297"/>
                      <a:pt x="32913" y="416554"/>
                      <a:pt x="44295" y="400429"/>
                    </a:cubicBezTo>
                    <a:cubicBezTo>
                      <a:pt x="55678" y="386200"/>
                      <a:pt x="68958" y="389995"/>
                      <a:pt x="80340" y="394737"/>
                    </a:cubicBezTo>
                    <a:cubicBezTo>
                      <a:pt x="87929" y="397583"/>
                      <a:pt x="93620" y="399480"/>
                      <a:pt x="100260" y="403274"/>
                    </a:cubicBezTo>
                    <a:cubicBezTo>
                      <a:pt x="102157" y="406120"/>
                      <a:pt x="106899" y="408017"/>
                      <a:pt x="104054" y="413708"/>
                    </a:cubicBezTo>
                    <a:close/>
                    <a:moveTo>
                      <a:pt x="366802" y="431731"/>
                    </a:moveTo>
                    <a:cubicBezTo>
                      <a:pt x="363956" y="440268"/>
                      <a:pt x="354470" y="440268"/>
                      <a:pt x="346882" y="442165"/>
                    </a:cubicBezTo>
                    <a:cubicBezTo>
                      <a:pt x="316529" y="448805"/>
                      <a:pt x="287123" y="445959"/>
                      <a:pt x="257719" y="439319"/>
                    </a:cubicBezTo>
                    <a:cubicBezTo>
                      <a:pt x="239696" y="435525"/>
                      <a:pt x="237799" y="417502"/>
                      <a:pt x="229262" y="405171"/>
                    </a:cubicBezTo>
                    <a:cubicBezTo>
                      <a:pt x="224519" y="398531"/>
                      <a:pt x="232108" y="397583"/>
                      <a:pt x="235902" y="396634"/>
                    </a:cubicBezTo>
                    <a:cubicBezTo>
                      <a:pt x="247284" y="392840"/>
                      <a:pt x="259616" y="390943"/>
                      <a:pt x="270050" y="385252"/>
                    </a:cubicBezTo>
                    <a:cubicBezTo>
                      <a:pt x="292815" y="372921"/>
                      <a:pt x="310837" y="378612"/>
                      <a:pt x="327911" y="395686"/>
                    </a:cubicBezTo>
                    <a:cubicBezTo>
                      <a:pt x="346882" y="412760"/>
                      <a:pt x="369647" y="422245"/>
                      <a:pt x="366802" y="431731"/>
                    </a:cubicBezTo>
                    <a:close/>
                  </a:path>
                </a:pathLst>
              </a:custGeom>
              <a:solidFill>
                <a:schemeClr val="tx1">
                  <a:lumMod val="75000"/>
                  <a:lumOff val="2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2EAC8916-4A6C-407A-86DD-9D643E06A17C}"/>
                  </a:ext>
                </a:extLst>
              </p:cNvPr>
              <p:cNvSpPr/>
              <p:nvPr/>
            </p:nvSpPr>
            <p:spPr>
              <a:xfrm rot="739140" flipH="1">
                <a:off x="2568160" y="2404920"/>
                <a:ext cx="253420" cy="143832"/>
              </a:xfrm>
              <a:custGeom>
                <a:avLst/>
                <a:gdLst>
                  <a:gd name="connsiteX0" fmla="*/ 9 w 350962"/>
                  <a:gd name="connsiteY0" fmla="*/ 48698 h 199195"/>
                  <a:gd name="connsiteX1" fmla="*/ 252323 w 350962"/>
                  <a:gd name="connsiteY1" fmla="*/ 2219 h 199195"/>
                  <a:gd name="connsiteX2" fmla="*/ 274139 w 350962"/>
                  <a:gd name="connsiteY2" fmla="*/ 6013 h 199195"/>
                  <a:gd name="connsiteX3" fmla="*/ 357612 w 350962"/>
                  <a:gd name="connsiteY3" fmla="*/ 112251 h 199195"/>
                  <a:gd name="connsiteX4" fmla="*/ 321567 w 350962"/>
                  <a:gd name="connsiteY4" fmla="*/ 145450 h 199195"/>
                  <a:gd name="connsiteX5" fmla="*/ 174542 w 350962"/>
                  <a:gd name="connsiteY5" fmla="*/ 205208 h 199195"/>
                  <a:gd name="connsiteX6" fmla="*/ 81584 w 350962"/>
                  <a:gd name="connsiteY6" fmla="*/ 173906 h 199195"/>
                  <a:gd name="connsiteX7" fmla="*/ 9 w 350962"/>
                  <a:gd name="connsiteY7" fmla="*/ 48698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962" h="199195">
                    <a:moveTo>
                      <a:pt x="9" y="48698"/>
                    </a:moveTo>
                    <a:cubicBezTo>
                      <a:pt x="88224" y="53441"/>
                      <a:pt x="171696" y="37315"/>
                      <a:pt x="252323" y="2219"/>
                    </a:cubicBezTo>
                    <a:cubicBezTo>
                      <a:pt x="260860" y="-1575"/>
                      <a:pt x="268448" y="-626"/>
                      <a:pt x="274139" y="6013"/>
                    </a:cubicBezTo>
                    <a:cubicBezTo>
                      <a:pt x="299750" y="40161"/>
                      <a:pt x="338641" y="73360"/>
                      <a:pt x="357612" y="112251"/>
                    </a:cubicBezTo>
                    <a:cubicBezTo>
                      <a:pt x="359509" y="122685"/>
                      <a:pt x="327258" y="142604"/>
                      <a:pt x="321567" y="145450"/>
                    </a:cubicBezTo>
                    <a:cubicBezTo>
                      <a:pt x="307338" y="151141"/>
                      <a:pt x="237146" y="202363"/>
                      <a:pt x="174542" y="205208"/>
                    </a:cubicBezTo>
                    <a:cubicBezTo>
                      <a:pt x="130909" y="207105"/>
                      <a:pt x="108143" y="208054"/>
                      <a:pt x="81584" y="173906"/>
                    </a:cubicBezTo>
                    <a:cubicBezTo>
                      <a:pt x="73047" y="166318"/>
                      <a:pt x="-940" y="55338"/>
                      <a:pt x="9" y="48698"/>
                    </a:cubicBezTo>
                    <a:close/>
                  </a:path>
                </a:pathLst>
              </a:custGeom>
              <a:solidFill>
                <a:srgbClr val="E0B282"/>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Shape 72">
                <a:extLst>
                  <a:ext uri="{FF2B5EF4-FFF2-40B4-BE49-F238E27FC236}">
                    <a16:creationId xmlns:a16="http://schemas.microsoft.com/office/drawing/2014/main" id="{6705535D-4C08-48DC-ACF1-B05D2E497A92}"/>
                  </a:ext>
                </a:extLst>
              </p:cNvPr>
              <p:cNvSpPr/>
              <p:nvPr/>
            </p:nvSpPr>
            <p:spPr>
              <a:xfrm rot="739140" flipH="1">
                <a:off x="1329694" y="2274675"/>
                <a:ext cx="2007347" cy="2918396"/>
              </a:xfrm>
              <a:custGeom>
                <a:avLst/>
                <a:gdLst>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2175 w 2007347"/>
                  <a:gd name="connsiteY30" fmla="*/ 2574680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 name="connsiteX0" fmla="*/ 1500877 w 2007347"/>
                  <a:gd name="connsiteY0" fmla="*/ 67223 h 2918396"/>
                  <a:gd name="connsiteX1" fmla="*/ 1152254 w 2007347"/>
                  <a:gd name="connsiteY1" fmla="*/ 102 h 2918396"/>
                  <a:gd name="connsiteX2" fmla="*/ 911848 w 2007347"/>
                  <a:gd name="connsiteY2" fmla="*/ 224754 h 2918396"/>
                  <a:gd name="connsiteX3" fmla="*/ 792671 w 2007347"/>
                  <a:gd name="connsiteY3" fmla="*/ 121332 h 2918396"/>
                  <a:gd name="connsiteX4" fmla="*/ 667332 w 2007347"/>
                  <a:gd name="connsiteY4" fmla="*/ 156948 h 2918396"/>
                  <a:gd name="connsiteX5" fmla="*/ 356379 w 2007347"/>
                  <a:gd name="connsiteY5" fmla="*/ 367902 h 2918396"/>
                  <a:gd name="connsiteX6" fmla="*/ 254327 w 2007347"/>
                  <a:gd name="connsiteY6" fmla="*/ 471324 h 2918396"/>
                  <a:gd name="connsiteX7" fmla="*/ 273504 w 2007347"/>
                  <a:gd name="connsiteY7" fmla="*/ 28183 h 2918396"/>
                  <a:gd name="connsiteX8" fmla="*/ 70083 w 2007347"/>
                  <a:gd name="connsiteY8" fmla="*/ 36402 h 2918396"/>
                  <a:gd name="connsiteX9" fmla="*/ 222 w 2007347"/>
                  <a:gd name="connsiteY9" fmla="*/ 678170 h 2918396"/>
                  <a:gd name="connsiteX10" fmla="*/ 221450 w 2007347"/>
                  <a:gd name="connsiteY10" fmla="*/ 797345 h 2918396"/>
                  <a:gd name="connsiteX11" fmla="*/ 782398 w 2007347"/>
                  <a:gd name="connsiteY11" fmla="*/ 491187 h 2918396"/>
                  <a:gd name="connsiteX12" fmla="*/ 991298 w 2007347"/>
                  <a:gd name="connsiteY12" fmla="*/ 955562 h 2918396"/>
                  <a:gd name="connsiteX13" fmla="*/ 1117323 w 2007347"/>
                  <a:gd name="connsiteY13" fmla="*/ 1165147 h 2918396"/>
                  <a:gd name="connsiteX14" fmla="*/ 474870 w 2007347"/>
                  <a:gd name="connsiteY14" fmla="*/ 1417196 h 2918396"/>
                  <a:gd name="connsiteX15" fmla="*/ 322133 w 2007347"/>
                  <a:gd name="connsiteY15" fmla="*/ 1767874 h 2918396"/>
                  <a:gd name="connsiteX16" fmla="*/ 274189 w 2007347"/>
                  <a:gd name="connsiteY16" fmla="*/ 2209646 h 2918396"/>
                  <a:gd name="connsiteX17" fmla="*/ 203642 w 2007347"/>
                  <a:gd name="connsiteY17" fmla="*/ 2475394 h 2918396"/>
                  <a:gd name="connsiteX18" fmla="*/ 175561 w 2007347"/>
                  <a:gd name="connsiteY18" fmla="*/ 2500736 h 2918396"/>
                  <a:gd name="connsiteX19" fmla="*/ 172136 w 2007347"/>
                  <a:gd name="connsiteY19" fmla="*/ 2539091 h 2918396"/>
                  <a:gd name="connsiteX20" fmla="*/ 568019 w 2007347"/>
                  <a:gd name="connsiteY20" fmla="*/ 2605528 h 2918396"/>
                  <a:gd name="connsiteX21" fmla="*/ 594730 w 2007347"/>
                  <a:gd name="connsiteY21" fmla="*/ 2521968 h 2918396"/>
                  <a:gd name="connsiteX22" fmla="*/ 575553 w 2007347"/>
                  <a:gd name="connsiteY22" fmla="*/ 2345259 h 2918396"/>
                  <a:gd name="connsiteX23" fmla="*/ 608429 w 2007347"/>
                  <a:gd name="connsiteY23" fmla="*/ 2150058 h 2918396"/>
                  <a:gd name="connsiteX24" fmla="*/ 706372 w 2007347"/>
                  <a:gd name="connsiteY24" fmla="*/ 1767874 h 2918396"/>
                  <a:gd name="connsiteX25" fmla="*/ 1240608 w 2007347"/>
                  <a:gd name="connsiteY25" fmla="*/ 1608973 h 2918396"/>
                  <a:gd name="connsiteX26" fmla="*/ 1165952 w 2007347"/>
                  <a:gd name="connsiteY26" fmla="*/ 1886365 h 2918396"/>
                  <a:gd name="connsiteX27" fmla="*/ 1139240 w 2007347"/>
                  <a:gd name="connsiteY27" fmla="*/ 2050060 h 2918396"/>
                  <a:gd name="connsiteX28" fmla="*/ 1085817 w 2007347"/>
                  <a:gd name="connsiteY28" fmla="*/ 2426765 h 2918396"/>
                  <a:gd name="connsiteX29" fmla="*/ 1089733 w 2007347"/>
                  <a:gd name="connsiteY29" fmla="*/ 2501014 h 2918396"/>
                  <a:gd name="connsiteX30" fmla="*/ 1110351 w 2007347"/>
                  <a:gd name="connsiteY30" fmla="*/ 2583029 h 2918396"/>
                  <a:gd name="connsiteX31" fmla="*/ 1494014 w 2007347"/>
                  <a:gd name="connsiteY31" fmla="*/ 2824200 h 2918396"/>
                  <a:gd name="connsiteX32" fmla="*/ 1639399 w 2007347"/>
                  <a:gd name="connsiteY32" fmla="*/ 2918396 h 2918396"/>
                  <a:gd name="connsiteX33" fmla="*/ 1628785 w 2007347"/>
                  <a:gd name="connsiteY33" fmla="*/ 2889170 h 2918396"/>
                  <a:gd name="connsiteX34" fmla="*/ 1598135 w 2007347"/>
                  <a:gd name="connsiteY34" fmla="*/ 2789086 h 2918396"/>
                  <a:gd name="connsiteX35" fmla="*/ 1463891 w 2007347"/>
                  <a:gd name="connsiteY35" fmla="*/ 2415806 h 2918396"/>
                  <a:gd name="connsiteX36" fmla="*/ 1790597 w 2007347"/>
                  <a:gd name="connsiteY36" fmla="*/ 1692533 h 2918396"/>
                  <a:gd name="connsiteX37" fmla="*/ 1865937 w 2007347"/>
                  <a:gd name="connsiteY37" fmla="*/ 1439798 h 2918396"/>
                  <a:gd name="connsiteX38" fmla="*/ 1720735 w 2007347"/>
                  <a:gd name="connsiteY38" fmla="*/ 874741 h 2918396"/>
                  <a:gd name="connsiteX39" fmla="*/ 1933059 w 2007347"/>
                  <a:gd name="connsiteY39" fmla="*/ 913097 h 2918396"/>
                  <a:gd name="connsiteX40" fmla="*/ 1991962 w 2007347"/>
                  <a:gd name="connsiteY40" fmla="*/ 710361 h 2918396"/>
                  <a:gd name="connsiteX41" fmla="*/ 1659092 w 2007347"/>
                  <a:gd name="connsiteY41" fmla="*/ 171331 h 2918396"/>
                  <a:gd name="connsiteX42" fmla="*/ 1500877 w 2007347"/>
                  <a:gd name="connsiteY42" fmla="*/ 67223 h 291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07347" h="2918396">
                    <a:moveTo>
                      <a:pt x="1500877" y="67223"/>
                    </a:moveTo>
                    <a:cubicBezTo>
                      <a:pt x="1376222" y="50785"/>
                      <a:pt x="1138555" y="-2638"/>
                      <a:pt x="1152254" y="102"/>
                    </a:cubicBezTo>
                    <a:cubicBezTo>
                      <a:pt x="1087187" y="111058"/>
                      <a:pt x="1043352" y="204207"/>
                      <a:pt x="911848" y="224754"/>
                    </a:cubicBezTo>
                    <a:cubicBezTo>
                      <a:pt x="845410" y="235029"/>
                      <a:pt x="835822" y="160372"/>
                      <a:pt x="792671" y="121332"/>
                    </a:cubicBezTo>
                    <a:cubicBezTo>
                      <a:pt x="782398" y="107634"/>
                      <a:pt x="742673" y="112428"/>
                      <a:pt x="667332" y="156948"/>
                    </a:cubicBezTo>
                    <a:cubicBezTo>
                      <a:pt x="556375" y="214481"/>
                      <a:pt x="443364" y="280918"/>
                      <a:pt x="356379" y="367902"/>
                    </a:cubicBezTo>
                    <a:cubicBezTo>
                      <a:pt x="312544" y="411052"/>
                      <a:pt x="294051" y="430230"/>
                      <a:pt x="254327" y="471324"/>
                    </a:cubicBezTo>
                    <a:cubicBezTo>
                      <a:pt x="259806" y="374751"/>
                      <a:pt x="273504" y="28183"/>
                      <a:pt x="273504" y="28183"/>
                    </a:cubicBezTo>
                    <a:cubicBezTo>
                      <a:pt x="278299" y="29553"/>
                      <a:pt x="93371" y="30923"/>
                      <a:pt x="70083" y="36402"/>
                    </a:cubicBezTo>
                    <a:cubicBezTo>
                      <a:pt x="61180" y="132290"/>
                      <a:pt x="6386" y="592556"/>
                      <a:pt x="222" y="678170"/>
                    </a:cubicBezTo>
                    <a:cubicBezTo>
                      <a:pt x="-5257" y="763785"/>
                      <a:pt x="91316" y="848714"/>
                      <a:pt x="221450" y="797345"/>
                    </a:cubicBezTo>
                    <a:cubicBezTo>
                      <a:pt x="370077" y="719265"/>
                      <a:pt x="628976" y="550090"/>
                      <a:pt x="782398" y="491187"/>
                    </a:cubicBezTo>
                    <a:cubicBezTo>
                      <a:pt x="889930" y="511735"/>
                      <a:pt x="946093" y="857618"/>
                      <a:pt x="991298" y="955562"/>
                    </a:cubicBezTo>
                    <a:cubicBezTo>
                      <a:pt x="1049516" y="1080902"/>
                      <a:pt x="1089926" y="1106929"/>
                      <a:pt x="1117323" y="1165147"/>
                    </a:cubicBezTo>
                    <a:cubicBezTo>
                      <a:pt x="1028968" y="1208296"/>
                      <a:pt x="567334" y="1363088"/>
                      <a:pt x="474870" y="1417196"/>
                    </a:cubicBezTo>
                    <a:cubicBezTo>
                      <a:pt x="429666" y="1443223"/>
                      <a:pt x="334462" y="1651438"/>
                      <a:pt x="322133" y="1767874"/>
                    </a:cubicBezTo>
                    <a:cubicBezTo>
                      <a:pt x="298162" y="1839790"/>
                      <a:pt x="270764" y="2177455"/>
                      <a:pt x="274189" y="2209646"/>
                    </a:cubicBezTo>
                    <a:cubicBezTo>
                      <a:pt x="281038" y="2254165"/>
                      <a:pt x="293367" y="2408272"/>
                      <a:pt x="203642" y="2475394"/>
                    </a:cubicBezTo>
                    <a:lnTo>
                      <a:pt x="175561" y="2500736"/>
                    </a:lnTo>
                    <a:cubicBezTo>
                      <a:pt x="163233" y="2512380"/>
                      <a:pt x="161863" y="2525393"/>
                      <a:pt x="172136" y="2539091"/>
                    </a:cubicBezTo>
                    <a:cubicBezTo>
                      <a:pt x="238573" y="2538407"/>
                      <a:pt x="462541" y="2552105"/>
                      <a:pt x="568019" y="2605528"/>
                    </a:cubicBezTo>
                    <a:cubicBezTo>
                      <a:pt x="567334" y="2585665"/>
                      <a:pt x="589252" y="2544570"/>
                      <a:pt x="594730" y="2521968"/>
                    </a:cubicBezTo>
                    <a:cubicBezTo>
                      <a:pt x="606374" y="2456901"/>
                      <a:pt x="576923" y="2321287"/>
                      <a:pt x="575553" y="2345259"/>
                    </a:cubicBezTo>
                    <a:cubicBezTo>
                      <a:pt x="578293" y="2290466"/>
                      <a:pt x="610483" y="2204852"/>
                      <a:pt x="608429" y="2150058"/>
                    </a:cubicBezTo>
                    <a:cubicBezTo>
                      <a:pt x="608429" y="2128140"/>
                      <a:pt x="693359" y="1832256"/>
                      <a:pt x="706372" y="1767874"/>
                    </a:cubicBezTo>
                    <a:cubicBezTo>
                      <a:pt x="809110" y="1730889"/>
                      <a:pt x="1140610" y="1646644"/>
                      <a:pt x="1240608" y="1608973"/>
                    </a:cubicBezTo>
                    <a:cubicBezTo>
                      <a:pt x="1232389" y="1719930"/>
                      <a:pt x="1182390" y="1832942"/>
                      <a:pt x="1165952" y="1886365"/>
                    </a:cubicBezTo>
                    <a:cubicBezTo>
                      <a:pt x="1135816" y="1951432"/>
                      <a:pt x="1155678" y="1993897"/>
                      <a:pt x="1139240" y="2050060"/>
                    </a:cubicBezTo>
                    <a:cubicBezTo>
                      <a:pt x="1120062" y="2070608"/>
                      <a:pt x="1088556" y="2425395"/>
                      <a:pt x="1085817" y="2426765"/>
                    </a:cubicBezTo>
                    <a:cubicBezTo>
                      <a:pt x="1082221" y="2449367"/>
                      <a:pt x="1084233" y="2474581"/>
                      <a:pt x="1089733" y="2501014"/>
                    </a:cubicBezTo>
                    <a:lnTo>
                      <a:pt x="1110351" y="2583029"/>
                    </a:lnTo>
                    <a:lnTo>
                      <a:pt x="1494014" y="2824200"/>
                    </a:lnTo>
                    <a:lnTo>
                      <a:pt x="1639399" y="2918396"/>
                    </a:lnTo>
                    <a:lnTo>
                      <a:pt x="1628785" y="2889170"/>
                    </a:lnTo>
                    <a:cubicBezTo>
                      <a:pt x="1617484" y="2857235"/>
                      <a:pt x="1607039" y="2825044"/>
                      <a:pt x="1598135" y="2789086"/>
                    </a:cubicBezTo>
                    <a:cubicBezTo>
                      <a:pt x="1530328" y="2516489"/>
                      <a:pt x="1503616" y="2520598"/>
                      <a:pt x="1463891" y="2415806"/>
                    </a:cubicBezTo>
                    <a:cubicBezTo>
                      <a:pt x="1491288" y="2313068"/>
                      <a:pt x="1722790" y="1850749"/>
                      <a:pt x="1790597" y="1692533"/>
                    </a:cubicBezTo>
                    <a:cubicBezTo>
                      <a:pt x="1822102" y="1618562"/>
                      <a:pt x="1847445" y="1519934"/>
                      <a:pt x="1865937" y="1439798"/>
                    </a:cubicBezTo>
                    <a:cubicBezTo>
                      <a:pt x="1946758" y="1088435"/>
                      <a:pt x="1763200" y="987752"/>
                      <a:pt x="1720735" y="874741"/>
                    </a:cubicBezTo>
                    <a:cubicBezTo>
                      <a:pt x="1772104" y="904193"/>
                      <a:pt x="1889910" y="934329"/>
                      <a:pt x="1933059" y="913097"/>
                    </a:cubicBezTo>
                    <a:cubicBezTo>
                      <a:pt x="2031688" y="864468"/>
                      <a:pt x="2009770" y="805565"/>
                      <a:pt x="1991962" y="710361"/>
                    </a:cubicBezTo>
                    <a:cubicBezTo>
                      <a:pt x="1956347" y="519269"/>
                      <a:pt x="1807035" y="291192"/>
                      <a:pt x="1659092" y="171331"/>
                    </a:cubicBezTo>
                    <a:cubicBezTo>
                      <a:pt x="1620052" y="139825"/>
                      <a:pt x="1554985" y="74073"/>
                      <a:pt x="1500877" y="67223"/>
                    </a:cubicBezTo>
                    <a:close/>
                  </a:path>
                </a:pathLst>
              </a:custGeom>
              <a:solidFill>
                <a:schemeClr val="tx1">
                  <a:lumMod val="75000"/>
                  <a:lumOff val="2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FBA07EF8-F0BF-480B-82EA-BE16B7066AFC}"/>
                  </a:ext>
                </a:extLst>
              </p:cNvPr>
              <p:cNvSpPr/>
              <p:nvPr/>
            </p:nvSpPr>
            <p:spPr>
              <a:xfrm rot="739140" flipH="1">
                <a:off x="3432666" y="2249580"/>
                <a:ext cx="267118" cy="89040"/>
              </a:xfrm>
              <a:custGeom>
                <a:avLst/>
                <a:gdLst>
                  <a:gd name="connsiteX0" fmla="*/ 377522 w 369933"/>
                  <a:gd name="connsiteY0" fmla="*/ 28864 h 123311"/>
                  <a:gd name="connsiteX1" fmla="*/ 338632 w 369933"/>
                  <a:gd name="connsiteY1" fmla="*/ 407 h 123311"/>
                  <a:gd name="connsiteX2" fmla="*/ 147973 w 369933"/>
                  <a:gd name="connsiteY2" fmla="*/ 27915 h 123311"/>
                  <a:gd name="connsiteX3" fmla="*/ 140385 w 369933"/>
                  <a:gd name="connsiteY3" fmla="*/ 29813 h 123311"/>
                  <a:gd name="connsiteX4" fmla="*/ 125208 w 369933"/>
                  <a:gd name="connsiteY4" fmla="*/ 26967 h 123311"/>
                  <a:gd name="connsiteX5" fmla="*/ 24662 w 369933"/>
                  <a:gd name="connsiteY5" fmla="*/ 34555 h 123311"/>
                  <a:gd name="connsiteX6" fmla="*/ 0 w 369933"/>
                  <a:gd name="connsiteY6" fmla="*/ 77240 h 123311"/>
                  <a:gd name="connsiteX7" fmla="*/ 22765 w 369933"/>
                  <a:gd name="connsiteY7" fmla="*/ 118027 h 123311"/>
                  <a:gd name="connsiteX8" fmla="*/ 74935 w 369933"/>
                  <a:gd name="connsiteY8" fmla="*/ 128461 h 123311"/>
                  <a:gd name="connsiteX9" fmla="*/ 143231 w 369933"/>
                  <a:gd name="connsiteY9" fmla="*/ 101902 h 123311"/>
                  <a:gd name="connsiteX10" fmla="*/ 201092 w 369933"/>
                  <a:gd name="connsiteY10" fmla="*/ 89571 h 123311"/>
                  <a:gd name="connsiteX11" fmla="*/ 349066 w 369933"/>
                  <a:gd name="connsiteY11" fmla="*/ 68703 h 123311"/>
                  <a:gd name="connsiteX12" fmla="*/ 377522 w 369933"/>
                  <a:gd name="connsiteY12" fmla="*/ 28864 h 123311"/>
                  <a:gd name="connsiteX13" fmla="*/ 49324 w 369933"/>
                  <a:gd name="connsiteY13" fmla="*/ 113285 h 123311"/>
                  <a:gd name="connsiteX14" fmla="*/ 12331 w 369933"/>
                  <a:gd name="connsiteY14" fmla="*/ 76291 h 123311"/>
                  <a:gd name="connsiteX15" fmla="*/ 49324 w 369933"/>
                  <a:gd name="connsiteY15" fmla="*/ 39298 h 123311"/>
                  <a:gd name="connsiteX16" fmla="*/ 86318 w 369933"/>
                  <a:gd name="connsiteY16" fmla="*/ 76291 h 123311"/>
                  <a:gd name="connsiteX17" fmla="*/ 49324 w 369933"/>
                  <a:gd name="connsiteY17" fmla="*/ 113285 h 12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9933" h="123311">
                    <a:moveTo>
                      <a:pt x="377522" y="28864"/>
                    </a:moveTo>
                    <a:cubicBezTo>
                      <a:pt x="374676" y="9893"/>
                      <a:pt x="357602" y="-2438"/>
                      <a:pt x="338632" y="407"/>
                    </a:cubicBezTo>
                    <a:lnTo>
                      <a:pt x="147973" y="27915"/>
                    </a:lnTo>
                    <a:cubicBezTo>
                      <a:pt x="145128" y="27915"/>
                      <a:pt x="143231" y="28864"/>
                      <a:pt x="140385" y="29813"/>
                    </a:cubicBezTo>
                    <a:cubicBezTo>
                      <a:pt x="135642" y="28864"/>
                      <a:pt x="129951" y="27915"/>
                      <a:pt x="125208" y="26967"/>
                    </a:cubicBezTo>
                    <a:cubicBezTo>
                      <a:pt x="91061" y="18430"/>
                      <a:pt x="55964" y="9893"/>
                      <a:pt x="24662" y="34555"/>
                    </a:cubicBezTo>
                    <a:cubicBezTo>
                      <a:pt x="10434" y="43092"/>
                      <a:pt x="0" y="58269"/>
                      <a:pt x="0" y="77240"/>
                    </a:cubicBezTo>
                    <a:cubicBezTo>
                      <a:pt x="0" y="94314"/>
                      <a:pt x="8537" y="109490"/>
                      <a:pt x="22765" y="118027"/>
                    </a:cubicBezTo>
                    <a:cubicBezTo>
                      <a:pt x="36993" y="134153"/>
                      <a:pt x="55016" y="136050"/>
                      <a:pt x="74935" y="128461"/>
                    </a:cubicBezTo>
                    <a:cubicBezTo>
                      <a:pt x="99598" y="125616"/>
                      <a:pt x="120466" y="110439"/>
                      <a:pt x="143231" y="101902"/>
                    </a:cubicBezTo>
                    <a:cubicBezTo>
                      <a:pt x="162202" y="96211"/>
                      <a:pt x="181173" y="92417"/>
                      <a:pt x="201092" y="89571"/>
                    </a:cubicBezTo>
                    <a:lnTo>
                      <a:pt x="349066" y="68703"/>
                    </a:lnTo>
                    <a:cubicBezTo>
                      <a:pt x="367088" y="64909"/>
                      <a:pt x="380368" y="47835"/>
                      <a:pt x="377522" y="28864"/>
                    </a:cubicBezTo>
                    <a:close/>
                    <a:moveTo>
                      <a:pt x="49324" y="113285"/>
                    </a:moveTo>
                    <a:cubicBezTo>
                      <a:pt x="28456" y="113285"/>
                      <a:pt x="12331" y="97159"/>
                      <a:pt x="12331" y="76291"/>
                    </a:cubicBezTo>
                    <a:cubicBezTo>
                      <a:pt x="12331" y="55423"/>
                      <a:pt x="28456" y="39298"/>
                      <a:pt x="49324" y="39298"/>
                    </a:cubicBezTo>
                    <a:cubicBezTo>
                      <a:pt x="70193" y="39298"/>
                      <a:pt x="86318" y="55423"/>
                      <a:pt x="86318" y="76291"/>
                    </a:cubicBezTo>
                    <a:cubicBezTo>
                      <a:pt x="86318" y="97159"/>
                      <a:pt x="70193" y="113285"/>
                      <a:pt x="49324" y="113285"/>
                    </a:cubicBez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1D7A5159-CB10-4306-8107-40F857710624}"/>
                  </a:ext>
                </a:extLst>
              </p:cNvPr>
              <p:cNvSpPr/>
              <p:nvPr/>
            </p:nvSpPr>
            <p:spPr>
              <a:xfrm rot="739140" flipH="1">
                <a:off x="3384518" y="2224808"/>
                <a:ext cx="246571" cy="328762"/>
              </a:xfrm>
              <a:custGeom>
                <a:avLst/>
                <a:gdLst>
                  <a:gd name="connsiteX0" fmla="*/ 345545 w 341477"/>
                  <a:gd name="connsiteY0" fmla="*/ 348679 h 455302"/>
                  <a:gd name="connsiteX1" fmla="*/ 323728 w 341477"/>
                  <a:gd name="connsiteY1" fmla="*/ 226316 h 455302"/>
                  <a:gd name="connsiteX2" fmla="*/ 288632 w 341477"/>
                  <a:gd name="connsiteY2" fmla="*/ 90674 h 455302"/>
                  <a:gd name="connsiteX3" fmla="*/ 261124 w 341477"/>
                  <a:gd name="connsiteY3" fmla="*/ 28070 h 455302"/>
                  <a:gd name="connsiteX4" fmla="*/ 241205 w 341477"/>
                  <a:gd name="connsiteY4" fmla="*/ 10047 h 455302"/>
                  <a:gd name="connsiteX5" fmla="*/ 210851 w 341477"/>
                  <a:gd name="connsiteY5" fmla="*/ 562 h 455302"/>
                  <a:gd name="connsiteX6" fmla="*/ 152041 w 341477"/>
                  <a:gd name="connsiteY6" fmla="*/ 3407 h 455302"/>
                  <a:gd name="connsiteX7" fmla="*/ 117893 w 341477"/>
                  <a:gd name="connsiteY7" fmla="*/ 12893 h 455302"/>
                  <a:gd name="connsiteX8" fmla="*/ 104614 w 341477"/>
                  <a:gd name="connsiteY8" fmla="*/ 29018 h 455302"/>
                  <a:gd name="connsiteX9" fmla="*/ 98922 w 341477"/>
                  <a:gd name="connsiteY9" fmla="*/ 42298 h 455302"/>
                  <a:gd name="connsiteX10" fmla="*/ 102717 w 341477"/>
                  <a:gd name="connsiteY10" fmla="*/ 65063 h 455302"/>
                  <a:gd name="connsiteX11" fmla="*/ 158681 w 341477"/>
                  <a:gd name="connsiteY11" fmla="*/ 54629 h 455302"/>
                  <a:gd name="connsiteX12" fmla="*/ 170064 w 341477"/>
                  <a:gd name="connsiteY12" fmla="*/ 68857 h 455302"/>
                  <a:gd name="connsiteX13" fmla="*/ 165321 w 341477"/>
                  <a:gd name="connsiteY13" fmla="*/ 103953 h 455302"/>
                  <a:gd name="connsiteX14" fmla="*/ 78054 w 341477"/>
                  <a:gd name="connsiteY14" fmla="*/ 119130 h 455302"/>
                  <a:gd name="connsiteX15" fmla="*/ 66672 w 341477"/>
                  <a:gd name="connsiteY15" fmla="*/ 142844 h 455302"/>
                  <a:gd name="connsiteX16" fmla="*/ 36318 w 341477"/>
                  <a:gd name="connsiteY16" fmla="*/ 157072 h 455302"/>
                  <a:gd name="connsiteX17" fmla="*/ 26833 w 341477"/>
                  <a:gd name="connsiteY17" fmla="*/ 182683 h 455302"/>
                  <a:gd name="connsiteX18" fmla="*/ 5016 w 341477"/>
                  <a:gd name="connsiteY18" fmla="*/ 190271 h 455302"/>
                  <a:gd name="connsiteX19" fmla="*/ 2171 w 341477"/>
                  <a:gd name="connsiteY19" fmla="*/ 224419 h 455302"/>
                  <a:gd name="connsiteX20" fmla="*/ 57186 w 341477"/>
                  <a:gd name="connsiteY20" fmla="*/ 371444 h 455302"/>
                  <a:gd name="connsiteX21" fmla="*/ 67620 w 341477"/>
                  <a:gd name="connsiteY21" fmla="*/ 397055 h 455302"/>
                  <a:gd name="connsiteX22" fmla="*/ 71415 w 341477"/>
                  <a:gd name="connsiteY22" fmla="*/ 424563 h 455302"/>
                  <a:gd name="connsiteX23" fmla="*/ 86591 w 341477"/>
                  <a:gd name="connsiteY23" fmla="*/ 426460 h 455302"/>
                  <a:gd name="connsiteX24" fmla="*/ 97025 w 341477"/>
                  <a:gd name="connsiteY24" fmla="*/ 435945 h 455302"/>
                  <a:gd name="connsiteX25" fmla="*/ 121688 w 341477"/>
                  <a:gd name="connsiteY25" fmla="*/ 454916 h 455302"/>
                  <a:gd name="connsiteX26" fmla="*/ 317088 w 341477"/>
                  <a:gd name="connsiteY26" fmla="*/ 438791 h 455302"/>
                  <a:gd name="connsiteX27" fmla="*/ 345545 w 341477"/>
                  <a:gd name="connsiteY27" fmla="*/ 415077 h 455302"/>
                  <a:gd name="connsiteX28" fmla="*/ 345545 w 341477"/>
                  <a:gd name="connsiteY28" fmla="*/ 348679 h 45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1477" h="455302">
                    <a:moveTo>
                      <a:pt x="345545" y="348679"/>
                    </a:moveTo>
                    <a:cubicBezTo>
                      <a:pt x="343648" y="306943"/>
                      <a:pt x="332265" y="267104"/>
                      <a:pt x="323728" y="226316"/>
                    </a:cubicBezTo>
                    <a:cubicBezTo>
                      <a:pt x="318986" y="202602"/>
                      <a:pt x="292426" y="112490"/>
                      <a:pt x="288632" y="90674"/>
                    </a:cubicBezTo>
                    <a:cubicBezTo>
                      <a:pt x="283889" y="66960"/>
                      <a:pt x="279147" y="44195"/>
                      <a:pt x="261124" y="28070"/>
                    </a:cubicBezTo>
                    <a:cubicBezTo>
                      <a:pt x="254484" y="20481"/>
                      <a:pt x="248793" y="17636"/>
                      <a:pt x="241205" y="10047"/>
                    </a:cubicBezTo>
                    <a:cubicBezTo>
                      <a:pt x="232668" y="1510"/>
                      <a:pt x="218439" y="-1335"/>
                      <a:pt x="210851" y="562"/>
                    </a:cubicBezTo>
                    <a:cubicBezTo>
                      <a:pt x="194726" y="1510"/>
                      <a:pt x="178600" y="2459"/>
                      <a:pt x="152041" y="3407"/>
                    </a:cubicBezTo>
                    <a:cubicBezTo>
                      <a:pt x="139710" y="3407"/>
                      <a:pt x="124533" y="7202"/>
                      <a:pt x="117893" y="12893"/>
                    </a:cubicBezTo>
                    <a:cubicBezTo>
                      <a:pt x="111254" y="17636"/>
                      <a:pt x="109356" y="23327"/>
                      <a:pt x="104614" y="29018"/>
                    </a:cubicBezTo>
                    <a:cubicBezTo>
                      <a:pt x="101768" y="32812"/>
                      <a:pt x="101768" y="38504"/>
                      <a:pt x="98922" y="42298"/>
                    </a:cubicBezTo>
                    <a:cubicBezTo>
                      <a:pt x="96077" y="47041"/>
                      <a:pt x="99871" y="61269"/>
                      <a:pt x="102717" y="65063"/>
                    </a:cubicBezTo>
                    <a:cubicBezTo>
                      <a:pt x="122636" y="69806"/>
                      <a:pt x="141607" y="57475"/>
                      <a:pt x="158681" y="54629"/>
                    </a:cubicBezTo>
                    <a:cubicBezTo>
                      <a:pt x="171961" y="52732"/>
                      <a:pt x="171012" y="55578"/>
                      <a:pt x="170064" y="68857"/>
                    </a:cubicBezTo>
                    <a:cubicBezTo>
                      <a:pt x="170064" y="81188"/>
                      <a:pt x="166269" y="92571"/>
                      <a:pt x="165321" y="103953"/>
                    </a:cubicBezTo>
                    <a:cubicBezTo>
                      <a:pt x="156784" y="105850"/>
                      <a:pt x="107459" y="114387"/>
                      <a:pt x="78054" y="119130"/>
                    </a:cubicBezTo>
                    <a:cubicBezTo>
                      <a:pt x="67620" y="123873"/>
                      <a:pt x="73312" y="134307"/>
                      <a:pt x="66672" y="142844"/>
                    </a:cubicBezTo>
                    <a:cubicBezTo>
                      <a:pt x="59083" y="151381"/>
                      <a:pt x="41061" y="150432"/>
                      <a:pt x="36318" y="157072"/>
                    </a:cubicBezTo>
                    <a:cubicBezTo>
                      <a:pt x="30627" y="164661"/>
                      <a:pt x="27781" y="173197"/>
                      <a:pt x="26833" y="182683"/>
                    </a:cubicBezTo>
                    <a:cubicBezTo>
                      <a:pt x="24936" y="184580"/>
                      <a:pt x="12605" y="180786"/>
                      <a:pt x="5016" y="190271"/>
                    </a:cubicBezTo>
                    <a:cubicBezTo>
                      <a:pt x="-1624" y="200705"/>
                      <a:pt x="-675" y="213985"/>
                      <a:pt x="2171" y="224419"/>
                    </a:cubicBezTo>
                    <a:cubicBezTo>
                      <a:pt x="5016" y="235802"/>
                      <a:pt x="49598" y="354370"/>
                      <a:pt x="57186" y="371444"/>
                    </a:cubicBezTo>
                    <a:cubicBezTo>
                      <a:pt x="60981" y="379981"/>
                      <a:pt x="64775" y="388518"/>
                      <a:pt x="67620" y="397055"/>
                    </a:cubicBezTo>
                    <a:cubicBezTo>
                      <a:pt x="69517" y="405592"/>
                      <a:pt x="70466" y="414128"/>
                      <a:pt x="71415" y="424563"/>
                    </a:cubicBezTo>
                    <a:cubicBezTo>
                      <a:pt x="75209" y="428357"/>
                      <a:pt x="81849" y="424563"/>
                      <a:pt x="86591" y="426460"/>
                    </a:cubicBezTo>
                    <a:cubicBezTo>
                      <a:pt x="91334" y="427408"/>
                      <a:pt x="94180" y="432151"/>
                      <a:pt x="97025" y="435945"/>
                    </a:cubicBezTo>
                    <a:cubicBezTo>
                      <a:pt x="104614" y="444482"/>
                      <a:pt x="111254" y="451122"/>
                      <a:pt x="121688" y="454916"/>
                    </a:cubicBezTo>
                    <a:cubicBezTo>
                      <a:pt x="134019" y="458710"/>
                      <a:pt x="247844" y="473887"/>
                      <a:pt x="317088" y="438791"/>
                    </a:cubicBezTo>
                    <a:cubicBezTo>
                      <a:pt x="328471" y="433099"/>
                      <a:pt x="329420" y="419820"/>
                      <a:pt x="345545" y="415077"/>
                    </a:cubicBezTo>
                    <a:cubicBezTo>
                      <a:pt x="344596" y="383775"/>
                      <a:pt x="346493" y="371444"/>
                      <a:pt x="345545" y="348679"/>
                    </a:cubicBezTo>
                    <a:close/>
                  </a:path>
                </a:pathLst>
              </a:custGeom>
              <a:solidFill>
                <a:srgbClr val="FDCE98"/>
              </a:solidFill>
              <a:ln w="948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09348695-8C92-4756-A56C-873F91BDD331}"/>
                  </a:ext>
                </a:extLst>
              </p:cNvPr>
              <p:cNvSpPr/>
              <p:nvPr/>
            </p:nvSpPr>
            <p:spPr>
              <a:xfrm rot="739140" flipH="1">
                <a:off x="810119" y="1920919"/>
                <a:ext cx="1672157" cy="1815955"/>
              </a:xfrm>
              <a:custGeom>
                <a:avLst/>
                <a:gdLst>
                  <a:gd name="connsiteX0" fmla="*/ 635481 w 1672157"/>
                  <a:gd name="connsiteY0" fmla="*/ 17286 h 1815955"/>
                  <a:gd name="connsiteX1" fmla="*/ 336659 w 1672157"/>
                  <a:gd name="connsiteY1" fmla="*/ 16551 h 1815955"/>
                  <a:gd name="connsiteX2" fmla="*/ 172279 w 1672157"/>
                  <a:gd name="connsiteY2" fmla="*/ 313121 h 1815955"/>
                  <a:gd name="connsiteX3" fmla="*/ 99678 w 1672157"/>
                  <a:gd name="connsiteY3" fmla="*/ 732290 h 1815955"/>
                  <a:gd name="connsiteX4" fmla="*/ 99677 w 1672157"/>
                  <a:gd name="connsiteY4" fmla="*/ 732976 h 1815955"/>
                  <a:gd name="connsiteX5" fmla="*/ 29131 w 1672157"/>
                  <a:gd name="connsiteY5" fmla="*/ 789139 h 1815955"/>
                  <a:gd name="connsiteX6" fmla="*/ 22966 w 1672157"/>
                  <a:gd name="connsiteY6" fmla="*/ 884343 h 1815955"/>
                  <a:gd name="connsiteX7" fmla="*/ 88033 w 1672157"/>
                  <a:gd name="connsiteY7" fmla="*/ 941191 h 1815955"/>
                  <a:gd name="connsiteX8" fmla="*/ 116801 w 1672157"/>
                  <a:gd name="connsiteY8" fmla="*/ 995300 h 1815955"/>
                  <a:gd name="connsiteX9" fmla="*/ 183922 w 1672157"/>
                  <a:gd name="connsiteY9" fmla="*/ 1046668 h 1815955"/>
                  <a:gd name="connsiteX10" fmla="*/ 233237 w 1672157"/>
                  <a:gd name="connsiteY10" fmla="*/ 1006258 h 1815955"/>
                  <a:gd name="connsiteX11" fmla="*/ 257209 w 1672157"/>
                  <a:gd name="connsiteY11" fmla="*/ 845302 h 1815955"/>
                  <a:gd name="connsiteX12" fmla="*/ 345563 w 1672157"/>
                  <a:gd name="connsiteY12" fmla="*/ 368599 h 1815955"/>
                  <a:gd name="connsiteX13" fmla="*/ 448392 w 1672157"/>
                  <a:gd name="connsiteY13" fmla="*/ 253736 h 1815955"/>
                  <a:gd name="connsiteX14" fmla="*/ 693940 w 1672157"/>
                  <a:gd name="connsiteY14" fmla="*/ 1062166 h 1815955"/>
                  <a:gd name="connsiteX15" fmla="*/ 1019217 w 1672157"/>
                  <a:gd name="connsiteY15" fmla="*/ 1755942 h 1815955"/>
                  <a:gd name="connsiteX16" fmla="*/ 1259519 w 1672157"/>
                  <a:gd name="connsiteY16" fmla="*/ 1803181 h 1815955"/>
                  <a:gd name="connsiteX17" fmla="*/ 1386291 w 1672157"/>
                  <a:gd name="connsiteY17" fmla="*/ 1815955 h 1815955"/>
                  <a:gd name="connsiteX18" fmla="*/ 1388728 w 1672157"/>
                  <a:gd name="connsiteY18" fmla="*/ 1811977 h 1815955"/>
                  <a:gd name="connsiteX19" fmla="*/ 1672157 w 1672157"/>
                  <a:gd name="connsiteY19" fmla="*/ 1344721 h 1815955"/>
                  <a:gd name="connsiteX20" fmla="*/ 1664993 w 1672157"/>
                  <a:gd name="connsiteY20" fmla="*/ 1323699 h 1815955"/>
                  <a:gd name="connsiteX21" fmla="*/ 1632524 w 1672157"/>
                  <a:gd name="connsiteY21" fmla="*/ 1230226 h 1815955"/>
                  <a:gd name="connsiteX22" fmla="*/ 1093493 w 1672157"/>
                  <a:gd name="connsiteY22" fmla="*/ 240520 h 1815955"/>
                  <a:gd name="connsiteX23" fmla="*/ 635481 w 1672157"/>
                  <a:gd name="connsiteY23" fmla="*/ 17286 h 1815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72157" h="1815955">
                    <a:moveTo>
                      <a:pt x="635481" y="17286"/>
                    </a:moveTo>
                    <a:cubicBezTo>
                      <a:pt x="534140" y="-4125"/>
                      <a:pt x="431691" y="-7078"/>
                      <a:pt x="336659" y="16551"/>
                    </a:cubicBezTo>
                    <a:cubicBezTo>
                      <a:pt x="237346" y="41208"/>
                      <a:pt x="11323" y="239834"/>
                      <a:pt x="172279" y="313121"/>
                    </a:cubicBezTo>
                    <a:cubicBezTo>
                      <a:pt x="168169" y="316545"/>
                      <a:pt x="109951" y="717222"/>
                      <a:pt x="99678" y="732290"/>
                    </a:cubicBezTo>
                    <a:lnTo>
                      <a:pt x="99677" y="732976"/>
                    </a:lnTo>
                    <a:cubicBezTo>
                      <a:pt x="96938" y="741194"/>
                      <a:pt x="46939" y="775441"/>
                      <a:pt x="29131" y="789139"/>
                    </a:cubicBezTo>
                    <a:cubicBezTo>
                      <a:pt x="-7170" y="815851"/>
                      <a:pt x="-9910" y="853521"/>
                      <a:pt x="22966" y="884343"/>
                    </a:cubicBezTo>
                    <a:cubicBezTo>
                      <a:pt x="44199" y="904205"/>
                      <a:pt x="65431" y="923383"/>
                      <a:pt x="88033" y="941191"/>
                    </a:cubicBezTo>
                    <a:cubicBezTo>
                      <a:pt x="105842" y="955574"/>
                      <a:pt x="114060" y="973382"/>
                      <a:pt x="116801" y="995300"/>
                    </a:cubicBezTo>
                    <a:cubicBezTo>
                      <a:pt x="118855" y="1010367"/>
                      <a:pt x="167484" y="1044613"/>
                      <a:pt x="183922" y="1046668"/>
                    </a:cubicBezTo>
                    <a:cubicBezTo>
                      <a:pt x="216113" y="1050778"/>
                      <a:pt x="230496" y="1037764"/>
                      <a:pt x="233237" y="1006258"/>
                    </a:cubicBezTo>
                    <a:cubicBezTo>
                      <a:pt x="236661" y="969957"/>
                      <a:pt x="243510" y="860370"/>
                      <a:pt x="257209" y="845302"/>
                    </a:cubicBezTo>
                    <a:cubicBezTo>
                      <a:pt x="254469" y="843247"/>
                      <a:pt x="345563" y="395311"/>
                      <a:pt x="345563" y="368599"/>
                    </a:cubicBezTo>
                    <a:cubicBezTo>
                      <a:pt x="352412" y="376133"/>
                      <a:pt x="370734" y="310204"/>
                      <a:pt x="448392" y="253736"/>
                    </a:cubicBezTo>
                    <a:cubicBezTo>
                      <a:pt x="737270" y="269049"/>
                      <a:pt x="1323867" y="1317501"/>
                      <a:pt x="693940" y="1062166"/>
                    </a:cubicBezTo>
                    <a:cubicBezTo>
                      <a:pt x="1056540" y="1626744"/>
                      <a:pt x="626544" y="1594684"/>
                      <a:pt x="1019217" y="1755942"/>
                    </a:cubicBezTo>
                    <a:cubicBezTo>
                      <a:pt x="1071956" y="1775805"/>
                      <a:pt x="1164496" y="1791633"/>
                      <a:pt x="1259519" y="1803181"/>
                    </a:cubicBezTo>
                    <a:lnTo>
                      <a:pt x="1386291" y="1815955"/>
                    </a:lnTo>
                    <a:lnTo>
                      <a:pt x="1388728" y="1811977"/>
                    </a:lnTo>
                    <a:lnTo>
                      <a:pt x="1672157" y="1344721"/>
                    </a:lnTo>
                    <a:lnTo>
                      <a:pt x="1664993" y="1323699"/>
                    </a:lnTo>
                    <a:cubicBezTo>
                      <a:pt x="1653446" y="1291013"/>
                      <a:pt x="1642198" y="1259506"/>
                      <a:pt x="1632524" y="1230226"/>
                    </a:cubicBezTo>
                    <a:cubicBezTo>
                      <a:pt x="1518827" y="885712"/>
                      <a:pt x="1385953" y="479556"/>
                      <a:pt x="1093493" y="240520"/>
                    </a:cubicBezTo>
                    <a:cubicBezTo>
                      <a:pt x="970208" y="139922"/>
                      <a:pt x="804383" y="52969"/>
                      <a:pt x="635481" y="17286"/>
                    </a:cubicBezTo>
                    <a:close/>
                  </a:path>
                </a:pathLst>
              </a:custGeom>
              <a:solidFill>
                <a:schemeClr val="bg1">
                  <a:lumMod val="65000"/>
                </a:schemeClr>
              </a:solidFill>
              <a:ln w="948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0A7BD46-6C88-4E1B-80A9-DB1D5E7EDCDE}"/>
                  </a:ext>
                </a:extLst>
              </p:cNvPr>
              <p:cNvSpPr/>
              <p:nvPr/>
            </p:nvSpPr>
            <p:spPr>
              <a:xfrm rot="739140" flipH="1">
                <a:off x="2478563" y="4905369"/>
                <a:ext cx="671220" cy="315061"/>
              </a:xfrm>
              <a:custGeom>
                <a:avLst/>
                <a:gdLst>
                  <a:gd name="connsiteX0" fmla="*/ 356420 w 929576"/>
                  <a:gd name="connsiteY0" fmla="*/ 57585 h 436331"/>
                  <a:gd name="connsiteX1" fmla="*/ 403847 w 929576"/>
                  <a:gd name="connsiteY1" fmla="*/ 9209 h 436331"/>
                  <a:gd name="connsiteX2" fmla="*/ 429458 w 929576"/>
                  <a:gd name="connsiteY2" fmla="*/ 672 h 436331"/>
                  <a:gd name="connsiteX3" fmla="*/ 874327 w 929576"/>
                  <a:gd name="connsiteY3" fmla="*/ 96476 h 436331"/>
                  <a:gd name="connsiteX4" fmla="*/ 902784 w 929576"/>
                  <a:gd name="connsiteY4" fmla="*/ 130623 h 436331"/>
                  <a:gd name="connsiteX5" fmla="*/ 930291 w 929576"/>
                  <a:gd name="connsiteY5" fmla="*/ 313693 h 436331"/>
                  <a:gd name="connsiteX6" fmla="*/ 933137 w 929576"/>
                  <a:gd name="connsiteY6" fmla="*/ 384834 h 436331"/>
                  <a:gd name="connsiteX7" fmla="*/ 877173 w 929576"/>
                  <a:gd name="connsiteY7" fmla="*/ 418033 h 436331"/>
                  <a:gd name="connsiteX8" fmla="*/ 531901 w 929576"/>
                  <a:gd name="connsiteY8" fmla="*/ 422776 h 436331"/>
                  <a:gd name="connsiteX9" fmla="*/ 142048 w 929576"/>
                  <a:gd name="connsiteY9" fmla="*/ 444593 h 436331"/>
                  <a:gd name="connsiteX10" fmla="*/ 40554 w 929576"/>
                  <a:gd name="connsiteY10" fmla="*/ 419931 h 436331"/>
                  <a:gd name="connsiteX11" fmla="*/ 1663 w 929576"/>
                  <a:gd name="connsiteY11" fmla="*/ 312745 h 436331"/>
                  <a:gd name="connsiteX12" fmla="*/ 1663 w 929576"/>
                  <a:gd name="connsiteY12" fmla="*/ 312745 h 436331"/>
                  <a:gd name="connsiteX13" fmla="*/ 30120 w 929576"/>
                  <a:gd name="connsiteY13" fmla="*/ 271957 h 436331"/>
                  <a:gd name="connsiteX14" fmla="*/ 87981 w 929576"/>
                  <a:gd name="connsiteY14" fmla="*/ 256780 h 436331"/>
                  <a:gd name="connsiteX15" fmla="*/ 198961 w 929576"/>
                  <a:gd name="connsiteY15" fmla="*/ 213147 h 436331"/>
                  <a:gd name="connsiteX16" fmla="*/ 284330 w 929576"/>
                  <a:gd name="connsiteY16" fmla="*/ 137263 h 436331"/>
                  <a:gd name="connsiteX17" fmla="*/ 356420 w 929576"/>
                  <a:gd name="connsiteY17" fmla="*/ 57585 h 43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29576" h="436331">
                    <a:moveTo>
                      <a:pt x="356420" y="57585"/>
                    </a:moveTo>
                    <a:cubicBezTo>
                      <a:pt x="375391" y="44306"/>
                      <a:pt x="389619" y="26283"/>
                      <a:pt x="403847" y="9209"/>
                    </a:cubicBezTo>
                    <a:cubicBezTo>
                      <a:pt x="411436" y="672"/>
                      <a:pt x="418076" y="-1225"/>
                      <a:pt x="429458" y="672"/>
                    </a:cubicBezTo>
                    <a:cubicBezTo>
                      <a:pt x="577432" y="32923"/>
                      <a:pt x="725405" y="66122"/>
                      <a:pt x="874327" y="96476"/>
                    </a:cubicBezTo>
                    <a:cubicBezTo>
                      <a:pt x="896144" y="101219"/>
                      <a:pt x="898989" y="114498"/>
                      <a:pt x="902784" y="130623"/>
                    </a:cubicBezTo>
                    <a:cubicBezTo>
                      <a:pt x="912269" y="191331"/>
                      <a:pt x="924600" y="252037"/>
                      <a:pt x="930291" y="313693"/>
                    </a:cubicBezTo>
                    <a:cubicBezTo>
                      <a:pt x="933137" y="342149"/>
                      <a:pt x="929343" y="359223"/>
                      <a:pt x="933137" y="384834"/>
                    </a:cubicBezTo>
                    <a:cubicBezTo>
                      <a:pt x="933137" y="410445"/>
                      <a:pt x="891401" y="415188"/>
                      <a:pt x="877173" y="418033"/>
                    </a:cubicBezTo>
                    <a:cubicBezTo>
                      <a:pt x="804135" y="430364"/>
                      <a:pt x="560358" y="423725"/>
                      <a:pt x="531901" y="422776"/>
                    </a:cubicBezTo>
                    <a:cubicBezTo>
                      <a:pt x="456966" y="420879"/>
                      <a:pt x="216983" y="451232"/>
                      <a:pt x="142048" y="444593"/>
                    </a:cubicBezTo>
                    <a:cubicBezTo>
                      <a:pt x="113592" y="441747"/>
                      <a:pt x="79444" y="438901"/>
                      <a:pt x="40554" y="419931"/>
                    </a:cubicBezTo>
                    <a:cubicBezTo>
                      <a:pt x="-3080" y="395268"/>
                      <a:pt x="-2131" y="354480"/>
                      <a:pt x="1663" y="312745"/>
                    </a:cubicBezTo>
                    <a:lnTo>
                      <a:pt x="1663" y="312745"/>
                    </a:lnTo>
                    <a:cubicBezTo>
                      <a:pt x="7354" y="297568"/>
                      <a:pt x="14943" y="281443"/>
                      <a:pt x="30120" y="271957"/>
                    </a:cubicBezTo>
                    <a:cubicBezTo>
                      <a:pt x="46245" y="260575"/>
                      <a:pt x="70907" y="255832"/>
                      <a:pt x="87981" y="256780"/>
                    </a:cubicBezTo>
                    <a:cubicBezTo>
                      <a:pt x="130666" y="257729"/>
                      <a:pt x="166710" y="240655"/>
                      <a:pt x="198961" y="213147"/>
                    </a:cubicBezTo>
                    <a:cubicBezTo>
                      <a:pt x="200858" y="211250"/>
                      <a:pt x="261565" y="164771"/>
                      <a:pt x="284330" y="137263"/>
                    </a:cubicBezTo>
                    <a:cubicBezTo>
                      <a:pt x="294764" y="125881"/>
                      <a:pt x="335552" y="80351"/>
                      <a:pt x="356420" y="57585"/>
                    </a:cubicBezTo>
                    <a:close/>
                  </a:path>
                </a:pathLst>
              </a:custGeom>
              <a:solidFill>
                <a:schemeClr val="tx1">
                  <a:lumMod val="65000"/>
                  <a:lumOff val="35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5466ADDC-42C2-4348-8DF3-7BDB6ACA78BE}"/>
                  </a:ext>
                </a:extLst>
              </p:cNvPr>
              <p:cNvSpPr/>
              <p:nvPr/>
            </p:nvSpPr>
            <p:spPr>
              <a:xfrm rot="739140" flipH="1">
                <a:off x="2233960" y="2365780"/>
                <a:ext cx="205476" cy="143832"/>
              </a:xfrm>
              <a:custGeom>
                <a:avLst/>
                <a:gdLst>
                  <a:gd name="connsiteX0" fmla="*/ 272154 w 284564"/>
                  <a:gd name="connsiteY0" fmla="*/ 199765 h 199195"/>
                  <a:gd name="connsiteX1" fmla="*/ 231366 w 284564"/>
                  <a:gd name="connsiteY1" fmla="*/ 148543 h 199195"/>
                  <a:gd name="connsiteX2" fmla="*/ 112798 w 284564"/>
                  <a:gd name="connsiteY2" fmla="*/ 119138 h 199195"/>
                  <a:gd name="connsiteX3" fmla="*/ 62525 w 284564"/>
                  <a:gd name="connsiteY3" fmla="*/ 152337 h 199195"/>
                  <a:gd name="connsiteX4" fmla="*/ 36914 w 284564"/>
                  <a:gd name="connsiteY4" fmla="*/ 175103 h 199195"/>
                  <a:gd name="connsiteX5" fmla="*/ 11303 w 284564"/>
                  <a:gd name="connsiteY5" fmla="*/ 179845 h 199195"/>
                  <a:gd name="connsiteX6" fmla="*/ 3715 w 284564"/>
                  <a:gd name="connsiteY6" fmla="*/ 61277 h 199195"/>
                  <a:gd name="connsiteX7" fmla="*/ 40708 w 284564"/>
                  <a:gd name="connsiteY7" fmla="*/ 10055 h 199195"/>
                  <a:gd name="connsiteX8" fmla="*/ 117540 w 284564"/>
                  <a:gd name="connsiteY8" fmla="*/ 1518 h 199195"/>
                  <a:gd name="connsiteX9" fmla="*/ 242749 w 284564"/>
                  <a:gd name="connsiteY9" fmla="*/ 4364 h 199195"/>
                  <a:gd name="connsiteX10" fmla="*/ 275948 w 284564"/>
                  <a:gd name="connsiteY10" fmla="*/ 29975 h 199195"/>
                  <a:gd name="connsiteX11" fmla="*/ 285433 w 284564"/>
                  <a:gd name="connsiteY11" fmla="*/ 181742 h 199195"/>
                  <a:gd name="connsiteX12" fmla="*/ 272154 w 284564"/>
                  <a:gd name="connsiteY12" fmla="*/ 199765 h 19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564" h="199195">
                    <a:moveTo>
                      <a:pt x="272154" y="199765"/>
                    </a:moveTo>
                    <a:cubicBezTo>
                      <a:pt x="258874" y="182691"/>
                      <a:pt x="245594" y="165617"/>
                      <a:pt x="231366" y="148543"/>
                    </a:cubicBezTo>
                    <a:cubicBezTo>
                      <a:pt x="201961" y="119138"/>
                      <a:pt x="166865" y="95424"/>
                      <a:pt x="112798" y="119138"/>
                    </a:cubicBezTo>
                    <a:cubicBezTo>
                      <a:pt x="100467" y="124830"/>
                      <a:pt x="71062" y="134315"/>
                      <a:pt x="62525" y="152337"/>
                    </a:cubicBezTo>
                    <a:cubicBezTo>
                      <a:pt x="62525" y="152337"/>
                      <a:pt x="36914" y="175103"/>
                      <a:pt x="36914" y="175103"/>
                    </a:cubicBezTo>
                    <a:cubicBezTo>
                      <a:pt x="32171" y="179845"/>
                      <a:pt x="17943" y="173205"/>
                      <a:pt x="11303" y="179845"/>
                    </a:cubicBezTo>
                    <a:cubicBezTo>
                      <a:pt x="-4822" y="141903"/>
                      <a:pt x="-79" y="102064"/>
                      <a:pt x="3715" y="61277"/>
                    </a:cubicBezTo>
                    <a:cubicBezTo>
                      <a:pt x="6560" y="46100"/>
                      <a:pt x="30274" y="21438"/>
                      <a:pt x="40708" y="10055"/>
                    </a:cubicBezTo>
                    <a:cubicBezTo>
                      <a:pt x="50194" y="-4173"/>
                      <a:pt x="76753" y="570"/>
                      <a:pt x="117540" y="1518"/>
                    </a:cubicBezTo>
                    <a:cubicBezTo>
                      <a:pt x="134614" y="570"/>
                      <a:pt x="197219" y="-1327"/>
                      <a:pt x="242749" y="4364"/>
                    </a:cubicBezTo>
                    <a:cubicBezTo>
                      <a:pt x="251286" y="5312"/>
                      <a:pt x="272154" y="22386"/>
                      <a:pt x="275948" y="29975"/>
                    </a:cubicBezTo>
                    <a:cubicBezTo>
                      <a:pt x="294919" y="79299"/>
                      <a:pt x="283536" y="131469"/>
                      <a:pt x="285433" y="181742"/>
                    </a:cubicBezTo>
                    <a:cubicBezTo>
                      <a:pt x="286382" y="190279"/>
                      <a:pt x="279742" y="195971"/>
                      <a:pt x="272154" y="199765"/>
                    </a:cubicBezTo>
                    <a:close/>
                  </a:path>
                </a:pathLst>
              </a:custGeom>
              <a:solidFill>
                <a:schemeClr val="tx1">
                  <a:lumMod val="50000"/>
                  <a:lumOff val="50000"/>
                </a:schemeClr>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EA076130-1D13-46FE-89BE-E2CDBEBE5ED1}"/>
                  </a:ext>
                </a:extLst>
              </p:cNvPr>
              <p:cNvSpPr/>
              <p:nvPr/>
            </p:nvSpPr>
            <p:spPr>
              <a:xfrm rot="739140" flipH="1">
                <a:off x="2873126" y="2323758"/>
                <a:ext cx="116437" cy="27397"/>
              </a:xfrm>
              <a:custGeom>
                <a:avLst/>
                <a:gdLst>
                  <a:gd name="connsiteX0" fmla="*/ 170647 w 161253"/>
                  <a:gd name="connsiteY0" fmla="*/ 19746 h 37941"/>
                  <a:gd name="connsiteX1" fmla="*/ 16033 w 161253"/>
                  <a:gd name="connsiteY1" fmla="*/ 34922 h 37941"/>
                  <a:gd name="connsiteX2" fmla="*/ 857 w 161253"/>
                  <a:gd name="connsiteY2" fmla="*/ 14054 h 37941"/>
                  <a:gd name="connsiteX3" fmla="*/ 26467 w 161253"/>
                  <a:gd name="connsiteY3" fmla="*/ 1723 h 37941"/>
                  <a:gd name="connsiteX4" fmla="*/ 81483 w 161253"/>
                  <a:gd name="connsiteY4" fmla="*/ 1723 h 37941"/>
                  <a:gd name="connsiteX5" fmla="*/ 170647 w 161253"/>
                  <a:gd name="connsiteY5" fmla="*/ 19746 h 3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53" h="37941">
                    <a:moveTo>
                      <a:pt x="170647" y="19746"/>
                    </a:moveTo>
                    <a:cubicBezTo>
                      <a:pt x="118477" y="40614"/>
                      <a:pt x="68204" y="52945"/>
                      <a:pt x="16033" y="34922"/>
                    </a:cubicBezTo>
                    <a:cubicBezTo>
                      <a:pt x="6548" y="32077"/>
                      <a:pt x="-2938" y="26386"/>
                      <a:pt x="857" y="14054"/>
                    </a:cubicBezTo>
                    <a:cubicBezTo>
                      <a:pt x="4651" y="2672"/>
                      <a:pt x="15085" y="-2071"/>
                      <a:pt x="26467" y="1723"/>
                    </a:cubicBezTo>
                    <a:cubicBezTo>
                      <a:pt x="45438" y="7415"/>
                      <a:pt x="62512" y="4569"/>
                      <a:pt x="81483" y="1723"/>
                    </a:cubicBezTo>
                    <a:cubicBezTo>
                      <a:pt x="110888" y="-3019"/>
                      <a:pt x="140293" y="1723"/>
                      <a:pt x="170647" y="19746"/>
                    </a:cubicBezTo>
                    <a:close/>
                  </a:path>
                </a:pathLst>
              </a:custGeom>
              <a:solidFill>
                <a:srgbClr val="E2AA74"/>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794E2121-19FD-4E1B-AC94-173EBDCEC355}"/>
                  </a:ext>
                </a:extLst>
              </p:cNvPr>
              <p:cNvSpPr/>
              <p:nvPr/>
            </p:nvSpPr>
            <p:spPr>
              <a:xfrm rot="739140" flipH="1">
                <a:off x="2959305" y="2251007"/>
                <a:ext cx="47944" cy="41095"/>
              </a:xfrm>
              <a:custGeom>
                <a:avLst/>
                <a:gdLst>
                  <a:gd name="connsiteX0" fmla="*/ 68724 w 66398"/>
                  <a:gd name="connsiteY0" fmla="*/ 0 h 56912"/>
                  <a:gd name="connsiteX1" fmla="*/ 26039 w 66398"/>
                  <a:gd name="connsiteY1" fmla="*/ 64501 h 56912"/>
                  <a:gd name="connsiteX2" fmla="*/ 10863 w 66398"/>
                  <a:gd name="connsiteY2" fmla="*/ 38890 h 56912"/>
                  <a:gd name="connsiteX3" fmla="*/ 24142 w 66398"/>
                  <a:gd name="connsiteY3" fmla="*/ 11383 h 56912"/>
                  <a:gd name="connsiteX4" fmla="*/ 68724 w 66398"/>
                  <a:gd name="connsiteY4" fmla="*/ 0 h 5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98" h="56912">
                    <a:moveTo>
                      <a:pt x="68724" y="0"/>
                    </a:moveTo>
                    <a:cubicBezTo>
                      <a:pt x="52599" y="24662"/>
                      <a:pt x="40268" y="43633"/>
                      <a:pt x="26039" y="64501"/>
                    </a:cubicBezTo>
                    <a:cubicBezTo>
                      <a:pt x="16554" y="56913"/>
                      <a:pt x="12760" y="47427"/>
                      <a:pt x="10863" y="38890"/>
                    </a:cubicBezTo>
                    <a:cubicBezTo>
                      <a:pt x="8966" y="28456"/>
                      <a:pt x="-19491" y="1897"/>
                      <a:pt x="24142" y="11383"/>
                    </a:cubicBezTo>
                    <a:cubicBezTo>
                      <a:pt x="36473" y="13280"/>
                      <a:pt x="49753" y="4743"/>
                      <a:pt x="68724" y="0"/>
                    </a:cubicBezTo>
                    <a:close/>
                  </a:path>
                </a:pathLst>
              </a:custGeom>
              <a:solidFill>
                <a:srgbClr val="D9AD7C"/>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76D31E4A-B63A-4B70-9401-8770BBBF2676}"/>
                  </a:ext>
                </a:extLst>
              </p:cNvPr>
              <p:cNvSpPr/>
              <p:nvPr/>
            </p:nvSpPr>
            <p:spPr>
              <a:xfrm rot="739140" flipH="1">
                <a:off x="3466417" y="2308137"/>
                <a:ext cx="109588" cy="198627"/>
              </a:xfrm>
              <a:custGeom>
                <a:avLst/>
                <a:gdLst>
                  <a:gd name="connsiteX0" fmla="*/ 103496 w 151767"/>
                  <a:gd name="connsiteY0" fmla="*/ 2586 h 275078"/>
                  <a:gd name="connsiteX1" fmla="*/ 160409 w 151767"/>
                  <a:gd name="connsiteY1" fmla="*/ 216958 h 275078"/>
                  <a:gd name="connsiteX2" fmla="*/ 153769 w 151767"/>
                  <a:gd name="connsiteY2" fmla="*/ 259642 h 275078"/>
                  <a:gd name="connsiteX3" fmla="*/ 117725 w 151767"/>
                  <a:gd name="connsiteY3" fmla="*/ 276716 h 275078"/>
                  <a:gd name="connsiteX4" fmla="*/ 9590 w 151767"/>
                  <a:gd name="connsiteY4" fmla="*/ 223597 h 275078"/>
                  <a:gd name="connsiteX5" fmla="*/ 105 w 151767"/>
                  <a:gd name="connsiteY5" fmla="*/ 210318 h 275078"/>
                  <a:gd name="connsiteX6" fmla="*/ 17178 w 151767"/>
                  <a:gd name="connsiteY6" fmla="*/ 205575 h 275078"/>
                  <a:gd name="connsiteX7" fmla="*/ 107290 w 151767"/>
                  <a:gd name="connsiteY7" fmla="*/ 210318 h 275078"/>
                  <a:gd name="connsiteX8" fmla="*/ 143335 w 151767"/>
                  <a:gd name="connsiteY8" fmla="*/ 163839 h 275078"/>
                  <a:gd name="connsiteX9" fmla="*/ 101599 w 151767"/>
                  <a:gd name="connsiteY9" fmla="*/ 7328 h 275078"/>
                  <a:gd name="connsiteX10" fmla="*/ 103496 w 151767"/>
                  <a:gd name="connsiteY10" fmla="*/ 2586 h 275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67" h="275078">
                    <a:moveTo>
                      <a:pt x="103496" y="2586"/>
                    </a:moveTo>
                    <a:cubicBezTo>
                      <a:pt x="120570" y="60447"/>
                      <a:pt x="157564" y="155302"/>
                      <a:pt x="160409" y="216958"/>
                    </a:cubicBezTo>
                    <a:cubicBezTo>
                      <a:pt x="161358" y="232134"/>
                      <a:pt x="159461" y="246362"/>
                      <a:pt x="153769" y="259642"/>
                    </a:cubicBezTo>
                    <a:cubicBezTo>
                      <a:pt x="147129" y="274819"/>
                      <a:pt x="132901" y="279562"/>
                      <a:pt x="117725" y="276716"/>
                    </a:cubicBezTo>
                    <a:cubicBezTo>
                      <a:pt x="76937" y="268179"/>
                      <a:pt x="41841" y="249208"/>
                      <a:pt x="9590" y="223597"/>
                    </a:cubicBezTo>
                    <a:cubicBezTo>
                      <a:pt x="4847" y="219803"/>
                      <a:pt x="-844" y="216009"/>
                      <a:pt x="105" y="210318"/>
                    </a:cubicBezTo>
                    <a:cubicBezTo>
                      <a:pt x="2002" y="201781"/>
                      <a:pt x="11487" y="204626"/>
                      <a:pt x="17178" y="205575"/>
                    </a:cubicBezTo>
                    <a:cubicBezTo>
                      <a:pt x="47532" y="206523"/>
                      <a:pt x="76937" y="210318"/>
                      <a:pt x="107290" y="210318"/>
                    </a:cubicBezTo>
                    <a:cubicBezTo>
                      <a:pt x="139541" y="211266"/>
                      <a:pt x="149975" y="197038"/>
                      <a:pt x="143335" y="163839"/>
                    </a:cubicBezTo>
                    <a:cubicBezTo>
                      <a:pt x="135747" y="124000"/>
                      <a:pt x="109188" y="46219"/>
                      <a:pt x="101599" y="7328"/>
                    </a:cubicBezTo>
                    <a:cubicBezTo>
                      <a:pt x="98754" y="-260"/>
                      <a:pt x="100651" y="-2157"/>
                      <a:pt x="103496" y="2586"/>
                    </a:cubicBezTo>
                    <a:close/>
                  </a:path>
                </a:pathLst>
              </a:custGeom>
              <a:solidFill>
                <a:srgbClr val="D0A475"/>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Shape 46">
                <a:extLst>
                  <a:ext uri="{FF2B5EF4-FFF2-40B4-BE49-F238E27FC236}">
                    <a16:creationId xmlns:a16="http://schemas.microsoft.com/office/drawing/2014/main" id="{56F1D403-7673-4E31-92D2-F5C0BFDF7542}"/>
                  </a:ext>
                </a:extLst>
              </p:cNvPr>
              <p:cNvSpPr/>
              <p:nvPr/>
            </p:nvSpPr>
            <p:spPr>
              <a:xfrm rot="739140" flipH="1">
                <a:off x="3765026" y="2340098"/>
                <a:ext cx="6849" cy="6849"/>
              </a:xfrm>
              <a:custGeom>
                <a:avLst/>
                <a:gdLst>
                  <a:gd name="connsiteX0" fmla="*/ 0 w 0"/>
                  <a:gd name="connsiteY0" fmla="*/ 0 h 0"/>
                  <a:gd name="connsiteX1" fmla="*/ 0 w 0"/>
                  <a:gd name="connsiteY1" fmla="*/ 0 h 0"/>
                  <a:gd name="connsiteX2" fmla="*/ 0 w 0"/>
                  <a:gd name="connsiteY2" fmla="*/ 0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lnTo>
                      <a:pt x="0" y="0"/>
                    </a:lnTo>
                    <a:lnTo>
                      <a:pt x="0" y="0"/>
                    </a:lnTo>
                    <a:lnTo>
                      <a:pt x="0" y="0"/>
                    </a:lnTo>
                    <a:close/>
                  </a:path>
                </a:pathLst>
              </a:custGeom>
              <a:solidFill>
                <a:srgbClr val="0B0907"/>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A3B99644-AE1F-442F-94E8-C9CDB3B35DB1}"/>
                  </a:ext>
                </a:extLst>
              </p:cNvPr>
              <p:cNvSpPr/>
              <p:nvPr/>
            </p:nvSpPr>
            <p:spPr>
              <a:xfrm rot="739140" flipH="1">
                <a:off x="2166304" y="2562793"/>
                <a:ext cx="287666" cy="342459"/>
              </a:xfrm>
              <a:custGeom>
                <a:avLst/>
                <a:gdLst>
                  <a:gd name="connsiteX0" fmla="*/ 49643 w 398390"/>
                  <a:gd name="connsiteY0" fmla="*/ 318369 h 474273"/>
                  <a:gd name="connsiteX1" fmla="*/ 12650 w 398390"/>
                  <a:gd name="connsiteY1" fmla="*/ 270942 h 474273"/>
                  <a:gd name="connsiteX2" fmla="*/ 18341 w 398390"/>
                  <a:gd name="connsiteY2" fmla="*/ 200749 h 474273"/>
                  <a:gd name="connsiteX3" fmla="*/ 13598 w 398390"/>
                  <a:gd name="connsiteY3" fmla="*/ 184624 h 474273"/>
                  <a:gd name="connsiteX4" fmla="*/ 23084 w 398390"/>
                  <a:gd name="connsiteY4" fmla="*/ 154270 h 474273"/>
                  <a:gd name="connsiteX5" fmla="*/ 36364 w 398390"/>
                  <a:gd name="connsiteY5" fmla="*/ 146682 h 474273"/>
                  <a:gd name="connsiteX6" fmla="*/ 43952 w 398390"/>
                  <a:gd name="connsiteY6" fmla="*/ 133402 h 474273"/>
                  <a:gd name="connsiteX7" fmla="*/ 43952 w 398390"/>
                  <a:gd name="connsiteY7" fmla="*/ 93563 h 474273"/>
                  <a:gd name="connsiteX8" fmla="*/ 70511 w 398390"/>
                  <a:gd name="connsiteY8" fmla="*/ 62261 h 474273"/>
                  <a:gd name="connsiteX9" fmla="*/ 98019 w 398390"/>
                  <a:gd name="connsiteY9" fmla="*/ 8194 h 474273"/>
                  <a:gd name="connsiteX10" fmla="*/ 141652 w 398390"/>
                  <a:gd name="connsiteY10" fmla="*/ 606 h 474273"/>
                  <a:gd name="connsiteX11" fmla="*/ 204256 w 398390"/>
                  <a:gd name="connsiteY11" fmla="*/ 14834 h 474273"/>
                  <a:gd name="connsiteX12" fmla="*/ 316185 w 398390"/>
                  <a:gd name="connsiteY12" fmla="*/ 67953 h 474273"/>
                  <a:gd name="connsiteX13" fmla="*/ 394915 w 398390"/>
                  <a:gd name="connsiteY13" fmla="*/ 205492 h 474273"/>
                  <a:gd name="connsiteX14" fmla="*/ 402503 w 398390"/>
                  <a:gd name="connsiteY14" fmla="*/ 240588 h 474273"/>
                  <a:gd name="connsiteX15" fmla="*/ 290574 w 398390"/>
                  <a:gd name="connsiteY15" fmla="*/ 472983 h 474273"/>
                  <a:gd name="connsiteX16" fmla="*/ 269706 w 398390"/>
                  <a:gd name="connsiteY16" fmla="*/ 473931 h 474273"/>
                  <a:gd name="connsiteX17" fmla="*/ 236507 w 398390"/>
                  <a:gd name="connsiteY17" fmla="*/ 460651 h 474273"/>
                  <a:gd name="connsiteX18" fmla="*/ 49643 w 398390"/>
                  <a:gd name="connsiteY18" fmla="*/ 318369 h 47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8390" h="474273">
                    <a:moveTo>
                      <a:pt x="49643" y="318369"/>
                    </a:moveTo>
                    <a:cubicBezTo>
                      <a:pt x="35415" y="304141"/>
                      <a:pt x="24032" y="288016"/>
                      <a:pt x="12650" y="270942"/>
                    </a:cubicBezTo>
                    <a:cubicBezTo>
                      <a:pt x="-14858" y="227309"/>
                      <a:pt x="9804" y="226360"/>
                      <a:pt x="18341" y="200749"/>
                    </a:cubicBezTo>
                    <a:cubicBezTo>
                      <a:pt x="20238" y="196955"/>
                      <a:pt x="16444" y="191264"/>
                      <a:pt x="13598" y="184624"/>
                    </a:cubicBezTo>
                    <a:cubicBezTo>
                      <a:pt x="7907" y="173241"/>
                      <a:pt x="12650" y="159962"/>
                      <a:pt x="23084" y="154270"/>
                    </a:cubicBezTo>
                    <a:lnTo>
                      <a:pt x="36364" y="146682"/>
                    </a:lnTo>
                    <a:cubicBezTo>
                      <a:pt x="41106" y="143836"/>
                      <a:pt x="43952" y="139094"/>
                      <a:pt x="43952" y="133402"/>
                    </a:cubicBezTo>
                    <a:cubicBezTo>
                      <a:pt x="43003" y="121071"/>
                      <a:pt x="35415" y="115380"/>
                      <a:pt x="43952" y="93563"/>
                    </a:cubicBezTo>
                    <a:cubicBezTo>
                      <a:pt x="54386" y="70798"/>
                      <a:pt x="73357" y="85975"/>
                      <a:pt x="70511" y="62261"/>
                    </a:cubicBezTo>
                    <a:cubicBezTo>
                      <a:pt x="64820" y="25268"/>
                      <a:pt x="59129" y="18628"/>
                      <a:pt x="98019" y="8194"/>
                    </a:cubicBezTo>
                    <a:cubicBezTo>
                      <a:pt x="113196" y="3451"/>
                      <a:pt x="130270" y="606"/>
                      <a:pt x="141652" y="606"/>
                    </a:cubicBezTo>
                    <a:cubicBezTo>
                      <a:pt x="169160" y="-2240"/>
                      <a:pt x="179594" y="5349"/>
                      <a:pt x="204256" y="14834"/>
                    </a:cubicBezTo>
                    <a:cubicBezTo>
                      <a:pt x="243147" y="30959"/>
                      <a:pt x="279192" y="40445"/>
                      <a:pt x="316185" y="67953"/>
                    </a:cubicBezTo>
                    <a:cubicBezTo>
                      <a:pt x="357921" y="104946"/>
                      <a:pt x="384481" y="148579"/>
                      <a:pt x="394915" y="205492"/>
                    </a:cubicBezTo>
                    <a:cubicBezTo>
                      <a:pt x="397760" y="215926"/>
                      <a:pt x="402503" y="227309"/>
                      <a:pt x="402503" y="240588"/>
                    </a:cubicBezTo>
                    <a:cubicBezTo>
                      <a:pt x="367407" y="316472"/>
                      <a:pt x="325671" y="397099"/>
                      <a:pt x="290574" y="472983"/>
                    </a:cubicBezTo>
                    <a:cubicBezTo>
                      <a:pt x="282986" y="488159"/>
                      <a:pt x="276346" y="475828"/>
                      <a:pt x="269706" y="473931"/>
                    </a:cubicBezTo>
                    <a:cubicBezTo>
                      <a:pt x="257375" y="472983"/>
                      <a:pt x="246941" y="467291"/>
                      <a:pt x="236507" y="460651"/>
                    </a:cubicBezTo>
                    <a:cubicBezTo>
                      <a:pt x="178646" y="425555"/>
                      <a:pt x="68614" y="334495"/>
                      <a:pt x="49643" y="318369"/>
                    </a:cubicBezTo>
                    <a:close/>
                  </a:path>
                </a:pathLst>
              </a:custGeom>
              <a:solidFill>
                <a:srgbClr val="FDCE98"/>
              </a:solidFill>
              <a:ln w="9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7CB13D24-346A-4190-A1C8-071459103544}"/>
              </a:ext>
            </a:extLst>
          </p:cNvPr>
          <p:cNvSpPr txBox="1"/>
          <p:nvPr/>
        </p:nvSpPr>
        <p:spPr>
          <a:xfrm>
            <a:off x="4569118" y="1656555"/>
            <a:ext cx="7165024" cy="2308324"/>
          </a:xfrm>
          <a:prstGeom prst="rect">
            <a:avLst/>
          </a:prstGeom>
          <a:noFill/>
        </p:spPr>
        <p:txBody>
          <a:bodyPr wrap="square">
            <a:spAutoFit/>
          </a:bodyPr>
          <a:lstStyle/>
          <a:p>
            <a:r>
              <a:rPr lang="en-US" dirty="0"/>
              <a:t>Hackers stole data from the European Space Agency (ESA) and leaked information from 8,107 users online. Even though ESA needed to keep its space exploration data secure, many of its scientists used very weak passwords.</a:t>
            </a:r>
          </a:p>
          <a:p>
            <a:r>
              <a:rPr lang="en-US" dirty="0"/>
              <a:t>Shockingly, </a:t>
            </a:r>
            <a:r>
              <a:rPr lang="en-US" b="1" dirty="0"/>
              <a:t>39% of the passwords</a:t>
            </a:r>
            <a:r>
              <a:rPr lang="en-US" dirty="0"/>
              <a:t> (3,191 in total) were only three characters long, like "410" or "808." Only </a:t>
            </a:r>
            <a:r>
              <a:rPr lang="en-US" b="1" dirty="0"/>
              <a:t>22 users</a:t>
            </a:r>
            <a:r>
              <a:rPr lang="en-US" dirty="0"/>
              <a:t> followed best practices by using strong passwords with at least 20 characters. This weak security made it easier for attackers to access ESA's data.</a:t>
            </a:r>
          </a:p>
        </p:txBody>
      </p:sp>
      <p:sp>
        <p:nvSpPr>
          <p:cNvPr id="50" name="TextBox 49">
            <a:extLst>
              <a:ext uri="{FF2B5EF4-FFF2-40B4-BE49-F238E27FC236}">
                <a16:creationId xmlns:a16="http://schemas.microsoft.com/office/drawing/2014/main" id="{5CC250B7-A0A6-481E-A52F-06C6EC54CF7D}"/>
              </a:ext>
            </a:extLst>
          </p:cNvPr>
          <p:cNvSpPr txBox="1"/>
          <p:nvPr/>
        </p:nvSpPr>
        <p:spPr>
          <a:xfrm>
            <a:off x="4812734" y="1099609"/>
            <a:ext cx="532654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rPr>
              <a:t>EXAMPLE NO.5</a:t>
            </a:r>
            <a:endParaRPr kumimoji="0" lang="ko-KR" altLang="en-US" sz="2800" b="1" i="0" u="none" strike="noStrike" kern="1200" cap="none" spc="0" normalizeH="0" baseline="0" noProof="0" dirty="0">
              <a:ln>
                <a:noFill/>
              </a:ln>
              <a:solidFill>
                <a:srgbClr val="1D9A78"/>
              </a:solidFill>
              <a:effectLst/>
              <a:uLnTx/>
              <a:uFillTx/>
              <a:latin typeface="Calibri" panose="020F0502020204030204"/>
              <a:ea typeface="맑은 고딕" panose="020B0503020000020004" pitchFamily="34" charset="-127"/>
              <a:cs typeface="Arial" pitchFamily="34" charset="0"/>
            </a:endParaRPr>
          </a:p>
        </p:txBody>
      </p:sp>
    </p:spTree>
    <p:extLst>
      <p:ext uri="{BB962C8B-B14F-4D97-AF65-F5344CB8AC3E}">
        <p14:creationId xmlns:p14="http://schemas.microsoft.com/office/powerpoint/2010/main" val="11301217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09401" y="250140"/>
            <a:ext cx="11573197" cy="724247"/>
          </a:xfrm>
        </p:spPr>
        <p:txBody>
          <a:bodyPr>
            <a:normAutofit fontScale="92500" lnSpcReduction="10000"/>
          </a:bodyPr>
          <a:lstStyle/>
          <a:p>
            <a:r>
              <a:rPr lang="en-US" b="1" dirty="0"/>
              <a:t>Security Breaches</a:t>
            </a:r>
          </a:p>
        </p:txBody>
      </p:sp>
      <p:grpSp>
        <p:nvGrpSpPr>
          <p:cNvPr id="3" name="Group 2">
            <a:extLst>
              <a:ext uri="{FF2B5EF4-FFF2-40B4-BE49-F238E27FC236}">
                <a16:creationId xmlns:a16="http://schemas.microsoft.com/office/drawing/2014/main" id="{99F4B42B-14CA-4E81-806F-6104B1EFC216}"/>
              </a:ext>
            </a:extLst>
          </p:cNvPr>
          <p:cNvGrpSpPr/>
          <p:nvPr/>
        </p:nvGrpSpPr>
        <p:grpSpPr>
          <a:xfrm>
            <a:off x="7496004" y="1920263"/>
            <a:ext cx="3864628" cy="3896248"/>
            <a:chOff x="7496004" y="1920263"/>
            <a:chExt cx="3864628" cy="3896248"/>
          </a:xfrm>
        </p:grpSpPr>
        <p:sp>
          <p:nvSpPr>
            <p:cNvPr id="4" name="Isosceles Triangle 20">
              <a:extLst>
                <a:ext uri="{FF2B5EF4-FFF2-40B4-BE49-F238E27FC236}">
                  <a16:creationId xmlns:a16="http://schemas.microsoft.com/office/drawing/2014/main" id="{D857AEF3-2BAB-4B10-A92B-50F6B5652C4C}"/>
                </a:ext>
              </a:extLst>
            </p:cNvPr>
            <p:cNvSpPr>
              <a:spLocks noChangeAspect="1"/>
            </p:cNvSpPr>
            <p:nvPr/>
          </p:nvSpPr>
          <p:spPr>
            <a:xfrm rot="8201235">
              <a:off x="10839502" y="4413955"/>
              <a:ext cx="427534" cy="471394"/>
            </a:xfrm>
            <a:custGeom>
              <a:avLst/>
              <a:gdLst/>
              <a:ahLst/>
              <a:cxnLst/>
              <a:rect l="l" t="t" r="r" b="b"/>
              <a:pathLst>
                <a:path w="4285801" h="4725490">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 name="Oval 21">
              <a:extLst>
                <a:ext uri="{FF2B5EF4-FFF2-40B4-BE49-F238E27FC236}">
                  <a16:creationId xmlns:a16="http://schemas.microsoft.com/office/drawing/2014/main" id="{3E9BF2E0-BB0D-492B-B23D-18525C8DC865}"/>
                </a:ext>
              </a:extLst>
            </p:cNvPr>
            <p:cNvSpPr>
              <a:spLocks noChangeAspect="1"/>
            </p:cNvSpPr>
            <p:nvPr/>
          </p:nvSpPr>
          <p:spPr>
            <a:xfrm rot="20700000">
              <a:off x="7608221" y="2961416"/>
              <a:ext cx="392828" cy="319096"/>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6" name="Round Same Side Corner Rectangle 2">
              <a:extLst>
                <a:ext uri="{FF2B5EF4-FFF2-40B4-BE49-F238E27FC236}">
                  <a16:creationId xmlns:a16="http://schemas.microsoft.com/office/drawing/2014/main" id="{F874CADC-9EE2-4426-B491-ED504626F9E7}"/>
                </a:ext>
              </a:extLst>
            </p:cNvPr>
            <p:cNvSpPr/>
            <p:nvPr/>
          </p:nvSpPr>
          <p:spPr>
            <a:xfrm rot="5400000" flipH="1">
              <a:off x="10824557" y="2917080"/>
              <a:ext cx="392828" cy="392828"/>
            </a:xfrm>
            <a:custGeom>
              <a:avLst/>
              <a:gdLst/>
              <a:ahLst/>
              <a:cxnLst/>
              <a:rect l="l" t="t" r="r" b="b"/>
              <a:pathLst>
                <a:path w="3287892" h="3786923">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7" name="Trapezoid 6">
              <a:extLst>
                <a:ext uri="{FF2B5EF4-FFF2-40B4-BE49-F238E27FC236}">
                  <a16:creationId xmlns:a16="http://schemas.microsoft.com/office/drawing/2014/main" id="{CF6CB40C-AAE3-4BC0-BE1A-A2168066A4DC}"/>
                </a:ext>
              </a:extLst>
            </p:cNvPr>
            <p:cNvSpPr>
              <a:spLocks/>
            </p:cNvSpPr>
            <p:nvPr/>
          </p:nvSpPr>
          <p:spPr>
            <a:xfrm>
              <a:off x="11062223" y="3784811"/>
              <a:ext cx="285020" cy="285020"/>
            </a:xfrm>
            <a:custGeom>
              <a:avLst/>
              <a:gdLst/>
              <a:ahLst/>
              <a:cxnLst/>
              <a:rect l="l" t="t" r="r" b="b"/>
              <a:pathLst>
                <a:path w="2801488" h="2964099">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8" name="Rounded Rectangle 24">
              <a:extLst>
                <a:ext uri="{FF2B5EF4-FFF2-40B4-BE49-F238E27FC236}">
                  <a16:creationId xmlns:a16="http://schemas.microsoft.com/office/drawing/2014/main" id="{FD6FAF72-CA89-49D3-B9C9-BC90661F2795}"/>
                </a:ext>
              </a:extLst>
            </p:cNvPr>
            <p:cNvSpPr>
              <a:spLocks noChangeAspect="1"/>
            </p:cNvSpPr>
            <p:nvPr/>
          </p:nvSpPr>
          <p:spPr>
            <a:xfrm>
              <a:off x="8077159" y="2346892"/>
              <a:ext cx="392828" cy="303948"/>
            </a:xfrm>
            <a:custGeom>
              <a:avLst/>
              <a:gdLst/>
              <a:ahLst/>
              <a:cxnLst/>
              <a:rect l="l" t="t" r="r" b="b"/>
              <a:pathLst>
                <a:path w="3960000" h="3064028">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9" name="Isosceles Triangle 7">
              <a:extLst>
                <a:ext uri="{FF2B5EF4-FFF2-40B4-BE49-F238E27FC236}">
                  <a16:creationId xmlns:a16="http://schemas.microsoft.com/office/drawing/2014/main" id="{0A45748F-6022-4AD8-BF16-FE4B5FA61E0E}"/>
                </a:ext>
              </a:extLst>
            </p:cNvPr>
            <p:cNvSpPr>
              <a:spLocks noChangeAspect="1"/>
            </p:cNvSpPr>
            <p:nvPr/>
          </p:nvSpPr>
          <p:spPr>
            <a:xfrm>
              <a:off x="8560619" y="5355763"/>
              <a:ext cx="372889" cy="259826"/>
            </a:xfrm>
            <a:custGeom>
              <a:avLst/>
              <a:gdLst/>
              <a:ahLst/>
              <a:cxnLst/>
              <a:rect l="l" t="t" r="r" b="b"/>
              <a:pathLst>
                <a:path w="3974643" h="276949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10" name="Isosceles Triangle 2">
              <a:extLst>
                <a:ext uri="{FF2B5EF4-FFF2-40B4-BE49-F238E27FC236}">
                  <a16:creationId xmlns:a16="http://schemas.microsoft.com/office/drawing/2014/main" id="{D4BD8663-EF58-4C8A-AD10-8B9671E1C8E3}"/>
                </a:ext>
              </a:extLst>
            </p:cNvPr>
            <p:cNvSpPr>
              <a:spLocks/>
            </p:cNvSpPr>
            <p:nvPr/>
          </p:nvSpPr>
          <p:spPr>
            <a:xfrm rot="2498363">
              <a:off x="8831623" y="1920263"/>
              <a:ext cx="392828" cy="392828"/>
            </a:xfrm>
            <a:custGeom>
              <a:avLst/>
              <a:gdLst/>
              <a:ahLst/>
              <a:cxnLst/>
              <a:rect l="l" t="t" r="r" b="b"/>
              <a:pathLst>
                <a:path w="3860438" h="3938940">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1" name="Rounded Rectangle 2">
              <a:extLst>
                <a:ext uri="{FF2B5EF4-FFF2-40B4-BE49-F238E27FC236}">
                  <a16:creationId xmlns:a16="http://schemas.microsoft.com/office/drawing/2014/main" id="{A76A8299-3263-47DF-B0DC-CFD8E87EA586}"/>
                </a:ext>
              </a:extLst>
            </p:cNvPr>
            <p:cNvSpPr/>
            <p:nvPr/>
          </p:nvSpPr>
          <p:spPr>
            <a:xfrm rot="19470155">
              <a:off x="10110329" y="1972655"/>
              <a:ext cx="132806" cy="502999"/>
            </a:xfrm>
            <a:custGeom>
              <a:avLst/>
              <a:gdLst/>
              <a:ahLst/>
              <a:cxnLst/>
              <a:rect l="l" t="t" r="r" b="b"/>
              <a:pathLst>
                <a:path w="1323851" h="5014044">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12" name="자유형: 도형 94">
              <a:extLst>
                <a:ext uri="{FF2B5EF4-FFF2-40B4-BE49-F238E27FC236}">
                  <a16:creationId xmlns:a16="http://schemas.microsoft.com/office/drawing/2014/main" id="{1DAE9AE7-5A5C-4C0B-A820-235CA68F560D}"/>
                </a:ext>
              </a:extLst>
            </p:cNvPr>
            <p:cNvSpPr/>
            <p:nvPr/>
          </p:nvSpPr>
          <p:spPr>
            <a:xfrm rot="13500000">
              <a:off x="9503918" y="5364438"/>
              <a:ext cx="71616" cy="502304"/>
            </a:xfrm>
            <a:custGeom>
              <a:avLst/>
              <a:gdLst>
                <a:gd name="connsiteX0" fmla="*/ 42919 w 65631"/>
                <a:gd name="connsiteY0" fmla="*/ 215685 h 460327"/>
                <a:gd name="connsiteX1" fmla="*/ 22708 w 65631"/>
                <a:gd name="connsiteY1" fmla="*/ 215685 h 460327"/>
                <a:gd name="connsiteX2" fmla="*/ 0 w 65631"/>
                <a:gd name="connsiteY2" fmla="*/ 185855 h 460327"/>
                <a:gd name="connsiteX3" fmla="*/ 3 w 65631"/>
                <a:gd name="connsiteY3" fmla="*/ 185856 h 460327"/>
                <a:gd name="connsiteX4" fmla="*/ 3 w 65631"/>
                <a:gd name="connsiteY4" fmla="*/ 32814 h 460327"/>
                <a:gd name="connsiteX5" fmla="*/ 32817 w 65631"/>
                <a:gd name="connsiteY5" fmla="*/ 0 h 460327"/>
                <a:gd name="connsiteX6" fmla="*/ 65631 w 65631"/>
                <a:gd name="connsiteY6" fmla="*/ 32814 h 460327"/>
                <a:gd name="connsiteX7" fmla="*/ 65631 w 65631"/>
                <a:gd name="connsiteY7" fmla="*/ 185856 h 460327"/>
                <a:gd name="connsiteX8" fmla="*/ 65626 w 65631"/>
                <a:gd name="connsiteY8" fmla="*/ 185856 h 460327"/>
                <a:gd name="connsiteX9" fmla="*/ 57234 w 65631"/>
                <a:gd name="connsiteY9" fmla="*/ 460327 h 460327"/>
                <a:gd name="connsiteX10" fmla="*/ 11300 w 65631"/>
                <a:gd name="connsiteY10" fmla="*/ 460327 h 460327"/>
                <a:gd name="connsiteX11" fmla="*/ 11300 w 65631"/>
                <a:gd name="connsiteY11" fmla="*/ 366559 h 460327"/>
                <a:gd name="connsiteX12" fmla="*/ 25452 w 65631"/>
                <a:gd name="connsiteY12" fmla="*/ 346112 h 460327"/>
                <a:gd name="connsiteX13" fmla="*/ 24960 w 65631"/>
                <a:gd name="connsiteY13" fmla="*/ 216553 h 460327"/>
                <a:gd name="connsiteX14" fmla="*/ 42858 w 65631"/>
                <a:gd name="connsiteY14" fmla="*/ 216553 h 460327"/>
                <a:gd name="connsiteX15" fmla="*/ 42366 w 65631"/>
                <a:gd name="connsiteY15" fmla="*/ 345621 h 460327"/>
                <a:gd name="connsiteX16" fmla="*/ 57234 w 65631"/>
                <a:gd name="connsiteY16" fmla="*/ 366559 h 46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631" h="460327">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sp>
          <p:nvSpPr>
            <p:cNvPr id="13" name="Rectangle 4">
              <a:extLst>
                <a:ext uri="{FF2B5EF4-FFF2-40B4-BE49-F238E27FC236}">
                  <a16:creationId xmlns:a16="http://schemas.microsoft.com/office/drawing/2014/main" id="{C623668A-E552-4FA0-A1ED-1AFADAD250F9}"/>
                </a:ext>
              </a:extLst>
            </p:cNvPr>
            <p:cNvSpPr>
              <a:spLocks noChangeAspect="1"/>
            </p:cNvSpPr>
            <p:nvPr/>
          </p:nvSpPr>
          <p:spPr>
            <a:xfrm>
              <a:off x="10146073" y="5282722"/>
              <a:ext cx="141778" cy="392828"/>
            </a:xfrm>
            <a:custGeom>
              <a:avLst/>
              <a:gdLst/>
              <a:ahLst/>
              <a:cxnLst/>
              <a:rect l="l" t="t" r="r" b="b"/>
              <a:pathLst>
                <a:path w="1397263" h="3871427">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14" name="Isosceles Triangle 33">
              <a:extLst>
                <a:ext uri="{FF2B5EF4-FFF2-40B4-BE49-F238E27FC236}">
                  <a16:creationId xmlns:a16="http://schemas.microsoft.com/office/drawing/2014/main" id="{02331B79-8E44-4749-B2E2-C6816EB456CB}"/>
                </a:ext>
              </a:extLst>
            </p:cNvPr>
            <p:cNvSpPr>
              <a:spLocks/>
            </p:cNvSpPr>
            <p:nvPr/>
          </p:nvSpPr>
          <p:spPr>
            <a:xfrm rot="10800000">
              <a:off x="9233259" y="1922064"/>
              <a:ext cx="351266" cy="351266"/>
            </a:xfrm>
            <a:custGeom>
              <a:avLst/>
              <a:gdLst/>
              <a:ahLst/>
              <a:cxnLst/>
              <a:rect l="l" t="t" r="r" b="b"/>
              <a:pathLst>
                <a:path w="3982665" h="3915008">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 name="Rounded Rectangle 5">
              <a:extLst>
                <a:ext uri="{FF2B5EF4-FFF2-40B4-BE49-F238E27FC236}">
                  <a16:creationId xmlns:a16="http://schemas.microsoft.com/office/drawing/2014/main" id="{30243713-6F14-4FF0-949D-ABED94C7AA9C}"/>
                </a:ext>
              </a:extLst>
            </p:cNvPr>
            <p:cNvSpPr>
              <a:spLocks/>
            </p:cNvSpPr>
            <p:nvPr/>
          </p:nvSpPr>
          <p:spPr>
            <a:xfrm>
              <a:off x="8136976" y="5049647"/>
              <a:ext cx="351266" cy="351266"/>
            </a:xfrm>
            <a:custGeom>
              <a:avLst/>
              <a:gdLst/>
              <a:ahLst/>
              <a:cxnLst/>
              <a:rect l="l" t="t" r="r" b="b"/>
              <a:pathLst>
                <a:path w="3928707" h="3954781">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6" name="Rectangle 14">
              <a:extLst>
                <a:ext uri="{FF2B5EF4-FFF2-40B4-BE49-F238E27FC236}">
                  <a16:creationId xmlns:a16="http://schemas.microsoft.com/office/drawing/2014/main" id="{85CB07C1-BE6E-406A-AB6E-734C2C1E8101}"/>
                </a:ext>
              </a:extLst>
            </p:cNvPr>
            <p:cNvSpPr/>
            <p:nvPr/>
          </p:nvSpPr>
          <p:spPr>
            <a:xfrm>
              <a:off x="9626515" y="1969444"/>
              <a:ext cx="330976" cy="339180"/>
            </a:xfrm>
            <a:custGeom>
              <a:avLst/>
              <a:gdLst/>
              <a:ahLst/>
              <a:cxnLst/>
              <a:rect l="l" t="t" r="r" b="b"/>
              <a:pathLst>
                <a:path w="3888432" h="3984815">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7" name="Rounded Rectangle 4">
              <a:extLst>
                <a:ext uri="{FF2B5EF4-FFF2-40B4-BE49-F238E27FC236}">
                  <a16:creationId xmlns:a16="http://schemas.microsoft.com/office/drawing/2014/main" id="{2C0B57BA-B464-44AF-84E3-35CE5FDD7B43}"/>
                </a:ext>
              </a:extLst>
            </p:cNvPr>
            <p:cNvSpPr>
              <a:spLocks noChangeAspect="1"/>
            </p:cNvSpPr>
            <p:nvPr/>
          </p:nvSpPr>
          <p:spPr>
            <a:xfrm>
              <a:off x="10765361" y="4863776"/>
              <a:ext cx="330939" cy="234666"/>
            </a:xfrm>
            <a:custGeom>
              <a:avLst/>
              <a:gdLst/>
              <a:ahLst/>
              <a:cxnLst/>
              <a:rect l="l" t="t" r="r" b="b"/>
              <a:pathLst>
                <a:path w="3960000" h="2808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8" name="Rectangle 5">
              <a:extLst>
                <a:ext uri="{FF2B5EF4-FFF2-40B4-BE49-F238E27FC236}">
                  <a16:creationId xmlns:a16="http://schemas.microsoft.com/office/drawing/2014/main" id="{7D2BFFAC-4745-4323-A6BF-5D92BA1E2DB9}"/>
                </a:ext>
              </a:extLst>
            </p:cNvPr>
            <p:cNvSpPr>
              <a:spLocks noChangeAspect="1"/>
            </p:cNvSpPr>
            <p:nvPr/>
          </p:nvSpPr>
          <p:spPr>
            <a:xfrm>
              <a:off x="7818475" y="4673961"/>
              <a:ext cx="330939" cy="330692"/>
            </a:xfrm>
            <a:custGeom>
              <a:avLst/>
              <a:gdLst/>
              <a:ahLst/>
              <a:cxnLst/>
              <a:rect l="l" t="t" r="r" b="b"/>
              <a:pathLst>
                <a:path w="3971162" h="3968213">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9" name="Rounded Rectangle 16">
              <a:extLst>
                <a:ext uri="{FF2B5EF4-FFF2-40B4-BE49-F238E27FC236}">
                  <a16:creationId xmlns:a16="http://schemas.microsoft.com/office/drawing/2014/main" id="{B52C9B96-B6E8-4A0F-B777-A4F587CA6ECD}"/>
                </a:ext>
              </a:extLst>
            </p:cNvPr>
            <p:cNvSpPr>
              <a:spLocks noChangeAspect="1"/>
            </p:cNvSpPr>
            <p:nvPr/>
          </p:nvSpPr>
          <p:spPr>
            <a:xfrm>
              <a:off x="10999746" y="4139499"/>
              <a:ext cx="330940" cy="232884"/>
            </a:xfrm>
            <a:custGeom>
              <a:avLst/>
              <a:gdLst/>
              <a:ahLst/>
              <a:cxnLst/>
              <a:rect l="l" t="t" r="r" b="b"/>
              <a:pathLst>
                <a:path w="3888432" h="2736304">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20" name="Freeform 25">
              <a:extLst>
                <a:ext uri="{FF2B5EF4-FFF2-40B4-BE49-F238E27FC236}">
                  <a16:creationId xmlns:a16="http://schemas.microsoft.com/office/drawing/2014/main" id="{66C83CF2-9280-44CE-88E6-50B6B5A58CB3}"/>
                </a:ext>
              </a:extLst>
            </p:cNvPr>
            <p:cNvSpPr>
              <a:spLocks noChangeAspect="1"/>
            </p:cNvSpPr>
            <p:nvPr/>
          </p:nvSpPr>
          <p:spPr>
            <a:xfrm>
              <a:off x="9698244" y="5398653"/>
              <a:ext cx="300703" cy="366439"/>
            </a:xfrm>
            <a:custGeom>
              <a:avLst/>
              <a:gdLst/>
              <a:ahLst/>
              <a:cxnLst/>
              <a:rect l="l" t="t" r="r" b="b"/>
              <a:pathLst>
                <a:path w="3240944" h="3949460">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1" name="Rounded Rectangle 8">
              <a:extLst>
                <a:ext uri="{FF2B5EF4-FFF2-40B4-BE49-F238E27FC236}">
                  <a16:creationId xmlns:a16="http://schemas.microsoft.com/office/drawing/2014/main" id="{4A3EBE81-5E07-4BBC-98BC-BA89E0429850}"/>
                </a:ext>
              </a:extLst>
            </p:cNvPr>
            <p:cNvSpPr>
              <a:spLocks noChangeAspect="1"/>
            </p:cNvSpPr>
            <p:nvPr/>
          </p:nvSpPr>
          <p:spPr>
            <a:xfrm>
              <a:off x="7800500" y="2582839"/>
              <a:ext cx="300170" cy="347427"/>
            </a:xfrm>
            <a:custGeom>
              <a:avLst/>
              <a:gdLst/>
              <a:ahLst/>
              <a:cxnLst/>
              <a:rect l="l" t="t" r="r" b="b"/>
              <a:pathLst>
                <a:path w="3319870" h="3842533">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2" name="Oval 10">
              <a:extLst>
                <a:ext uri="{FF2B5EF4-FFF2-40B4-BE49-F238E27FC236}">
                  <a16:creationId xmlns:a16="http://schemas.microsoft.com/office/drawing/2014/main" id="{C0C7969F-A090-4D7D-AE69-3189145127B2}"/>
                </a:ext>
              </a:extLst>
            </p:cNvPr>
            <p:cNvSpPr>
              <a:spLocks noChangeAspect="1"/>
            </p:cNvSpPr>
            <p:nvPr/>
          </p:nvSpPr>
          <p:spPr>
            <a:xfrm>
              <a:off x="10645011" y="2518278"/>
              <a:ext cx="340001" cy="338281"/>
            </a:xfrm>
            <a:custGeom>
              <a:avLst/>
              <a:gdLst/>
              <a:ahLst/>
              <a:cxnLst/>
              <a:rect l="l" t="t" r="r" b="b"/>
              <a:pathLst>
                <a:path w="2956013" h="2941055">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3" name="Freeform 23">
              <a:extLst>
                <a:ext uri="{FF2B5EF4-FFF2-40B4-BE49-F238E27FC236}">
                  <a16:creationId xmlns:a16="http://schemas.microsoft.com/office/drawing/2014/main" id="{6B9186B4-3CAE-4B1B-9EE5-82556E22D24C}"/>
                </a:ext>
              </a:extLst>
            </p:cNvPr>
            <p:cNvSpPr>
              <a:spLocks noChangeAspect="1"/>
            </p:cNvSpPr>
            <p:nvPr/>
          </p:nvSpPr>
          <p:spPr>
            <a:xfrm flipH="1">
              <a:off x="10345251" y="2251006"/>
              <a:ext cx="441966" cy="281210"/>
            </a:xfrm>
            <a:custGeom>
              <a:avLst/>
              <a:gdLst/>
              <a:ahLst/>
              <a:cxnLst/>
              <a:rect l="l" t="t" r="r" b="b"/>
              <a:pathLst>
                <a:path w="3980365" h="2532594">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4" name="Rectangle 6">
              <a:extLst>
                <a:ext uri="{FF2B5EF4-FFF2-40B4-BE49-F238E27FC236}">
                  <a16:creationId xmlns:a16="http://schemas.microsoft.com/office/drawing/2014/main" id="{1AE4B125-6999-45DF-B3C8-56A855BA5E73}"/>
                </a:ext>
              </a:extLst>
            </p:cNvPr>
            <p:cNvSpPr>
              <a:spLocks noChangeAspect="1"/>
            </p:cNvSpPr>
            <p:nvPr/>
          </p:nvSpPr>
          <p:spPr>
            <a:xfrm>
              <a:off x="11003273" y="3365017"/>
              <a:ext cx="357359" cy="364685"/>
            </a:xfrm>
            <a:custGeom>
              <a:avLst/>
              <a:gdLst/>
              <a:ahLst/>
              <a:cxnLst/>
              <a:rect l="l" t="t" r="r" b="b"/>
              <a:pathLst>
                <a:path w="3860876" h="3940019">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5" name="자유형: 도형 16">
              <a:extLst>
                <a:ext uri="{FF2B5EF4-FFF2-40B4-BE49-F238E27FC236}">
                  <a16:creationId xmlns:a16="http://schemas.microsoft.com/office/drawing/2014/main" id="{A1F6F3B5-823E-442B-809C-F7DFF41F2024}"/>
                </a:ext>
              </a:extLst>
            </p:cNvPr>
            <p:cNvSpPr>
              <a:spLocks noChangeAspect="1"/>
            </p:cNvSpPr>
            <p:nvPr/>
          </p:nvSpPr>
          <p:spPr>
            <a:xfrm>
              <a:off x="9028038" y="5418963"/>
              <a:ext cx="353455" cy="397548"/>
            </a:xfrm>
            <a:custGeom>
              <a:avLst/>
              <a:gdLst>
                <a:gd name="connsiteX0" fmla="*/ 1376433 w 2765122"/>
                <a:gd name="connsiteY0" fmla="*/ 2257187 h 3110058"/>
                <a:gd name="connsiteX1" fmla="*/ 1145400 w 2765122"/>
                <a:gd name="connsiteY1" fmla="*/ 2354829 h 3110058"/>
                <a:gd name="connsiteX2" fmla="*/ 1036105 w 2765122"/>
                <a:gd name="connsiteY2" fmla="*/ 2389775 h 3110058"/>
                <a:gd name="connsiteX3" fmla="*/ 1040146 w 2765122"/>
                <a:gd name="connsiteY3" fmla="*/ 2406930 h 3110058"/>
                <a:gd name="connsiteX4" fmla="*/ 1382560 w 2765122"/>
                <a:gd name="connsiteY4" fmla="*/ 2894301 h 3110058"/>
                <a:gd name="connsiteX5" fmla="*/ 1724974 w 2765122"/>
                <a:gd name="connsiteY5" fmla="*/ 2406930 h 3110058"/>
                <a:gd name="connsiteX6" fmla="*/ 1726723 w 2765122"/>
                <a:gd name="connsiteY6" fmla="*/ 2399874 h 3110058"/>
                <a:gd name="connsiteX7" fmla="*/ 1605728 w 2765122"/>
                <a:gd name="connsiteY7" fmla="*/ 2358846 h 3110058"/>
                <a:gd name="connsiteX8" fmla="*/ 1795887 w 2765122"/>
                <a:gd name="connsiteY8" fmla="*/ 2033026 h 3110058"/>
                <a:gd name="connsiteX9" fmla="*/ 1694075 w 2765122"/>
                <a:gd name="connsiteY9" fmla="*/ 2094586 h 3110058"/>
                <a:gd name="connsiteX10" fmla="*/ 1578650 w 2765122"/>
                <a:gd name="connsiteY10" fmla="*/ 2155153 h 3110058"/>
                <a:gd name="connsiteX11" fmla="*/ 1618821 w 2765122"/>
                <a:gd name="connsiteY11" fmla="*/ 2173994 h 3110058"/>
                <a:gd name="connsiteX12" fmla="*/ 1763952 w 2765122"/>
                <a:gd name="connsiteY12" fmla="*/ 2229138 h 3110058"/>
                <a:gd name="connsiteX13" fmla="*/ 1791432 w 2765122"/>
                <a:gd name="connsiteY13" fmla="*/ 2076334 h 3110058"/>
                <a:gd name="connsiteX14" fmla="*/ 969005 w 2765122"/>
                <a:gd name="connsiteY14" fmla="*/ 2030800 h 3110058"/>
                <a:gd name="connsiteX15" fmla="*/ 973688 w 2765122"/>
                <a:gd name="connsiteY15" fmla="*/ 2076334 h 3110058"/>
                <a:gd name="connsiteX16" fmla="*/ 997942 w 2765122"/>
                <a:gd name="connsiteY16" fmla="*/ 2219324 h 3110058"/>
                <a:gd name="connsiteX17" fmla="*/ 1135534 w 2765122"/>
                <a:gd name="connsiteY17" fmla="*/ 2169774 h 3110058"/>
                <a:gd name="connsiteX18" fmla="*/ 1176026 w 2765122"/>
                <a:gd name="connsiteY18" fmla="*/ 2151638 h 3110058"/>
                <a:gd name="connsiteX19" fmla="*/ 1061678 w 2765122"/>
                <a:gd name="connsiteY19" fmla="*/ 2089068 h 3110058"/>
                <a:gd name="connsiteX20" fmla="*/ 2270995 w 2765122"/>
                <a:gd name="connsiteY20" fmla="*/ 1682607 h 3110058"/>
                <a:gd name="connsiteX21" fmla="*/ 2193789 w 2765122"/>
                <a:gd name="connsiteY21" fmla="*/ 1749541 h 3110058"/>
                <a:gd name="connsiteX22" fmla="*/ 2080535 w 2765122"/>
                <a:gd name="connsiteY22" fmla="*/ 1839120 h 3110058"/>
                <a:gd name="connsiteX23" fmla="*/ 1988274 w 2765122"/>
                <a:gd name="connsiteY23" fmla="*/ 1905861 h 3110058"/>
                <a:gd name="connsiteX24" fmla="*/ 1956628 w 2765122"/>
                <a:gd name="connsiteY24" fmla="*/ 2160317 h 3110058"/>
                <a:gd name="connsiteX25" fmla="*/ 1929983 w 2765122"/>
                <a:gd name="connsiteY25" fmla="*/ 2282840 h 3110058"/>
                <a:gd name="connsiteX26" fmla="*/ 2032699 w 2765122"/>
                <a:gd name="connsiteY26" fmla="*/ 2311732 h 3110058"/>
                <a:gd name="connsiteX27" fmla="*/ 2530541 w 2765122"/>
                <a:gd name="connsiteY27" fmla="*/ 2244806 h 3110058"/>
                <a:gd name="connsiteX28" fmla="*/ 2289139 w 2765122"/>
                <a:gd name="connsiteY28" fmla="*/ 1700285 h 3110058"/>
                <a:gd name="connsiteX29" fmla="*/ 491768 w 2765122"/>
                <a:gd name="connsiteY29" fmla="*/ 1666932 h 3110058"/>
                <a:gd name="connsiteX30" fmla="*/ 473585 w 2765122"/>
                <a:gd name="connsiteY30" fmla="*/ 1684439 h 3110058"/>
                <a:gd name="connsiteX31" fmla="*/ 222717 w 2765122"/>
                <a:gd name="connsiteY31" fmla="*/ 2224664 h 3110058"/>
                <a:gd name="connsiteX32" fmla="*/ 719315 w 2765122"/>
                <a:gd name="connsiteY32" fmla="*/ 2300269 h 3110058"/>
                <a:gd name="connsiteX33" fmla="*/ 831176 w 2765122"/>
                <a:gd name="connsiteY33" fmla="*/ 2270901 h 3110058"/>
                <a:gd name="connsiteX34" fmla="*/ 808495 w 2765122"/>
                <a:gd name="connsiteY34" fmla="*/ 2160317 h 3110058"/>
                <a:gd name="connsiteX35" fmla="*/ 776012 w 2765122"/>
                <a:gd name="connsiteY35" fmla="*/ 1899134 h 3110058"/>
                <a:gd name="connsiteX36" fmla="*/ 679735 w 2765122"/>
                <a:gd name="connsiteY36" fmla="*/ 1826895 h 3110058"/>
                <a:gd name="connsiteX37" fmla="*/ 502637 w 2765122"/>
                <a:gd name="connsiteY37" fmla="*/ 1677612 h 3110058"/>
                <a:gd name="connsiteX38" fmla="*/ 2001099 w 2765122"/>
                <a:gd name="connsiteY38" fmla="*/ 1443878 h 3110058"/>
                <a:gd name="connsiteX39" fmla="*/ 2005588 w 2765122"/>
                <a:gd name="connsiteY39" fmla="*/ 1555029 h 3110058"/>
                <a:gd name="connsiteX40" fmla="*/ 2000712 w 2765122"/>
                <a:gd name="connsiteY40" fmla="*/ 1675767 h 3110058"/>
                <a:gd name="connsiteX41" fmla="*/ 2038461 w 2765122"/>
                <a:gd name="connsiteY41" fmla="*/ 1648469 h 3110058"/>
                <a:gd name="connsiteX42" fmla="*/ 2130505 w 2765122"/>
                <a:gd name="connsiteY42" fmla="*/ 1573751 h 3110058"/>
                <a:gd name="connsiteX43" fmla="*/ 2143759 w 2765122"/>
                <a:gd name="connsiteY43" fmla="*/ 1562074 h 3110058"/>
                <a:gd name="connsiteX44" fmla="*/ 2039991 w 2765122"/>
                <a:gd name="connsiteY44" fmla="*/ 1473050 h 3110058"/>
                <a:gd name="connsiteX45" fmla="*/ 764411 w 2765122"/>
                <a:gd name="connsiteY45" fmla="*/ 1434288 h 3110058"/>
                <a:gd name="connsiteX46" fmla="*/ 726661 w 2765122"/>
                <a:gd name="connsiteY46" fmla="*/ 1461587 h 3110058"/>
                <a:gd name="connsiteX47" fmla="*/ 634617 w 2765122"/>
                <a:gd name="connsiteY47" fmla="*/ 1536305 h 3110058"/>
                <a:gd name="connsiteX48" fmla="*/ 621360 w 2765122"/>
                <a:gd name="connsiteY48" fmla="*/ 1547985 h 3110058"/>
                <a:gd name="connsiteX49" fmla="*/ 725129 w 2765122"/>
                <a:gd name="connsiteY49" fmla="*/ 1637009 h 3110058"/>
                <a:gd name="connsiteX50" fmla="*/ 764024 w 2765122"/>
                <a:gd name="connsiteY50" fmla="*/ 1666183 h 3110058"/>
                <a:gd name="connsiteX51" fmla="*/ 759534 w 2765122"/>
                <a:gd name="connsiteY51" fmla="*/ 1555029 h 3110058"/>
                <a:gd name="connsiteX52" fmla="*/ 1386966 w 2765122"/>
                <a:gd name="connsiteY52" fmla="*/ 1049980 h 3110058"/>
                <a:gd name="connsiteX53" fmla="*/ 1160689 w 2765122"/>
                <a:gd name="connsiteY53" fmla="*/ 1170734 h 3110058"/>
                <a:gd name="connsiteX54" fmla="*/ 947211 w 2765122"/>
                <a:gd name="connsiteY54" fmla="*/ 1303680 h 3110058"/>
                <a:gd name="connsiteX55" fmla="*/ 938816 w 2765122"/>
                <a:gd name="connsiteY55" fmla="*/ 1555028 h 3110058"/>
                <a:gd name="connsiteX56" fmla="*/ 947046 w 2765122"/>
                <a:gd name="connsiteY56" fmla="*/ 1801432 h 3110058"/>
                <a:gd name="connsiteX57" fmla="*/ 1154015 w 2765122"/>
                <a:gd name="connsiteY57" fmla="*/ 1935392 h 3110058"/>
                <a:gd name="connsiteX58" fmla="*/ 1378151 w 2765122"/>
                <a:gd name="connsiteY58" fmla="*/ 2060078 h 3110058"/>
                <a:gd name="connsiteX59" fmla="*/ 1604433 w 2765122"/>
                <a:gd name="connsiteY59" fmla="*/ 1939321 h 3110058"/>
                <a:gd name="connsiteX60" fmla="*/ 1817909 w 2765122"/>
                <a:gd name="connsiteY60" fmla="*/ 1806377 h 3110058"/>
                <a:gd name="connsiteX61" fmla="*/ 1826304 w 2765122"/>
                <a:gd name="connsiteY61" fmla="*/ 1555028 h 3110058"/>
                <a:gd name="connsiteX62" fmla="*/ 1818074 w 2765122"/>
                <a:gd name="connsiteY62" fmla="*/ 1308628 h 3110058"/>
                <a:gd name="connsiteX63" fmla="*/ 1611105 w 2765122"/>
                <a:gd name="connsiteY63" fmla="*/ 1174667 h 3110058"/>
                <a:gd name="connsiteX64" fmla="*/ 1767179 w 2765122"/>
                <a:gd name="connsiteY64" fmla="*/ 890733 h 3110058"/>
                <a:gd name="connsiteX65" fmla="*/ 1629589 w 2765122"/>
                <a:gd name="connsiteY65" fmla="*/ 940281 h 3110058"/>
                <a:gd name="connsiteX66" fmla="*/ 1589093 w 2765122"/>
                <a:gd name="connsiteY66" fmla="*/ 958419 h 3110058"/>
                <a:gd name="connsiteX67" fmla="*/ 1703444 w 2765122"/>
                <a:gd name="connsiteY67" fmla="*/ 1020991 h 3110058"/>
                <a:gd name="connsiteX68" fmla="*/ 1796116 w 2765122"/>
                <a:gd name="connsiteY68" fmla="*/ 1079257 h 3110058"/>
                <a:gd name="connsiteX69" fmla="*/ 1791432 w 2765122"/>
                <a:gd name="connsiteY69" fmla="*/ 1033723 h 3110058"/>
                <a:gd name="connsiteX70" fmla="*/ 1001168 w 2765122"/>
                <a:gd name="connsiteY70" fmla="*/ 880921 h 3110058"/>
                <a:gd name="connsiteX71" fmla="*/ 973688 w 2765122"/>
                <a:gd name="connsiteY71" fmla="*/ 1033723 h 3110058"/>
                <a:gd name="connsiteX72" fmla="*/ 969233 w 2765122"/>
                <a:gd name="connsiteY72" fmla="*/ 1077033 h 3110058"/>
                <a:gd name="connsiteX73" fmla="*/ 1071048 w 2765122"/>
                <a:gd name="connsiteY73" fmla="*/ 1015472 h 3110058"/>
                <a:gd name="connsiteX74" fmla="*/ 1186470 w 2765122"/>
                <a:gd name="connsiteY74" fmla="*/ 954907 h 3110058"/>
                <a:gd name="connsiteX75" fmla="*/ 1146299 w 2765122"/>
                <a:gd name="connsiteY75" fmla="*/ 936065 h 3110058"/>
                <a:gd name="connsiteX76" fmla="*/ 2296662 w 2765122"/>
                <a:gd name="connsiteY76" fmla="*/ 783036 h 3110058"/>
                <a:gd name="connsiteX77" fmla="*/ 2045808 w 2765122"/>
                <a:gd name="connsiteY77" fmla="*/ 809787 h 3110058"/>
                <a:gd name="connsiteX78" fmla="*/ 1933945 w 2765122"/>
                <a:gd name="connsiteY78" fmla="*/ 839155 h 3110058"/>
                <a:gd name="connsiteX79" fmla="*/ 1956628 w 2765122"/>
                <a:gd name="connsiteY79" fmla="*/ 949742 h 3110058"/>
                <a:gd name="connsiteX80" fmla="*/ 1989111 w 2765122"/>
                <a:gd name="connsiteY80" fmla="*/ 1210925 h 3110058"/>
                <a:gd name="connsiteX81" fmla="*/ 2085387 w 2765122"/>
                <a:gd name="connsiteY81" fmla="*/ 1283163 h 3110058"/>
                <a:gd name="connsiteX82" fmla="*/ 2262485 w 2765122"/>
                <a:gd name="connsiteY82" fmla="*/ 1432446 h 3110058"/>
                <a:gd name="connsiteX83" fmla="*/ 2273353 w 2765122"/>
                <a:gd name="connsiteY83" fmla="*/ 1443125 h 3110058"/>
                <a:gd name="connsiteX84" fmla="*/ 2291537 w 2765122"/>
                <a:gd name="connsiteY84" fmla="*/ 1425616 h 3110058"/>
                <a:gd name="connsiteX85" fmla="*/ 2542406 w 2765122"/>
                <a:gd name="connsiteY85" fmla="*/ 885391 h 3110058"/>
                <a:gd name="connsiteX86" fmla="*/ 2296662 w 2765122"/>
                <a:gd name="connsiteY86" fmla="*/ 783036 h 3110058"/>
                <a:gd name="connsiteX87" fmla="*/ 482072 w 2765122"/>
                <a:gd name="connsiteY87" fmla="*/ 767202 h 3110058"/>
                <a:gd name="connsiteX88" fmla="*/ 234579 w 2765122"/>
                <a:gd name="connsiteY88" fmla="*/ 865253 h 3110058"/>
                <a:gd name="connsiteX89" fmla="*/ 475981 w 2765122"/>
                <a:gd name="connsiteY89" fmla="*/ 1409774 h 3110058"/>
                <a:gd name="connsiteX90" fmla="*/ 494126 w 2765122"/>
                <a:gd name="connsiteY90" fmla="*/ 1427453 h 3110058"/>
                <a:gd name="connsiteX91" fmla="*/ 571333 w 2765122"/>
                <a:gd name="connsiteY91" fmla="*/ 1360517 h 3110058"/>
                <a:gd name="connsiteX92" fmla="*/ 684587 w 2765122"/>
                <a:gd name="connsiteY92" fmla="*/ 1270938 h 3110058"/>
                <a:gd name="connsiteX93" fmla="*/ 776848 w 2765122"/>
                <a:gd name="connsiteY93" fmla="*/ 1204197 h 3110058"/>
                <a:gd name="connsiteX94" fmla="*/ 808495 w 2765122"/>
                <a:gd name="connsiteY94" fmla="*/ 949742 h 3110058"/>
                <a:gd name="connsiteX95" fmla="*/ 835139 w 2765122"/>
                <a:gd name="connsiteY95" fmla="*/ 827220 h 3110058"/>
                <a:gd name="connsiteX96" fmla="*/ 732420 w 2765122"/>
                <a:gd name="connsiteY96" fmla="*/ 798327 h 3110058"/>
                <a:gd name="connsiteX97" fmla="*/ 482072 w 2765122"/>
                <a:gd name="connsiteY97" fmla="*/ 767202 h 3110058"/>
                <a:gd name="connsiteX98" fmla="*/ 1382560 w 2765122"/>
                <a:gd name="connsiteY98" fmla="*/ 215755 h 3110058"/>
                <a:gd name="connsiteX99" fmla="*/ 1040146 w 2765122"/>
                <a:gd name="connsiteY99" fmla="*/ 703126 h 3110058"/>
                <a:gd name="connsiteX100" fmla="*/ 1038397 w 2765122"/>
                <a:gd name="connsiteY100" fmla="*/ 710184 h 3110058"/>
                <a:gd name="connsiteX101" fmla="*/ 1159394 w 2765122"/>
                <a:gd name="connsiteY101" fmla="*/ 751212 h 3110058"/>
                <a:gd name="connsiteX102" fmla="*/ 1388689 w 2765122"/>
                <a:gd name="connsiteY102" fmla="*/ 852872 h 3110058"/>
                <a:gd name="connsiteX103" fmla="*/ 1619722 w 2765122"/>
                <a:gd name="connsiteY103" fmla="*/ 755229 h 3110058"/>
                <a:gd name="connsiteX104" fmla="*/ 1729016 w 2765122"/>
                <a:gd name="connsiteY104" fmla="*/ 720284 h 3110058"/>
                <a:gd name="connsiteX105" fmla="*/ 1724974 w 2765122"/>
                <a:gd name="connsiteY105" fmla="*/ 703126 h 3110058"/>
                <a:gd name="connsiteX106" fmla="*/ 1382560 w 2765122"/>
                <a:gd name="connsiteY106" fmla="*/ 215755 h 3110058"/>
                <a:gd name="connsiteX107" fmla="*/ 1382561 w 2765122"/>
                <a:gd name="connsiteY107" fmla="*/ 0 h 3110058"/>
                <a:gd name="connsiteX108" fmla="*/ 1863319 w 2765122"/>
                <a:gd name="connsiteY108" fmla="*/ 565886 h 3110058"/>
                <a:gd name="connsiteX109" fmla="*/ 1892754 w 2765122"/>
                <a:gd name="connsiteY109" fmla="*/ 669221 h 3110058"/>
                <a:gd name="connsiteX110" fmla="*/ 1998805 w 2765122"/>
                <a:gd name="connsiteY110" fmla="*/ 644109 h 3110058"/>
                <a:gd name="connsiteX111" fmla="*/ 2729256 w 2765122"/>
                <a:gd name="connsiteY111" fmla="*/ 777515 h 3110058"/>
                <a:gd name="connsiteX112" fmla="*/ 2479563 w 2765122"/>
                <a:gd name="connsiteY112" fmla="*/ 1476806 h 3110058"/>
                <a:gd name="connsiteX113" fmla="*/ 2396868 w 2765122"/>
                <a:gd name="connsiteY113" fmla="*/ 1564493 h 3110058"/>
                <a:gd name="connsiteX114" fmla="*/ 2415853 w 2765122"/>
                <a:gd name="connsiteY114" fmla="*/ 1583149 h 3110058"/>
                <a:gd name="connsiteX115" fmla="*/ 2715481 w 2765122"/>
                <a:gd name="connsiteY115" fmla="*/ 2355928 h 3110058"/>
                <a:gd name="connsiteX116" fmla="*/ 1982813 w 2765122"/>
                <a:gd name="connsiteY116" fmla="*/ 2476565 h 3110058"/>
                <a:gd name="connsiteX117" fmla="*/ 1890625 w 2765122"/>
                <a:gd name="connsiteY117" fmla="*/ 2453030 h 3110058"/>
                <a:gd name="connsiteX118" fmla="*/ 1863319 w 2765122"/>
                <a:gd name="connsiteY118" fmla="*/ 2544172 h 3110058"/>
                <a:gd name="connsiteX119" fmla="*/ 1382561 w 2765122"/>
                <a:gd name="connsiteY119" fmla="*/ 3110058 h 3110058"/>
                <a:gd name="connsiteX120" fmla="*/ 901803 w 2765122"/>
                <a:gd name="connsiteY120" fmla="*/ 2544172 h 3110058"/>
                <a:gd name="connsiteX121" fmla="*/ 872368 w 2765122"/>
                <a:gd name="connsiteY121" fmla="*/ 2440837 h 3110058"/>
                <a:gd name="connsiteX122" fmla="*/ 766317 w 2765122"/>
                <a:gd name="connsiteY122" fmla="*/ 2465949 h 3110058"/>
                <a:gd name="connsiteX123" fmla="*/ 35866 w 2765122"/>
                <a:gd name="connsiteY123" fmla="*/ 2332544 h 3110058"/>
                <a:gd name="connsiteX124" fmla="*/ 285559 w 2765122"/>
                <a:gd name="connsiteY124" fmla="*/ 1633252 h 3110058"/>
                <a:gd name="connsiteX125" fmla="*/ 368254 w 2765122"/>
                <a:gd name="connsiteY125" fmla="*/ 1545565 h 3110058"/>
                <a:gd name="connsiteX126" fmla="*/ 349269 w 2765122"/>
                <a:gd name="connsiteY126" fmla="*/ 1526910 h 3110058"/>
                <a:gd name="connsiteX127" fmla="*/ 49641 w 2765122"/>
                <a:gd name="connsiteY127" fmla="*/ 754130 h 3110058"/>
                <a:gd name="connsiteX128" fmla="*/ 782309 w 2765122"/>
                <a:gd name="connsiteY128" fmla="*/ 633493 h 3110058"/>
                <a:gd name="connsiteX129" fmla="*/ 874497 w 2765122"/>
                <a:gd name="connsiteY129" fmla="*/ 657029 h 3110058"/>
                <a:gd name="connsiteX130" fmla="*/ 901803 w 2765122"/>
                <a:gd name="connsiteY130" fmla="*/ 565886 h 3110058"/>
                <a:gd name="connsiteX131" fmla="*/ 1382561 w 2765122"/>
                <a:gd name="connsiteY131" fmla="*/ 0 h 311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2765122" h="3110058">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ounded Rectangle 1">
              <a:extLst>
                <a:ext uri="{FF2B5EF4-FFF2-40B4-BE49-F238E27FC236}">
                  <a16:creationId xmlns:a16="http://schemas.microsoft.com/office/drawing/2014/main" id="{9C9A370C-239C-46DD-B40B-9E055DB257F8}"/>
                </a:ext>
              </a:extLst>
            </p:cNvPr>
            <p:cNvSpPr>
              <a:spLocks noChangeAspect="1"/>
            </p:cNvSpPr>
            <p:nvPr/>
          </p:nvSpPr>
          <p:spPr>
            <a:xfrm>
              <a:off x="7496004" y="3682990"/>
              <a:ext cx="320490" cy="269438"/>
            </a:xfrm>
            <a:custGeom>
              <a:avLst/>
              <a:gdLst/>
              <a:ahLst/>
              <a:cxnLst/>
              <a:rect l="l" t="t" r="r" b="b"/>
              <a:pathLst>
                <a:path w="3985089" h="3350285">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7" name="Oval 2">
              <a:extLst>
                <a:ext uri="{FF2B5EF4-FFF2-40B4-BE49-F238E27FC236}">
                  <a16:creationId xmlns:a16="http://schemas.microsoft.com/office/drawing/2014/main" id="{D87D4543-E180-4DF6-A62E-340B16086EE0}"/>
                </a:ext>
              </a:extLst>
            </p:cNvPr>
            <p:cNvSpPr>
              <a:spLocks noChangeAspect="1"/>
            </p:cNvSpPr>
            <p:nvPr/>
          </p:nvSpPr>
          <p:spPr>
            <a:xfrm>
              <a:off x="7501595" y="3961380"/>
              <a:ext cx="348693" cy="269437"/>
            </a:xfrm>
            <a:custGeom>
              <a:avLst/>
              <a:gdLst/>
              <a:ahLst/>
              <a:cxnLst/>
              <a:rect l="l" t="t" r="r" b="b"/>
              <a:pathLst>
                <a:path w="3949160" h="3051548">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8" name="Block Arc 5">
              <a:extLst>
                <a:ext uri="{FF2B5EF4-FFF2-40B4-BE49-F238E27FC236}">
                  <a16:creationId xmlns:a16="http://schemas.microsoft.com/office/drawing/2014/main" id="{42E01154-688D-4F5A-ACE4-7E1F6AF2E458}"/>
                </a:ext>
              </a:extLst>
            </p:cNvPr>
            <p:cNvSpPr>
              <a:spLocks noChangeAspect="1"/>
            </p:cNvSpPr>
            <p:nvPr/>
          </p:nvSpPr>
          <p:spPr>
            <a:xfrm rot="10800000">
              <a:off x="7556822" y="3332187"/>
              <a:ext cx="299221" cy="322665"/>
            </a:xfrm>
            <a:custGeom>
              <a:avLst/>
              <a:gdLst/>
              <a:ahLst/>
              <a:cxnLst/>
              <a:rect l="l" t="t" r="r" b="b"/>
              <a:pathLst>
                <a:path w="3672275" h="396395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9" name="Rounded Rectangle 9">
              <a:extLst>
                <a:ext uri="{FF2B5EF4-FFF2-40B4-BE49-F238E27FC236}">
                  <a16:creationId xmlns:a16="http://schemas.microsoft.com/office/drawing/2014/main" id="{083C078B-CB36-4448-B100-8BECDC3262A7}"/>
                </a:ext>
              </a:extLst>
            </p:cNvPr>
            <p:cNvSpPr>
              <a:spLocks noChangeAspect="1"/>
            </p:cNvSpPr>
            <p:nvPr/>
          </p:nvSpPr>
          <p:spPr>
            <a:xfrm>
              <a:off x="8516432" y="2099615"/>
              <a:ext cx="296548" cy="296548"/>
            </a:xfrm>
            <a:custGeom>
              <a:avLst/>
              <a:gdLst/>
              <a:ahLst/>
              <a:cxnLst/>
              <a:rect l="l" t="t" r="r" b="b"/>
              <a:pathLst>
                <a:path w="3960440" h="396000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0" name="Freeform 20">
              <a:extLst>
                <a:ext uri="{FF2B5EF4-FFF2-40B4-BE49-F238E27FC236}">
                  <a16:creationId xmlns:a16="http://schemas.microsoft.com/office/drawing/2014/main" id="{F28508A6-2707-40ED-98D7-03C1932691BA}"/>
                </a:ext>
              </a:extLst>
            </p:cNvPr>
            <p:cNvSpPr>
              <a:spLocks noChangeAspect="1"/>
            </p:cNvSpPr>
            <p:nvPr/>
          </p:nvSpPr>
          <p:spPr>
            <a:xfrm flipH="1">
              <a:off x="7608791" y="4297323"/>
              <a:ext cx="336694" cy="323742"/>
            </a:xfrm>
            <a:custGeom>
              <a:avLst/>
              <a:gdLst/>
              <a:ahLst/>
              <a:cxnLst/>
              <a:rect l="l" t="t" r="r" b="b"/>
              <a:pathLst>
                <a:path w="3948393" h="3817544">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31" name="Donut 93">
            <a:extLst>
              <a:ext uri="{FF2B5EF4-FFF2-40B4-BE49-F238E27FC236}">
                <a16:creationId xmlns:a16="http://schemas.microsoft.com/office/drawing/2014/main" id="{0315BCAD-63A7-487F-9761-42B651CD051C}"/>
              </a:ext>
            </a:extLst>
          </p:cNvPr>
          <p:cNvSpPr/>
          <p:nvPr/>
        </p:nvSpPr>
        <p:spPr>
          <a:xfrm>
            <a:off x="7350231" y="1734252"/>
            <a:ext cx="4243993" cy="4243993"/>
          </a:xfrm>
          <a:prstGeom prst="donut">
            <a:avLst>
              <a:gd name="adj" fmla="val 14003"/>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solidFill>
                <a:schemeClr val="tx1"/>
              </a:solidFill>
            </a:endParaRPr>
          </a:p>
        </p:txBody>
      </p:sp>
      <p:sp>
        <p:nvSpPr>
          <p:cNvPr id="32" name="TextBox 31">
            <a:extLst>
              <a:ext uri="{FF2B5EF4-FFF2-40B4-BE49-F238E27FC236}">
                <a16:creationId xmlns:a16="http://schemas.microsoft.com/office/drawing/2014/main" id="{3229ED16-E476-4E17-A34C-B1B46D12815D}"/>
              </a:ext>
            </a:extLst>
          </p:cNvPr>
          <p:cNvSpPr txBox="1"/>
          <p:nvPr/>
        </p:nvSpPr>
        <p:spPr>
          <a:xfrm>
            <a:off x="8705632" y="4148811"/>
            <a:ext cx="164463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Content  Here</a:t>
            </a:r>
            <a:endParaRPr lang="ko-KR" altLang="en-US" sz="1400" b="1" dirty="0">
              <a:solidFill>
                <a:schemeClr val="tx1">
                  <a:lumMod val="75000"/>
                  <a:lumOff val="25000"/>
                </a:schemeClr>
              </a:solidFill>
              <a:cs typeface="Arial" pitchFamily="34" charset="0"/>
            </a:endParaRPr>
          </a:p>
        </p:txBody>
      </p:sp>
      <p:grpSp>
        <p:nvGrpSpPr>
          <p:cNvPr id="33" name="Group 32">
            <a:extLst>
              <a:ext uri="{FF2B5EF4-FFF2-40B4-BE49-F238E27FC236}">
                <a16:creationId xmlns:a16="http://schemas.microsoft.com/office/drawing/2014/main" id="{009BFDD0-4923-4D76-A2E0-18E0CC660462}"/>
              </a:ext>
            </a:extLst>
          </p:cNvPr>
          <p:cNvGrpSpPr/>
          <p:nvPr/>
        </p:nvGrpSpPr>
        <p:grpSpPr>
          <a:xfrm>
            <a:off x="7907899" y="2308624"/>
            <a:ext cx="3597749" cy="4951423"/>
            <a:chOff x="7907899" y="2308624"/>
            <a:chExt cx="3597749" cy="4951423"/>
          </a:xfrm>
        </p:grpSpPr>
        <p:sp>
          <p:nvSpPr>
            <p:cNvPr id="34" name="자유형: 도형 96">
              <a:extLst>
                <a:ext uri="{FF2B5EF4-FFF2-40B4-BE49-F238E27FC236}">
                  <a16:creationId xmlns:a16="http://schemas.microsoft.com/office/drawing/2014/main" id="{FBC0F355-2D4B-4EBE-838F-0690108AA72F}"/>
                </a:ext>
              </a:extLst>
            </p:cNvPr>
            <p:cNvSpPr/>
            <p:nvPr/>
          </p:nvSpPr>
          <p:spPr>
            <a:xfrm rot="8348922">
              <a:off x="11198871" y="4958370"/>
              <a:ext cx="306777" cy="2301677"/>
            </a:xfrm>
            <a:custGeom>
              <a:avLst/>
              <a:gdLst>
                <a:gd name="connsiteX0" fmla="*/ 0 w 281140"/>
                <a:gd name="connsiteY0" fmla="*/ 2109328 h 2109330"/>
                <a:gd name="connsiteX1" fmla="*/ 0 w 281140"/>
                <a:gd name="connsiteY1" fmla="*/ 0 h 2109330"/>
                <a:gd name="connsiteX2" fmla="*/ 281140 w 281140"/>
                <a:gd name="connsiteY2" fmla="*/ 243113 h 2109330"/>
                <a:gd name="connsiteX3" fmla="*/ 281140 w 281140"/>
                <a:gd name="connsiteY3" fmla="*/ 2109330 h 2109330"/>
              </a:gdLst>
              <a:ahLst/>
              <a:cxnLst>
                <a:cxn ang="0">
                  <a:pos x="connsiteX0" y="connsiteY0"/>
                </a:cxn>
                <a:cxn ang="0">
                  <a:pos x="connsiteX1" y="connsiteY1"/>
                </a:cxn>
                <a:cxn ang="0">
                  <a:pos x="connsiteX2" y="connsiteY2"/>
                </a:cxn>
                <a:cxn ang="0">
                  <a:pos x="connsiteX3" y="connsiteY3"/>
                </a:cxn>
              </a:cxnLst>
              <a:rect l="l" t="t" r="r" b="b"/>
              <a:pathLst>
                <a:path w="281140" h="2109330">
                  <a:moveTo>
                    <a:pt x="0" y="2109328"/>
                  </a:moveTo>
                  <a:lnTo>
                    <a:pt x="0" y="0"/>
                  </a:lnTo>
                  <a:lnTo>
                    <a:pt x="281140" y="243113"/>
                  </a:lnTo>
                  <a:lnTo>
                    <a:pt x="281140" y="210933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1"/>
            </a:p>
          </p:txBody>
        </p:sp>
        <p:sp>
          <p:nvSpPr>
            <p:cNvPr id="35" name="Donut 4">
              <a:extLst>
                <a:ext uri="{FF2B5EF4-FFF2-40B4-BE49-F238E27FC236}">
                  <a16:creationId xmlns:a16="http://schemas.microsoft.com/office/drawing/2014/main" id="{3152BDFF-172A-43EE-8C1E-F67F44872127}"/>
                </a:ext>
              </a:extLst>
            </p:cNvPr>
            <p:cNvSpPr/>
            <p:nvPr/>
          </p:nvSpPr>
          <p:spPr>
            <a:xfrm>
              <a:off x="7907899" y="2308624"/>
              <a:ext cx="3099805" cy="3099806"/>
            </a:xfrm>
            <a:prstGeom prst="donut">
              <a:avLst>
                <a:gd name="adj" fmla="val 3665"/>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solidFill>
                  <a:schemeClr val="tx1"/>
                </a:solidFill>
              </a:endParaRPr>
            </a:p>
          </p:txBody>
        </p:sp>
        <p:sp>
          <p:nvSpPr>
            <p:cNvPr id="36" name="Round Same Side Corner Rectangle 5">
              <a:extLst>
                <a:ext uri="{FF2B5EF4-FFF2-40B4-BE49-F238E27FC236}">
                  <a16:creationId xmlns:a16="http://schemas.microsoft.com/office/drawing/2014/main" id="{2FBB1A01-C531-4B1F-9261-E0AEC7CD7387}"/>
                </a:ext>
              </a:extLst>
            </p:cNvPr>
            <p:cNvSpPr/>
            <p:nvPr/>
          </p:nvSpPr>
          <p:spPr>
            <a:xfrm rot="8399802">
              <a:off x="10257449" y="4979836"/>
              <a:ext cx="498891" cy="307559"/>
            </a:xfrm>
            <a:prstGeom prst="round2SameRect">
              <a:avLst>
                <a:gd name="adj1" fmla="val 31004"/>
                <a:gd name="adj2" fmla="val 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37" name="Group 36">
            <a:extLst>
              <a:ext uri="{FF2B5EF4-FFF2-40B4-BE49-F238E27FC236}">
                <a16:creationId xmlns:a16="http://schemas.microsoft.com/office/drawing/2014/main" id="{96275C19-BA54-4650-B131-3F27D4E65004}"/>
              </a:ext>
            </a:extLst>
          </p:cNvPr>
          <p:cNvGrpSpPr/>
          <p:nvPr/>
        </p:nvGrpSpPr>
        <p:grpSpPr>
          <a:xfrm>
            <a:off x="8045579" y="2409380"/>
            <a:ext cx="2811142" cy="2844985"/>
            <a:chOff x="8045579" y="2409380"/>
            <a:chExt cx="2811142" cy="2844985"/>
          </a:xfrm>
        </p:grpSpPr>
        <p:sp>
          <p:nvSpPr>
            <p:cNvPr id="38" name="Freeform 43">
              <a:extLst>
                <a:ext uri="{FF2B5EF4-FFF2-40B4-BE49-F238E27FC236}">
                  <a16:creationId xmlns:a16="http://schemas.microsoft.com/office/drawing/2014/main" id="{D5FFF734-6862-424E-A388-EF245D0D57E5}"/>
                </a:ext>
              </a:extLst>
            </p:cNvPr>
            <p:cNvSpPr>
              <a:spLocks/>
            </p:cNvSpPr>
            <p:nvPr/>
          </p:nvSpPr>
          <p:spPr>
            <a:xfrm>
              <a:off x="10509374" y="3444941"/>
              <a:ext cx="343339" cy="343339"/>
            </a:xfrm>
            <a:custGeom>
              <a:avLst/>
              <a:gdLst/>
              <a:ahLst/>
              <a:cxnLst/>
              <a:rect l="l" t="t" r="r" b="b"/>
              <a:pathLst>
                <a:path w="2376266" h="2700265">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39" name="Rectangle 15">
              <a:extLst>
                <a:ext uri="{FF2B5EF4-FFF2-40B4-BE49-F238E27FC236}">
                  <a16:creationId xmlns:a16="http://schemas.microsoft.com/office/drawing/2014/main" id="{39952090-A2AE-4DA8-A3DA-62986F260D10}"/>
                </a:ext>
              </a:extLst>
            </p:cNvPr>
            <p:cNvSpPr>
              <a:spLocks/>
            </p:cNvSpPr>
            <p:nvPr/>
          </p:nvSpPr>
          <p:spPr>
            <a:xfrm>
              <a:off x="8174482" y="4174830"/>
              <a:ext cx="392828" cy="392828"/>
            </a:xfrm>
            <a:custGeom>
              <a:avLst/>
              <a:gdLst/>
              <a:ahLst/>
              <a:cxnLst/>
              <a:rect l="l" t="t" r="r" b="b"/>
              <a:pathLst>
                <a:path w="4088964" h="4259405">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0" name="Rectangle 1">
              <a:extLst>
                <a:ext uri="{FF2B5EF4-FFF2-40B4-BE49-F238E27FC236}">
                  <a16:creationId xmlns:a16="http://schemas.microsoft.com/office/drawing/2014/main" id="{C9A03E33-5D13-4BFE-9600-571F01E84D19}"/>
                </a:ext>
              </a:extLst>
            </p:cNvPr>
            <p:cNvSpPr>
              <a:spLocks noChangeAspect="1"/>
            </p:cNvSpPr>
            <p:nvPr/>
          </p:nvSpPr>
          <p:spPr>
            <a:xfrm>
              <a:off x="9225535" y="2409380"/>
              <a:ext cx="393582" cy="392828"/>
            </a:xfrm>
            <a:custGeom>
              <a:avLst/>
              <a:gdLst/>
              <a:ahLst/>
              <a:cxnLst/>
              <a:rect l="l" t="t" r="r" b="b"/>
              <a:pathLst>
                <a:path w="4020621" h="4012920">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1" name="Trapezoid 11">
              <a:extLst>
                <a:ext uri="{FF2B5EF4-FFF2-40B4-BE49-F238E27FC236}">
                  <a16:creationId xmlns:a16="http://schemas.microsoft.com/office/drawing/2014/main" id="{3DD1CF70-6406-4C32-BF96-0C20604B317A}"/>
                </a:ext>
              </a:extLst>
            </p:cNvPr>
            <p:cNvSpPr>
              <a:spLocks noChangeAspect="1"/>
            </p:cNvSpPr>
            <p:nvPr/>
          </p:nvSpPr>
          <p:spPr>
            <a:xfrm rot="9900000">
              <a:off x="10073915" y="2714730"/>
              <a:ext cx="351357" cy="423598"/>
            </a:xfrm>
            <a:custGeom>
              <a:avLst/>
              <a:gdLst/>
              <a:ahLst/>
              <a:cxnLst/>
              <a:rect l="l" t="t" r="r" b="b"/>
              <a:pathLst>
                <a:path w="3370953" h="4064034">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2" name="Rectangle 3">
              <a:extLst>
                <a:ext uri="{FF2B5EF4-FFF2-40B4-BE49-F238E27FC236}">
                  <a16:creationId xmlns:a16="http://schemas.microsoft.com/office/drawing/2014/main" id="{5905C8AA-7159-4608-899A-6C22426D61BE}"/>
                </a:ext>
              </a:extLst>
            </p:cNvPr>
            <p:cNvSpPr/>
            <p:nvPr/>
          </p:nvSpPr>
          <p:spPr>
            <a:xfrm rot="3600000">
              <a:off x="8507130" y="4424299"/>
              <a:ext cx="162074" cy="478539"/>
            </a:xfrm>
            <a:custGeom>
              <a:avLst/>
              <a:gdLst/>
              <a:ahLst/>
              <a:cxnLst/>
              <a:rect l="l" t="t" r="r" b="b"/>
              <a:pathLst>
                <a:path w="1327763" h="392035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43" name="Rectangle 15">
              <a:extLst>
                <a:ext uri="{FF2B5EF4-FFF2-40B4-BE49-F238E27FC236}">
                  <a16:creationId xmlns:a16="http://schemas.microsoft.com/office/drawing/2014/main" id="{61DFCD4A-250D-4565-B9BF-3EB2727DFC08}"/>
                </a:ext>
              </a:extLst>
            </p:cNvPr>
            <p:cNvSpPr>
              <a:spLocks noChangeAspect="1"/>
            </p:cNvSpPr>
            <p:nvPr/>
          </p:nvSpPr>
          <p:spPr>
            <a:xfrm>
              <a:off x="8045579" y="3848133"/>
              <a:ext cx="330939" cy="260933"/>
            </a:xfrm>
            <a:custGeom>
              <a:avLst/>
              <a:gdLst/>
              <a:ahLst/>
              <a:cxnLst/>
              <a:rect l="l" t="t" r="r" b="b"/>
              <a:pathLst>
                <a:path w="3744416" h="2952328">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4" name="Donut 2">
              <a:extLst>
                <a:ext uri="{FF2B5EF4-FFF2-40B4-BE49-F238E27FC236}">
                  <a16:creationId xmlns:a16="http://schemas.microsoft.com/office/drawing/2014/main" id="{077F0151-42C6-4168-9205-DCA71719DA31}"/>
                </a:ext>
              </a:extLst>
            </p:cNvPr>
            <p:cNvSpPr>
              <a:spLocks noChangeAspect="1"/>
            </p:cNvSpPr>
            <p:nvPr/>
          </p:nvSpPr>
          <p:spPr>
            <a:xfrm>
              <a:off x="9003511" y="4923426"/>
              <a:ext cx="304410" cy="330939"/>
            </a:xfrm>
            <a:custGeom>
              <a:avLst/>
              <a:gdLst/>
              <a:ahLst/>
              <a:cxnLst/>
              <a:rect l="l" t="t" r="r" b="b"/>
              <a:pathLst>
                <a:path w="3708000" h="403115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45" name="Rectangle 19">
              <a:extLst>
                <a:ext uri="{FF2B5EF4-FFF2-40B4-BE49-F238E27FC236}">
                  <a16:creationId xmlns:a16="http://schemas.microsoft.com/office/drawing/2014/main" id="{225AE540-4E33-4C43-BCFF-ACE56AD8C7D4}"/>
                </a:ext>
              </a:extLst>
            </p:cNvPr>
            <p:cNvSpPr>
              <a:spLocks noChangeAspect="1"/>
            </p:cNvSpPr>
            <p:nvPr/>
          </p:nvSpPr>
          <p:spPr>
            <a:xfrm>
              <a:off x="9848127" y="4821478"/>
              <a:ext cx="257012" cy="330939"/>
            </a:xfrm>
            <a:custGeom>
              <a:avLst/>
              <a:gdLst/>
              <a:ahLst/>
              <a:cxnLst/>
              <a:rect l="l" t="t" r="r" b="b"/>
              <a:pathLst>
                <a:path w="3039346" h="3913585">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6" name="Rounded Rectangle 12">
              <a:extLst>
                <a:ext uri="{FF2B5EF4-FFF2-40B4-BE49-F238E27FC236}">
                  <a16:creationId xmlns:a16="http://schemas.microsoft.com/office/drawing/2014/main" id="{B08C69BE-22CC-4031-8AD6-A8B0C2C8A56F}"/>
                </a:ext>
              </a:extLst>
            </p:cNvPr>
            <p:cNvSpPr>
              <a:spLocks noChangeAspect="1"/>
            </p:cNvSpPr>
            <p:nvPr/>
          </p:nvSpPr>
          <p:spPr>
            <a:xfrm>
              <a:off x="10547386" y="3842640"/>
              <a:ext cx="309335" cy="309300"/>
            </a:xfrm>
            <a:custGeom>
              <a:avLst/>
              <a:gdLst/>
              <a:ahLst/>
              <a:cxnLst/>
              <a:rect l="l" t="t" r="r" b="b"/>
              <a:pathLst>
                <a:path w="3960440" h="396000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7" name="Down Arrow 1">
              <a:extLst>
                <a:ext uri="{FF2B5EF4-FFF2-40B4-BE49-F238E27FC236}">
                  <a16:creationId xmlns:a16="http://schemas.microsoft.com/office/drawing/2014/main" id="{B1349248-BC3E-4DCD-9051-D2CF537FC163}"/>
                </a:ext>
              </a:extLst>
            </p:cNvPr>
            <p:cNvSpPr>
              <a:spLocks noChangeAspect="1"/>
            </p:cNvSpPr>
            <p:nvPr/>
          </p:nvSpPr>
          <p:spPr>
            <a:xfrm>
              <a:off x="10401733" y="3025716"/>
              <a:ext cx="257188" cy="377708"/>
            </a:xfrm>
            <a:custGeom>
              <a:avLst/>
              <a:gdLst/>
              <a:ahLst/>
              <a:cxnLst/>
              <a:rect l="l" t="t" r="r" b="b"/>
              <a:pathLst>
                <a:path w="2745756" h="4032448">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8" name="Isosceles Triangle 7">
              <a:extLst>
                <a:ext uri="{FF2B5EF4-FFF2-40B4-BE49-F238E27FC236}">
                  <a16:creationId xmlns:a16="http://schemas.microsoft.com/office/drawing/2014/main" id="{BE07520C-E6FE-4F09-A947-EA6F68046DCD}"/>
                </a:ext>
              </a:extLst>
            </p:cNvPr>
            <p:cNvSpPr>
              <a:spLocks noChangeAspect="1"/>
            </p:cNvSpPr>
            <p:nvPr/>
          </p:nvSpPr>
          <p:spPr>
            <a:xfrm>
              <a:off x="9438297" y="5013963"/>
              <a:ext cx="300437" cy="209342"/>
            </a:xfrm>
            <a:custGeom>
              <a:avLst/>
              <a:gdLst/>
              <a:ahLst/>
              <a:cxnLst/>
              <a:rect l="l" t="t" r="r" b="b"/>
              <a:pathLst>
                <a:path w="3974643" h="276949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9" name="Oval 6">
              <a:extLst>
                <a:ext uri="{FF2B5EF4-FFF2-40B4-BE49-F238E27FC236}">
                  <a16:creationId xmlns:a16="http://schemas.microsoft.com/office/drawing/2014/main" id="{3A5724F3-C522-4B0D-93EE-ECF44EBFB9F6}"/>
                </a:ext>
              </a:extLst>
            </p:cNvPr>
            <p:cNvSpPr>
              <a:spLocks noChangeAspect="1"/>
            </p:cNvSpPr>
            <p:nvPr/>
          </p:nvSpPr>
          <p:spPr>
            <a:xfrm rot="678773">
              <a:off x="10108027" y="4569149"/>
              <a:ext cx="338104" cy="343148"/>
            </a:xfrm>
            <a:custGeom>
              <a:avLst/>
              <a:gdLst>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70964 h 3947802"/>
                <a:gd name="connsiteX1" fmla="*/ 1768767 w 3897869"/>
                <a:gd name="connsiteY1" fmla="*/ 1389664 h 3947802"/>
                <a:gd name="connsiteX2" fmla="*/ 1517577 w 3897869"/>
                <a:gd name="connsiteY2" fmla="*/ 2041350 h 3947802"/>
                <a:gd name="connsiteX3" fmla="*/ 1928990 w 3897869"/>
                <a:gd name="connsiteY3" fmla="*/ 2639087 h 3947802"/>
                <a:gd name="connsiteX4" fmla="*/ 2318674 w 3897869"/>
                <a:gd name="connsiteY4" fmla="*/ 2005698 h 3947802"/>
                <a:gd name="connsiteX5" fmla="*/ 2293344 w 3897869"/>
                <a:gd name="connsiteY5" fmla="*/ 1833568 h 3947802"/>
                <a:gd name="connsiteX6" fmla="*/ 1853384 w 3897869"/>
                <a:gd name="connsiteY6" fmla="*/ 1370964 h 3947802"/>
                <a:gd name="connsiteX7" fmla="*/ 1594841 w 3897869"/>
                <a:gd name="connsiteY7" fmla="*/ 44993 h 3947802"/>
                <a:gd name="connsiteX8" fmla="*/ 3869632 w 3897869"/>
                <a:gd name="connsiteY8" fmla="*/ 1516663 h 3947802"/>
                <a:gd name="connsiteX9" fmla="*/ 3670773 w 3897869"/>
                <a:gd name="connsiteY9" fmla="*/ 2424780 h 3947802"/>
                <a:gd name="connsiteX10" fmla="*/ 3671055 w 3897869"/>
                <a:gd name="connsiteY10" fmla="*/ 2425723 h 3947802"/>
                <a:gd name="connsiteX11" fmla="*/ 3164582 w 3897869"/>
                <a:gd name="connsiteY11" fmla="*/ 2830399 h 3947802"/>
                <a:gd name="connsiteX12" fmla="*/ 3176822 w 3897869"/>
                <a:gd name="connsiteY12" fmla="*/ 2844326 h 3947802"/>
                <a:gd name="connsiteX13" fmla="*/ 3146203 w 3897869"/>
                <a:gd name="connsiteY13" fmla="*/ 2843096 h 3947802"/>
                <a:gd name="connsiteX14" fmla="*/ 3151211 w 3897869"/>
                <a:gd name="connsiteY14" fmla="*/ 2835495 h 3947802"/>
                <a:gd name="connsiteX15" fmla="*/ 2397082 w 3897869"/>
                <a:gd name="connsiteY15" fmla="*/ 2564021 h 3947802"/>
                <a:gd name="connsiteX16" fmla="*/ 2396219 w 3897869"/>
                <a:gd name="connsiteY16" fmla="*/ 2557547 h 3947802"/>
                <a:gd name="connsiteX17" fmla="*/ 1746058 w 3897869"/>
                <a:gd name="connsiteY17" fmla="*/ 3092914 h 3947802"/>
                <a:gd name="connsiteX18" fmla="*/ 990519 w 3897869"/>
                <a:gd name="connsiteY18" fmla="*/ 2019123 h 3947802"/>
                <a:gd name="connsiteX19" fmla="*/ 1593790 w 3897869"/>
                <a:gd name="connsiteY19" fmla="*/ 967148 h 3947802"/>
                <a:gd name="connsiteX20" fmla="*/ 1746058 w 3897869"/>
                <a:gd name="connsiteY20" fmla="*/ 945332 h 3947802"/>
                <a:gd name="connsiteX21" fmla="*/ 2206475 w 3897869"/>
                <a:gd name="connsiteY21" fmla="*/ 1173264 h 3947802"/>
                <a:gd name="connsiteX22" fmla="*/ 2185910 w 3897869"/>
                <a:gd name="connsiteY22" fmla="*/ 877222 h 3947802"/>
                <a:gd name="connsiteX23" fmla="*/ 2656644 w 3897869"/>
                <a:gd name="connsiteY23" fmla="*/ 802478 h 3947802"/>
                <a:gd name="connsiteX24" fmla="*/ 2828567 w 3897869"/>
                <a:gd name="connsiteY24" fmla="*/ 2098865 h 3947802"/>
                <a:gd name="connsiteX25" fmla="*/ 3312378 w 3897869"/>
                <a:gd name="connsiteY25" fmla="*/ 2040932 h 3947802"/>
                <a:gd name="connsiteX26" fmla="*/ 3289926 w 3897869"/>
                <a:gd name="connsiteY26" fmla="*/ 1346035 h 3947802"/>
                <a:gd name="connsiteX27" fmla="*/ 3290031 w 3897869"/>
                <a:gd name="connsiteY27" fmla="*/ 1346138 h 3947802"/>
                <a:gd name="connsiteX28" fmla="*/ 1700745 w 3897869"/>
                <a:gd name="connsiteY28" fmla="*/ 574371 h 3947802"/>
                <a:gd name="connsiteX29" fmla="*/ 571995 w 3897869"/>
                <a:gd name="connsiteY29" fmla="*/ 2273505 h 3947802"/>
                <a:gd name="connsiteX30" fmla="*/ 2267548 w 3897869"/>
                <a:gd name="connsiteY30" fmla="*/ 3407626 h 3947802"/>
                <a:gd name="connsiteX31" fmla="*/ 3194376 w 3897869"/>
                <a:gd name="connsiteY31" fmla="*/ 3071993 h 3947802"/>
                <a:gd name="connsiteX32" fmla="*/ 3268026 w 3897869"/>
                <a:gd name="connsiteY32" fmla="*/ 3508885 h 3947802"/>
                <a:gd name="connsiteX33" fmla="*/ 2347298 w 3897869"/>
                <a:gd name="connsiteY33" fmla="*/ 3903381 h 3947802"/>
                <a:gd name="connsiteX34" fmla="*/ 42617 w 3897869"/>
                <a:gd name="connsiteY34" fmla="*/ 2379408 h 3947802"/>
                <a:gd name="connsiteX35" fmla="*/ 1594841 w 3897869"/>
                <a:gd name="connsiteY35" fmla="*/ 44993 h 3947802"/>
                <a:gd name="connsiteX0" fmla="*/ 1853384 w 3897869"/>
                <a:gd name="connsiteY0" fmla="*/ 1370964 h 3947802"/>
                <a:gd name="connsiteX1" fmla="*/ 1768767 w 3897869"/>
                <a:gd name="connsiteY1" fmla="*/ 1389664 h 3947802"/>
                <a:gd name="connsiteX2" fmla="*/ 1517577 w 3897869"/>
                <a:gd name="connsiteY2" fmla="*/ 2041350 h 3947802"/>
                <a:gd name="connsiteX3" fmla="*/ 1928990 w 3897869"/>
                <a:gd name="connsiteY3" fmla="*/ 2639087 h 3947802"/>
                <a:gd name="connsiteX4" fmla="*/ 2318674 w 3897869"/>
                <a:gd name="connsiteY4" fmla="*/ 2005698 h 3947802"/>
                <a:gd name="connsiteX5" fmla="*/ 2293344 w 3897869"/>
                <a:gd name="connsiteY5" fmla="*/ 1833568 h 3947802"/>
                <a:gd name="connsiteX6" fmla="*/ 1853384 w 3897869"/>
                <a:gd name="connsiteY6" fmla="*/ 1370964 h 3947802"/>
                <a:gd name="connsiteX7" fmla="*/ 1594841 w 3897869"/>
                <a:gd name="connsiteY7" fmla="*/ 44993 h 3947802"/>
                <a:gd name="connsiteX8" fmla="*/ 3869632 w 3897869"/>
                <a:gd name="connsiteY8" fmla="*/ 1516663 h 3947802"/>
                <a:gd name="connsiteX9" fmla="*/ 3670773 w 3897869"/>
                <a:gd name="connsiteY9" fmla="*/ 2424780 h 3947802"/>
                <a:gd name="connsiteX10" fmla="*/ 3671055 w 3897869"/>
                <a:gd name="connsiteY10" fmla="*/ 2425723 h 3947802"/>
                <a:gd name="connsiteX11" fmla="*/ 3164582 w 3897869"/>
                <a:gd name="connsiteY11" fmla="*/ 2830399 h 3947802"/>
                <a:gd name="connsiteX12" fmla="*/ 3176822 w 3897869"/>
                <a:gd name="connsiteY12" fmla="*/ 2844326 h 3947802"/>
                <a:gd name="connsiteX13" fmla="*/ 3146203 w 3897869"/>
                <a:gd name="connsiteY13" fmla="*/ 2843096 h 3947802"/>
                <a:gd name="connsiteX14" fmla="*/ 3151211 w 3897869"/>
                <a:gd name="connsiteY14" fmla="*/ 2835495 h 3947802"/>
                <a:gd name="connsiteX15" fmla="*/ 2397082 w 3897869"/>
                <a:gd name="connsiteY15" fmla="*/ 2564021 h 3947802"/>
                <a:gd name="connsiteX16" fmla="*/ 2396219 w 3897869"/>
                <a:gd name="connsiteY16" fmla="*/ 2557547 h 3947802"/>
                <a:gd name="connsiteX17" fmla="*/ 1746058 w 3897869"/>
                <a:gd name="connsiteY17" fmla="*/ 3092914 h 3947802"/>
                <a:gd name="connsiteX18" fmla="*/ 990519 w 3897869"/>
                <a:gd name="connsiteY18" fmla="*/ 2019123 h 3947802"/>
                <a:gd name="connsiteX19" fmla="*/ 1593790 w 3897869"/>
                <a:gd name="connsiteY19" fmla="*/ 967148 h 3947802"/>
                <a:gd name="connsiteX20" fmla="*/ 1746058 w 3897869"/>
                <a:gd name="connsiteY20" fmla="*/ 945332 h 3947802"/>
                <a:gd name="connsiteX21" fmla="*/ 2206475 w 3897869"/>
                <a:gd name="connsiteY21" fmla="*/ 1173264 h 3947802"/>
                <a:gd name="connsiteX22" fmla="*/ 2185910 w 3897869"/>
                <a:gd name="connsiteY22" fmla="*/ 877222 h 3947802"/>
                <a:gd name="connsiteX23" fmla="*/ 2656644 w 3897869"/>
                <a:gd name="connsiteY23" fmla="*/ 802478 h 3947802"/>
                <a:gd name="connsiteX24" fmla="*/ 2828567 w 3897869"/>
                <a:gd name="connsiteY24" fmla="*/ 2098865 h 3947802"/>
                <a:gd name="connsiteX25" fmla="*/ 3312378 w 3897869"/>
                <a:gd name="connsiteY25" fmla="*/ 2040932 h 3947802"/>
                <a:gd name="connsiteX26" fmla="*/ 3289926 w 3897869"/>
                <a:gd name="connsiteY26" fmla="*/ 1346035 h 3947802"/>
                <a:gd name="connsiteX27" fmla="*/ 3290031 w 3897869"/>
                <a:gd name="connsiteY27" fmla="*/ 1346138 h 3947802"/>
                <a:gd name="connsiteX28" fmla="*/ 1700745 w 3897869"/>
                <a:gd name="connsiteY28" fmla="*/ 574371 h 3947802"/>
                <a:gd name="connsiteX29" fmla="*/ 571995 w 3897869"/>
                <a:gd name="connsiteY29" fmla="*/ 2273505 h 3947802"/>
                <a:gd name="connsiteX30" fmla="*/ 2267548 w 3897869"/>
                <a:gd name="connsiteY30" fmla="*/ 3407626 h 3947802"/>
                <a:gd name="connsiteX31" fmla="*/ 3194376 w 3897869"/>
                <a:gd name="connsiteY31" fmla="*/ 3071993 h 3947802"/>
                <a:gd name="connsiteX32" fmla="*/ 3268026 w 3897869"/>
                <a:gd name="connsiteY32" fmla="*/ 3508885 h 3947802"/>
                <a:gd name="connsiteX33" fmla="*/ 2347298 w 3897869"/>
                <a:gd name="connsiteY33" fmla="*/ 3903381 h 3947802"/>
                <a:gd name="connsiteX34" fmla="*/ 42617 w 3897869"/>
                <a:gd name="connsiteY34" fmla="*/ 2379408 h 3947802"/>
                <a:gd name="connsiteX35" fmla="*/ 1594841 w 3897869"/>
                <a:gd name="connsiteY35" fmla="*/ 44993 h 3947802"/>
                <a:gd name="connsiteX0" fmla="*/ 1853384 w 3897869"/>
                <a:gd name="connsiteY0" fmla="*/ 1370964 h 3947802"/>
                <a:gd name="connsiteX1" fmla="*/ 1768767 w 3897869"/>
                <a:gd name="connsiteY1" fmla="*/ 1389664 h 3947802"/>
                <a:gd name="connsiteX2" fmla="*/ 1517577 w 3897869"/>
                <a:gd name="connsiteY2" fmla="*/ 2041350 h 3947802"/>
                <a:gd name="connsiteX3" fmla="*/ 1928990 w 3897869"/>
                <a:gd name="connsiteY3" fmla="*/ 2639087 h 3947802"/>
                <a:gd name="connsiteX4" fmla="*/ 2318674 w 3897869"/>
                <a:gd name="connsiteY4" fmla="*/ 2005698 h 3947802"/>
                <a:gd name="connsiteX5" fmla="*/ 2293344 w 3897869"/>
                <a:gd name="connsiteY5" fmla="*/ 1833568 h 3947802"/>
                <a:gd name="connsiteX6" fmla="*/ 1853384 w 3897869"/>
                <a:gd name="connsiteY6" fmla="*/ 1370964 h 3947802"/>
                <a:gd name="connsiteX7" fmla="*/ 1594841 w 3897869"/>
                <a:gd name="connsiteY7" fmla="*/ 44993 h 3947802"/>
                <a:gd name="connsiteX8" fmla="*/ 3869632 w 3897869"/>
                <a:gd name="connsiteY8" fmla="*/ 1516663 h 3947802"/>
                <a:gd name="connsiteX9" fmla="*/ 3670773 w 3897869"/>
                <a:gd name="connsiteY9" fmla="*/ 2424780 h 3947802"/>
                <a:gd name="connsiteX10" fmla="*/ 3671055 w 3897869"/>
                <a:gd name="connsiteY10" fmla="*/ 2425723 h 3947802"/>
                <a:gd name="connsiteX11" fmla="*/ 3164582 w 3897869"/>
                <a:gd name="connsiteY11" fmla="*/ 2830399 h 3947802"/>
                <a:gd name="connsiteX12" fmla="*/ 3176822 w 3897869"/>
                <a:gd name="connsiteY12" fmla="*/ 2844326 h 3947802"/>
                <a:gd name="connsiteX13" fmla="*/ 3146203 w 3897869"/>
                <a:gd name="connsiteY13" fmla="*/ 2843096 h 3947802"/>
                <a:gd name="connsiteX14" fmla="*/ 3151211 w 3897869"/>
                <a:gd name="connsiteY14" fmla="*/ 2835495 h 3947802"/>
                <a:gd name="connsiteX15" fmla="*/ 2397082 w 3897869"/>
                <a:gd name="connsiteY15" fmla="*/ 2564021 h 3947802"/>
                <a:gd name="connsiteX16" fmla="*/ 2396219 w 3897869"/>
                <a:gd name="connsiteY16" fmla="*/ 2557547 h 3947802"/>
                <a:gd name="connsiteX17" fmla="*/ 1746058 w 3897869"/>
                <a:gd name="connsiteY17" fmla="*/ 3092914 h 3947802"/>
                <a:gd name="connsiteX18" fmla="*/ 990519 w 3897869"/>
                <a:gd name="connsiteY18" fmla="*/ 2019123 h 3947802"/>
                <a:gd name="connsiteX19" fmla="*/ 1593790 w 3897869"/>
                <a:gd name="connsiteY19" fmla="*/ 967148 h 3947802"/>
                <a:gd name="connsiteX20" fmla="*/ 1746058 w 3897869"/>
                <a:gd name="connsiteY20" fmla="*/ 945332 h 3947802"/>
                <a:gd name="connsiteX21" fmla="*/ 2206475 w 3897869"/>
                <a:gd name="connsiteY21" fmla="*/ 1173264 h 3947802"/>
                <a:gd name="connsiteX22" fmla="*/ 2185910 w 3897869"/>
                <a:gd name="connsiteY22" fmla="*/ 877222 h 3947802"/>
                <a:gd name="connsiteX23" fmla="*/ 2656644 w 3897869"/>
                <a:gd name="connsiteY23" fmla="*/ 802478 h 3947802"/>
                <a:gd name="connsiteX24" fmla="*/ 2828567 w 3897869"/>
                <a:gd name="connsiteY24" fmla="*/ 2098865 h 3947802"/>
                <a:gd name="connsiteX25" fmla="*/ 3312378 w 3897869"/>
                <a:gd name="connsiteY25" fmla="*/ 2040932 h 3947802"/>
                <a:gd name="connsiteX26" fmla="*/ 3289926 w 3897869"/>
                <a:gd name="connsiteY26" fmla="*/ 1346035 h 3947802"/>
                <a:gd name="connsiteX27" fmla="*/ 3290031 w 3897869"/>
                <a:gd name="connsiteY27" fmla="*/ 1346138 h 3947802"/>
                <a:gd name="connsiteX28" fmla="*/ 1700745 w 3897869"/>
                <a:gd name="connsiteY28" fmla="*/ 574371 h 3947802"/>
                <a:gd name="connsiteX29" fmla="*/ 571995 w 3897869"/>
                <a:gd name="connsiteY29" fmla="*/ 2273505 h 3947802"/>
                <a:gd name="connsiteX30" fmla="*/ 2267548 w 3897869"/>
                <a:gd name="connsiteY30" fmla="*/ 3407626 h 3947802"/>
                <a:gd name="connsiteX31" fmla="*/ 3194376 w 3897869"/>
                <a:gd name="connsiteY31" fmla="*/ 3071993 h 3947802"/>
                <a:gd name="connsiteX32" fmla="*/ 3268026 w 3897869"/>
                <a:gd name="connsiteY32" fmla="*/ 3508885 h 3947802"/>
                <a:gd name="connsiteX33" fmla="*/ 2347298 w 3897869"/>
                <a:gd name="connsiteY33" fmla="*/ 3903381 h 3947802"/>
                <a:gd name="connsiteX34" fmla="*/ 42617 w 3897869"/>
                <a:gd name="connsiteY34" fmla="*/ 2379408 h 3947802"/>
                <a:gd name="connsiteX35" fmla="*/ 1594841 w 3897869"/>
                <a:gd name="connsiteY35" fmla="*/ 44993 h 3947802"/>
                <a:gd name="connsiteX0" fmla="*/ 1853384 w 3897869"/>
                <a:gd name="connsiteY0" fmla="*/ 1362894 h 3939732"/>
                <a:gd name="connsiteX1" fmla="*/ 1768767 w 3897869"/>
                <a:gd name="connsiteY1" fmla="*/ 1381594 h 3939732"/>
                <a:gd name="connsiteX2" fmla="*/ 1517577 w 3897869"/>
                <a:gd name="connsiteY2" fmla="*/ 2033280 h 3939732"/>
                <a:gd name="connsiteX3" fmla="*/ 1928990 w 3897869"/>
                <a:gd name="connsiteY3" fmla="*/ 2631017 h 3939732"/>
                <a:gd name="connsiteX4" fmla="*/ 2318674 w 3897869"/>
                <a:gd name="connsiteY4" fmla="*/ 1997628 h 3939732"/>
                <a:gd name="connsiteX5" fmla="*/ 2293344 w 3897869"/>
                <a:gd name="connsiteY5" fmla="*/ 1825498 h 3939732"/>
                <a:gd name="connsiteX6" fmla="*/ 1853384 w 3897869"/>
                <a:gd name="connsiteY6" fmla="*/ 1362894 h 3939732"/>
                <a:gd name="connsiteX7" fmla="*/ 1594841 w 3897869"/>
                <a:gd name="connsiteY7" fmla="*/ 36923 h 3939732"/>
                <a:gd name="connsiteX8" fmla="*/ 3869632 w 3897869"/>
                <a:gd name="connsiteY8" fmla="*/ 1508593 h 3939732"/>
                <a:gd name="connsiteX9" fmla="*/ 3670773 w 3897869"/>
                <a:gd name="connsiteY9" fmla="*/ 2416710 h 3939732"/>
                <a:gd name="connsiteX10" fmla="*/ 3671055 w 3897869"/>
                <a:gd name="connsiteY10" fmla="*/ 2417653 h 3939732"/>
                <a:gd name="connsiteX11" fmla="*/ 3164582 w 3897869"/>
                <a:gd name="connsiteY11" fmla="*/ 2822329 h 3939732"/>
                <a:gd name="connsiteX12" fmla="*/ 3176822 w 3897869"/>
                <a:gd name="connsiteY12" fmla="*/ 2836256 h 3939732"/>
                <a:gd name="connsiteX13" fmla="*/ 3146203 w 3897869"/>
                <a:gd name="connsiteY13" fmla="*/ 2835026 h 3939732"/>
                <a:gd name="connsiteX14" fmla="*/ 3151211 w 3897869"/>
                <a:gd name="connsiteY14" fmla="*/ 2827425 h 3939732"/>
                <a:gd name="connsiteX15" fmla="*/ 2397082 w 3897869"/>
                <a:gd name="connsiteY15" fmla="*/ 2555951 h 3939732"/>
                <a:gd name="connsiteX16" fmla="*/ 2396219 w 3897869"/>
                <a:gd name="connsiteY16" fmla="*/ 2549477 h 3939732"/>
                <a:gd name="connsiteX17" fmla="*/ 1746058 w 3897869"/>
                <a:gd name="connsiteY17" fmla="*/ 3084844 h 3939732"/>
                <a:gd name="connsiteX18" fmla="*/ 990519 w 3897869"/>
                <a:gd name="connsiteY18" fmla="*/ 2011053 h 3939732"/>
                <a:gd name="connsiteX19" fmla="*/ 1593790 w 3897869"/>
                <a:gd name="connsiteY19" fmla="*/ 959078 h 3939732"/>
                <a:gd name="connsiteX20" fmla="*/ 1746058 w 3897869"/>
                <a:gd name="connsiteY20" fmla="*/ 937262 h 3939732"/>
                <a:gd name="connsiteX21" fmla="*/ 2206475 w 3897869"/>
                <a:gd name="connsiteY21" fmla="*/ 1165194 h 3939732"/>
                <a:gd name="connsiteX22" fmla="*/ 2185910 w 3897869"/>
                <a:gd name="connsiteY22" fmla="*/ 869152 h 3939732"/>
                <a:gd name="connsiteX23" fmla="*/ 2656644 w 3897869"/>
                <a:gd name="connsiteY23" fmla="*/ 794408 h 3939732"/>
                <a:gd name="connsiteX24" fmla="*/ 2828567 w 3897869"/>
                <a:gd name="connsiteY24" fmla="*/ 2090795 h 3939732"/>
                <a:gd name="connsiteX25" fmla="*/ 3312378 w 3897869"/>
                <a:gd name="connsiteY25" fmla="*/ 2032862 h 3939732"/>
                <a:gd name="connsiteX26" fmla="*/ 3289926 w 3897869"/>
                <a:gd name="connsiteY26" fmla="*/ 1337965 h 3939732"/>
                <a:gd name="connsiteX27" fmla="*/ 3290031 w 3897869"/>
                <a:gd name="connsiteY27" fmla="*/ 1338068 h 3939732"/>
                <a:gd name="connsiteX28" fmla="*/ 1700745 w 3897869"/>
                <a:gd name="connsiteY28" fmla="*/ 566301 h 3939732"/>
                <a:gd name="connsiteX29" fmla="*/ 571995 w 3897869"/>
                <a:gd name="connsiteY29" fmla="*/ 2265435 h 3939732"/>
                <a:gd name="connsiteX30" fmla="*/ 2267548 w 3897869"/>
                <a:gd name="connsiteY30" fmla="*/ 3399556 h 3939732"/>
                <a:gd name="connsiteX31" fmla="*/ 3194376 w 3897869"/>
                <a:gd name="connsiteY31" fmla="*/ 3063923 h 3939732"/>
                <a:gd name="connsiteX32" fmla="*/ 3268026 w 3897869"/>
                <a:gd name="connsiteY32" fmla="*/ 3500815 h 3939732"/>
                <a:gd name="connsiteX33" fmla="*/ 2347298 w 3897869"/>
                <a:gd name="connsiteY33" fmla="*/ 3895311 h 3939732"/>
                <a:gd name="connsiteX34" fmla="*/ 42617 w 3897869"/>
                <a:gd name="connsiteY34" fmla="*/ 2371338 h 3939732"/>
                <a:gd name="connsiteX35" fmla="*/ 1594841 w 3897869"/>
                <a:gd name="connsiteY35" fmla="*/ 36923 h 3939732"/>
                <a:gd name="connsiteX0" fmla="*/ 1853384 w 3897869"/>
                <a:gd name="connsiteY0" fmla="*/ 1371624 h 3948462"/>
                <a:gd name="connsiteX1" fmla="*/ 1768767 w 3897869"/>
                <a:gd name="connsiteY1" fmla="*/ 1390324 h 3948462"/>
                <a:gd name="connsiteX2" fmla="*/ 1517577 w 3897869"/>
                <a:gd name="connsiteY2" fmla="*/ 2042010 h 3948462"/>
                <a:gd name="connsiteX3" fmla="*/ 1928990 w 3897869"/>
                <a:gd name="connsiteY3" fmla="*/ 2639747 h 3948462"/>
                <a:gd name="connsiteX4" fmla="*/ 2318674 w 3897869"/>
                <a:gd name="connsiteY4" fmla="*/ 2006358 h 3948462"/>
                <a:gd name="connsiteX5" fmla="*/ 2293344 w 3897869"/>
                <a:gd name="connsiteY5" fmla="*/ 1834228 h 3948462"/>
                <a:gd name="connsiteX6" fmla="*/ 1853384 w 3897869"/>
                <a:gd name="connsiteY6" fmla="*/ 1371624 h 3948462"/>
                <a:gd name="connsiteX7" fmla="*/ 1594841 w 3897869"/>
                <a:gd name="connsiteY7" fmla="*/ 45653 h 3948462"/>
                <a:gd name="connsiteX8" fmla="*/ 3869632 w 3897869"/>
                <a:gd name="connsiteY8" fmla="*/ 1517323 h 3948462"/>
                <a:gd name="connsiteX9" fmla="*/ 3670773 w 3897869"/>
                <a:gd name="connsiteY9" fmla="*/ 2425440 h 3948462"/>
                <a:gd name="connsiteX10" fmla="*/ 3671055 w 3897869"/>
                <a:gd name="connsiteY10" fmla="*/ 2426383 h 3948462"/>
                <a:gd name="connsiteX11" fmla="*/ 3164582 w 3897869"/>
                <a:gd name="connsiteY11" fmla="*/ 2831059 h 3948462"/>
                <a:gd name="connsiteX12" fmla="*/ 3176822 w 3897869"/>
                <a:gd name="connsiteY12" fmla="*/ 2844986 h 3948462"/>
                <a:gd name="connsiteX13" fmla="*/ 3146203 w 3897869"/>
                <a:gd name="connsiteY13" fmla="*/ 2843756 h 3948462"/>
                <a:gd name="connsiteX14" fmla="*/ 3151211 w 3897869"/>
                <a:gd name="connsiteY14" fmla="*/ 2836155 h 3948462"/>
                <a:gd name="connsiteX15" fmla="*/ 2397082 w 3897869"/>
                <a:gd name="connsiteY15" fmla="*/ 2564681 h 3948462"/>
                <a:gd name="connsiteX16" fmla="*/ 2396219 w 3897869"/>
                <a:gd name="connsiteY16" fmla="*/ 2558207 h 3948462"/>
                <a:gd name="connsiteX17" fmla="*/ 1746058 w 3897869"/>
                <a:gd name="connsiteY17" fmla="*/ 3093574 h 3948462"/>
                <a:gd name="connsiteX18" fmla="*/ 990519 w 3897869"/>
                <a:gd name="connsiteY18" fmla="*/ 2019783 h 3948462"/>
                <a:gd name="connsiteX19" fmla="*/ 1593790 w 3897869"/>
                <a:gd name="connsiteY19" fmla="*/ 967808 h 3948462"/>
                <a:gd name="connsiteX20" fmla="*/ 1746058 w 3897869"/>
                <a:gd name="connsiteY20" fmla="*/ 945992 h 3948462"/>
                <a:gd name="connsiteX21" fmla="*/ 2206475 w 3897869"/>
                <a:gd name="connsiteY21" fmla="*/ 1173924 h 3948462"/>
                <a:gd name="connsiteX22" fmla="*/ 2185910 w 3897869"/>
                <a:gd name="connsiteY22" fmla="*/ 877882 h 3948462"/>
                <a:gd name="connsiteX23" fmla="*/ 2656644 w 3897869"/>
                <a:gd name="connsiteY23" fmla="*/ 803138 h 3948462"/>
                <a:gd name="connsiteX24" fmla="*/ 2828567 w 3897869"/>
                <a:gd name="connsiteY24" fmla="*/ 2099525 h 3948462"/>
                <a:gd name="connsiteX25" fmla="*/ 3312378 w 3897869"/>
                <a:gd name="connsiteY25" fmla="*/ 2041592 h 3948462"/>
                <a:gd name="connsiteX26" fmla="*/ 3289926 w 3897869"/>
                <a:gd name="connsiteY26" fmla="*/ 1346695 h 3948462"/>
                <a:gd name="connsiteX27" fmla="*/ 3290031 w 3897869"/>
                <a:gd name="connsiteY27" fmla="*/ 1346798 h 3948462"/>
                <a:gd name="connsiteX28" fmla="*/ 1700745 w 3897869"/>
                <a:gd name="connsiteY28" fmla="*/ 575031 h 3948462"/>
                <a:gd name="connsiteX29" fmla="*/ 571995 w 3897869"/>
                <a:gd name="connsiteY29" fmla="*/ 2274165 h 3948462"/>
                <a:gd name="connsiteX30" fmla="*/ 2267548 w 3897869"/>
                <a:gd name="connsiteY30" fmla="*/ 3408286 h 3948462"/>
                <a:gd name="connsiteX31" fmla="*/ 3194376 w 3897869"/>
                <a:gd name="connsiteY31" fmla="*/ 3072653 h 3948462"/>
                <a:gd name="connsiteX32" fmla="*/ 3268026 w 3897869"/>
                <a:gd name="connsiteY32" fmla="*/ 3509545 h 3948462"/>
                <a:gd name="connsiteX33" fmla="*/ 2347298 w 3897869"/>
                <a:gd name="connsiteY33" fmla="*/ 3904041 h 3948462"/>
                <a:gd name="connsiteX34" fmla="*/ 42617 w 3897869"/>
                <a:gd name="connsiteY34" fmla="*/ 2380068 h 3948462"/>
                <a:gd name="connsiteX35" fmla="*/ 1594841 w 3897869"/>
                <a:gd name="connsiteY35" fmla="*/ 45653 h 3948462"/>
                <a:gd name="connsiteX0" fmla="*/ 1853384 w 3876965"/>
                <a:gd name="connsiteY0" fmla="*/ 1371624 h 3948462"/>
                <a:gd name="connsiteX1" fmla="*/ 1768767 w 3876965"/>
                <a:gd name="connsiteY1" fmla="*/ 1390324 h 3948462"/>
                <a:gd name="connsiteX2" fmla="*/ 1517577 w 3876965"/>
                <a:gd name="connsiteY2" fmla="*/ 2042010 h 3948462"/>
                <a:gd name="connsiteX3" fmla="*/ 1928990 w 3876965"/>
                <a:gd name="connsiteY3" fmla="*/ 2639747 h 3948462"/>
                <a:gd name="connsiteX4" fmla="*/ 2318674 w 3876965"/>
                <a:gd name="connsiteY4" fmla="*/ 2006358 h 3948462"/>
                <a:gd name="connsiteX5" fmla="*/ 2293344 w 3876965"/>
                <a:gd name="connsiteY5" fmla="*/ 1834228 h 3948462"/>
                <a:gd name="connsiteX6" fmla="*/ 1853384 w 3876965"/>
                <a:gd name="connsiteY6" fmla="*/ 1371624 h 3948462"/>
                <a:gd name="connsiteX7" fmla="*/ 1594841 w 3876965"/>
                <a:gd name="connsiteY7" fmla="*/ 45653 h 3948462"/>
                <a:gd name="connsiteX8" fmla="*/ 3869632 w 3876965"/>
                <a:gd name="connsiteY8" fmla="*/ 1517323 h 3948462"/>
                <a:gd name="connsiteX9" fmla="*/ 3670773 w 3876965"/>
                <a:gd name="connsiteY9" fmla="*/ 2425440 h 3948462"/>
                <a:gd name="connsiteX10" fmla="*/ 3671055 w 3876965"/>
                <a:gd name="connsiteY10" fmla="*/ 2426383 h 3948462"/>
                <a:gd name="connsiteX11" fmla="*/ 3164582 w 3876965"/>
                <a:gd name="connsiteY11" fmla="*/ 2831059 h 3948462"/>
                <a:gd name="connsiteX12" fmla="*/ 3176822 w 3876965"/>
                <a:gd name="connsiteY12" fmla="*/ 2844986 h 3948462"/>
                <a:gd name="connsiteX13" fmla="*/ 3146203 w 3876965"/>
                <a:gd name="connsiteY13" fmla="*/ 2843756 h 3948462"/>
                <a:gd name="connsiteX14" fmla="*/ 3151211 w 3876965"/>
                <a:gd name="connsiteY14" fmla="*/ 2836155 h 3948462"/>
                <a:gd name="connsiteX15" fmla="*/ 2397082 w 3876965"/>
                <a:gd name="connsiteY15" fmla="*/ 2564681 h 3948462"/>
                <a:gd name="connsiteX16" fmla="*/ 2396219 w 3876965"/>
                <a:gd name="connsiteY16" fmla="*/ 2558207 h 3948462"/>
                <a:gd name="connsiteX17" fmla="*/ 1746058 w 3876965"/>
                <a:gd name="connsiteY17" fmla="*/ 3093574 h 3948462"/>
                <a:gd name="connsiteX18" fmla="*/ 990519 w 3876965"/>
                <a:gd name="connsiteY18" fmla="*/ 2019783 h 3948462"/>
                <a:gd name="connsiteX19" fmla="*/ 1593790 w 3876965"/>
                <a:gd name="connsiteY19" fmla="*/ 967808 h 3948462"/>
                <a:gd name="connsiteX20" fmla="*/ 1746058 w 3876965"/>
                <a:gd name="connsiteY20" fmla="*/ 945992 h 3948462"/>
                <a:gd name="connsiteX21" fmla="*/ 2206475 w 3876965"/>
                <a:gd name="connsiteY21" fmla="*/ 1173924 h 3948462"/>
                <a:gd name="connsiteX22" fmla="*/ 2185910 w 3876965"/>
                <a:gd name="connsiteY22" fmla="*/ 877882 h 3948462"/>
                <a:gd name="connsiteX23" fmla="*/ 2656644 w 3876965"/>
                <a:gd name="connsiteY23" fmla="*/ 803138 h 3948462"/>
                <a:gd name="connsiteX24" fmla="*/ 2828567 w 3876965"/>
                <a:gd name="connsiteY24" fmla="*/ 2099525 h 3948462"/>
                <a:gd name="connsiteX25" fmla="*/ 3312378 w 3876965"/>
                <a:gd name="connsiteY25" fmla="*/ 2041592 h 3948462"/>
                <a:gd name="connsiteX26" fmla="*/ 3289926 w 3876965"/>
                <a:gd name="connsiteY26" fmla="*/ 1346695 h 3948462"/>
                <a:gd name="connsiteX27" fmla="*/ 3290031 w 3876965"/>
                <a:gd name="connsiteY27" fmla="*/ 1346798 h 3948462"/>
                <a:gd name="connsiteX28" fmla="*/ 1700745 w 3876965"/>
                <a:gd name="connsiteY28" fmla="*/ 575031 h 3948462"/>
                <a:gd name="connsiteX29" fmla="*/ 571995 w 3876965"/>
                <a:gd name="connsiteY29" fmla="*/ 2274165 h 3948462"/>
                <a:gd name="connsiteX30" fmla="*/ 2267548 w 3876965"/>
                <a:gd name="connsiteY30" fmla="*/ 3408286 h 3948462"/>
                <a:gd name="connsiteX31" fmla="*/ 3194376 w 3876965"/>
                <a:gd name="connsiteY31" fmla="*/ 3072653 h 3948462"/>
                <a:gd name="connsiteX32" fmla="*/ 3268026 w 3876965"/>
                <a:gd name="connsiteY32" fmla="*/ 3509545 h 3948462"/>
                <a:gd name="connsiteX33" fmla="*/ 2347298 w 3876965"/>
                <a:gd name="connsiteY33" fmla="*/ 3904041 h 3948462"/>
                <a:gd name="connsiteX34" fmla="*/ 42617 w 3876965"/>
                <a:gd name="connsiteY34" fmla="*/ 2380068 h 3948462"/>
                <a:gd name="connsiteX35" fmla="*/ 1594841 w 3876965"/>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12378 w 3869632"/>
                <a:gd name="connsiteY25" fmla="*/ 2041592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12378 w 3869632"/>
                <a:gd name="connsiteY25" fmla="*/ 2041592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12378 w 3869632"/>
                <a:gd name="connsiteY25" fmla="*/ 2041592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12378 w 3869632"/>
                <a:gd name="connsiteY25" fmla="*/ 2041592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4683 w 3869632"/>
                <a:gd name="connsiteY25" fmla="*/ 2060269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4683 w 3869632"/>
                <a:gd name="connsiteY25" fmla="*/ 2060269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4683 w 3869632"/>
                <a:gd name="connsiteY25" fmla="*/ 2060269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4683 w 3869632"/>
                <a:gd name="connsiteY25" fmla="*/ 2060269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2812 w 3869632"/>
                <a:gd name="connsiteY25" fmla="*/ 2002360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2812 w 3869632"/>
                <a:gd name="connsiteY25" fmla="*/ 2002360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88568"/>
                <a:gd name="connsiteY0" fmla="*/ 1371624 h 3948462"/>
                <a:gd name="connsiteX1" fmla="*/ 1768767 w 3888568"/>
                <a:gd name="connsiteY1" fmla="*/ 1390324 h 3948462"/>
                <a:gd name="connsiteX2" fmla="*/ 1517577 w 3888568"/>
                <a:gd name="connsiteY2" fmla="*/ 2042010 h 3948462"/>
                <a:gd name="connsiteX3" fmla="*/ 1928990 w 3888568"/>
                <a:gd name="connsiteY3" fmla="*/ 2639747 h 3948462"/>
                <a:gd name="connsiteX4" fmla="*/ 2318674 w 3888568"/>
                <a:gd name="connsiteY4" fmla="*/ 2006358 h 3948462"/>
                <a:gd name="connsiteX5" fmla="*/ 2293344 w 3888568"/>
                <a:gd name="connsiteY5" fmla="*/ 1834228 h 3948462"/>
                <a:gd name="connsiteX6" fmla="*/ 1853384 w 3888568"/>
                <a:gd name="connsiteY6" fmla="*/ 1371624 h 3948462"/>
                <a:gd name="connsiteX7" fmla="*/ 1594841 w 3888568"/>
                <a:gd name="connsiteY7" fmla="*/ 45653 h 3948462"/>
                <a:gd name="connsiteX8" fmla="*/ 3869632 w 3888568"/>
                <a:gd name="connsiteY8" fmla="*/ 1517323 h 3948462"/>
                <a:gd name="connsiteX9" fmla="*/ 3670773 w 3888568"/>
                <a:gd name="connsiteY9" fmla="*/ 2425440 h 3948462"/>
                <a:gd name="connsiteX10" fmla="*/ 3671055 w 3888568"/>
                <a:gd name="connsiteY10" fmla="*/ 2426383 h 3948462"/>
                <a:gd name="connsiteX11" fmla="*/ 3164582 w 3888568"/>
                <a:gd name="connsiteY11" fmla="*/ 2831059 h 3948462"/>
                <a:gd name="connsiteX12" fmla="*/ 3176822 w 3888568"/>
                <a:gd name="connsiteY12" fmla="*/ 2844986 h 3948462"/>
                <a:gd name="connsiteX13" fmla="*/ 3146203 w 3888568"/>
                <a:gd name="connsiteY13" fmla="*/ 2843756 h 3948462"/>
                <a:gd name="connsiteX14" fmla="*/ 3151211 w 3888568"/>
                <a:gd name="connsiteY14" fmla="*/ 2836155 h 3948462"/>
                <a:gd name="connsiteX15" fmla="*/ 2397082 w 3888568"/>
                <a:gd name="connsiteY15" fmla="*/ 2564681 h 3948462"/>
                <a:gd name="connsiteX16" fmla="*/ 2396219 w 3888568"/>
                <a:gd name="connsiteY16" fmla="*/ 2558207 h 3948462"/>
                <a:gd name="connsiteX17" fmla="*/ 1746058 w 3888568"/>
                <a:gd name="connsiteY17" fmla="*/ 3093574 h 3948462"/>
                <a:gd name="connsiteX18" fmla="*/ 990519 w 3888568"/>
                <a:gd name="connsiteY18" fmla="*/ 2019783 h 3948462"/>
                <a:gd name="connsiteX19" fmla="*/ 1593790 w 3888568"/>
                <a:gd name="connsiteY19" fmla="*/ 967808 h 3948462"/>
                <a:gd name="connsiteX20" fmla="*/ 1746058 w 3888568"/>
                <a:gd name="connsiteY20" fmla="*/ 945992 h 3948462"/>
                <a:gd name="connsiteX21" fmla="*/ 2206475 w 3888568"/>
                <a:gd name="connsiteY21" fmla="*/ 1173924 h 3948462"/>
                <a:gd name="connsiteX22" fmla="*/ 2185910 w 3888568"/>
                <a:gd name="connsiteY22" fmla="*/ 877882 h 3948462"/>
                <a:gd name="connsiteX23" fmla="*/ 2656644 w 3888568"/>
                <a:gd name="connsiteY23" fmla="*/ 803138 h 3948462"/>
                <a:gd name="connsiteX24" fmla="*/ 2828567 w 3888568"/>
                <a:gd name="connsiteY24" fmla="*/ 2099525 h 3948462"/>
                <a:gd name="connsiteX25" fmla="*/ 3362812 w 3888568"/>
                <a:gd name="connsiteY25" fmla="*/ 2002360 h 3948462"/>
                <a:gd name="connsiteX26" fmla="*/ 3289926 w 3888568"/>
                <a:gd name="connsiteY26" fmla="*/ 1346695 h 3948462"/>
                <a:gd name="connsiteX27" fmla="*/ 3290031 w 3888568"/>
                <a:gd name="connsiteY27" fmla="*/ 1346798 h 3948462"/>
                <a:gd name="connsiteX28" fmla="*/ 1700745 w 3888568"/>
                <a:gd name="connsiteY28" fmla="*/ 575031 h 3948462"/>
                <a:gd name="connsiteX29" fmla="*/ 571995 w 3888568"/>
                <a:gd name="connsiteY29" fmla="*/ 2274165 h 3948462"/>
                <a:gd name="connsiteX30" fmla="*/ 2267548 w 3888568"/>
                <a:gd name="connsiteY30" fmla="*/ 3408286 h 3948462"/>
                <a:gd name="connsiteX31" fmla="*/ 3194376 w 3888568"/>
                <a:gd name="connsiteY31" fmla="*/ 3072653 h 3948462"/>
                <a:gd name="connsiteX32" fmla="*/ 3268026 w 3888568"/>
                <a:gd name="connsiteY32" fmla="*/ 3509545 h 3948462"/>
                <a:gd name="connsiteX33" fmla="*/ 2347298 w 3888568"/>
                <a:gd name="connsiteY33" fmla="*/ 3904041 h 3948462"/>
                <a:gd name="connsiteX34" fmla="*/ 42617 w 3888568"/>
                <a:gd name="connsiteY34" fmla="*/ 2380068 h 3948462"/>
                <a:gd name="connsiteX35" fmla="*/ 1594841 w 3888568"/>
                <a:gd name="connsiteY35" fmla="*/ 45653 h 3948462"/>
                <a:gd name="connsiteX0" fmla="*/ 1853384 w 3888568"/>
                <a:gd name="connsiteY0" fmla="*/ 1371624 h 3948462"/>
                <a:gd name="connsiteX1" fmla="*/ 1768767 w 3888568"/>
                <a:gd name="connsiteY1" fmla="*/ 1390324 h 3948462"/>
                <a:gd name="connsiteX2" fmla="*/ 1517577 w 3888568"/>
                <a:gd name="connsiteY2" fmla="*/ 2042010 h 3948462"/>
                <a:gd name="connsiteX3" fmla="*/ 1928990 w 3888568"/>
                <a:gd name="connsiteY3" fmla="*/ 2639747 h 3948462"/>
                <a:gd name="connsiteX4" fmla="*/ 2318674 w 3888568"/>
                <a:gd name="connsiteY4" fmla="*/ 2006358 h 3948462"/>
                <a:gd name="connsiteX5" fmla="*/ 2293344 w 3888568"/>
                <a:gd name="connsiteY5" fmla="*/ 1834228 h 3948462"/>
                <a:gd name="connsiteX6" fmla="*/ 1853384 w 3888568"/>
                <a:gd name="connsiteY6" fmla="*/ 1371624 h 3948462"/>
                <a:gd name="connsiteX7" fmla="*/ 1594841 w 3888568"/>
                <a:gd name="connsiteY7" fmla="*/ 45653 h 3948462"/>
                <a:gd name="connsiteX8" fmla="*/ 3869632 w 3888568"/>
                <a:gd name="connsiteY8" fmla="*/ 1517323 h 3948462"/>
                <a:gd name="connsiteX9" fmla="*/ 3670773 w 3888568"/>
                <a:gd name="connsiteY9" fmla="*/ 2425440 h 3948462"/>
                <a:gd name="connsiteX10" fmla="*/ 3704679 w 3888568"/>
                <a:gd name="connsiteY10" fmla="*/ 2448797 h 3948462"/>
                <a:gd name="connsiteX11" fmla="*/ 3164582 w 3888568"/>
                <a:gd name="connsiteY11" fmla="*/ 2831059 h 3948462"/>
                <a:gd name="connsiteX12" fmla="*/ 3176822 w 3888568"/>
                <a:gd name="connsiteY12" fmla="*/ 2844986 h 3948462"/>
                <a:gd name="connsiteX13" fmla="*/ 3146203 w 3888568"/>
                <a:gd name="connsiteY13" fmla="*/ 2843756 h 3948462"/>
                <a:gd name="connsiteX14" fmla="*/ 3151211 w 3888568"/>
                <a:gd name="connsiteY14" fmla="*/ 2836155 h 3948462"/>
                <a:gd name="connsiteX15" fmla="*/ 2397082 w 3888568"/>
                <a:gd name="connsiteY15" fmla="*/ 2564681 h 3948462"/>
                <a:gd name="connsiteX16" fmla="*/ 2396219 w 3888568"/>
                <a:gd name="connsiteY16" fmla="*/ 2558207 h 3948462"/>
                <a:gd name="connsiteX17" fmla="*/ 1746058 w 3888568"/>
                <a:gd name="connsiteY17" fmla="*/ 3093574 h 3948462"/>
                <a:gd name="connsiteX18" fmla="*/ 990519 w 3888568"/>
                <a:gd name="connsiteY18" fmla="*/ 2019783 h 3948462"/>
                <a:gd name="connsiteX19" fmla="*/ 1593790 w 3888568"/>
                <a:gd name="connsiteY19" fmla="*/ 967808 h 3948462"/>
                <a:gd name="connsiteX20" fmla="*/ 1746058 w 3888568"/>
                <a:gd name="connsiteY20" fmla="*/ 945992 h 3948462"/>
                <a:gd name="connsiteX21" fmla="*/ 2206475 w 3888568"/>
                <a:gd name="connsiteY21" fmla="*/ 1173924 h 3948462"/>
                <a:gd name="connsiteX22" fmla="*/ 2185910 w 3888568"/>
                <a:gd name="connsiteY22" fmla="*/ 877882 h 3948462"/>
                <a:gd name="connsiteX23" fmla="*/ 2656644 w 3888568"/>
                <a:gd name="connsiteY23" fmla="*/ 803138 h 3948462"/>
                <a:gd name="connsiteX24" fmla="*/ 2828567 w 3888568"/>
                <a:gd name="connsiteY24" fmla="*/ 2099525 h 3948462"/>
                <a:gd name="connsiteX25" fmla="*/ 3362812 w 3888568"/>
                <a:gd name="connsiteY25" fmla="*/ 2002360 h 3948462"/>
                <a:gd name="connsiteX26" fmla="*/ 3289926 w 3888568"/>
                <a:gd name="connsiteY26" fmla="*/ 1346695 h 3948462"/>
                <a:gd name="connsiteX27" fmla="*/ 3290031 w 3888568"/>
                <a:gd name="connsiteY27" fmla="*/ 1346798 h 3948462"/>
                <a:gd name="connsiteX28" fmla="*/ 1700745 w 3888568"/>
                <a:gd name="connsiteY28" fmla="*/ 575031 h 3948462"/>
                <a:gd name="connsiteX29" fmla="*/ 571995 w 3888568"/>
                <a:gd name="connsiteY29" fmla="*/ 2274165 h 3948462"/>
                <a:gd name="connsiteX30" fmla="*/ 2267548 w 3888568"/>
                <a:gd name="connsiteY30" fmla="*/ 3408286 h 3948462"/>
                <a:gd name="connsiteX31" fmla="*/ 3194376 w 3888568"/>
                <a:gd name="connsiteY31" fmla="*/ 3072653 h 3948462"/>
                <a:gd name="connsiteX32" fmla="*/ 3268026 w 3888568"/>
                <a:gd name="connsiteY32" fmla="*/ 3509545 h 3948462"/>
                <a:gd name="connsiteX33" fmla="*/ 2347298 w 3888568"/>
                <a:gd name="connsiteY33" fmla="*/ 3904041 h 3948462"/>
                <a:gd name="connsiteX34" fmla="*/ 42617 w 3888568"/>
                <a:gd name="connsiteY34" fmla="*/ 2380068 h 3948462"/>
                <a:gd name="connsiteX35" fmla="*/ 1594841 w 3888568"/>
                <a:gd name="connsiteY35" fmla="*/ 45653 h 3948462"/>
                <a:gd name="connsiteX0" fmla="*/ 1853384 w 3888568"/>
                <a:gd name="connsiteY0" fmla="*/ 1371624 h 3948462"/>
                <a:gd name="connsiteX1" fmla="*/ 1768767 w 3888568"/>
                <a:gd name="connsiteY1" fmla="*/ 1390324 h 3948462"/>
                <a:gd name="connsiteX2" fmla="*/ 1517577 w 3888568"/>
                <a:gd name="connsiteY2" fmla="*/ 2042010 h 3948462"/>
                <a:gd name="connsiteX3" fmla="*/ 1928990 w 3888568"/>
                <a:gd name="connsiteY3" fmla="*/ 2639747 h 3948462"/>
                <a:gd name="connsiteX4" fmla="*/ 2318674 w 3888568"/>
                <a:gd name="connsiteY4" fmla="*/ 2006358 h 3948462"/>
                <a:gd name="connsiteX5" fmla="*/ 2293344 w 3888568"/>
                <a:gd name="connsiteY5" fmla="*/ 1834228 h 3948462"/>
                <a:gd name="connsiteX6" fmla="*/ 1853384 w 3888568"/>
                <a:gd name="connsiteY6" fmla="*/ 1371624 h 3948462"/>
                <a:gd name="connsiteX7" fmla="*/ 1594841 w 3888568"/>
                <a:gd name="connsiteY7" fmla="*/ 45653 h 3948462"/>
                <a:gd name="connsiteX8" fmla="*/ 3869632 w 3888568"/>
                <a:gd name="connsiteY8" fmla="*/ 1517323 h 3948462"/>
                <a:gd name="connsiteX9" fmla="*/ 3670773 w 3888568"/>
                <a:gd name="connsiteY9" fmla="*/ 2425440 h 3948462"/>
                <a:gd name="connsiteX10" fmla="*/ 3164582 w 3888568"/>
                <a:gd name="connsiteY10" fmla="*/ 2831059 h 3948462"/>
                <a:gd name="connsiteX11" fmla="*/ 3176822 w 3888568"/>
                <a:gd name="connsiteY11" fmla="*/ 2844986 h 3948462"/>
                <a:gd name="connsiteX12" fmla="*/ 3146203 w 3888568"/>
                <a:gd name="connsiteY12" fmla="*/ 2843756 h 3948462"/>
                <a:gd name="connsiteX13" fmla="*/ 3151211 w 3888568"/>
                <a:gd name="connsiteY13" fmla="*/ 2836155 h 3948462"/>
                <a:gd name="connsiteX14" fmla="*/ 2397082 w 3888568"/>
                <a:gd name="connsiteY14" fmla="*/ 2564681 h 3948462"/>
                <a:gd name="connsiteX15" fmla="*/ 2396219 w 3888568"/>
                <a:gd name="connsiteY15" fmla="*/ 2558207 h 3948462"/>
                <a:gd name="connsiteX16" fmla="*/ 1746058 w 3888568"/>
                <a:gd name="connsiteY16" fmla="*/ 3093574 h 3948462"/>
                <a:gd name="connsiteX17" fmla="*/ 990519 w 3888568"/>
                <a:gd name="connsiteY17" fmla="*/ 2019783 h 3948462"/>
                <a:gd name="connsiteX18" fmla="*/ 1593790 w 3888568"/>
                <a:gd name="connsiteY18" fmla="*/ 967808 h 3948462"/>
                <a:gd name="connsiteX19" fmla="*/ 1746058 w 3888568"/>
                <a:gd name="connsiteY19" fmla="*/ 945992 h 3948462"/>
                <a:gd name="connsiteX20" fmla="*/ 2206475 w 3888568"/>
                <a:gd name="connsiteY20" fmla="*/ 1173924 h 3948462"/>
                <a:gd name="connsiteX21" fmla="*/ 2185910 w 3888568"/>
                <a:gd name="connsiteY21" fmla="*/ 877882 h 3948462"/>
                <a:gd name="connsiteX22" fmla="*/ 2656644 w 3888568"/>
                <a:gd name="connsiteY22" fmla="*/ 803138 h 3948462"/>
                <a:gd name="connsiteX23" fmla="*/ 2828567 w 3888568"/>
                <a:gd name="connsiteY23" fmla="*/ 2099525 h 3948462"/>
                <a:gd name="connsiteX24" fmla="*/ 3362812 w 3888568"/>
                <a:gd name="connsiteY24" fmla="*/ 2002360 h 3948462"/>
                <a:gd name="connsiteX25" fmla="*/ 3289926 w 3888568"/>
                <a:gd name="connsiteY25" fmla="*/ 1346695 h 3948462"/>
                <a:gd name="connsiteX26" fmla="*/ 3290031 w 3888568"/>
                <a:gd name="connsiteY26" fmla="*/ 1346798 h 3948462"/>
                <a:gd name="connsiteX27" fmla="*/ 1700745 w 3888568"/>
                <a:gd name="connsiteY27" fmla="*/ 575031 h 3948462"/>
                <a:gd name="connsiteX28" fmla="*/ 571995 w 3888568"/>
                <a:gd name="connsiteY28" fmla="*/ 2274165 h 3948462"/>
                <a:gd name="connsiteX29" fmla="*/ 2267548 w 3888568"/>
                <a:gd name="connsiteY29" fmla="*/ 3408286 h 3948462"/>
                <a:gd name="connsiteX30" fmla="*/ 3194376 w 3888568"/>
                <a:gd name="connsiteY30" fmla="*/ 3072653 h 3948462"/>
                <a:gd name="connsiteX31" fmla="*/ 3268026 w 3888568"/>
                <a:gd name="connsiteY31" fmla="*/ 3509545 h 3948462"/>
                <a:gd name="connsiteX32" fmla="*/ 2347298 w 3888568"/>
                <a:gd name="connsiteY32" fmla="*/ 3904041 h 3948462"/>
                <a:gd name="connsiteX33" fmla="*/ 42617 w 3888568"/>
                <a:gd name="connsiteY33" fmla="*/ 2380068 h 3948462"/>
                <a:gd name="connsiteX34" fmla="*/ 1594841 w 3888568"/>
                <a:gd name="connsiteY34" fmla="*/ 45653 h 3948462"/>
                <a:gd name="connsiteX0" fmla="*/ 1853384 w 3892469"/>
                <a:gd name="connsiteY0" fmla="*/ 1371624 h 3948462"/>
                <a:gd name="connsiteX1" fmla="*/ 1768767 w 3892469"/>
                <a:gd name="connsiteY1" fmla="*/ 1390324 h 3948462"/>
                <a:gd name="connsiteX2" fmla="*/ 1517577 w 3892469"/>
                <a:gd name="connsiteY2" fmla="*/ 2042010 h 3948462"/>
                <a:gd name="connsiteX3" fmla="*/ 1928990 w 3892469"/>
                <a:gd name="connsiteY3" fmla="*/ 2639747 h 3948462"/>
                <a:gd name="connsiteX4" fmla="*/ 2318674 w 3892469"/>
                <a:gd name="connsiteY4" fmla="*/ 2006358 h 3948462"/>
                <a:gd name="connsiteX5" fmla="*/ 2293344 w 3892469"/>
                <a:gd name="connsiteY5" fmla="*/ 1834228 h 3948462"/>
                <a:gd name="connsiteX6" fmla="*/ 1853384 w 3892469"/>
                <a:gd name="connsiteY6" fmla="*/ 1371624 h 3948462"/>
                <a:gd name="connsiteX7" fmla="*/ 1594841 w 3892469"/>
                <a:gd name="connsiteY7" fmla="*/ 45653 h 3948462"/>
                <a:gd name="connsiteX8" fmla="*/ 3869632 w 3892469"/>
                <a:gd name="connsiteY8" fmla="*/ 1517323 h 3948462"/>
                <a:gd name="connsiteX9" fmla="*/ 3706266 w 3892469"/>
                <a:gd name="connsiteY9" fmla="*/ 2457195 h 3948462"/>
                <a:gd name="connsiteX10" fmla="*/ 3164582 w 3892469"/>
                <a:gd name="connsiteY10" fmla="*/ 2831059 h 3948462"/>
                <a:gd name="connsiteX11" fmla="*/ 3176822 w 3892469"/>
                <a:gd name="connsiteY11" fmla="*/ 2844986 h 3948462"/>
                <a:gd name="connsiteX12" fmla="*/ 3146203 w 3892469"/>
                <a:gd name="connsiteY12" fmla="*/ 2843756 h 3948462"/>
                <a:gd name="connsiteX13" fmla="*/ 3151211 w 3892469"/>
                <a:gd name="connsiteY13" fmla="*/ 2836155 h 3948462"/>
                <a:gd name="connsiteX14" fmla="*/ 2397082 w 3892469"/>
                <a:gd name="connsiteY14" fmla="*/ 2564681 h 3948462"/>
                <a:gd name="connsiteX15" fmla="*/ 2396219 w 3892469"/>
                <a:gd name="connsiteY15" fmla="*/ 2558207 h 3948462"/>
                <a:gd name="connsiteX16" fmla="*/ 1746058 w 3892469"/>
                <a:gd name="connsiteY16" fmla="*/ 3093574 h 3948462"/>
                <a:gd name="connsiteX17" fmla="*/ 990519 w 3892469"/>
                <a:gd name="connsiteY17" fmla="*/ 2019783 h 3948462"/>
                <a:gd name="connsiteX18" fmla="*/ 1593790 w 3892469"/>
                <a:gd name="connsiteY18" fmla="*/ 967808 h 3948462"/>
                <a:gd name="connsiteX19" fmla="*/ 1746058 w 3892469"/>
                <a:gd name="connsiteY19" fmla="*/ 945992 h 3948462"/>
                <a:gd name="connsiteX20" fmla="*/ 2206475 w 3892469"/>
                <a:gd name="connsiteY20" fmla="*/ 1173924 h 3948462"/>
                <a:gd name="connsiteX21" fmla="*/ 2185910 w 3892469"/>
                <a:gd name="connsiteY21" fmla="*/ 877882 h 3948462"/>
                <a:gd name="connsiteX22" fmla="*/ 2656644 w 3892469"/>
                <a:gd name="connsiteY22" fmla="*/ 803138 h 3948462"/>
                <a:gd name="connsiteX23" fmla="*/ 2828567 w 3892469"/>
                <a:gd name="connsiteY23" fmla="*/ 2099525 h 3948462"/>
                <a:gd name="connsiteX24" fmla="*/ 3362812 w 3892469"/>
                <a:gd name="connsiteY24" fmla="*/ 2002360 h 3948462"/>
                <a:gd name="connsiteX25" fmla="*/ 3289926 w 3892469"/>
                <a:gd name="connsiteY25" fmla="*/ 1346695 h 3948462"/>
                <a:gd name="connsiteX26" fmla="*/ 3290031 w 3892469"/>
                <a:gd name="connsiteY26" fmla="*/ 1346798 h 3948462"/>
                <a:gd name="connsiteX27" fmla="*/ 1700745 w 3892469"/>
                <a:gd name="connsiteY27" fmla="*/ 575031 h 3948462"/>
                <a:gd name="connsiteX28" fmla="*/ 571995 w 3892469"/>
                <a:gd name="connsiteY28" fmla="*/ 2274165 h 3948462"/>
                <a:gd name="connsiteX29" fmla="*/ 2267548 w 3892469"/>
                <a:gd name="connsiteY29" fmla="*/ 3408286 h 3948462"/>
                <a:gd name="connsiteX30" fmla="*/ 3194376 w 3892469"/>
                <a:gd name="connsiteY30" fmla="*/ 3072653 h 3948462"/>
                <a:gd name="connsiteX31" fmla="*/ 3268026 w 3892469"/>
                <a:gd name="connsiteY31" fmla="*/ 3509545 h 3948462"/>
                <a:gd name="connsiteX32" fmla="*/ 2347298 w 3892469"/>
                <a:gd name="connsiteY32" fmla="*/ 3904041 h 3948462"/>
                <a:gd name="connsiteX33" fmla="*/ 42617 w 3892469"/>
                <a:gd name="connsiteY33" fmla="*/ 2380068 h 3948462"/>
                <a:gd name="connsiteX34" fmla="*/ 1594841 w 3892469"/>
                <a:gd name="connsiteY34"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3176822 w 3890413"/>
                <a:gd name="connsiteY11" fmla="*/ 2844986 h 3948462"/>
                <a:gd name="connsiteX12" fmla="*/ 3146203 w 3890413"/>
                <a:gd name="connsiteY12" fmla="*/ 2843756 h 3948462"/>
                <a:gd name="connsiteX13" fmla="*/ 3151211 w 3890413"/>
                <a:gd name="connsiteY13" fmla="*/ 2836155 h 3948462"/>
                <a:gd name="connsiteX14" fmla="*/ 2397082 w 3890413"/>
                <a:gd name="connsiteY14" fmla="*/ 2564681 h 3948462"/>
                <a:gd name="connsiteX15" fmla="*/ 2396219 w 3890413"/>
                <a:gd name="connsiteY15" fmla="*/ 2558207 h 3948462"/>
                <a:gd name="connsiteX16" fmla="*/ 1746058 w 3890413"/>
                <a:gd name="connsiteY16" fmla="*/ 3093574 h 3948462"/>
                <a:gd name="connsiteX17" fmla="*/ 990519 w 3890413"/>
                <a:gd name="connsiteY17" fmla="*/ 2019783 h 3948462"/>
                <a:gd name="connsiteX18" fmla="*/ 1593790 w 3890413"/>
                <a:gd name="connsiteY18" fmla="*/ 967808 h 3948462"/>
                <a:gd name="connsiteX19" fmla="*/ 1746058 w 3890413"/>
                <a:gd name="connsiteY19" fmla="*/ 945992 h 3948462"/>
                <a:gd name="connsiteX20" fmla="*/ 2206475 w 3890413"/>
                <a:gd name="connsiteY20" fmla="*/ 1173924 h 3948462"/>
                <a:gd name="connsiteX21" fmla="*/ 2185910 w 3890413"/>
                <a:gd name="connsiteY21" fmla="*/ 877882 h 3948462"/>
                <a:gd name="connsiteX22" fmla="*/ 2656644 w 3890413"/>
                <a:gd name="connsiteY22" fmla="*/ 803138 h 3948462"/>
                <a:gd name="connsiteX23" fmla="*/ 2828567 w 3890413"/>
                <a:gd name="connsiteY23" fmla="*/ 2099525 h 3948462"/>
                <a:gd name="connsiteX24" fmla="*/ 3362812 w 3890413"/>
                <a:gd name="connsiteY24" fmla="*/ 2002360 h 3948462"/>
                <a:gd name="connsiteX25" fmla="*/ 3289926 w 3890413"/>
                <a:gd name="connsiteY25" fmla="*/ 1346695 h 3948462"/>
                <a:gd name="connsiteX26" fmla="*/ 3290031 w 3890413"/>
                <a:gd name="connsiteY26" fmla="*/ 1346798 h 3948462"/>
                <a:gd name="connsiteX27" fmla="*/ 1700745 w 3890413"/>
                <a:gd name="connsiteY27" fmla="*/ 575031 h 3948462"/>
                <a:gd name="connsiteX28" fmla="*/ 571995 w 3890413"/>
                <a:gd name="connsiteY28" fmla="*/ 2274165 h 3948462"/>
                <a:gd name="connsiteX29" fmla="*/ 2267548 w 3890413"/>
                <a:gd name="connsiteY29" fmla="*/ 3408286 h 3948462"/>
                <a:gd name="connsiteX30" fmla="*/ 3194376 w 3890413"/>
                <a:gd name="connsiteY30" fmla="*/ 3072653 h 3948462"/>
                <a:gd name="connsiteX31" fmla="*/ 3268026 w 3890413"/>
                <a:gd name="connsiteY31" fmla="*/ 3509545 h 3948462"/>
                <a:gd name="connsiteX32" fmla="*/ 2347298 w 3890413"/>
                <a:gd name="connsiteY32" fmla="*/ 3904041 h 3948462"/>
                <a:gd name="connsiteX33" fmla="*/ 42617 w 3890413"/>
                <a:gd name="connsiteY33" fmla="*/ 2380068 h 3948462"/>
                <a:gd name="connsiteX34" fmla="*/ 1594841 w 3890413"/>
                <a:gd name="connsiteY34"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3176822 w 3890413"/>
                <a:gd name="connsiteY11" fmla="*/ 2844986 h 3948462"/>
                <a:gd name="connsiteX12" fmla="*/ 3146203 w 3890413"/>
                <a:gd name="connsiteY12" fmla="*/ 2843756 h 3948462"/>
                <a:gd name="connsiteX13" fmla="*/ 3151211 w 3890413"/>
                <a:gd name="connsiteY13" fmla="*/ 2836155 h 3948462"/>
                <a:gd name="connsiteX14" fmla="*/ 2397082 w 3890413"/>
                <a:gd name="connsiteY14" fmla="*/ 2564681 h 3948462"/>
                <a:gd name="connsiteX15" fmla="*/ 2396219 w 3890413"/>
                <a:gd name="connsiteY15" fmla="*/ 2558207 h 3948462"/>
                <a:gd name="connsiteX16" fmla="*/ 1746058 w 3890413"/>
                <a:gd name="connsiteY16" fmla="*/ 3093574 h 3948462"/>
                <a:gd name="connsiteX17" fmla="*/ 990519 w 3890413"/>
                <a:gd name="connsiteY17" fmla="*/ 2019783 h 3948462"/>
                <a:gd name="connsiteX18" fmla="*/ 1593790 w 3890413"/>
                <a:gd name="connsiteY18" fmla="*/ 967808 h 3948462"/>
                <a:gd name="connsiteX19" fmla="*/ 1746058 w 3890413"/>
                <a:gd name="connsiteY19" fmla="*/ 945992 h 3948462"/>
                <a:gd name="connsiteX20" fmla="*/ 2206475 w 3890413"/>
                <a:gd name="connsiteY20" fmla="*/ 1173924 h 3948462"/>
                <a:gd name="connsiteX21" fmla="*/ 2185910 w 3890413"/>
                <a:gd name="connsiteY21" fmla="*/ 877882 h 3948462"/>
                <a:gd name="connsiteX22" fmla="*/ 2656644 w 3890413"/>
                <a:gd name="connsiteY22" fmla="*/ 803138 h 3948462"/>
                <a:gd name="connsiteX23" fmla="*/ 2828567 w 3890413"/>
                <a:gd name="connsiteY23" fmla="*/ 2099525 h 3948462"/>
                <a:gd name="connsiteX24" fmla="*/ 3362812 w 3890413"/>
                <a:gd name="connsiteY24" fmla="*/ 2002360 h 3948462"/>
                <a:gd name="connsiteX25" fmla="*/ 3289926 w 3890413"/>
                <a:gd name="connsiteY25" fmla="*/ 1346695 h 3948462"/>
                <a:gd name="connsiteX26" fmla="*/ 3290031 w 3890413"/>
                <a:gd name="connsiteY26" fmla="*/ 1346798 h 3948462"/>
                <a:gd name="connsiteX27" fmla="*/ 1700745 w 3890413"/>
                <a:gd name="connsiteY27" fmla="*/ 575031 h 3948462"/>
                <a:gd name="connsiteX28" fmla="*/ 571995 w 3890413"/>
                <a:gd name="connsiteY28" fmla="*/ 2274165 h 3948462"/>
                <a:gd name="connsiteX29" fmla="*/ 2267548 w 3890413"/>
                <a:gd name="connsiteY29" fmla="*/ 3408286 h 3948462"/>
                <a:gd name="connsiteX30" fmla="*/ 3194376 w 3890413"/>
                <a:gd name="connsiteY30" fmla="*/ 3072653 h 3948462"/>
                <a:gd name="connsiteX31" fmla="*/ 3268026 w 3890413"/>
                <a:gd name="connsiteY31" fmla="*/ 3509545 h 3948462"/>
                <a:gd name="connsiteX32" fmla="*/ 2347298 w 3890413"/>
                <a:gd name="connsiteY32" fmla="*/ 3904041 h 3948462"/>
                <a:gd name="connsiteX33" fmla="*/ 42617 w 3890413"/>
                <a:gd name="connsiteY33" fmla="*/ 2380068 h 3948462"/>
                <a:gd name="connsiteX34" fmla="*/ 1594841 w 3890413"/>
                <a:gd name="connsiteY34"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3176822 w 3890413"/>
                <a:gd name="connsiteY11" fmla="*/ 2844986 h 3948462"/>
                <a:gd name="connsiteX12" fmla="*/ 3146203 w 3890413"/>
                <a:gd name="connsiteY12" fmla="*/ 2843756 h 3948462"/>
                <a:gd name="connsiteX13" fmla="*/ 2397082 w 3890413"/>
                <a:gd name="connsiteY13" fmla="*/ 2564681 h 3948462"/>
                <a:gd name="connsiteX14" fmla="*/ 2396219 w 3890413"/>
                <a:gd name="connsiteY14" fmla="*/ 2558207 h 3948462"/>
                <a:gd name="connsiteX15" fmla="*/ 1746058 w 3890413"/>
                <a:gd name="connsiteY15" fmla="*/ 3093574 h 3948462"/>
                <a:gd name="connsiteX16" fmla="*/ 990519 w 3890413"/>
                <a:gd name="connsiteY16" fmla="*/ 2019783 h 3948462"/>
                <a:gd name="connsiteX17" fmla="*/ 1593790 w 3890413"/>
                <a:gd name="connsiteY17" fmla="*/ 967808 h 3948462"/>
                <a:gd name="connsiteX18" fmla="*/ 1746058 w 3890413"/>
                <a:gd name="connsiteY18" fmla="*/ 945992 h 3948462"/>
                <a:gd name="connsiteX19" fmla="*/ 2206475 w 3890413"/>
                <a:gd name="connsiteY19" fmla="*/ 1173924 h 3948462"/>
                <a:gd name="connsiteX20" fmla="*/ 2185910 w 3890413"/>
                <a:gd name="connsiteY20" fmla="*/ 877882 h 3948462"/>
                <a:gd name="connsiteX21" fmla="*/ 2656644 w 3890413"/>
                <a:gd name="connsiteY21" fmla="*/ 803138 h 3948462"/>
                <a:gd name="connsiteX22" fmla="*/ 2828567 w 3890413"/>
                <a:gd name="connsiteY22" fmla="*/ 2099525 h 3948462"/>
                <a:gd name="connsiteX23" fmla="*/ 3362812 w 3890413"/>
                <a:gd name="connsiteY23" fmla="*/ 2002360 h 3948462"/>
                <a:gd name="connsiteX24" fmla="*/ 3289926 w 3890413"/>
                <a:gd name="connsiteY24" fmla="*/ 1346695 h 3948462"/>
                <a:gd name="connsiteX25" fmla="*/ 3290031 w 3890413"/>
                <a:gd name="connsiteY25" fmla="*/ 1346798 h 3948462"/>
                <a:gd name="connsiteX26" fmla="*/ 1700745 w 3890413"/>
                <a:gd name="connsiteY26" fmla="*/ 575031 h 3948462"/>
                <a:gd name="connsiteX27" fmla="*/ 571995 w 3890413"/>
                <a:gd name="connsiteY27" fmla="*/ 2274165 h 3948462"/>
                <a:gd name="connsiteX28" fmla="*/ 2267548 w 3890413"/>
                <a:gd name="connsiteY28" fmla="*/ 3408286 h 3948462"/>
                <a:gd name="connsiteX29" fmla="*/ 3194376 w 3890413"/>
                <a:gd name="connsiteY29" fmla="*/ 3072653 h 3948462"/>
                <a:gd name="connsiteX30" fmla="*/ 3268026 w 3890413"/>
                <a:gd name="connsiteY30" fmla="*/ 3509545 h 3948462"/>
                <a:gd name="connsiteX31" fmla="*/ 2347298 w 3890413"/>
                <a:gd name="connsiteY31" fmla="*/ 3904041 h 3948462"/>
                <a:gd name="connsiteX32" fmla="*/ 42617 w 3890413"/>
                <a:gd name="connsiteY32" fmla="*/ 2380068 h 3948462"/>
                <a:gd name="connsiteX33" fmla="*/ 1594841 w 3890413"/>
                <a:gd name="connsiteY33"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3176822 w 3890413"/>
                <a:gd name="connsiteY11" fmla="*/ 2844986 h 3948462"/>
                <a:gd name="connsiteX12" fmla="*/ 2397082 w 3890413"/>
                <a:gd name="connsiteY12" fmla="*/ 2564681 h 3948462"/>
                <a:gd name="connsiteX13" fmla="*/ 2396219 w 3890413"/>
                <a:gd name="connsiteY13" fmla="*/ 2558207 h 3948462"/>
                <a:gd name="connsiteX14" fmla="*/ 1746058 w 3890413"/>
                <a:gd name="connsiteY14" fmla="*/ 3093574 h 3948462"/>
                <a:gd name="connsiteX15" fmla="*/ 990519 w 3890413"/>
                <a:gd name="connsiteY15" fmla="*/ 2019783 h 3948462"/>
                <a:gd name="connsiteX16" fmla="*/ 1593790 w 3890413"/>
                <a:gd name="connsiteY16" fmla="*/ 967808 h 3948462"/>
                <a:gd name="connsiteX17" fmla="*/ 1746058 w 3890413"/>
                <a:gd name="connsiteY17" fmla="*/ 945992 h 3948462"/>
                <a:gd name="connsiteX18" fmla="*/ 2206475 w 3890413"/>
                <a:gd name="connsiteY18" fmla="*/ 1173924 h 3948462"/>
                <a:gd name="connsiteX19" fmla="*/ 2185910 w 3890413"/>
                <a:gd name="connsiteY19" fmla="*/ 877882 h 3948462"/>
                <a:gd name="connsiteX20" fmla="*/ 2656644 w 3890413"/>
                <a:gd name="connsiteY20" fmla="*/ 803138 h 3948462"/>
                <a:gd name="connsiteX21" fmla="*/ 2828567 w 3890413"/>
                <a:gd name="connsiteY21" fmla="*/ 2099525 h 3948462"/>
                <a:gd name="connsiteX22" fmla="*/ 3362812 w 3890413"/>
                <a:gd name="connsiteY22" fmla="*/ 2002360 h 3948462"/>
                <a:gd name="connsiteX23" fmla="*/ 3289926 w 3890413"/>
                <a:gd name="connsiteY23" fmla="*/ 1346695 h 3948462"/>
                <a:gd name="connsiteX24" fmla="*/ 3290031 w 3890413"/>
                <a:gd name="connsiteY24" fmla="*/ 1346798 h 3948462"/>
                <a:gd name="connsiteX25" fmla="*/ 1700745 w 3890413"/>
                <a:gd name="connsiteY25" fmla="*/ 575031 h 3948462"/>
                <a:gd name="connsiteX26" fmla="*/ 571995 w 3890413"/>
                <a:gd name="connsiteY26" fmla="*/ 2274165 h 3948462"/>
                <a:gd name="connsiteX27" fmla="*/ 2267548 w 3890413"/>
                <a:gd name="connsiteY27" fmla="*/ 3408286 h 3948462"/>
                <a:gd name="connsiteX28" fmla="*/ 3194376 w 3890413"/>
                <a:gd name="connsiteY28" fmla="*/ 3072653 h 3948462"/>
                <a:gd name="connsiteX29" fmla="*/ 3268026 w 3890413"/>
                <a:gd name="connsiteY29" fmla="*/ 3509545 h 3948462"/>
                <a:gd name="connsiteX30" fmla="*/ 2347298 w 3890413"/>
                <a:gd name="connsiteY30" fmla="*/ 3904041 h 3948462"/>
                <a:gd name="connsiteX31" fmla="*/ 42617 w 3890413"/>
                <a:gd name="connsiteY31" fmla="*/ 2380068 h 3948462"/>
                <a:gd name="connsiteX32" fmla="*/ 1594841 w 3890413"/>
                <a:gd name="connsiteY32"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2397082 w 3890413"/>
                <a:gd name="connsiteY11" fmla="*/ 2564681 h 3948462"/>
                <a:gd name="connsiteX12" fmla="*/ 2396219 w 3890413"/>
                <a:gd name="connsiteY12" fmla="*/ 2558207 h 3948462"/>
                <a:gd name="connsiteX13" fmla="*/ 1746058 w 3890413"/>
                <a:gd name="connsiteY13" fmla="*/ 3093574 h 3948462"/>
                <a:gd name="connsiteX14" fmla="*/ 990519 w 3890413"/>
                <a:gd name="connsiteY14" fmla="*/ 2019783 h 3948462"/>
                <a:gd name="connsiteX15" fmla="*/ 1593790 w 3890413"/>
                <a:gd name="connsiteY15" fmla="*/ 967808 h 3948462"/>
                <a:gd name="connsiteX16" fmla="*/ 1746058 w 3890413"/>
                <a:gd name="connsiteY16" fmla="*/ 945992 h 3948462"/>
                <a:gd name="connsiteX17" fmla="*/ 2206475 w 3890413"/>
                <a:gd name="connsiteY17" fmla="*/ 1173924 h 3948462"/>
                <a:gd name="connsiteX18" fmla="*/ 2185910 w 3890413"/>
                <a:gd name="connsiteY18" fmla="*/ 877882 h 3948462"/>
                <a:gd name="connsiteX19" fmla="*/ 2656644 w 3890413"/>
                <a:gd name="connsiteY19" fmla="*/ 803138 h 3948462"/>
                <a:gd name="connsiteX20" fmla="*/ 2828567 w 3890413"/>
                <a:gd name="connsiteY20" fmla="*/ 2099525 h 3948462"/>
                <a:gd name="connsiteX21" fmla="*/ 3362812 w 3890413"/>
                <a:gd name="connsiteY21" fmla="*/ 2002360 h 3948462"/>
                <a:gd name="connsiteX22" fmla="*/ 3289926 w 3890413"/>
                <a:gd name="connsiteY22" fmla="*/ 1346695 h 3948462"/>
                <a:gd name="connsiteX23" fmla="*/ 3290031 w 3890413"/>
                <a:gd name="connsiteY23" fmla="*/ 1346798 h 3948462"/>
                <a:gd name="connsiteX24" fmla="*/ 1700745 w 3890413"/>
                <a:gd name="connsiteY24" fmla="*/ 575031 h 3948462"/>
                <a:gd name="connsiteX25" fmla="*/ 571995 w 3890413"/>
                <a:gd name="connsiteY25" fmla="*/ 2274165 h 3948462"/>
                <a:gd name="connsiteX26" fmla="*/ 2267548 w 3890413"/>
                <a:gd name="connsiteY26" fmla="*/ 3408286 h 3948462"/>
                <a:gd name="connsiteX27" fmla="*/ 3194376 w 3890413"/>
                <a:gd name="connsiteY27" fmla="*/ 3072653 h 3948462"/>
                <a:gd name="connsiteX28" fmla="*/ 3268026 w 3890413"/>
                <a:gd name="connsiteY28" fmla="*/ 3509545 h 3948462"/>
                <a:gd name="connsiteX29" fmla="*/ 2347298 w 3890413"/>
                <a:gd name="connsiteY29" fmla="*/ 3904041 h 3948462"/>
                <a:gd name="connsiteX30" fmla="*/ 42617 w 3890413"/>
                <a:gd name="connsiteY30" fmla="*/ 2380068 h 3948462"/>
                <a:gd name="connsiteX31" fmla="*/ 1594841 w 3890413"/>
                <a:gd name="connsiteY31"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2396219 w 3890413"/>
                <a:gd name="connsiteY11" fmla="*/ 2558207 h 3948462"/>
                <a:gd name="connsiteX12" fmla="*/ 1746058 w 3890413"/>
                <a:gd name="connsiteY12" fmla="*/ 3093574 h 3948462"/>
                <a:gd name="connsiteX13" fmla="*/ 990519 w 3890413"/>
                <a:gd name="connsiteY13" fmla="*/ 2019783 h 3948462"/>
                <a:gd name="connsiteX14" fmla="*/ 1593790 w 3890413"/>
                <a:gd name="connsiteY14" fmla="*/ 967808 h 3948462"/>
                <a:gd name="connsiteX15" fmla="*/ 1746058 w 3890413"/>
                <a:gd name="connsiteY15" fmla="*/ 945992 h 3948462"/>
                <a:gd name="connsiteX16" fmla="*/ 2206475 w 3890413"/>
                <a:gd name="connsiteY16" fmla="*/ 1173924 h 3948462"/>
                <a:gd name="connsiteX17" fmla="*/ 2185910 w 3890413"/>
                <a:gd name="connsiteY17" fmla="*/ 877882 h 3948462"/>
                <a:gd name="connsiteX18" fmla="*/ 2656644 w 3890413"/>
                <a:gd name="connsiteY18" fmla="*/ 803138 h 3948462"/>
                <a:gd name="connsiteX19" fmla="*/ 2828567 w 3890413"/>
                <a:gd name="connsiteY19" fmla="*/ 2099525 h 3948462"/>
                <a:gd name="connsiteX20" fmla="*/ 3362812 w 3890413"/>
                <a:gd name="connsiteY20" fmla="*/ 2002360 h 3948462"/>
                <a:gd name="connsiteX21" fmla="*/ 3289926 w 3890413"/>
                <a:gd name="connsiteY21" fmla="*/ 1346695 h 3948462"/>
                <a:gd name="connsiteX22" fmla="*/ 3290031 w 3890413"/>
                <a:gd name="connsiteY22" fmla="*/ 1346798 h 3948462"/>
                <a:gd name="connsiteX23" fmla="*/ 1700745 w 3890413"/>
                <a:gd name="connsiteY23" fmla="*/ 575031 h 3948462"/>
                <a:gd name="connsiteX24" fmla="*/ 571995 w 3890413"/>
                <a:gd name="connsiteY24" fmla="*/ 2274165 h 3948462"/>
                <a:gd name="connsiteX25" fmla="*/ 2267548 w 3890413"/>
                <a:gd name="connsiteY25" fmla="*/ 3408286 h 3948462"/>
                <a:gd name="connsiteX26" fmla="*/ 3194376 w 3890413"/>
                <a:gd name="connsiteY26" fmla="*/ 3072653 h 3948462"/>
                <a:gd name="connsiteX27" fmla="*/ 3268026 w 3890413"/>
                <a:gd name="connsiteY27" fmla="*/ 3509545 h 3948462"/>
                <a:gd name="connsiteX28" fmla="*/ 2347298 w 3890413"/>
                <a:gd name="connsiteY28" fmla="*/ 3904041 h 3948462"/>
                <a:gd name="connsiteX29" fmla="*/ 42617 w 3890413"/>
                <a:gd name="connsiteY29" fmla="*/ 2380068 h 3948462"/>
                <a:gd name="connsiteX30" fmla="*/ 1594841 w 3890413"/>
                <a:gd name="connsiteY30"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2396219 w 3890413"/>
                <a:gd name="connsiteY11" fmla="*/ 2558207 h 3948462"/>
                <a:gd name="connsiteX12" fmla="*/ 1746058 w 3890413"/>
                <a:gd name="connsiteY12" fmla="*/ 3093574 h 3948462"/>
                <a:gd name="connsiteX13" fmla="*/ 990519 w 3890413"/>
                <a:gd name="connsiteY13" fmla="*/ 2019783 h 3948462"/>
                <a:gd name="connsiteX14" fmla="*/ 1593790 w 3890413"/>
                <a:gd name="connsiteY14" fmla="*/ 967808 h 3948462"/>
                <a:gd name="connsiteX15" fmla="*/ 1746058 w 3890413"/>
                <a:gd name="connsiteY15" fmla="*/ 945992 h 3948462"/>
                <a:gd name="connsiteX16" fmla="*/ 2206475 w 3890413"/>
                <a:gd name="connsiteY16" fmla="*/ 1173924 h 3948462"/>
                <a:gd name="connsiteX17" fmla="*/ 2185910 w 3890413"/>
                <a:gd name="connsiteY17" fmla="*/ 877882 h 3948462"/>
                <a:gd name="connsiteX18" fmla="*/ 2656644 w 3890413"/>
                <a:gd name="connsiteY18" fmla="*/ 803138 h 3948462"/>
                <a:gd name="connsiteX19" fmla="*/ 2828567 w 3890413"/>
                <a:gd name="connsiteY19" fmla="*/ 2099525 h 3948462"/>
                <a:gd name="connsiteX20" fmla="*/ 3362812 w 3890413"/>
                <a:gd name="connsiteY20" fmla="*/ 2002360 h 3948462"/>
                <a:gd name="connsiteX21" fmla="*/ 3289926 w 3890413"/>
                <a:gd name="connsiteY21" fmla="*/ 1346695 h 3948462"/>
                <a:gd name="connsiteX22" fmla="*/ 3290031 w 3890413"/>
                <a:gd name="connsiteY22" fmla="*/ 1346798 h 3948462"/>
                <a:gd name="connsiteX23" fmla="*/ 1700745 w 3890413"/>
                <a:gd name="connsiteY23" fmla="*/ 575031 h 3948462"/>
                <a:gd name="connsiteX24" fmla="*/ 571995 w 3890413"/>
                <a:gd name="connsiteY24" fmla="*/ 2274165 h 3948462"/>
                <a:gd name="connsiteX25" fmla="*/ 2267548 w 3890413"/>
                <a:gd name="connsiteY25" fmla="*/ 3408286 h 3948462"/>
                <a:gd name="connsiteX26" fmla="*/ 3194376 w 3890413"/>
                <a:gd name="connsiteY26" fmla="*/ 3072653 h 3948462"/>
                <a:gd name="connsiteX27" fmla="*/ 3268026 w 3890413"/>
                <a:gd name="connsiteY27" fmla="*/ 3509545 h 3948462"/>
                <a:gd name="connsiteX28" fmla="*/ 2347298 w 3890413"/>
                <a:gd name="connsiteY28" fmla="*/ 3904041 h 3948462"/>
                <a:gd name="connsiteX29" fmla="*/ 42617 w 3890413"/>
                <a:gd name="connsiteY29" fmla="*/ 2380068 h 3948462"/>
                <a:gd name="connsiteX30" fmla="*/ 1594841 w 3890413"/>
                <a:gd name="connsiteY30"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25973 w 3890413"/>
                <a:gd name="connsiteY10" fmla="*/ 2529182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25973 w 3890413"/>
                <a:gd name="connsiteY10" fmla="*/ 2529182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25973 w 3890413"/>
                <a:gd name="connsiteY10" fmla="*/ 2529182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61464 w 3890413"/>
                <a:gd name="connsiteY10" fmla="*/ 251236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61464 w 3890413"/>
                <a:gd name="connsiteY10" fmla="*/ 251236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890413" h="3948462">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0" name="Freeform 14">
              <a:extLst>
                <a:ext uri="{FF2B5EF4-FFF2-40B4-BE49-F238E27FC236}">
                  <a16:creationId xmlns:a16="http://schemas.microsoft.com/office/drawing/2014/main" id="{914E2E14-9B57-4A66-85E1-221EAEE1794D}"/>
                </a:ext>
              </a:extLst>
            </p:cNvPr>
            <p:cNvSpPr>
              <a:spLocks noChangeAspect="1"/>
            </p:cNvSpPr>
            <p:nvPr/>
          </p:nvSpPr>
          <p:spPr>
            <a:xfrm>
              <a:off x="8506880" y="2771935"/>
              <a:ext cx="315652" cy="359610"/>
            </a:xfrm>
            <a:custGeom>
              <a:avLst/>
              <a:gdLst/>
              <a:ahLst/>
              <a:cxnLst/>
              <a:rect l="l" t="t" r="r" b="b"/>
              <a:pathLst>
                <a:path w="3456727" h="3938119">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51" name="Rounded Rectangle 7">
              <a:extLst>
                <a:ext uri="{FF2B5EF4-FFF2-40B4-BE49-F238E27FC236}">
                  <a16:creationId xmlns:a16="http://schemas.microsoft.com/office/drawing/2014/main" id="{6065040D-3594-4BAC-A8C1-673E9B9D97CC}"/>
                </a:ext>
              </a:extLst>
            </p:cNvPr>
            <p:cNvSpPr>
              <a:spLocks noChangeAspect="1"/>
            </p:cNvSpPr>
            <p:nvPr/>
          </p:nvSpPr>
          <p:spPr>
            <a:xfrm>
              <a:off x="9655543" y="2519661"/>
              <a:ext cx="338578" cy="338540"/>
            </a:xfrm>
            <a:custGeom>
              <a:avLst/>
              <a:gdLst/>
              <a:ahLst/>
              <a:cxnLst/>
              <a:rect l="l" t="t" r="r" b="b"/>
              <a:pathLst>
                <a:path w="3960440" h="396000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2" name="Rounded Rectangle 1">
              <a:extLst>
                <a:ext uri="{FF2B5EF4-FFF2-40B4-BE49-F238E27FC236}">
                  <a16:creationId xmlns:a16="http://schemas.microsoft.com/office/drawing/2014/main" id="{2612BCB4-6800-4D3F-84A7-B411A2B0064A}"/>
                </a:ext>
              </a:extLst>
            </p:cNvPr>
            <p:cNvSpPr>
              <a:spLocks noChangeAspect="1"/>
            </p:cNvSpPr>
            <p:nvPr/>
          </p:nvSpPr>
          <p:spPr>
            <a:xfrm rot="2648398">
              <a:off x="8942310" y="2514803"/>
              <a:ext cx="148930" cy="380894"/>
            </a:xfrm>
            <a:custGeom>
              <a:avLst/>
              <a:gdLst/>
              <a:ahLst/>
              <a:cxnLst/>
              <a:rect l="l" t="t" r="r" b="b"/>
              <a:pathLst>
                <a:path w="1862952" h="4764557">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3" name="Freeform 22">
              <a:extLst>
                <a:ext uri="{FF2B5EF4-FFF2-40B4-BE49-F238E27FC236}">
                  <a16:creationId xmlns:a16="http://schemas.microsoft.com/office/drawing/2014/main" id="{7806EA61-FF58-47E3-B6B3-7DE8F13A1EEA}"/>
                </a:ext>
              </a:extLst>
            </p:cNvPr>
            <p:cNvSpPr>
              <a:spLocks noChangeAspect="1"/>
            </p:cNvSpPr>
            <p:nvPr/>
          </p:nvSpPr>
          <p:spPr>
            <a:xfrm rot="8580000">
              <a:off x="8651645" y="4749636"/>
              <a:ext cx="318301" cy="317452"/>
            </a:xfrm>
            <a:custGeom>
              <a:avLst/>
              <a:gdLst/>
              <a:ahLst/>
              <a:cxnLst/>
              <a:rect l="l" t="t" r="r" b="b"/>
              <a:pathLst>
                <a:path w="3872365" h="386204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4" name="Freeform: Shape 53">
              <a:extLst>
                <a:ext uri="{FF2B5EF4-FFF2-40B4-BE49-F238E27FC236}">
                  <a16:creationId xmlns:a16="http://schemas.microsoft.com/office/drawing/2014/main" id="{B99B57F1-325B-4FFB-91E0-0B240A518703}"/>
                </a:ext>
              </a:extLst>
            </p:cNvPr>
            <p:cNvSpPr/>
            <p:nvPr/>
          </p:nvSpPr>
          <p:spPr>
            <a:xfrm>
              <a:off x="8268788" y="3120081"/>
              <a:ext cx="291831" cy="251871"/>
            </a:xfrm>
            <a:custGeom>
              <a:avLst/>
              <a:gdLst>
                <a:gd name="connsiteX0" fmla="*/ 241139 w 366142"/>
                <a:gd name="connsiteY0" fmla="*/ 0 h 316007"/>
                <a:gd name="connsiteX1" fmla="*/ 306633 w 366142"/>
                <a:gd name="connsiteY1" fmla="*/ 31202 h 316007"/>
                <a:gd name="connsiteX2" fmla="*/ 349699 w 366142"/>
                <a:gd name="connsiteY2" fmla="*/ 10558 h 316007"/>
                <a:gd name="connsiteX3" fmla="*/ 325569 w 366142"/>
                <a:gd name="connsiteY3" fmla="*/ 59830 h 316007"/>
                <a:gd name="connsiteX4" fmla="*/ 366142 w 366142"/>
                <a:gd name="connsiteY4" fmla="*/ 52395 h 316007"/>
                <a:gd name="connsiteX5" fmla="*/ 334454 w 366142"/>
                <a:gd name="connsiteY5" fmla="*/ 94697 h 316007"/>
                <a:gd name="connsiteX6" fmla="*/ 316939 w 366142"/>
                <a:gd name="connsiteY6" fmla="*/ 174999 h 316007"/>
                <a:gd name="connsiteX7" fmla="*/ 184305 w 366142"/>
                <a:gd name="connsiteY7" fmla="*/ 311458 h 316007"/>
                <a:gd name="connsiteX8" fmla="*/ 27716 w 366142"/>
                <a:gd name="connsiteY8" fmla="*/ 295316 h 316007"/>
                <a:gd name="connsiteX9" fmla="*/ 0 w 366142"/>
                <a:gd name="connsiteY9" fmla="*/ 281129 h 316007"/>
                <a:gd name="connsiteX10" fmla="*/ 0 w 366142"/>
                <a:gd name="connsiteY10" fmla="*/ 268036 h 316007"/>
                <a:gd name="connsiteX11" fmla="*/ 23178 w 366142"/>
                <a:gd name="connsiteY11" fmla="*/ 266110 h 316007"/>
                <a:gd name="connsiteX12" fmla="*/ 108726 w 366142"/>
                <a:gd name="connsiteY12" fmla="*/ 240807 h 316007"/>
                <a:gd name="connsiteX13" fmla="*/ 20535 w 366142"/>
                <a:gd name="connsiteY13" fmla="*/ 200079 h 316007"/>
                <a:gd name="connsiteX14" fmla="*/ 70653 w 366142"/>
                <a:gd name="connsiteY14" fmla="*/ 194871 h 316007"/>
                <a:gd name="connsiteX15" fmla="*/ 20899 w 366142"/>
                <a:gd name="connsiteY15" fmla="*/ 168840 h 316007"/>
                <a:gd name="connsiteX16" fmla="*/ 0 w 366142"/>
                <a:gd name="connsiteY16" fmla="*/ 146258 h 316007"/>
                <a:gd name="connsiteX17" fmla="*/ 0 w 366142"/>
                <a:gd name="connsiteY17" fmla="*/ 116697 h 316007"/>
                <a:gd name="connsiteX18" fmla="*/ 14104 w 366142"/>
                <a:gd name="connsiteY18" fmla="*/ 121836 h 316007"/>
                <a:gd name="connsiteX19" fmla="*/ 40441 w 366142"/>
                <a:gd name="connsiteY19" fmla="*/ 126434 h 316007"/>
                <a:gd name="connsiteX20" fmla="*/ 20722 w 366142"/>
                <a:gd name="connsiteY20" fmla="*/ 8541 h 316007"/>
                <a:gd name="connsiteX21" fmla="*/ 168525 w 366142"/>
                <a:gd name="connsiteY21" fmla="*/ 104817 h 316007"/>
                <a:gd name="connsiteX22" fmla="*/ 165796 w 366142"/>
                <a:gd name="connsiteY22" fmla="*/ 68430 h 316007"/>
                <a:gd name="connsiteX23" fmla="*/ 241139 w 366142"/>
                <a:gd name="connsiteY23" fmla="*/ 0 h 316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142" h="316007">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55" name="Freeform: Shape 54">
              <a:extLst>
                <a:ext uri="{FF2B5EF4-FFF2-40B4-BE49-F238E27FC236}">
                  <a16:creationId xmlns:a16="http://schemas.microsoft.com/office/drawing/2014/main" id="{61CDE015-9AA0-4BE4-A6D9-52CC6CFD282D}"/>
                </a:ext>
              </a:extLst>
            </p:cNvPr>
            <p:cNvSpPr>
              <a:spLocks noChangeAspect="1"/>
            </p:cNvSpPr>
            <p:nvPr/>
          </p:nvSpPr>
          <p:spPr>
            <a:xfrm>
              <a:off x="10509375" y="4197069"/>
              <a:ext cx="172150" cy="348350"/>
            </a:xfrm>
            <a:custGeom>
              <a:avLst/>
              <a:gdLst>
                <a:gd name="connsiteX0" fmla="*/ 313271 w 432915"/>
                <a:gd name="connsiteY0" fmla="*/ 455355 h 455920"/>
                <a:gd name="connsiteX1" fmla="*/ 432915 w 432915"/>
                <a:gd name="connsiteY1" fmla="*/ 455355 h 455920"/>
                <a:gd name="connsiteX2" fmla="*/ 432915 w 432915"/>
                <a:gd name="connsiteY2" fmla="*/ 455920 h 455920"/>
                <a:gd name="connsiteX3" fmla="*/ 313271 w 432915"/>
                <a:gd name="connsiteY3" fmla="*/ 455920 h 455920"/>
                <a:gd name="connsiteX4" fmla="*/ 0 w 432915"/>
                <a:gd name="connsiteY4" fmla="*/ 455355 h 455920"/>
                <a:gd name="connsiteX5" fmla="*/ 228291 w 432915"/>
                <a:gd name="connsiteY5" fmla="*/ 455355 h 455920"/>
                <a:gd name="connsiteX6" fmla="*/ 228291 w 432915"/>
                <a:gd name="connsiteY6" fmla="*/ 455920 h 455920"/>
                <a:gd name="connsiteX7" fmla="*/ 0 w 432915"/>
                <a:gd name="connsiteY7" fmla="*/ 455920 h 455920"/>
                <a:gd name="connsiteX8" fmla="*/ 367184 w 432915"/>
                <a:gd name="connsiteY8" fmla="*/ 6 h 455920"/>
                <a:gd name="connsiteX9" fmla="*/ 399197 w 432915"/>
                <a:gd name="connsiteY9" fmla="*/ 2823 h 455920"/>
                <a:gd name="connsiteX10" fmla="*/ 393797 w 432915"/>
                <a:gd name="connsiteY10" fmla="*/ 69600 h 455920"/>
                <a:gd name="connsiteX11" fmla="*/ 313271 w 432915"/>
                <a:gd name="connsiteY11" fmla="*/ 96177 h 455920"/>
                <a:gd name="connsiteX12" fmla="*/ 313271 w 432915"/>
                <a:gd name="connsiteY12" fmla="*/ 140898 h 455920"/>
                <a:gd name="connsiteX13" fmla="*/ 391059 w 432915"/>
                <a:gd name="connsiteY13" fmla="*/ 140898 h 455920"/>
                <a:gd name="connsiteX14" fmla="*/ 385514 w 432915"/>
                <a:gd name="connsiteY14" fmla="*/ 215050 h 455920"/>
                <a:gd name="connsiteX15" fmla="*/ 313271 w 432915"/>
                <a:gd name="connsiteY15" fmla="*/ 216436 h 455920"/>
                <a:gd name="connsiteX16" fmla="*/ 313271 w 432915"/>
                <a:gd name="connsiteY16" fmla="*/ 455355 h 455920"/>
                <a:gd name="connsiteX17" fmla="*/ 228291 w 432915"/>
                <a:gd name="connsiteY17" fmla="*/ 455355 h 455920"/>
                <a:gd name="connsiteX18" fmla="*/ 228291 w 432915"/>
                <a:gd name="connsiteY18" fmla="*/ 216436 h 455920"/>
                <a:gd name="connsiteX19" fmla="*/ 173888 w 432915"/>
                <a:gd name="connsiteY19" fmla="*/ 216436 h 455920"/>
                <a:gd name="connsiteX20" fmla="*/ 173888 w 432915"/>
                <a:gd name="connsiteY20" fmla="*/ 140898 h 455920"/>
                <a:gd name="connsiteX21" fmla="*/ 228291 w 432915"/>
                <a:gd name="connsiteY21" fmla="*/ 140898 h 455920"/>
                <a:gd name="connsiteX22" fmla="*/ 228291 w 432915"/>
                <a:gd name="connsiteY22" fmla="*/ 90429 h 455920"/>
                <a:gd name="connsiteX23" fmla="*/ 228151 w 432915"/>
                <a:gd name="connsiteY23" fmla="*/ 89940 h 455920"/>
                <a:gd name="connsiteX24" fmla="*/ 324674 w 432915"/>
                <a:gd name="connsiteY24" fmla="*/ 971 h 455920"/>
                <a:gd name="connsiteX25" fmla="*/ 367184 w 432915"/>
                <a:gd name="connsiteY25" fmla="*/ 6 h 455920"/>
                <a:gd name="connsiteX0" fmla="*/ 313271 w 432915"/>
                <a:gd name="connsiteY0" fmla="*/ 455355 h 455920"/>
                <a:gd name="connsiteX1" fmla="*/ 432915 w 432915"/>
                <a:gd name="connsiteY1" fmla="*/ 455355 h 455920"/>
                <a:gd name="connsiteX2" fmla="*/ 313271 w 432915"/>
                <a:gd name="connsiteY2" fmla="*/ 455920 h 455920"/>
                <a:gd name="connsiteX3" fmla="*/ 313271 w 432915"/>
                <a:gd name="connsiteY3" fmla="*/ 455355 h 455920"/>
                <a:gd name="connsiteX4" fmla="*/ 0 w 432915"/>
                <a:gd name="connsiteY4" fmla="*/ 455355 h 455920"/>
                <a:gd name="connsiteX5" fmla="*/ 228291 w 432915"/>
                <a:gd name="connsiteY5" fmla="*/ 455355 h 455920"/>
                <a:gd name="connsiteX6" fmla="*/ 228291 w 432915"/>
                <a:gd name="connsiteY6" fmla="*/ 455920 h 455920"/>
                <a:gd name="connsiteX7" fmla="*/ 0 w 432915"/>
                <a:gd name="connsiteY7" fmla="*/ 455920 h 455920"/>
                <a:gd name="connsiteX8" fmla="*/ 0 w 432915"/>
                <a:gd name="connsiteY8" fmla="*/ 455355 h 455920"/>
                <a:gd name="connsiteX9" fmla="*/ 367184 w 432915"/>
                <a:gd name="connsiteY9" fmla="*/ 6 h 455920"/>
                <a:gd name="connsiteX10" fmla="*/ 399197 w 432915"/>
                <a:gd name="connsiteY10" fmla="*/ 2823 h 455920"/>
                <a:gd name="connsiteX11" fmla="*/ 393797 w 432915"/>
                <a:gd name="connsiteY11" fmla="*/ 69600 h 455920"/>
                <a:gd name="connsiteX12" fmla="*/ 313271 w 432915"/>
                <a:gd name="connsiteY12" fmla="*/ 96177 h 455920"/>
                <a:gd name="connsiteX13" fmla="*/ 313271 w 432915"/>
                <a:gd name="connsiteY13" fmla="*/ 140898 h 455920"/>
                <a:gd name="connsiteX14" fmla="*/ 391059 w 432915"/>
                <a:gd name="connsiteY14" fmla="*/ 140898 h 455920"/>
                <a:gd name="connsiteX15" fmla="*/ 385514 w 432915"/>
                <a:gd name="connsiteY15" fmla="*/ 215050 h 455920"/>
                <a:gd name="connsiteX16" fmla="*/ 313271 w 432915"/>
                <a:gd name="connsiteY16" fmla="*/ 216436 h 455920"/>
                <a:gd name="connsiteX17" fmla="*/ 313271 w 432915"/>
                <a:gd name="connsiteY17" fmla="*/ 455355 h 455920"/>
                <a:gd name="connsiteX18" fmla="*/ 228291 w 432915"/>
                <a:gd name="connsiteY18" fmla="*/ 455355 h 455920"/>
                <a:gd name="connsiteX19" fmla="*/ 228291 w 432915"/>
                <a:gd name="connsiteY19" fmla="*/ 216436 h 455920"/>
                <a:gd name="connsiteX20" fmla="*/ 173888 w 432915"/>
                <a:gd name="connsiteY20" fmla="*/ 216436 h 455920"/>
                <a:gd name="connsiteX21" fmla="*/ 173888 w 432915"/>
                <a:gd name="connsiteY21" fmla="*/ 140898 h 455920"/>
                <a:gd name="connsiteX22" fmla="*/ 228291 w 432915"/>
                <a:gd name="connsiteY22" fmla="*/ 140898 h 455920"/>
                <a:gd name="connsiteX23" fmla="*/ 228291 w 432915"/>
                <a:gd name="connsiteY23" fmla="*/ 90429 h 455920"/>
                <a:gd name="connsiteX24" fmla="*/ 228151 w 432915"/>
                <a:gd name="connsiteY24" fmla="*/ 89940 h 455920"/>
                <a:gd name="connsiteX25" fmla="*/ 324674 w 432915"/>
                <a:gd name="connsiteY25" fmla="*/ 971 h 455920"/>
                <a:gd name="connsiteX26" fmla="*/ 367184 w 432915"/>
                <a:gd name="connsiteY26" fmla="*/ 6 h 455920"/>
                <a:gd name="connsiteX0" fmla="*/ 313271 w 399197"/>
                <a:gd name="connsiteY0" fmla="*/ 455355 h 455920"/>
                <a:gd name="connsiteX1" fmla="*/ 313271 w 399197"/>
                <a:gd name="connsiteY1" fmla="*/ 455920 h 455920"/>
                <a:gd name="connsiteX2" fmla="*/ 313271 w 399197"/>
                <a:gd name="connsiteY2" fmla="*/ 455355 h 455920"/>
                <a:gd name="connsiteX3" fmla="*/ 0 w 399197"/>
                <a:gd name="connsiteY3" fmla="*/ 455355 h 455920"/>
                <a:gd name="connsiteX4" fmla="*/ 228291 w 399197"/>
                <a:gd name="connsiteY4" fmla="*/ 455355 h 455920"/>
                <a:gd name="connsiteX5" fmla="*/ 228291 w 399197"/>
                <a:gd name="connsiteY5" fmla="*/ 455920 h 455920"/>
                <a:gd name="connsiteX6" fmla="*/ 0 w 399197"/>
                <a:gd name="connsiteY6" fmla="*/ 455920 h 455920"/>
                <a:gd name="connsiteX7" fmla="*/ 0 w 399197"/>
                <a:gd name="connsiteY7" fmla="*/ 455355 h 455920"/>
                <a:gd name="connsiteX8" fmla="*/ 367184 w 399197"/>
                <a:gd name="connsiteY8" fmla="*/ 6 h 455920"/>
                <a:gd name="connsiteX9" fmla="*/ 399197 w 399197"/>
                <a:gd name="connsiteY9" fmla="*/ 2823 h 455920"/>
                <a:gd name="connsiteX10" fmla="*/ 393797 w 399197"/>
                <a:gd name="connsiteY10" fmla="*/ 69600 h 455920"/>
                <a:gd name="connsiteX11" fmla="*/ 313271 w 399197"/>
                <a:gd name="connsiteY11" fmla="*/ 96177 h 455920"/>
                <a:gd name="connsiteX12" fmla="*/ 313271 w 399197"/>
                <a:gd name="connsiteY12" fmla="*/ 140898 h 455920"/>
                <a:gd name="connsiteX13" fmla="*/ 391059 w 399197"/>
                <a:gd name="connsiteY13" fmla="*/ 140898 h 455920"/>
                <a:gd name="connsiteX14" fmla="*/ 385514 w 399197"/>
                <a:gd name="connsiteY14" fmla="*/ 215050 h 455920"/>
                <a:gd name="connsiteX15" fmla="*/ 313271 w 399197"/>
                <a:gd name="connsiteY15" fmla="*/ 216436 h 455920"/>
                <a:gd name="connsiteX16" fmla="*/ 313271 w 399197"/>
                <a:gd name="connsiteY16" fmla="*/ 455355 h 455920"/>
                <a:gd name="connsiteX17" fmla="*/ 228291 w 399197"/>
                <a:gd name="connsiteY17" fmla="*/ 455355 h 455920"/>
                <a:gd name="connsiteX18" fmla="*/ 228291 w 399197"/>
                <a:gd name="connsiteY18" fmla="*/ 216436 h 455920"/>
                <a:gd name="connsiteX19" fmla="*/ 173888 w 399197"/>
                <a:gd name="connsiteY19" fmla="*/ 216436 h 455920"/>
                <a:gd name="connsiteX20" fmla="*/ 173888 w 399197"/>
                <a:gd name="connsiteY20" fmla="*/ 140898 h 455920"/>
                <a:gd name="connsiteX21" fmla="*/ 228291 w 399197"/>
                <a:gd name="connsiteY21" fmla="*/ 140898 h 455920"/>
                <a:gd name="connsiteX22" fmla="*/ 228291 w 399197"/>
                <a:gd name="connsiteY22" fmla="*/ 90429 h 455920"/>
                <a:gd name="connsiteX23" fmla="*/ 228151 w 399197"/>
                <a:gd name="connsiteY23" fmla="*/ 89940 h 455920"/>
                <a:gd name="connsiteX24" fmla="*/ 324674 w 399197"/>
                <a:gd name="connsiteY24" fmla="*/ 971 h 455920"/>
                <a:gd name="connsiteX25" fmla="*/ 367184 w 399197"/>
                <a:gd name="connsiteY25" fmla="*/ 6 h 455920"/>
                <a:gd name="connsiteX0" fmla="*/ 313271 w 399197"/>
                <a:gd name="connsiteY0" fmla="*/ 455355 h 455920"/>
                <a:gd name="connsiteX1" fmla="*/ 313271 w 399197"/>
                <a:gd name="connsiteY1" fmla="*/ 455920 h 455920"/>
                <a:gd name="connsiteX2" fmla="*/ 313271 w 399197"/>
                <a:gd name="connsiteY2" fmla="*/ 455355 h 455920"/>
                <a:gd name="connsiteX3" fmla="*/ 0 w 399197"/>
                <a:gd name="connsiteY3" fmla="*/ 455920 h 455920"/>
                <a:gd name="connsiteX4" fmla="*/ 228291 w 399197"/>
                <a:gd name="connsiteY4" fmla="*/ 455355 h 455920"/>
                <a:gd name="connsiteX5" fmla="*/ 228291 w 399197"/>
                <a:gd name="connsiteY5" fmla="*/ 455920 h 455920"/>
                <a:gd name="connsiteX6" fmla="*/ 0 w 399197"/>
                <a:gd name="connsiteY6" fmla="*/ 455920 h 455920"/>
                <a:gd name="connsiteX7" fmla="*/ 367184 w 399197"/>
                <a:gd name="connsiteY7" fmla="*/ 6 h 455920"/>
                <a:gd name="connsiteX8" fmla="*/ 399197 w 399197"/>
                <a:gd name="connsiteY8" fmla="*/ 2823 h 455920"/>
                <a:gd name="connsiteX9" fmla="*/ 393797 w 399197"/>
                <a:gd name="connsiteY9" fmla="*/ 69600 h 455920"/>
                <a:gd name="connsiteX10" fmla="*/ 313271 w 399197"/>
                <a:gd name="connsiteY10" fmla="*/ 96177 h 455920"/>
                <a:gd name="connsiteX11" fmla="*/ 313271 w 399197"/>
                <a:gd name="connsiteY11" fmla="*/ 140898 h 455920"/>
                <a:gd name="connsiteX12" fmla="*/ 391059 w 399197"/>
                <a:gd name="connsiteY12" fmla="*/ 140898 h 455920"/>
                <a:gd name="connsiteX13" fmla="*/ 385514 w 399197"/>
                <a:gd name="connsiteY13" fmla="*/ 215050 h 455920"/>
                <a:gd name="connsiteX14" fmla="*/ 313271 w 399197"/>
                <a:gd name="connsiteY14" fmla="*/ 216436 h 455920"/>
                <a:gd name="connsiteX15" fmla="*/ 313271 w 399197"/>
                <a:gd name="connsiteY15" fmla="*/ 455355 h 455920"/>
                <a:gd name="connsiteX16" fmla="*/ 228291 w 399197"/>
                <a:gd name="connsiteY16" fmla="*/ 455355 h 455920"/>
                <a:gd name="connsiteX17" fmla="*/ 228291 w 399197"/>
                <a:gd name="connsiteY17" fmla="*/ 216436 h 455920"/>
                <a:gd name="connsiteX18" fmla="*/ 173888 w 399197"/>
                <a:gd name="connsiteY18" fmla="*/ 216436 h 455920"/>
                <a:gd name="connsiteX19" fmla="*/ 173888 w 399197"/>
                <a:gd name="connsiteY19" fmla="*/ 140898 h 455920"/>
                <a:gd name="connsiteX20" fmla="*/ 228291 w 399197"/>
                <a:gd name="connsiteY20" fmla="*/ 140898 h 455920"/>
                <a:gd name="connsiteX21" fmla="*/ 228291 w 399197"/>
                <a:gd name="connsiteY21" fmla="*/ 90429 h 455920"/>
                <a:gd name="connsiteX22" fmla="*/ 228151 w 399197"/>
                <a:gd name="connsiteY22" fmla="*/ 89940 h 455920"/>
                <a:gd name="connsiteX23" fmla="*/ 324674 w 399197"/>
                <a:gd name="connsiteY23" fmla="*/ 971 h 455920"/>
                <a:gd name="connsiteX24" fmla="*/ 367184 w 399197"/>
                <a:gd name="connsiteY24" fmla="*/ 6 h 455920"/>
                <a:gd name="connsiteX0" fmla="*/ 139383 w 225309"/>
                <a:gd name="connsiteY0" fmla="*/ 455355 h 455920"/>
                <a:gd name="connsiteX1" fmla="*/ 139383 w 225309"/>
                <a:gd name="connsiteY1" fmla="*/ 455920 h 455920"/>
                <a:gd name="connsiteX2" fmla="*/ 139383 w 225309"/>
                <a:gd name="connsiteY2" fmla="*/ 455355 h 455920"/>
                <a:gd name="connsiteX3" fmla="*/ 54403 w 225309"/>
                <a:gd name="connsiteY3" fmla="*/ 455920 h 455920"/>
                <a:gd name="connsiteX4" fmla="*/ 54403 w 225309"/>
                <a:gd name="connsiteY4" fmla="*/ 455355 h 455920"/>
                <a:gd name="connsiteX5" fmla="*/ 54403 w 225309"/>
                <a:gd name="connsiteY5" fmla="*/ 455920 h 455920"/>
                <a:gd name="connsiteX6" fmla="*/ 193296 w 225309"/>
                <a:gd name="connsiteY6" fmla="*/ 6 h 455920"/>
                <a:gd name="connsiteX7" fmla="*/ 225309 w 225309"/>
                <a:gd name="connsiteY7" fmla="*/ 2823 h 455920"/>
                <a:gd name="connsiteX8" fmla="*/ 219909 w 225309"/>
                <a:gd name="connsiteY8" fmla="*/ 69600 h 455920"/>
                <a:gd name="connsiteX9" fmla="*/ 139383 w 225309"/>
                <a:gd name="connsiteY9" fmla="*/ 96177 h 455920"/>
                <a:gd name="connsiteX10" fmla="*/ 139383 w 225309"/>
                <a:gd name="connsiteY10" fmla="*/ 140898 h 455920"/>
                <a:gd name="connsiteX11" fmla="*/ 217171 w 225309"/>
                <a:gd name="connsiteY11" fmla="*/ 140898 h 455920"/>
                <a:gd name="connsiteX12" fmla="*/ 211626 w 225309"/>
                <a:gd name="connsiteY12" fmla="*/ 215050 h 455920"/>
                <a:gd name="connsiteX13" fmla="*/ 139383 w 225309"/>
                <a:gd name="connsiteY13" fmla="*/ 216436 h 455920"/>
                <a:gd name="connsiteX14" fmla="*/ 139383 w 225309"/>
                <a:gd name="connsiteY14" fmla="*/ 455355 h 455920"/>
                <a:gd name="connsiteX15" fmla="*/ 54403 w 225309"/>
                <a:gd name="connsiteY15" fmla="*/ 455355 h 455920"/>
                <a:gd name="connsiteX16" fmla="*/ 54403 w 225309"/>
                <a:gd name="connsiteY16" fmla="*/ 216436 h 455920"/>
                <a:gd name="connsiteX17" fmla="*/ 0 w 225309"/>
                <a:gd name="connsiteY17" fmla="*/ 216436 h 455920"/>
                <a:gd name="connsiteX18" fmla="*/ 0 w 225309"/>
                <a:gd name="connsiteY18" fmla="*/ 140898 h 455920"/>
                <a:gd name="connsiteX19" fmla="*/ 54403 w 225309"/>
                <a:gd name="connsiteY19" fmla="*/ 140898 h 455920"/>
                <a:gd name="connsiteX20" fmla="*/ 54403 w 225309"/>
                <a:gd name="connsiteY20" fmla="*/ 90429 h 455920"/>
                <a:gd name="connsiteX21" fmla="*/ 54263 w 225309"/>
                <a:gd name="connsiteY21" fmla="*/ 89940 h 455920"/>
                <a:gd name="connsiteX22" fmla="*/ 150786 w 225309"/>
                <a:gd name="connsiteY22" fmla="*/ 971 h 455920"/>
                <a:gd name="connsiteX23" fmla="*/ 193296 w 225309"/>
                <a:gd name="connsiteY23" fmla="*/ 6 h 45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5309" h="455920">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56" name="Freeform: Shape 55">
              <a:extLst>
                <a:ext uri="{FF2B5EF4-FFF2-40B4-BE49-F238E27FC236}">
                  <a16:creationId xmlns:a16="http://schemas.microsoft.com/office/drawing/2014/main" id="{5C5435E4-A5D2-465D-AC14-AC1BE0EA5AAA}"/>
                </a:ext>
              </a:extLst>
            </p:cNvPr>
            <p:cNvSpPr/>
            <p:nvPr/>
          </p:nvSpPr>
          <p:spPr>
            <a:xfrm>
              <a:off x="8105957" y="3478924"/>
              <a:ext cx="284621" cy="282605"/>
            </a:xfrm>
            <a:custGeom>
              <a:avLst/>
              <a:gdLst>
                <a:gd name="connsiteX0" fmla="*/ 249204 w 299575"/>
                <a:gd name="connsiteY0" fmla="*/ 123541 h 297454"/>
                <a:gd name="connsiteX1" fmla="*/ 241250 w 299575"/>
                <a:gd name="connsiteY1" fmla="*/ 136266 h 297454"/>
                <a:gd name="connsiteX2" fmla="*/ 229055 w 299575"/>
                <a:gd name="connsiteY2" fmla="*/ 198302 h 297454"/>
                <a:gd name="connsiteX3" fmla="*/ 116648 w 299575"/>
                <a:gd name="connsiteY3" fmla="*/ 234888 h 297454"/>
                <a:gd name="connsiteX4" fmla="*/ 59914 w 299575"/>
                <a:gd name="connsiteY4" fmla="*/ 135736 h 297454"/>
                <a:gd name="connsiteX5" fmla="*/ 58324 w 299575"/>
                <a:gd name="connsiteY5" fmla="*/ 125662 h 297454"/>
                <a:gd name="connsiteX6" fmla="*/ 36585 w 299575"/>
                <a:gd name="connsiteY6" fmla="*/ 125131 h 297454"/>
                <a:gd name="connsiteX7" fmla="*/ 31813 w 299575"/>
                <a:gd name="connsiteY7" fmla="*/ 137857 h 297454"/>
                <a:gd name="connsiteX8" fmla="*/ 31813 w 299575"/>
                <a:gd name="connsiteY8" fmla="*/ 247082 h 297454"/>
                <a:gd name="connsiteX9" fmla="*/ 51961 w 299575"/>
                <a:gd name="connsiteY9" fmla="*/ 266701 h 297454"/>
                <a:gd name="connsiteX10" fmla="*/ 150052 w 299575"/>
                <a:gd name="connsiteY10" fmla="*/ 266701 h 297454"/>
                <a:gd name="connsiteX11" fmla="*/ 250794 w 299575"/>
                <a:gd name="connsiteY11" fmla="*/ 266701 h 297454"/>
                <a:gd name="connsiteX12" fmla="*/ 269352 w 299575"/>
                <a:gd name="connsiteY12" fmla="*/ 250264 h 297454"/>
                <a:gd name="connsiteX13" fmla="*/ 269352 w 299575"/>
                <a:gd name="connsiteY13" fmla="*/ 134675 h 297454"/>
                <a:gd name="connsiteX14" fmla="*/ 261863 w 299575"/>
                <a:gd name="connsiteY14" fmla="*/ 123541 h 297454"/>
                <a:gd name="connsiteX15" fmla="*/ 249204 w 299575"/>
                <a:gd name="connsiteY15" fmla="*/ 123541 h 297454"/>
                <a:gd name="connsiteX16" fmla="*/ 151642 w 299575"/>
                <a:gd name="connsiteY16" fmla="*/ 88016 h 297454"/>
                <a:gd name="connsiteX17" fmla="*/ 89076 w 299575"/>
                <a:gd name="connsiteY17" fmla="*/ 147931 h 297454"/>
                <a:gd name="connsiteX18" fmla="*/ 150582 w 299575"/>
                <a:gd name="connsiteY18" fmla="*/ 208377 h 297454"/>
                <a:gd name="connsiteX19" fmla="*/ 212088 w 299575"/>
                <a:gd name="connsiteY19" fmla="*/ 148461 h 297454"/>
                <a:gd name="connsiteX20" fmla="*/ 151642 w 299575"/>
                <a:gd name="connsiteY20" fmla="*/ 88016 h 297454"/>
                <a:gd name="connsiteX21" fmla="*/ 234357 w 299575"/>
                <a:gd name="connsiteY21" fmla="*/ 29162 h 297454"/>
                <a:gd name="connsiteX22" fmla="*/ 203605 w 299575"/>
                <a:gd name="connsiteY22" fmla="*/ 60444 h 297454"/>
                <a:gd name="connsiteX23" fmla="*/ 235948 w 299575"/>
                <a:gd name="connsiteY23" fmla="*/ 92258 h 297454"/>
                <a:gd name="connsiteX24" fmla="*/ 268822 w 299575"/>
                <a:gd name="connsiteY24" fmla="*/ 59914 h 297454"/>
                <a:gd name="connsiteX25" fmla="*/ 268822 w 299575"/>
                <a:gd name="connsiteY25" fmla="*/ 53552 h 297454"/>
                <a:gd name="connsiteX26" fmla="*/ 245492 w 299575"/>
                <a:gd name="connsiteY26" fmla="*/ 29162 h 297454"/>
                <a:gd name="connsiteX27" fmla="*/ 234357 w 299575"/>
                <a:gd name="connsiteY27" fmla="*/ 29162 h 297454"/>
                <a:gd name="connsiteX28" fmla="*/ 41887 w 299575"/>
                <a:gd name="connsiteY28" fmla="*/ 0 h 297454"/>
                <a:gd name="connsiteX29" fmla="*/ 258217 w 299575"/>
                <a:gd name="connsiteY29" fmla="*/ 0 h 297454"/>
                <a:gd name="connsiteX30" fmla="*/ 299575 w 299575"/>
                <a:gd name="connsiteY30" fmla="*/ 41887 h 297454"/>
                <a:gd name="connsiteX31" fmla="*/ 299575 w 299575"/>
                <a:gd name="connsiteY31" fmla="*/ 255567 h 297454"/>
                <a:gd name="connsiteX32" fmla="*/ 257687 w 299575"/>
                <a:gd name="connsiteY32" fmla="*/ 297454 h 297454"/>
                <a:gd name="connsiteX33" fmla="*/ 149522 w 299575"/>
                <a:gd name="connsiteY33" fmla="*/ 297454 h 297454"/>
                <a:gd name="connsiteX34" fmla="*/ 41357 w 299575"/>
                <a:gd name="connsiteY34" fmla="*/ 297454 h 297454"/>
                <a:gd name="connsiteX35" fmla="*/ 0 w 299575"/>
                <a:gd name="connsiteY35" fmla="*/ 256096 h 297454"/>
                <a:gd name="connsiteX36" fmla="*/ 0 w 299575"/>
                <a:gd name="connsiteY36" fmla="*/ 41357 h 297454"/>
                <a:gd name="connsiteX37" fmla="*/ 41887 w 299575"/>
                <a:gd name="connsiteY37" fmla="*/ 0 h 297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99575" h="297454">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aphic 21">
            <a:extLst>
              <a:ext uri="{FF2B5EF4-FFF2-40B4-BE49-F238E27FC236}">
                <a16:creationId xmlns:a16="http://schemas.microsoft.com/office/drawing/2014/main" id="{136A6F70-EC0E-44A0-92BC-82B2BEB44690}"/>
              </a:ext>
            </a:extLst>
          </p:cNvPr>
          <p:cNvGrpSpPr/>
          <p:nvPr/>
        </p:nvGrpSpPr>
        <p:grpSpPr>
          <a:xfrm>
            <a:off x="9151902" y="3174330"/>
            <a:ext cx="687792" cy="883022"/>
            <a:chOff x="3425127" y="0"/>
            <a:chExt cx="5341746" cy="6858000"/>
          </a:xfrm>
        </p:grpSpPr>
        <p:sp>
          <p:nvSpPr>
            <p:cNvPr id="70" name="Freeform: Shape 69">
              <a:extLst>
                <a:ext uri="{FF2B5EF4-FFF2-40B4-BE49-F238E27FC236}">
                  <a16:creationId xmlns:a16="http://schemas.microsoft.com/office/drawing/2014/main" id="{299BCC67-341C-42B6-8A43-DD85BF186024}"/>
                </a:ext>
              </a:extLst>
            </p:cNvPr>
            <p:cNvSpPr/>
            <p:nvPr/>
          </p:nvSpPr>
          <p:spPr>
            <a:xfrm>
              <a:off x="3425013" y="0"/>
              <a:ext cx="5341478" cy="6856954"/>
            </a:xfrm>
            <a:custGeom>
              <a:avLst/>
              <a:gdLst>
                <a:gd name="connsiteX0" fmla="*/ 2688415 w 5341478"/>
                <a:gd name="connsiteY0" fmla="*/ 0 h 6856954"/>
                <a:gd name="connsiteX1" fmla="*/ 25123 w 5341478"/>
                <a:gd name="connsiteY1" fmla="*/ 1019550 h 6856954"/>
                <a:gd name="connsiteX2" fmla="*/ 25123 w 5341478"/>
                <a:gd name="connsiteY2" fmla="*/ 3846231 h 6856954"/>
                <a:gd name="connsiteX3" fmla="*/ 2642056 w 5341478"/>
                <a:gd name="connsiteY3" fmla="*/ 6856955 h 6856954"/>
                <a:gd name="connsiteX4" fmla="*/ 5338636 w 5341478"/>
                <a:gd name="connsiteY4" fmla="*/ 3952543 h 6856954"/>
                <a:gd name="connsiteX5" fmla="*/ 5338636 w 5341478"/>
                <a:gd name="connsiteY5" fmla="*/ 1048917 h 6856954"/>
                <a:gd name="connsiteX6" fmla="*/ 2688415 w 5341478"/>
                <a:gd name="connsiteY6" fmla="*/ 0 h 685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41478" h="6856954">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w="31750" cap="flat">
              <a:solidFill>
                <a:schemeClr val="accent1"/>
              </a:solid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8AFCEAF-F4F5-4EF4-A7E9-9C9498ACDDF2}"/>
                </a:ext>
              </a:extLst>
            </p:cNvPr>
            <p:cNvSpPr/>
            <p:nvPr/>
          </p:nvSpPr>
          <p:spPr>
            <a:xfrm>
              <a:off x="3692070" y="321376"/>
              <a:ext cx="4817313" cy="6184138"/>
            </a:xfrm>
            <a:custGeom>
              <a:avLst/>
              <a:gdLst>
                <a:gd name="connsiteX0" fmla="*/ 2424582 w 4817313"/>
                <a:gd name="connsiteY0" fmla="*/ 0 h 6184138"/>
                <a:gd name="connsiteX1" fmla="*/ 22626 w 4817313"/>
                <a:gd name="connsiteY1" fmla="*/ 919512 h 6184138"/>
                <a:gd name="connsiteX2" fmla="*/ 22626 w 4817313"/>
                <a:gd name="connsiteY2" fmla="*/ 3468824 h 6184138"/>
                <a:gd name="connsiteX3" fmla="*/ 2382841 w 4817313"/>
                <a:gd name="connsiteY3" fmla="*/ 6184138 h 6184138"/>
                <a:gd name="connsiteX4" fmla="*/ 4814773 w 4817313"/>
                <a:gd name="connsiteY4" fmla="*/ 3564766 h 6184138"/>
                <a:gd name="connsiteX5" fmla="*/ 4814773 w 4817313"/>
                <a:gd name="connsiteY5" fmla="*/ 946003 h 6184138"/>
                <a:gd name="connsiteX6" fmla="*/ 2424582 w 4817313"/>
                <a:gd name="connsiteY6" fmla="*/ 0 h 618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7313" h="6184138">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w="8701"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5197606A-71FB-4B0F-8F14-0903161DE588}"/>
                </a:ext>
              </a:extLst>
            </p:cNvPr>
            <p:cNvSpPr/>
            <p:nvPr/>
          </p:nvSpPr>
          <p:spPr>
            <a:xfrm>
              <a:off x="5077582" y="3107623"/>
              <a:ext cx="1971904" cy="1813799"/>
            </a:xfrm>
            <a:custGeom>
              <a:avLst/>
              <a:gdLst>
                <a:gd name="connsiteX0" fmla="*/ 1970433 w 1971904"/>
                <a:gd name="connsiteY0" fmla="*/ 1441139 h 1813799"/>
                <a:gd name="connsiteX1" fmla="*/ 0 w 1971904"/>
                <a:gd name="connsiteY1" fmla="*/ 1441139 h 1813799"/>
                <a:gd name="connsiteX2" fmla="*/ 0 w 1971904"/>
                <a:gd name="connsiteY2" fmla="*/ 0 h 1813799"/>
                <a:gd name="connsiteX3" fmla="*/ 1970433 w 1971904"/>
                <a:gd name="connsiteY3" fmla="*/ 0 h 1813799"/>
                <a:gd name="connsiteX4" fmla="*/ 1970433 w 1971904"/>
                <a:gd name="connsiteY4" fmla="*/ 1441139 h 1813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904" h="1813799">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w="8701"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A038230-1B10-40D1-88FC-2BB96F9ABBB2}"/>
                </a:ext>
              </a:extLst>
            </p:cNvPr>
            <p:cNvSpPr/>
            <p:nvPr/>
          </p:nvSpPr>
          <p:spPr>
            <a:xfrm>
              <a:off x="5332382" y="1718072"/>
              <a:ext cx="1483576" cy="1261366"/>
            </a:xfrm>
            <a:custGeom>
              <a:avLst/>
              <a:gdLst>
                <a:gd name="connsiteX0" fmla="*/ 741832 w 1483576"/>
                <a:gd name="connsiteY0" fmla="*/ 0 h 1261366"/>
                <a:gd name="connsiteX1" fmla="*/ 741832 w 1483576"/>
                <a:gd name="connsiteY1" fmla="*/ 0 h 1261366"/>
                <a:gd name="connsiteX2" fmla="*/ 0 w 1483576"/>
                <a:gd name="connsiteY2" fmla="*/ 741745 h 1261366"/>
                <a:gd name="connsiteX3" fmla="*/ 0 w 1483576"/>
                <a:gd name="connsiteY3" fmla="*/ 1261367 h 1261366"/>
                <a:gd name="connsiteX4" fmla="*/ 292445 w 1483576"/>
                <a:gd name="connsiteY4" fmla="*/ 1261367 h 1261366"/>
                <a:gd name="connsiteX5" fmla="*/ 292445 w 1483576"/>
                <a:gd name="connsiteY5" fmla="*/ 735209 h 1261366"/>
                <a:gd name="connsiteX6" fmla="*/ 719698 w 1483576"/>
                <a:gd name="connsiteY6" fmla="*/ 307956 h 1261366"/>
                <a:gd name="connsiteX7" fmla="*/ 719698 w 1483576"/>
                <a:gd name="connsiteY7" fmla="*/ 307956 h 1261366"/>
                <a:gd name="connsiteX8" fmla="*/ 1146950 w 1483576"/>
                <a:gd name="connsiteY8" fmla="*/ 735209 h 1261366"/>
                <a:gd name="connsiteX9" fmla="*/ 1146950 w 1483576"/>
                <a:gd name="connsiteY9" fmla="*/ 1261367 h 1261366"/>
                <a:gd name="connsiteX10" fmla="*/ 1483576 w 1483576"/>
                <a:gd name="connsiteY10" fmla="*/ 1261367 h 1261366"/>
                <a:gd name="connsiteX11" fmla="*/ 1483576 w 1483576"/>
                <a:gd name="connsiteY11" fmla="*/ 741745 h 1261366"/>
                <a:gd name="connsiteX12" fmla="*/ 741832 w 1483576"/>
                <a:gd name="connsiteY12" fmla="*/ 0 h 126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3576" h="126136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w="8701"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4FCB2FB4-751A-4CF8-AB19-A88C8FA55DA2}"/>
                </a:ext>
              </a:extLst>
            </p:cNvPr>
            <p:cNvSpPr/>
            <p:nvPr/>
          </p:nvSpPr>
          <p:spPr>
            <a:xfrm>
              <a:off x="5864640" y="3547424"/>
              <a:ext cx="405205" cy="796469"/>
            </a:xfrm>
            <a:custGeom>
              <a:avLst/>
              <a:gdLst>
                <a:gd name="connsiteX0" fmla="*/ 353618 w 405205"/>
                <a:gd name="connsiteY0" fmla="*/ 639528 h 796469"/>
                <a:gd name="connsiteX1" fmla="*/ 310135 w 405205"/>
                <a:gd name="connsiteY1" fmla="*/ 639528 h 796469"/>
                <a:gd name="connsiteX2" fmla="*/ 311529 w 405205"/>
                <a:gd name="connsiteY2" fmla="*/ 628026 h 796469"/>
                <a:gd name="connsiteX3" fmla="*/ 311529 w 405205"/>
                <a:gd name="connsiteY3" fmla="*/ 570861 h 796469"/>
                <a:gd name="connsiteX4" fmla="*/ 261685 w 405205"/>
                <a:gd name="connsiteY4" fmla="*/ 521016 h 796469"/>
                <a:gd name="connsiteX5" fmla="*/ 261423 w 405205"/>
                <a:gd name="connsiteY5" fmla="*/ 521016 h 796469"/>
                <a:gd name="connsiteX6" fmla="*/ 261423 w 405205"/>
                <a:gd name="connsiteY6" fmla="*/ 396492 h 796469"/>
                <a:gd name="connsiteX7" fmla="*/ 405206 w 405205"/>
                <a:gd name="connsiteY7" fmla="*/ 202603 h 796469"/>
                <a:gd name="connsiteX8" fmla="*/ 202603 w 405205"/>
                <a:gd name="connsiteY8" fmla="*/ 0 h 796469"/>
                <a:gd name="connsiteX9" fmla="*/ 0 w 405205"/>
                <a:gd name="connsiteY9" fmla="*/ 202603 h 796469"/>
                <a:gd name="connsiteX10" fmla="*/ 143783 w 405205"/>
                <a:gd name="connsiteY10" fmla="*/ 396492 h 796469"/>
                <a:gd name="connsiteX11" fmla="*/ 143783 w 405205"/>
                <a:gd name="connsiteY11" fmla="*/ 521016 h 796469"/>
                <a:gd name="connsiteX12" fmla="*/ 143521 w 405205"/>
                <a:gd name="connsiteY12" fmla="*/ 521016 h 796469"/>
                <a:gd name="connsiteX13" fmla="*/ 93677 w 405205"/>
                <a:gd name="connsiteY13" fmla="*/ 570861 h 796469"/>
                <a:gd name="connsiteX14" fmla="*/ 93677 w 405205"/>
                <a:gd name="connsiteY14" fmla="*/ 628026 h 796469"/>
                <a:gd name="connsiteX15" fmla="*/ 95071 w 405205"/>
                <a:gd name="connsiteY15" fmla="*/ 639528 h 796469"/>
                <a:gd name="connsiteX16" fmla="*/ 51587 w 405205"/>
                <a:gd name="connsiteY16" fmla="*/ 639528 h 796469"/>
                <a:gd name="connsiteX17" fmla="*/ 21785 w 405205"/>
                <a:gd name="connsiteY17" fmla="*/ 669330 h 796469"/>
                <a:gd name="connsiteX18" fmla="*/ 21785 w 405205"/>
                <a:gd name="connsiteY18" fmla="*/ 766667 h 796469"/>
                <a:gd name="connsiteX19" fmla="*/ 51587 w 405205"/>
                <a:gd name="connsiteY19" fmla="*/ 796469 h 796469"/>
                <a:gd name="connsiteX20" fmla="*/ 353705 w 405205"/>
                <a:gd name="connsiteY20" fmla="*/ 796469 h 796469"/>
                <a:gd name="connsiteX21" fmla="*/ 383508 w 405205"/>
                <a:gd name="connsiteY21" fmla="*/ 766667 h 796469"/>
                <a:gd name="connsiteX22" fmla="*/ 383508 w 405205"/>
                <a:gd name="connsiteY22" fmla="*/ 669330 h 796469"/>
                <a:gd name="connsiteX23" fmla="*/ 353618 w 405205"/>
                <a:gd name="connsiteY23" fmla="*/ 639528 h 79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5205" h="796469">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w="8701" cap="flat">
              <a:noFill/>
              <a:prstDash val="solid"/>
              <a:miter/>
            </a:ln>
          </p:spPr>
          <p:txBody>
            <a:bodyPr rtlCol="0" anchor="ctr"/>
            <a:lstStyle/>
            <a:p>
              <a:endParaRPr lang="en-US"/>
            </a:p>
          </p:txBody>
        </p:sp>
      </p:grpSp>
      <p:pic>
        <p:nvPicPr>
          <p:cNvPr id="76" name="Picture 75">
            <a:extLst>
              <a:ext uri="{FF2B5EF4-FFF2-40B4-BE49-F238E27FC236}">
                <a16:creationId xmlns:a16="http://schemas.microsoft.com/office/drawing/2014/main" id="{8379A667-FD7F-4BDE-B456-0AA2757732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743" y="948687"/>
            <a:ext cx="6225540" cy="58151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573097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normAutofit fontScale="92500" lnSpcReduction="10000"/>
          </a:bodyPr>
          <a:lstStyle/>
          <a:p>
            <a:r>
              <a:rPr lang="en-US" b="1" dirty="0"/>
              <a:t>Reasons for Successful Attacks</a:t>
            </a:r>
          </a:p>
        </p:txBody>
      </p:sp>
      <p:sp>
        <p:nvSpPr>
          <p:cNvPr id="208" name="TextBox 207">
            <a:extLst>
              <a:ext uri="{FF2B5EF4-FFF2-40B4-BE49-F238E27FC236}">
                <a16:creationId xmlns:a16="http://schemas.microsoft.com/office/drawing/2014/main" id="{A2A0977C-5D1D-4210-BB61-FA94B1606BF4}"/>
              </a:ext>
            </a:extLst>
          </p:cNvPr>
          <p:cNvSpPr txBox="1"/>
          <p:nvPr/>
        </p:nvSpPr>
        <p:spPr>
          <a:xfrm>
            <a:off x="591085" y="1269737"/>
            <a:ext cx="2699302" cy="338554"/>
          </a:xfrm>
          <a:prstGeom prst="rect">
            <a:avLst/>
          </a:prstGeom>
          <a:noFill/>
        </p:spPr>
        <p:txBody>
          <a:bodyPr wrap="square" rtlCol="0" anchor="ctr">
            <a:spAutoFit/>
          </a:bodyPr>
          <a:lstStyle/>
          <a:p>
            <a:r>
              <a:rPr lang="en-GB" sz="1600" b="1" u="none" strike="noStrike" baseline="0" dirty="0">
                <a:solidFill>
                  <a:schemeClr val="accent1"/>
                </a:solidFill>
                <a:latin typeface="Rooney-RegularItalic"/>
              </a:rPr>
              <a:t>Widespread vulnerabilities</a:t>
            </a:r>
            <a:endParaRPr lang="ko-KR" altLang="en-US" sz="2000" b="1" dirty="0">
              <a:solidFill>
                <a:schemeClr val="accent1"/>
              </a:solidFill>
              <a:cs typeface="Arial" pitchFamily="34" charset="0"/>
            </a:endParaRPr>
          </a:p>
        </p:txBody>
      </p:sp>
      <p:sp>
        <p:nvSpPr>
          <p:cNvPr id="210" name="TextBox 209">
            <a:extLst>
              <a:ext uri="{FF2B5EF4-FFF2-40B4-BE49-F238E27FC236}">
                <a16:creationId xmlns:a16="http://schemas.microsoft.com/office/drawing/2014/main" id="{25A0151A-C860-4583-ACFB-0B1515A217D4}"/>
              </a:ext>
            </a:extLst>
          </p:cNvPr>
          <p:cNvSpPr txBox="1"/>
          <p:nvPr/>
        </p:nvSpPr>
        <p:spPr>
          <a:xfrm>
            <a:off x="572340" y="1748516"/>
            <a:ext cx="4608537" cy="1169551"/>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1400" dirty="0">
                <a:latin typeface="Arial" panose="020B0604020202020204" pitchFamily="34" charset="0"/>
              </a:rPr>
              <a:t>Many hardware and software systems have security weaknesses.</a:t>
            </a:r>
          </a:p>
          <a:p>
            <a:pPr lvl="0" eaLnBrk="0" fontAlgn="base" hangingPunct="0">
              <a:spcBef>
                <a:spcPct val="0"/>
              </a:spcBef>
              <a:spcAft>
                <a:spcPct val="0"/>
              </a:spcAft>
              <a:buFontTx/>
              <a:buChar char="•"/>
            </a:pPr>
            <a:r>
              <a:rPr lang="en-US" altLang="en-US" sz="1400" dirty="0">
                <a:latin typeface="Arial" panose="020B0604020202020204" pitchFamily="34" charset="0"/>
              </a:rPr>
              <a:t>Hackers can pick and exploit any of these flaws.</a:t>
            </a:r>
          </a:p>
          <a:p>
            <a:pPr lvl="0" eaLnBrk="0" fontAlgn="base" hangingPunct="0">
              <a:spcBef>
                <a:spcPct val="0"/>
              </a:spcBef>
              <a:spcAft>
                <a:spcPct val="0"/>
              </a:spcAft>
              <a:buFontTx/>
              <a:buChar char="•"/>
            </a:pPr>
            <a:r>
              <a:rPr lang="en-US" altLang="en-US" sz="1400" dirty="0">
                <a:latin typeface="Arial" panose="020B0604020202020204" pitchFamily="34" charset="0"/>
              </a:rPr>
              <a:t>Issues include </a:t>
            </a:r>
            <a:r>
              <a:rPr lang="en-US" altLang="en-US" sz="1400" b="1" dirty="0">
                <a:latin typeface="Arial" panose="020B0604020202020204" pitchFamily="34" charset="0"/>
              </a:rPr>
              <a:t>lack of vendor support, outdated systems, and missing updates</a:t>
            </a:r>
            <a:endParaRPr lang="en-US" altLang="ko-KR" sz="1400" dirty="0">
              <a:cs typeface="Arial" pitchFamily="34" charset="0"/>
            </a:endParaRPr>
          </a:p>
        </p:txBody>
      </p:sp>
      <p:sp>
        <p:nvSpPr>
          <p:cNvPr id="226" name="TextBox 225">
            <a:extLst>
              <a:ext uri="{FF2B5EF4-FFF2-40B4-BE49-F238E27FC236}">
                <a16:creationId xmlns:a16="http://schemas.microsoft.com/office/drawing/2014/main" id="{56667B43-E762-4B6A-9D22-DF41E0399DD0}"/>
              </a:ext>
            </a:extLst>
          </p:cNvPr>
          <p:cNvSpPr txBox="1"/>
          <p:nvPr/>
        </p:nvSpPr>
        <p:spPr>
          <a:xfrm>
            <a:off x="7160896" y="1234040"/>
            <a:ext cx="2699302" cy="369332"/>
          </a:xfrm>
          <a:prstGeom prst="rect">
            <a:avLst/>
          </a:prstGeom>
          <a:noFill/>
        </p:spPr>
        <p:txBody>
          <a:bodyPr wrap="square" rtlCol="0" anchor="ctr">
            <a:spAutoFit/>
          </a:bodyPr>
          <a:lstStyle/>
          <a:p>
            <a:r>
              <a:rPr lang="en-GB" b="1" u="none" strike="noStrike" baseline="0" dirty="0">
                <a:solidFill>
                  <a:schemeClr val="accent1"/>
                </a:solidFill>
                <a:latin typeface="Rooney-RegularItalic"/>
              </a:rPr>
              <a:t>Hardware Limitation</a:t>
            </a:r>
            <a:endParaRPr lang="ko-KR" altLang="en-US" sz="2400" b="1" dirty="0">
              <a:solidFill>
                <a:schemeClr val="accent1"/>
              </a:solidFill>
              <a:cs typeface="Arial" pitchFamily="34" charset="0"/>
            </a:endParaRPr>
          </a:p>
        </p:txBody>
      </p:sp>
      <p:sp>
        <p:nvSpPr>
          <p:cNvPr id="228" name="TextBox 227">
            <a:extLst>
              <a:ext uri="{FF2B5EF4-FFF2-40B4-BE49-F238E27FC236}">
                <a16:creationId xmlns:a16="http://schemas.microsoft.com/office/drawing/2014/main" id="{4E423B7C-F897-4171-B7A4-87CE1BE1C6B2}"/>
              </a:ext>
            </a:extLst>
          </p:cNvPr>
          <p:cNvSpPr txBox="1"/>
          <p:nvPr/>
        </p:nvSpPr>
        <p:spPr>
          <a:xfrm>
            <a:off x="7160896" y="3063720"/>
            <a:ext cx="2699302" cy="338554"/>
          </a:xfrm>
          <a:prstGeom prst="rect">
            <a:avLst/>
          </a:prstGeom>
          <a:noFill/>
        </p:spPr>
        <p:txBody>
          <a:bodyPr wrap="square" rtlCol="0" anchor="ctr">
            <a:spAutoFit/>
          </a:bodyPr>
          <a:lstStyle/>
          <a:p>
            <a:r>
              <a:rPr lang="en-GB" sz="1600" b="1" u="none" strike="noStrike" baseline="0" dirty="0">
                <a:solidFill>
                  <a:schemeClr val="accent1"/>
                </a:solidFill>
                <a:latin typeface="Rooney-RegularItalic"/>
              </a:rPr>
              <a:t>Enterprise issues</a:t>
            </a:r>
            <a:endParaRPr lang="ko-KR" altLang="en-US" sz="2000" b="1" dirty="0">
              <a:solidFill>
                <a:schemeClr val="accent1"/>
              </a:solidFill>
              <a:cs typeface="Arial" pitchFamily="34" charset="0"/>
            </a:endParaRPr>
          </a:p>
        </p:txBody>
      </p:sp>
      <p:sp>
        <p:nvSpPr>
          <p:cNvPr id="230" name="TextBox 229">
            <a:extLst>
              <a:ext uri="{FF2B5EF4-FFF2-40B4-BE49-F238E27FC236}">
                <a16:creationId xmlns:a16="http://schemas.microsoft.com/office/drawing/2014/main" id="{67B051AA-44BC-4E88-BB09-7F8D18311366}"/>
              </a:ext>
            </a:extLst>
          </p:cNvPr>
          <p:cNvSpPr txBox="1"/>
          <p:nvPr/>
        </p:nvSpPr>
        <p:spPr>
          <a:xfrm>
            <a:off x="481946" y="3206953"/>
            <a:ext cx="2699302" cy="338554"/>
          </a:xfrm>
          <a:prstGeom prst="rect">
            <a:avLst/>
          </a:prstGeom>
          <a:noFill/>
        </p:spPr>
        <p:txBody>
          <a:bodyPr wrap="square" rtlCol="0" anchor="ctr">
            <a:spAutoFit/>
          </a:bodyPr>
          <a:lstStyle/>
          <a:p>
            <a:r>
              <a:rPr lang="en-GB" sz="1600" b="1" u="none" strike="noStrike" baseline="0" dirty="0">
                <a:solidFill>
                  <a:schemeClr val="accent1"/>
                </a:solidFill>
                <a:latin typeface="Rooney-RegularItalic"/>
              </a:rPr>
              <a:t>Configuration Issues</a:t>
            </a:r>
            <a:endParaRPr lang="ko-KR" altLang="en-US" sz="2000" b="1" dirty="0">
              <a:solidFill>
                <a:schemeClr val="accent1"/>
              </a:solidFill>
              <a:cs typeface="Arial" pitchFamily="34" charset="0"/>
            </a:endParaRPr>
          </a:p>
        </p:txBody>
      </p:sp>
      <p:sp>
        <p:nvSpPr>
          <p:cNvPr id="232" name="TextBox 231">
            <a:extLst>
              <a:ext uri="{FF2B5EF4-FFF2-40B4-BE49-F238E27FC236}">
                <a16:creationId xmlns:a16="http://schemas.microsoft.com/office/drawing/2014/main" id="{2AF2B552-F8B2-47AD-BC93-8D9830E68945}"/>
              </a:ext>
            </a:extLst>
          </p:cNvPr>
          <p:cNvSpPr txBox="1"/>
          <p:nvPr/>
        </p:nvSpPr>
        <p:spPr>
          <a:xfrm>
            <a:off x="558085" y="5054012"/>
            <a:ext cx="2699302" cy="338554"/>
          </a:xfrm>
          <a:prstGeom prst="rect">
            <a:avLst/>
          </a:prstGeom>
          <a:noFill/>
        </p:spPr>
        <p:txBody>
          <a:bodyPr wrap="square" rtlCol="0" anchor="ctr">
            <a:spAutoFit/>
          </a:bodyPr>
          <a:lstStyle/>
          <a:p>
            <a:r>
              <a:rPr lang="en-GB" sz="1600" b="1" u="none" strike="noStrike" baseline="0" dirty="0">
                <a:solidFill>
                  <a:schemeClr val="accent1"/>
                </a:solidFill>
                <a:latin typeface="Rooney-RegularItalic"/>
              </a:rPr>
              <a:t>Poorly Designed Software</a:t>
            </a:r>
            <a:endParaRPr lang="ko-KR" altLang="en-US" sz="2000" b="1" dirty="0">
              <a:solidFill>
                <a:schemeClr val="accent1"/>
              </a:solidFill>
              <a:cs typeface="Arial" pitchFamily="34" charset="0"/>
            </a:endParaRPr>
          </a:p>
        </p:txBody>
      </p:sp>
      <p:sp>
        <p:nvSpPr>
          <p:cNvPr id="4" name="Rectangle 2">
            <a:extLst>
              <a:ext uri="{FF2B5EF4-FFF2-40B4-BE49-F238E27FC236}">
                <a16:creationId xmlns:a16="http://schemas.microsoft.com/office/drawing/2014/main" id="{BB192F2E-D845-4B87-9809-C918ACF54AA3}"/>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5" name="Rectangle 3">
            <a:extLst>
              <a:ext uri="{FF2B5EF4-FFF2-40B4-BE49-F238E27FC236}">
                <a16:creationId xmlns:a16="http://schemas.microsoft.com/office/drawing/2014/main" id="{7F876A89-0A69-4F7C-8654-899224F4549A}"/>
              </a:ext>
            </a:extLst>
          </p:cNvPr>
          <p:cNvSpPr>
            <a:spLocks noChangeArrowheads="1"/>
          </p:cNvSpPr>
          <p:nvPr/>
        </p:nvSpPr>
        <p:spPr bwMode="auto">
          <a:xfrm>
            <a:off x="483938" y="3500116"/>
            <a:ext cx="48531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Security features may not be properly set 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Common problems include </a:t>
            </a:r>
            <a:r>
              <a:rPr kumimoji="0" lang="en-US" altLang="en-US" sz="1800" b="1" i="0" u="none" strike="noStrike" cap="none" normalizeH="0" baseline="0" dirty="0">
                <a:ln>
                  <a:noFill/>
                </a:ln>
                <a:solidFill>
                  <a:schemeClr val="tx1"/>
                </a:solidFill>
                <a:effectLst/>
                <a:latin typeface="Arial" panose="020B0604020202020204" pitchFamily="34" charset="0"/>
              </a:rPr>
              <a:t>default settings, weak configurations, and misconfigurations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6FDA5E0E-2FD5-46AF-A851-C795FEF1122D}"/>
              </a:ext>
            </a:extLst>
          </p:cNvPr>
          <p:cNvSpPr>
            <a:spLocks noChangeArrowheads="1"/>
          </p:cNvSpPr>
          <p:nvPr/>
        </p:nvSpPr>
        <p:spPr bwMode="auto">
          <a:xfrm>
            <a:off x="570805" y="5419545"/>
            <a:ext cx="563820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Software flaws make it easier for hackers to break 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Examples include </a:t>
            </a:r>
            <a:r>
              <a:rPr kumimoji="0" lang="en-US" altLang="en-US" sz="1800" b="1" i="0" u="none" strike="noStrike" cap="none" normalizeH="0" baseline="0">
                <a:ln>
                  <a:noFill/>
                </a:ln>
                <a:solidFill>
                  <a:schemeClr val="tx1"/>
                </a:solidFill>
                <a:effectLst/>
                <a:latin typeface="Arial" panose="020B0604020202020204" pitchFamily="34" charset="0"/>
              </a:rPr>
              <a:t>weak architecture, improper input handling, and poor error handling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FE662CEE-4977-4FBD-BC14-43593F077D8D}"/>
              </a:ext>
            </a:extLst>
          </p:cNvPr>
          <p:cNvSpPr>
            <a:spLocks noChangeArrowheads="1"/>
          </p:cNvSpPr>
          <p:nvPr/>
        </p:nvSpPr>
        <p:spPr bwMode="auto">
          <a:xfrm>
            <a:off x="7160896" y="1535190"/>
            <a:ext cx="417670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Some devices have limited resources (CPU, memory,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Attackers can </a:t>
            </a:r>
            <a:r>
              <a:rPr kumimoji="0" lang="en-US" altLang="en-US" sz="1800" b="1" i="0" u="none" strike="noStrike" cap="none" normalizeH="0" baseline="0">
                <a:ln>
                  <a:noFill/>
                </a:ln>
                <a:solidFill>
                  <a:schemeClr val="tx1"/>
                </a:solidFill>
                <a:effectLst/>
                <a:latin typeface="Arial" panose="020B0604020202020204" pitchFamily="34" charset="0"/>
              </a:rPr>
              <a:t>overload these resources</a:t>
            </a:r>
            <a:r>
              <a:rPr kumimoji="0" lang="en-US" altLang="en-US" sz="1800" b="0" i="0" u="none" strike="noStrike" cap="none" normalizeH="0" baseline="0">
                <a:ln>
                  <a:noFill/>
                </a:ln>
                <a:solidFill>
                  <a:schemeClr val="tx1"/>
                </a:solidFill>
                <a:effectLst/>
                <a:latin typeface="Arial" panose="020B0604020202020204" pitchFamily="34" charset="0"/>
              </a:rPr>
              <a:t>, causing system failure.</a:t>
            </a:r>
          </a:p>
        </p:txBody>
      </p:sp>
      <p:sp>
        <p:nvSpPr>
          <p:cNvPr id="8" name="Rectangle 6">
            <a:extLst>
              <a:ext uri="{FF2B5EF4-FFF2-40B4-BE49-F238E27FC236}">
                <a16:creationId xmlns:a16="http://schemas.microsoft.com/office/drawing/2014/main" id="{A4C40290-4732-4576-93AC-69A1E7E5EB55}"/>
              </a:ext>
            </a:extLst>
          </p:cNvPr>
          <p:cNvSpPr>
            <a:spLocks noChangeArrowheads="1"/>
          </p:cNvSpPr>
          <p:nvPr/>
        </p:nvSpPr>
        <p:spPr bwMode="auto">
          <a:xfrm>
            <a:off x="7160896" y="3402274"/>
            <a:ext cx="489017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Attacks often succeed due to </a:t>
            </a:r>
            <a:r>
              <a:rPr kumimoji="0" lang="en-US" altLang="en-US" sz="1800" b="1" i="0" u="none" strike="noStrike" cap="none" normalizeH="0" baseline="0">
                <a:ln>
                  <a:noFill/>
                </a:ln>
                <a:solidFill>
                  <a:schemeClr val="tx1"/>
                </a:solidFill>
                <a:effectLst/>
                <a:latin typeface="Arial" panose="020B0604020202020204" pitchFamily="34" charset="0"/>
              </a:rPr>
              <a:t>weak business processes</a:t>
            </a:r>
            <a:r>
              <a:rPr kumimoji="0" lang="en-US" altLang="en-US" sz="1800" b="0" i="0" u="none" strike="noStrike" cap="none" normalizeH="0" baseline="0">
                <a:ln>
                  <a:noFill/>
                </a:ln>
                <a:solidFill>
                  <a:schemeClr val="tx1"/>
                </a:solidFill>
                <a:effectLst/>
                <a:latin typeface="Arial" panose="020B0604020202020204" pitchFamily="34" charset="0"/>
              </a:rPr>
              <a:t>, not just technical flaws.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Business Process Compromise (BPC)</a:t>
            </a:r>
            <a:r>
              <a:rPr kumimoji="0" lang="en-US" altLang="en-US" sz="1800" b="0" i="0" u="none" strike="noStrike" cap="none" normalizeH="0" baseline="0">
                <a:ln>
                  <a:noFill/>
                </a:ln>
                <a:solidFill>
                  <a:schemeClr val="tx1"/>
                </a:solidFill>
                <a:effectLst/>
                <a:latin typeface="Arial" panose="020B0604020202020204" pitchFamily="34" charset="0"/>
              </a:rPr>
              <a:t> happens when attackers exploit everyday operations to their advantage.</a:t>
            </a:r>
          </a:p>
        </p:txBody>
      </p:sp>
    </p:spTree>
    <p:extLst>
      <p:ext uri="{BB962C8B-B14F-4D97-AF65-F5344CB8AC3E}">
        <p14:creationId xmlns:p14="http://schemas.microsoft.com/office/powerpoint/2010/main" val="12792249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09401" y="250140"/>
            <a:ext cx="11573197" cy="724247"/>
          </a:xfrm>
        </p:spPr>
        <p:txBody>
          <a:bodyPr>
            <a:normAutofit fontScale="92500" lnSpcReduction="10000"/>
          </a:bodyPr>
          <a:lstStyle/>
          <a:p>
            <a:r>
              <a:rPr lang="en-GB" b="1" dirty="0"/>
              <a:t>Difficulties in Defending Against Attacks</a:t>
            </a:r>
            <a:endParaRPr lang="en-US" b="1" dirty="0"/>
          </a:p>
        </p:txBody>
      </p:sp>
      <p:grpSp>
        <p:nvGrpSpPr>
          <p:cNvPr id="3" name="Group 2">
            <a:extLst>
              <a:ext uri="{FF2B5EF4-FFF2-40B4-BE49-F238E27FC236}">
                <a16:creationId xmlns:a16="http://schemas.microsoft.com/office/drawing/2014/main" id="{99F4B42B-14CA-4E81-806F-6104B1EFC216}"/>
              </a:ext>
            </a:extLst>
          </p:cNvPr>
          <p:cNvGrpSpPr/>
          <p:nvPr/>
        </p:nvGrpSpPr>
        <p:grpSpPr>
          <a:xfrm>
            <a:off x="7496004" y="1920263"/>
            <a:ext cx="3864628" cy="3896248"/>
            <a:chOff x="7496004" y="1920263"/>
            <a:chExt cx="3864628" cy="3896248"/>
          </a:xfrm>
        </p:grpSpPr>
        <p:sp>
          <p:nvSpPr>
            <p:cNvPr id="4" name="Isosceles Triangle 20">
              <a:extLst>
                <a:ext uri="{FF2B5EF4-FFF2-40B4-BE49-F238E27FC236}">
                  <a16:creationId xmlns:a16="http://schemas.microsoft.com/office/drawing/2014/main" id="{D857AEF3-2BAB-4B10-A92B-50F6B5652C4C}"/>
                </a:ext>
              </a:extLst>
            </p:cNvPr>
            <p:cNvSpPr>
              <a:spLocks noChangeAspect="1"/>
            </p:cNvSpPr>
            <p:nvPr/>
          </p:nvSpPr>
          <p:spPr>
            <a:xfrm rot="8201235">
              <a:off x="10839502" y="4413955"/>
              <a:ext cx="427534" cy="471394"/>
            </a:xfrm>
            <a:custGeom>
              <a:avLst/>
              <a:gdLst/>
              <a:ahLst/>
              <a:cxnLst/>
              <a:rect l="l" t="t" r="r" b="b"/>
              <a:pathLst>
                <a:path w="4285801" h="4725490">
                  <a:moveTo>
                    <a:pt x="1428251" y="4622752"/>
                  </a:moveTo>
                  <a:cubicBezTo>
                    <a:pt x="1313180" y="4505074"/>
                    <a:pt x="1240588" y="4345285"/>
                    <a:pt x="1235771" y="4167715"/>
                  </a:cubicBezTo>
                  <a:cubicBezTo>
                    <a:pt x="1227835" y="3875156"/>
                    <a:pt x="1406218" y="3620819"/>
                    <a:pt x="1664050" y="3520754"/>
                  </a:cubicBezTo>
                  <a:lnTo>
                    <a:pt x="1635892" y="2482688"/>
                  </a:lnTo>
                  <a:lnTo>
                    <a:pt x="1044642" y="2469039"/>
                  </a:lnTo>
                  <a:lnTo>
                    <a:pt x="1044642" y="2667331"/>
                  </a:lnTo>
                  <a:cubicBezTo>
                    <a:pt x="1044642" y="2727000"/>
                    <a:pt x="996271" y="2775371"/>
                    <a:pt x="936601" y="2775372"/>
                  </a:cubicBezTo>
                  <a:lnTo>
                    <a:pt x="657382" y="2775371"/>
                  </a:lnTo>
                  <a:cubicBezTo>
                    <a:pt x="637755" y="2823613"/>
                    <a:pt x="630101" y="2874237"/>
                    <a:pt x="622448" y="2945800"/>
                  </a:cubicBezTo>
                  <a:lnTo>
                    <a:pt x="252030" y="2945800"/>
                  </a:lnTo>
                  <a:cubicBezTo>
                    <a:pt x="256275" y="2883407"/>
                    <a:pt x="252593" y="2828938"/>
                    <a:pt x="235967" y="2775370"/>
                  </a:cubicBezTo>
                  <a:lnTo>
                    <a:pt x="7267" y="2775370"/>
                  </a:lnTo>
                  <a:cubicBezTo>
                    <a:pt x="1003" y="2679903"/>
                    <a:pt x="-1109" y="2594661"/>
                    <a:pt x="535" y="2514852"/>
                  </a:cubicBezTo>
                  <a:cubicBezTo>
                    <a:pt x="5466" y="2275424"/>
                    <a:pt x="44187" y="2084887"/>
                    <a:pt x="105917" y="1813823"/>
                  </a:cubicBezTo>
                  <a:cubicBezTo>
                    <a:pt x="258635" y="1288584"/>
                    <a:pt x="488046" y="911620"/>
                    <a:pt x="870837" y="570445"/>
                  </a:cubicBezTo>
                  <a:cubicBezTo>
                    <a:pt x="674179" y="1284154"/>
                    <a:pt x="622718" y="1497188"/>
                    <a:pt x="741752" y="1669956"/>
                  </a:cubicBezTo>
                  <a:cubicBezTo>
                    <a:pt x="882751" y="1699943"/>
                    <a:pt x="788174" y="1674807"/>
                    <a:pt x="936601" y="1710419"/>
                  </a:cubicBezTo>
                  <a:cubicBezTo>
                    <a:pt x="1001384" y="1730870"/>
                    <a:pt x="1044642" y="1758791"/>
                    <a:pt x="1044642" y="1818460"/>
                  </a:cubicBezTo>
                  <a:lnTo>
                    <a:pt x="1044642" y="1970448"/>
                  </a:lnTo>
                  <a:lnTo>
                    <a:pt x="1621635" y="1957128"/>
                  </a:lnTo>
                  <a:lnTo>
                    <a:pt x="1601569" y="1217379"/>
                  </a:lnTo>
                  <a:cubicBezTo>
                    <a:pt x="1338692" y="1131438"/>
                    <a:pt x="1146783" y="887145"/>
                    <a:pt x="1138847" y="594588"/>
                  </a:cubicBezTo>
                  <a:cubicBezTo>
                    <a:pt x="1132425" y="357828"/>
                    <a:pt x="1248029" y="146099"/>
                    <a:pt x="1428910" y="20243"/>
                  </a:cubicBezTo>
                  <a:lnTo>
                    <a:pt x="1447318" y="698863"/>
                  </a:lnTo>
                  <a:lnTo>
                    <a:pt x="2193594" y="678620"/>
                  </a:lnTo>
                  <a:lnTo>
                    <a:pt x="2175185" y="0"/>
                  </a:lnTo>
                  <a:cubicBezTo>
                    <a:pt x="2362624" y="115865"/>
                    <a:pt x="2489536" y="321015"/>
                    <a:pt x="2495958" y="557775"/>
                  </a:cubicBezTo>
                  <a:cubicBezTo>
                    <a:pt x="2503894" y="850332"/>
                    <a:pt x="2325511" y="1104670"/>
                    <a:pt x="2067679" y="1204735"/>
                  </a:cubicBezTo>
                  <a:lnTo>
                    <a:pt x="2087796" y="1946367"/>
                  </a:lnTo>
                  <a:lnTo>
                    <a:pt x="4285801" y="1895627"/>
                  </a:lnTo>
                  <a:lnTo>
                    <a:pt x="4285801" y="2543859"/>
                  </a:lnTo>
                  <a:lnTo>
                    <a:pt x="2102637" y="2493462"/>
                  </a:lnTo>
                  <a:lnTo>
                    <a:pt x="2130160" y="3508110"/>
                  </a:lnTo>
                  <a:cubicBezTo>
                    <a:pt x="2393037" y="3594051"/>
                    <a:pt x="2584946" y="3838344"/>
                    <a:pt x="2592882" y="4130902"/>
                  </a:cubicBezTo>
                  <a:cubicBezTo>
                    <a:pt x="2599304" y="4367662"/>
                    <a:pt x="2483700" y="4579391"/>
                    <a:pt x="2302820" y="4705247"/>
                  </a:cubicBezTo>
                  <a:lnTo>
                    <a:pt x="2284411" y="4026626"/>
                  </a:lnTo>
                  <a:lnTo>
                    <a:pt x="1538135" y="4046869"/>
                  </a:lnTo>
                  <a:lnTo>
                    <a:pt x="1556544" y="4725490"/>
                  </a:lnTo>
                  <a:cubicBezTo>
                    <a:pt x="1509684" y="4696524"/>
                    <a:pt x="1466607" y="4661977"/>
                    <a:pt x="1428251" y="4622752"/>
                  </a:cubicBezTo>
                  <a:close/>
                  <a:moveTo>
                    <a:pt x="44807" y="3562389"/>
                  </a:moveTo>
                  <a:cubicBezTo>
                    <a:pt x="25255" y="3542837"/>
                    <a:pt x="13162" y="3515827"/>
                    <a:pt x="13162" y="3485992"/>
                  </a:cubicBezTo>
                  <a:lnTo>
                    <a:pt x="13162" y="3053842"/>
                  </a:lnTo>
                  <a:cubicBezTo>
                    <a:pt x="13162" y="2994173"/>
                    <a:pt x="61534" y="2945801"/>
                    <a:pt x="121203" y="2945801"/>
                  </a:cubicBezTo>
                  <a:lnTo>
                    <a:pt x="757287" y="2945801"/>
                  </a:lnTo>
                  <a:cubicBezTo>
                    <a:pt x="816956" y="2945801"/>
                    <a:pt x="865328" y="2994173"/>
                    <a:pt x="865328" y="3053842"/>
                  </a:cubicBezTo>
                  <a:lnTo>
                    <a:pt x="865328" y="3485992"/>
                  </a:lnTo>
                  <a:cubicBezTo>
                    <a:pt x="865328" y="3545662"/>
                    <a:pt x="816956" y="3594033"/>
                    <a:pt x="757287" y="3594033"/>
                  </a:cubicBezTo>
                  <a:lnTo>
                    <a:pt x="121203" y="3594033"/>
                  </a:lnTo>
                  <a:cubicBezTo>
                    <a:pt x="91368" y="3594033"/>
                    <a:pt x="64358" y="3581940"/>
                    <a:pt x="44807" y="356238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 name="Oval 21">
              <a:extLst>
                <a:ext uri="{FF2B5EF4-FFF2-40B4-BE49-F238E27FC236}">
                  <a16:creationId xmlns:a16="http://schemas.microsoft.com/office/drawing/2014/main" id="{3E9BF2E0-BB0D-492B-B23D-18525C8DC865}"/>
                </a:ext>
              </a:extLst>
            </p:cNvPr>
            <p:cNvSpPr>
              <a:spLocks noChangeAspect="1"/>
            </p:cNvSpPr>
            <p:nvPr/>
          </p:nvSpPr>
          <p:spPr>
            <a:xfrm rot="20700000">
              <a:off x="7608221" y="2961416"/>
              <a:ext cx="392828" cy="319096"/>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6" name="Round Same Side Corner Rectangle 2">
              <a:extLst>
                <a:ext uri="{FF2B5EF4-FFF2-40B4-BE49-F238E27FC236}">
                  <a16:creationId xmlns:a16="http://schemas.microsoft.com/office/drawing/2014/main" id="{F874CADC-9EE2-4426-B491-ED504626F9E7}"/>
                </a:ext>
              </a:extLst>
            </p:cNvPr>
            <p:cNvSpPr/>
            <p:nvPr/>
          </p:nvSpPr>
          <p:spPr>
            <a:xfrm rot="5400000" flipH="1">
              <a:off x="10824557" y="2917080"/>
              <a:ext cx="392828" cy="392828"/>
            </a:xfrm>
            <a:custGeom>
              <a:avLst/>
              <a:gdLst/>
              <a:ahLst/>
              <a:cxnLst/>
              <a:rect l="l" t="t" r="r" b="b"/>
              <a:pathLst>
                <a:path w="3287892" h="3786923">
                  <a:moveTo>
                    <a:pt x="2574092" y="3411971"/>
                  </a:moveTo>
                  <a:cubicBezTo>
                    <a:pt x="2577477" y="3551838"/>
                    <a:pt x="2489596" y="3681234"/>
                    <a:pt x="2347458" y="3745664"/>
                  </a:cubicBezTo>
                  <a:cubicBezTo>
                    <a:pt x="2228355" y="3799653"/>
                    <a:pt x="2086904" y="3800713"/>
                    <a:pt x="1966757" y="3748519"/>
                  </a:cubicBezTo>
                  <a:cubicBezTo>
                    <a:pt x="1823914" y="3686464"/>
                    <a:pt x="1733597" y="3559106"/>
                    <a:pt x="1733597" y="3419734"/>
                  </a:cubicBezTo>
                  <a:cubicBezTo>
                    <a:pt x="2013762" y="3417146"/>
                    <a:pt x="2293927" y="3414559"/>
                    <a:pt x="2574092" y="3411971"/>
                  </a:cubicBezTo>
                  <a:close/>
                  <a:moveTo>
                    <a:pt x="2574187" y="367189"/>
                  </a:moveTo>
                  <a:cubicBezTo>
                    <a:pt x="2294022" y="369777"/>
                    <a:pt x="2013857" y="372364"/>
                    <a:pt x="1733692" y="374952"/>
                  </a:cubicBezTo>
                  <a:cubicBezTo>
                    <a:pt x="1730307" y="235085"/>
                    <a:pt x="1818188" y="105689"/>
                    <a:pt x="1960326" y="41259"/>
                  </a:cubicBezTo>
                  <a:cubicBezTo>
                    <a:pt x="2079429" y="-12730"/>
                    <a:pt x="2220880" y="-13790"/>
                    <a:pt x="2341027" y="38404"/>
                  </a:cubicBezTo>
                  <a:cubicBezTo>
                    <a:pt x="2483870" y="100459"/>
                    <a:pt x="2574187" y="227817"/>
                    <a:pt x="2574187" y="367189"/>
                  </a:cubicBezTo>
                  <a:close/>
                  <a:moveTo>
                    <a:pt x="2688290" y="635445"/>
                  </a:moveTo>
                  <a:lnTo>
                    <a:pt x="2688290" y="1612884"/>
                  </a:lnTo>
                  <a:lnTo>
                    <a:pt x="1619492" y="1612884"/>
                  </a:lnTo>
                  <a:lnTo>
                    <a:pt x="1619492" y="1396859"/>
                  </a:lnTo>
                  <a:lnTo>
                    <a:pt x="201708" y="1396859"/>
                  </a:lnTo>
                  <a:cubicBezTo>
                    <a:pt x="90308" y="1396859"/>
                    <a:pt x="0" y="1306551"/>
                    <a:pt x="0" y="1195151"/>
                  </a:cubicBezTo>
                  <a:lnTo>
                    <a:pt x="0" y="907003"/>
                  </a:lnTo>
                  <a:cubicBezTo>
                    <a:pt x="0" y="795603"/>
                    <a:pt x="90308" y="705295"/>
                    <a:pt x="201708" y="705295"/>
                  </a:cubicBezTo>
                  <a:lnTo>
                    <a:pt x="1619492" y="705295"/>
                  </a:lnTo>
                  <a:lnTo>
                    <a:pt x="1619492" y="635445"/>
                  </a:lnTo>
                  <a:cubicBezTo>
                    <a:pt x="1619492" y="537063"/>
                    <a:pt x="1699247" y="457308"/>
                    <a:pt x="1797629" y="457308"/>
                  </a:cubicBezTo>
                  <a:lnTo>
                    <a:pt x="2510153" y="457308"/>
                  </a:lnTo>
                  <a:cubicBezTo>
                    <a:pt x="2608535" y="457308"/>
                    <a:pt x="2688290" y="537063"/>
                    <a:pt x="2688290" y="635445"/>
                  </a:cubicBezTo>
                  <a:close/>
                  <a:moveTo>
                    <a:pt x="3177333" y="2901044"/>
                  </a:moveTo>
                  <a:lnTo>
                    <a:pt x="1130451" y="2901044"/>
                  </a:lnTo>
                  <a:cubicBezTo>
                    <a:pt x="1350134" y="2526253"/>
                    <a:pt x="1481437" y="2165059"/>
                    <a:pt x="1605942" y="1684892"/>
                  </a:cubicBezTo>
                  <a:lnTo>
                    <a:pt x="2701842" y="1684892"/>
                  </a:lnTo>
                  <a:cubicBezTo>
                    <a:pt x="2809350" y="2117470"/>
                    <a:pt x="2933855" y="2516056"/>
                    <a:pt x="3177333" y="2901044"/>
                  </a:cubicBezTo>
                  <a:close/>
                  <a:moveTo>
                    <a:pt x="3287892" y="3137537"/>
                  </a:moveTo>
                  <a:lnTo>
                    <a:pt x="3287892" y="3248909"/>
                  </a:lnTo>
                  <a:cubicBezTo>
                    <a:pt x="3287892" y="3295849"/>
                    <a:pt x="3249839" y="3333902"/>
                    <a:pt x="3202899" y="3333902"/>
                  </a:cubicBezTo>
                  <a:lnTo>
                    <a:pt x="1104885" y="3333902"/>
                  </a:lnTo>
                  <a:cubicBezTo>
                    <a:pt x="1057945" y="3333902"/>
                    <a:pt x="1019892" y="3295849"/>
                    <a:pt x="1019892" y="3248909"/>
                  </a:cubicBezTo>
                  <a:lnTo>
                    <a:pt x="1019892" y="3137537"/>
                  </a:lnTo>
                  <a:cubicBezTo>
                    <a:pt x="1019892" y="3090597"/>
                    <a:pt x="1057945" y="3052544"/>
                    <a:pt x="1104885" y="3052544"/>
                  </a:cubicBezTo>
                  <a:lnTo>
                    <a:pt x="3202899" y="3052544"/>
                  </a:lnTo>
                  <a:cubicBezTo>
                    <a:pt x="3249839" y="3052544"/>
                    <a:pt x="3287892" y="3090597"/>
                    <a:pt x="3287892" y="3137537"/>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7" name="Trapezoid 6">
              <a:extLst>
                <a:ext uri="{FF2B5EF4-FFF2-40B4-BE49-F238E27FC236}">
                  <a16:creationId xmlns:a16="http://schemas.microsoft.com/office/drawing/2014/main" id="{CF6CB40C-AAE3-4BC0-BE1A-A2168066A4DC}"/>
                </a:ext>
              </a:extLst>
            </p:cNvPr>
            <p:cNvSpPr>
              <a:spLocks/>
            </p:cNvSpPr>
            <p:nvPr/>
          </p:nvSpPr>
          <p:spPr>
            <a:xfrm>
              <a:off x="11062223" y="3784811"/>
              <a:ext cx="285020" cy="285020"/>
            </a:xfrm>
            <a:custGeom>
              <a:avLst/>
              <a:gdLst/>
              <a:ahLst/>
              <a:cxnLst/>
              <a:rect l="l" t="t" r="r" b="b"/>
              <a:pathLst>
                <a:path w="2801488" h="2964099">
                  <a:moveTo>
                    <a:pt x="1393788" y="2251706"/>
                  </a:moveTo>
                  <a:cubicBezTo>
                    <a:pt x="1338380" y="2251706"/>
                    <a:pt x="1293463" y="2296623"/>
                    <a:pt x="1293463" y="2352031"/>
                  </a:cubicBezTo>
                  <a:cubicBezTo>
                    <a:pt x="1293463" y="2407439"/>
                    <a:pt x="1338380" y="2452356"/>
                    <a:pt x="1393788" y="2452356"/>
                  </a:cubicBezTo>
                  <a:cubicBezTo>
                    <a:pt x="1449196" y="2452356"/>
                    <a:pt x="1494113" y="2407439"/>
                    <a:pt x="1494113" y="2352031"/>
                  </a:cubicBezTo>
                  <a:cubicBezTo>
                    <a:pt x="1494113" y="2296623"/>
                    <a:pt x="1449196" y="2251706"/>
                    <a:pt x="1393788" y="2251706"/>
                  </a:cubicBezTo>
                  <a:close/>
                  <a:moveTo>
                    <a:pt x="2189420" y="1936547"/>
                  </a:moveTo>
                  <a:cubicBezTo>
                    <a:pt x="1959955" y="1936547"/>
                    <a:pt x="1773936" y="2122566"/>
                    <a:pt x="1773936" y="2352031"/>
                  </a:cubicBezTo>
                  <a:cubicBezTo>
                    <a:pt x="1773936" y="2581496"/>
                    <a:pt x="1959955" y="2767515"/>
                    <a:pt x="2189420" y="2767515"/>
                  </a:cubicBezTo>
                  <a:cubicBezTo>
                    <a:pt x="2418885" y="2767515"/>
                    <a:pt x="2604904" y="2581496"/>
                    <a:pt x="2604904" y="2352031"/>
                  </a:cubicBezTo>
                  <a:cubicBezTo>
                    <a:pt x="2604904" y="2122566"/>
                    <a:pt x="2418885" y="1936547"/>
                    <a:pt x="2189420" y="1936547"/>
                  </a:cubicBezTo>
                  <a:close/>
                  <a:moveTo>
                    <a:pt x="612068" y="1936547"/>
                  </a:moveTo>
                  <a:cubicBezTo>
                    <a:pt x="382603" y="1936547"/>
                    <a:pt x="196584" y="2122566"/>
                    <a:pt x="196584" y="2352031"/>
                  </a:cubicBezTo>
                  <a:cubicBezTo>
                    <a:pt x="196584" y="2581496"/>
                    <a:pt x="382603" y="2767515"/>
                    <a:pt x="612068" y="2767515"/>
                  </a:cubicBezTo>
                  <a:cubicBezTo>
                    <a:pt x="841533" y="2767515"/>
                    <a:pt x="1027552" y="2581496"/>
                    <a:pt x="1027552" y="2352031"/>
                  </a:cubicBezTo>
                  <a:cubicBezTo>
                    <a:pt x="1027552" y="2122566"/>
                    <a:pt x="841533" y="1936547"/>
                    <a:pt x="612068" y="1936547"/>
                  </a:cubicBezTo>
                  <a:close/>
                  <a:moveTo>
                    <a:pt x="845776" y="315"/>
                  </a:moveTo>
                  <a:cubicBezTo>
                    <a:pt x="1032101" y="7965"/>
                    <a:pt x="1181399" y="153129"/>
                    <a:pt x="1195696" y="335717"/>
                  </a:cubicBezTo>
                  <a:lnTo>
                    <a:pt x="1198885" y="335806"/>
                  </a:lnTo>
                  <a:lnTo>
                    <a:pt x="1198706" y="366401"/>
                  </a:lnTo>
                  <a:cubicBezTo>
                    <a:pt x="1198883" y="367005"/>
                    <a:pt x="1198884" y="367612"/>
                    <a:pt x="1198884" y="368218"/>
                  </a:cubicBezTo>
                  <a:lnTo>
                    <a:pt x="1198695" y="368210"/>
                  </a:lnTo>
                  <a:lnTo>
                    <a:pt x="1197421" y="585651"/>
                  </a:lnTo>
                  <a:cubicBezTo>
                    <a:pt x="1245519" y="531733"/>
                    <a:pt x="1316597" y="499778"/>
                    <a:pt x="1394104" y="502960"/>
                  </a:cubicBezTo>
                  <a:cubicBezTo>
                    <a:pt x="1472998" y="506199"/>
                    <a:pt x="1542269" y="545176"/>
                    <a:pt x="1585751" y="604519"/>
                  </a:cubicBezTo>
                  <a:cubicBezTo>
                    <a:pt x="1585226" y="514948"/>
                    <a:pt x="1584701" y="425377"/>
                    <a:pt x="1584176" y="335806"/>
                  </a:cubicBezTo>
                  <a:lnTo>
                    <a:pt x="1585829" y="335760"/>
                  </a:lnTo>
                  <a:cubicBezTo>
                    <a:pt x="1602915" y="140060"/>
                    <a:pt x="1770945" y="-7755"/>
                    <a:pt x="1967493" y="315"/>
                  </a:cubicBezTo>
                  <a:cubicBezTo>
                    <a:pt x="2146853" y="7679"/>
                    <a:pt x="2291902" y="142468"/>
                    <a:pt x="2315427" y="315465"/>
                  </a:cubicBezTo>
                  <a:lnTo>
                    <a:pt x="2320109" y="315335"/>
                  </a:lnTo>
                  <a:lnTo>
                    <a:pt x="2729306" y="2069418"/>
                  </a:lnTo>
                  <a:cubicBezTo>
                    <a:pt x="2776307" y="2152970"/>
                    <a:pt x="2801488" y="2249560"/>
                    <a:pt x="2801488" y="2352031"/>
                  </a:cubicBezTo>
                  <a:cubicBezTo>
                    <a:pt x="2801488" y="2690067"/>
                    <a:pt x="2527456" y="2964099"/>
                    <a:pt x="2189420" y="2964099"/>
                  </a:cubicBezTo>
                  <a:cubicBezTo>
                    <a:pt x="1922036" y="2964099"/>
                    <a:pt x="1694697" y="2792645"/>
                    <a:pt x="1613824" y="2552817"/>
                  </a:cubicBezTo>
                  <a:cubicBezTo>
                    <a:pt x="1559905" y="2613347"/>
                    <a:pt x="1481232" y="2650901"/>
                    <a:pt x="1393788" y="2650901"/>
                  </a:cubicBezTo>
                  <a:cubicBezTo>
                    <a:pt x="1311973" y="2650901"/>
                    <a:pt x="1237837" y="2618027"/>
                    <a:pt x="1183996" y="2564635"/>
                  </a:cubicBezTo>
                  <a:cubicBezTo>
                    <a:pt x="1099341" y="2798210"/>
                    <a:pt x="875077" y="2964099"/>
                    <a:pt x="612068" y="2964099"/>
                  </a:cubicBezTo>
                  <a:cubicBezTo>
                    <a:pt x="274032" y="2964099"/>
                    <a:pt x="0" y="2690067"/>
                    <a:pt x="0" y="2352031"/>
                  </a:cubicBezTo>
                  <a:cubicBezTo>
                    <a:pt x="0" y="2288533"/>
                    <a:pt x="9669" y="2227293"/>
                    <a:pt x="30466" y="2170591"/>
                  </a:cubicBezTo>
                  <a:lnTo>
                    <a:pt x="30153" y="2170591"/>
                  </a:lnTo>
                  <a:lnTo>
                    <a:pt x="462952" y="315335"/>
                  </a:lnTo>
                  <a:lnTo>
                    <a:pt x="467801" y="315470"/>
                  </a:lnTo>
                  <a:cubicBezTo>
                    <a:pt x="493068" y="129842"/>
                    <a:pt x="656149" y="-7470"/>
                    <a:pt x="845776" y="31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8" name="Rounded Rectangle 24">
              <a:extLst>
                <a:ext uri="{FF2B5EF4-FFF2-40B4-BE49-F238E27FC236}">
                  <a16:creationId xmlns:a16="http://schemas.microsoft.com/office/drawing/2014/main" id="{FD6FAF72-CA89-49D3-B9C9-BC90661F2795}"/>
                </a:ext>
              </a:extLst>
            </p:cNvPr>
            <p:cNvSpPr>
              <a:spLocks noChangeAspect="1"/>
            </p:cNvSpPr>
            <p:nvPr/>
          </p:nvSpPr>
          <p:spPr>
            <a:xfrm>
              <a:off x="8077159" y="2346892"/>
              <a:ext cx="392828" cy="303948"/>
            </a:xfrm>
            <a:custGeom>
              <a:avLst/>
              <a:gdLst/>
              <a:ahLst/>
              <a:cxnLst/>
              <a:rect l="l" t="t" r="r" b="b"/>
              <a:pathLst>
                <a:path w="3960000" h="3064028">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9" name="Isosceles Triangle 7">
              <a:extLst>
                <a:ext uri="{FF2B5EF4-FFF2-40B4-BE49-F238E27FC236}">
                  <a16:creationId xmlns:a16="http://schemas.microsoft.com/office/drawing/2014/main" id="{0A45748F-6022-4AD8-BF16-FE4B5FA61E0E}"/>
                </a:ext>
              </a:extLst>
            </p:cNvPr>
            <p:cNvSpPr>
              <a:spLocks noChangeAspect="1"/>
            </p:cNvSpPr>
            <p:nvPr/>
          </p:nvSpPr>
          <p:spPr>
            <a:xfrm>
              <a:off x="8560619" y="5355763"/>
              <a:ext cx="372889" cy="259826"/>
            </a:xfrm>
            <a:custGeom>
              <a:avLst/>
              <a:gdLst/>
              <a:ahLst/>
              <a:cxnLst/>
              <a:rect l="l" t="t" r="r" b="b"/>
              <a:pathLst>
                <a:path w="3974643" h="276949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10" name="Isosceles Triangle 2">
              <a:extLst>
                <a:ext uri="{FF2B5EF4-FFF2-40B4-BE49-F238E27FC236}">
                  <a16:creationId xmlns:a16="http://schemas.microsoft.com/office/drawing/2014/main" id="{D4BD8663-EF58-4C8A-AD10-8B9671E1C8E3}"/>
                </a:ext>
              </a:extLst>
            </p:cNvPr>
            <p:cNvSpPr>
              <a:spLocks/>
            </p:cNvSpPr>
            <p:nvPr/>
          </p:nvSpPr>
          <p:spPr>
            <a:xfrm rot="2498363">
              <a:off x="8831623" y="1920263"/>
              <a:ext cx="392828" cy="392828"/>
            </a:xfrm>
            <a:custGeom>
              <a:avLst/>
              <a:gdLst/>
              <a:ahLst/>
              <a:cxnLst/>
              <a:rect l="l" t="t" r="r" b="b"/>
              <a:pathLst>
                <a:path w="3860438" h="3938940">
                  <a:moveTo>
                    <a:pt x="1862067" y="2433815"/>
                  </a:moveTo>
                  <a:lnTo>
                    <a:pt x="1970067" y="2433815"/>
                  </a:lnTo>
                  <a:lnTo>
                    <a:pt x="1970067" y="3362873"/>
                  </a:lnTo>
                  <a:lnTo>
                    <a:pt x="2004792" y="3362873"/>
                  </a:lnTo>
                  <a:lnTo>
                    <a:pt x="2004792" y="3650907"/>
                  </a:lnTo>
                  <a:cubicBezTo>
                    <a:pt x="2004792" y="3808349"/>
                    <a:pt x="1878374" y="3936619"/>
                    <a:pt x="1720949" y="3938909"/>
                  </a:cubicBezTo>
                  <a:cubicBezTo>
                    <a:pt x="1564029" y="3941192"/>
                    <a:pt x="1434265" y="3817458"/>
                    <a:pt x="1429045" y="3660794"/>
                  </a:cubicBezTo>
                  <a:lnTo>
                    <a:pt x="1428727" y="3660794"/>
                  </a:lnTo>
                  <a:lnTo>
                    <a:pt x="1428727" y="3588794"/>
                  </a:lnTo>
                  <a:cubicBezTo>
                    <a:pt x="1428727" y="3549029"/>
                    <a:pt x="1460962" y="3516794"/>
                    <a:pt x="1500727" y="3516794"/>
                  </a:cubicBezTo>
                  <a:lnTo>
                    <a:pt x="1536727" y="3516794"/>
                  </a:lnTo>
                  <a:cubicBezTo>
                    <a:pt x="1576492" y="3516794"/>
                    <a:pt x="1608727" y="3549029"/>
                    <a:pt x="1608727" y="3588794"/>
                  </a:cubicBezTo>
                  <a:lnTo>
                    <a:pt x="1608727" y="3654789"/>
                  </a:lnTo>
                  <a:cubicBezTo>
                    <a:pt x="1610687" y="3713589"/>
                    <a:pt x="1659418" y="3760001"/>
                    <a:pt x="1718334" y="3759144"/>
                  </a:cubicBezTo>
                  <a:cubicBezTo>
                    <a:pt x="1777498" y="3758284"/>
                    <a:pt x="1825008" y="3710077"/>
                    <a:pt x="1825008" y="3650907"/>
                  </a:cubicBezTo>
                  <a:lnTo>
                    <a:pt x="1824792" y="3650907"/>
                  </a:lnTo>
                  <a:lnTo>
                    <a:pt x="1824792" y="3362873"/>
                  </a:lnTo>
                  <a:lnTo>
                    <a:pt x="1862067" y="3362873"/>
                  </a:lnTo>
                  <a:close/>
                  <a:moveTo>
                    <a:pt x="1963773" y="341826"/>
                  </a:moveTo>
                  <a:cubicBezTo>
                    <a:pt x="2603866" y="1105515"/>
                    <a:pt x="2803203" y="1464631"/>
                    <a:pt x="2867684" y="2396069"/>
                  </a:cubicBezTo>
                  <a:cubicBezTo>
                    <a:pt x="2523234" y="2107144"/>
                    <a:pt x="2324834" y="2107144"/>
                    <a:pt x="1967684" y="2396069"/>
                  </a:cubicBezTo>
                  <a:cubicBezTo>
                    <a:pt x="1966380" y="1713514"/>
                    <a:pt x="1965077" y="1024381"/>
                    <a:pt x="1963773" y="341826"/>
                  </a:cubicBezTo>
                  <a:close/>
                  <a:moveTo>
                    <a:pt x="1882676" y="341826"/>
                  </a:moveTo>
                  <a:cubicBezTo>
                    <a:pt x="1881372" y="1024381"/>
                    <a:pt x="1880069" y="1713514"/>
                    <a:pt x="1878765" y="2396069"/>
                  </a:cubicBezTo>
                  <a:cubicBezTo>
                    <a:pt x="1521615" y="2107144"/>
                    <a:pt x="1323215" y="2107144"/>
                    <a:pt x="978765" y="2396069"/>
                  </a:cubicBezTo>
                  <a:cubicBezTo>
                    <a:pt x="1043246" y="1464631"/>
                    <a:pt x="1242583" y="1105515"/>
                    <a:pt x="1882676" y="341826"/>
                  </a:cubicBezTo>
                  <a:close/>
                  <a:moveTo>
                    <a:pt x="2058573" y="335248"/>
                  </a:moveTo>
                  <a:cubicBezTo>
                    <a:pt x="3026489" y="598978"/>
                    <a:pt x="3714825" y="1273857"/>
                    <a:pt x="3860438" y="2396070"/>
                  </a:cubicBezTo>
                  <a:cubicBezTo>
                    <a:pt x="3515988" y="2107145"/>
                    <a:pt x="3317588" y="2107145"/>
                    <a:pt x="2960438" y="2396070"/>
                  </a:cubicBezTo>
                  <a:cubicBezTo>
                    <a:pt x="2910892" y="1313327"/>
                    <a:pt x="2647549" y="1036442"/>
                    <a:pt x="2058573" y="335248"/>
                  </a:cubicBezTo>
                  <a:close/>
                  <a:moveTo>
                    <a:pt x="1801865" y="335248"/>
                  </a:moveTo>
                  <a:cubicBezTo>
                    <a:pt x="1212889" y="1036442"/>
                    <a:pt x="949546" y="1313327"/>
                    <a:pt x="900000" y="2396070"/>
                  </a:cubicBezTo>
                  <a:cubicBezTo>
                    <a:pt x="542850" y="2107145"/>
                    <a:pt x="344450" y="2107145"/>
                    <a:pt x="0" y="2396070"/>
                  </a:cubicBezTo>
                  <a:cubicBezTo>
                    <a:pt x="145613" y="1273857"/>
                    <a:pt x="833949" y="598978"/>
                    <a:pt x="1801865" y="335248"/>
                  </a:cubicBezTo>
                  <a:close/>
                  <a:moveTo>
                    <a:pt x="1902679" y="0"/>
                  </a:moveTo>
                  <a:lnTo>
                    <a:pt x="1929455" y="0"/>
                  </a:lnTo>
                  <a:lnTo>
                    <a:pt x="1970067" y="288000"/>
                  </a:lnTo>
                  <a:lnTo>
                    <a:pt x="1862067" y="28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1" name="Rounded Rectangle 2">
              <a:extLst>
                <a:ext uri="{FF2B5EF4-FFF2-40B4-BE49-F238E27FC236}">
                  <a16:creationId xmlns:a16="http://schemas.microsoft.com/office/drawing/2014/main" id="{A76A8299-3263-47DF-B0DC-CFD8E87EA586}"/>
                </a:ext>
              </a:extLst>
            </p:cNvPr>
            <p:cNvSpPr/>
            <p:nvPr/>
          </p:nvSpPr>
          <p:spPr>
            <a:xfrm rot="19470155">
              <a:off x="10110329" y="1972655"/>
              <a:ext cx="132806" cy="502999"/>
            </a:xfrm>
            <a:custGeom>
              <a:avLst/>
              <a:gdLst/>
              <a:ahLst/>
              <a:cxnLst/>
              <a:rect l="l" t="t" r="r" b="b"/>
              <a:pathLst>
                <a:path w="1323851" h="5014044">
                  <a:moveTo>
                    <a:pt x="797140" y="4503940"/>
                  </a:moveTo>
                  <a:cubicBezTo>
                    <a:pt x="732770" y="4439570"/>
                    <a:pt x="628407" y="4439570"/>
                    <a:pt x="564037" y="4503940"/>
                  </a:cubicBezTo>
                  <a:cubicBezTo>
                    <a:pt x="499667" y="4568310"/>
                    <a:pt x="499667" y="4672672"/>
                    <a:pt x="564037" y="4737042"/>
                  </a:cubicBezTo>
                  <a:cubicBezTo>
                    <a:pt x="628407" y="4801412"/>
                    <a:pt x="732770" y="4801413"/>
                    <a:pt x="797140" y="4737043"/>
                  </a:cubicBezTo>
                  <a:cubicBezTo>
                    <a:pt x="861510" y="4672673"/>
                    <a:pt x="861510" y="4568310"/>
                    <a:pt x="797140" y="4503940"/>
                  </a:cubicBezTo>
                  <a:close/>
                  <a:moveTo>
                    <a:pt x="1019859" y="4396571"/>
                  </a:moveTo>
                  <a:lnTo>
                    <a:pt x="1019859" y="4844408"/>
                  </a:lnTo>
                  <a:lnTo>
                    <a:pt x="680589" y="5014044"/>
                  </a:lnTo>
                  <a:lnTo>
                    <a:pt x="341319" y="4844409"/>
                  </a:lnTo>
                  <a:lnTo>
                    <a:pt x="341319" y="4396572"/>
                  </a:lnTo>
                  <a:lnTo>
                    <a:pt x="680589" y="4226937"/>
                  </a:lnTo>
                  <a:close/>
                  <a:moveTo>
                    <a:pt x="800624" y="237293"/>
                  </a:moveTo>
                  <a:cubicBezTo>
                    <a:pt x="730322" y="166991"/>
                    <a:pt x="616339" y="166991"/>
                    <a:pt x="546037" y="237293"/>
                  </a:cubicBezTo>
                  <a:cubicBezTo>
                    <a:pt x="475735" y="307595"/>
                    <a:pt x="475735" y="421577"/>
                    <a:pt x="546037" y="491879"/>
                  </a:cubicBezTo>
                  <a:cubicBezTo>
                    <a:pt x="616339" y="562181"/>
                    <a:pt x="730322" y="562181"/>
                    <a:pt x="800624" y="491879"/>
                  </a:cubicBezTo>
                  <a:cubicBezTo>
                    <a:pt x="870926" y="421577"/>
                    <a:pt x="870926" y="307595"/>
                    <a:pt x="800624" y="237293"/>
                  </a:cubicBezTo>
                  <a:close/>
                  <a:moveTo>
                    <a:pt x="1079384" y="68015"/>
                  </a:moveTo>
                  <a:cubicBezTo>
                    <a:pt x="1121407" y="110039"/>
                    <a:pt x="1147399" y="168093"/>
                    <a:pt x="1147399" y="232219"/>
                  </a:cubicBezTo>
                  <a:cubicBezTo>
                    <a:pt x="1147399" y="1159793"/>
                    <a:pt x="1034554" y="2087367"/>
                    <a:pt x="1023948" y="3014957"/>
                  </a:cubicBezTo>
                  <a:cubicBezTo>
                    <a:pt x="1133082" y="3060182"/>
                    <a:pt x="1235152" y="3127360"/>
                    <a:pt x="1323851" y="3216059"/>
                  </a:cubicBezTo>
                  <a:cubicBezTo>
                    <a:pt x="1689423" y="3581630"/>
                    <a:pt x="1689423" y="4174338"/>
                    <a:pt x="1323851" y="4539910"/>
                  </a:cubicBezTo>
                  <a:cubicBezTo>
                    <a:pt x="1261218" y="4602543"/>
                    <a:pt x="1191917" y="4654446"/>
                    <a:pt x="1117803" y="4694845"/>
                  </a:cubicBezTo>
                  <a:lnTo>
                    <a:pt x="1117303" y="3872699"/>
                  </a:lnTo>
                  <a:lnTo>
                    <a:pt x="684319" y="3565900"/>
                  </a:lnTo>
                  <a:lnTo>
                    <a:pt x="251709" y="3873225"/>
                  </a:lnTo>
                  <a:lnTo>
                    <a:pt x="252223" y="4718882"/>
                  </a:lnTo>
                  <a:cubicBezTo>
                    <a:pt x="160837" y="4675423"/>
                    <a:pt x="75567" y="4615476"/>
                    <a:pt x="0" y="4539910"/>
                  </a:cubicBezTo>
                  <a:cubicBezTo>
                    <a:pt x="-365571" y="4174338"/>
                    <a:pt x="-365571" y="3581630"/>
                    <a:pt x="0" y="3216059"/>
                  </a:cubicBezTo>
                  <a:cubicBezTo>
                    <a:pt x="100968" y="3115091"/>
                    <a:pt x="219261" y="3042010"/>
                    <a:pt x="345675" y="2997831"/>
                  </a:cubicBezTo>
                  <a:lnTo>
                    <a:pt x="211295" y="232219"/>
                  </a:lnTo>
                  <a:cubicBezTo>
                    <a:pt x="211295" y="103968"/>
                    <a:pt x="315263" y="0"/>
                    <a:pt x="443514" y="0"/>
                  </a:cubicBezTo>
                  <a:lnTo>
                    <a:pt x="915180" y="0"/>
                  </a:lnTo>
                  <a:cubicBezTo>
                    <a:pt x="979305" y="0"/>
                    <a:pt x="1037360" y="25992"/>
                    <a:pt x="1079384" y="6801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12" name="자유형: 도형 94">
              <a:extLst>
                <a:ext uri="{FF2B5EF4-FFF2-40B4-BE49-F238E27FC236}">
                  <a16:creationId xmlns:a16="http://schemas.microsoft.com/office/drawing/2014/main" id="{1DAE9AE7-5A5C-4C0B-A820-235CA68F560D}"/>
                </a:ext>
              </a:extLst>
            </p:cNvPr>
            <p:cNvSpPr/>
            <p:nvPr/>
          </p:nvSpPr>
          <p:spPr>
            <a:xfrm rot="13500000">
              <a:off x="9503918" y="5364438"/>
              <a:ext cx="71616" cy="502304"/>
            </a:xfrm>
            <a:custGeom>
              <a:avLst/>
              <a:gdLst>
                <a:gd name="connsiteX0" fmla="*/ 42919 w 65631"/>
                <a:gd name="connsiteY0" fmla="*/ 215685 h 460327"/>
                <a:gd name="connsiteX1" fmla="*/ 22708 w 65631"/>
                <a:gd name="connsiteY1" fmla="*/ 215685 h 460327"/>
                <a:gd name="connsiteX2" fmla="*/ 0 w 65631"/>
                <a:gd name="connsiteY2" fmla="*/ 185855 h 460327"/>
                <a:gd name="connsiteX3" fmla="*/ 3 w 65631"/>
                <a:gd name="connsiteY3" fmla="*/ 185856 h 460327"/>
                <a:gd name="connsiteX4" fmla="*/ 3 w 65631"/>
                <a:gd name="connsiteY4" fmla="*/ 32814 h 460327"/>
                <a:gd name="connsiteX5" fmla="*/ 32817 w 65631"/>
                <a:gd name="connsiteY5" fmla="*/ 0 h 460327"/>
                <a:gd name="connsiteX6" fmla="*/ 65631 w 65631"/>
                <a:gd name="connsiteY6" fmla="*/ 32814 h 460327"/>
                <a:gd name="connsiteX7" fmla="*/ 65631 w 65631"/>
                <a:gd name="connsiteY7" fmla="*/ 185856 h 460327"/>
                <a:gd name="connsiteX8" fmla="*/ 65626 w 65631"/>
                <a:gd name="connsiteY8" fmla="*/ 185856 h 460327"/>
                <a:gd name="connsiteX9" fmla="*/ 57234 w 65631"/>
                <a:gd name="connsiteY9" fmla="*/ 460327 h 460327"/>
                <a:gd name="connsiteX10" fmla="*/ 11300 w 65631"/>
                <a:gd name="connsiteY10" fmla="*/ 460327 h 460327"/>
                <a:gd name="connsiteX11" fmla="*/ 11300 w 65631"/>
                <a:gd name="connsiteY11" fmla="*/ 366559 h 460327"/>
                <a:gd name="connsiteX12" fmla="*/ 25452 w 65631"/>
                <a:gd name="connsiteY12" fmla="*/ 346112 h 460327"/>
                <a:gd name="connsiteX13" fmla="*/ 24960 w 65631"/>
                <a:gd name="connsiteY13" fmla="*/ 216553 h 460327"/>
                <a:gd name="connsiteX14" fmla="*/ 42858 w 65631"/>
                <a:gd name="connsiteY14" fmla="*/ 216553 h 460327"/>
                <a:gd name="connsiteX15" fmla="*/ 42366 w 65631"/>
                <a:gd name="connsiteY15" fmla="*/ 345621 h 460327"/>
                <a:gd name="connsiteX16" fmla="*/ 57234 w 65631"/>
                <a:gd name="connsiteY16" fmla="*/ 366559 h 46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631" h="460327">
                  <a:moveTo>
                    <a:pt x="42919" y="215685"/>
                  </a:moveTo>
                  <a:lnTo>
                    <a:pt x="22708" y="215685"/>
                  </a:lnTo>
                  <a:lnTo>
                    <a:pt x="0" y="185855"/>
                  </a:lnTo>
                  <a:lnTo>
                    <a:pt x="3" y="185856"/>
                  </a:lnTo>
                  <a:lnTo>
                    <a:pt x="3" y="32814"/>
                  </a:lnTo>
                  <a:cubicBezTo>
                    <a:pt x="3" y="14690"/>
                    <a:pt x="14694" y="0"/>
                    <a:pt x="32817" y="0"/>
                  </a:cubicBezTo>
                  <a:cubicBezTo>
                    <a:pt x="50940" y="0"/>
                    <a:pt x="65631" y="14690"/>
                    <a:pt x="65631" y="32814"/>
                  </a:cubicBezTo>
                  <a:lnTo>
                    <a:pt x="65631" y="185856"/>
                  </a:lnTo>
                  <a:lnTo>
                    <a:pt x="65626" y="185856"/>
                  </a:lnTo>
                  <a:close/>
                  <a:moveTo>
                    <a:pt x="57234" y="460327"/>
                  </a:moveTo>
                  <a:lnTo>
                    <a:pt x="11300" y="460327"/>
                  </a:lnTo>
                  <a:lnTo>
                    <a:pt x="11300" y="366559"/>
                  </a:lnTo>
                  <a:cubicBezTo>
                    <a:pt x="13577" y="349655"/>
                    <a:pt x="25635" y="358815"/>
                    <a:pt x="25452" y="346112"/>
                  </a:cubicBezTo>
                  <a:cubicBezTo>
                    <a:pt x="25288" y="302926"/>
                    <a:pt x="25124" y="259739"/>
                    <a:pt x="24960" y="216553"/>
                  </a:cubicBezTo>
                  <a:lnTo>
                    <a:pt x="42858" y="216553"/>
                  </a:lnTo>
                  <a:cubicBezTo>
                    <a:pt x="42694" y="259576"/>
                    <a:pt x="42530" y="302598"/>
                    <a:pt x="42366" y="345621"/>
                  </a:cubicBezTo>
                  <a:cubicBezTo>
                    <a:pt x="39843" y="359799"/>
                    <a:pt x="54756" y="347441"/>
                    <a:pt x="57234" y="36655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sp>
          <p:nvSpPr>
            <p:cNvPr id="13" name="Rectangle 4">
              <a:extLst>
                <a:ext uri="{FF2B5EF4-FFF2-40B4-BE49-F238E27FC236}">
                  <a16:creationId xmlns:a16="http://schemas.microsoft.com/office/drawing/2014/main" id="{C623668A-E552-4FA0-A1ED-1AFADAD250F9}"/>
                </a:ext>
              </a:extLst>
            </p:cNvPr>
            <p:cNvSpPr>
              <a:spLocks noChangeAspect="1"/>
            </p:cNvSpPr>
            <p:nvPr/>
          </p:nvSpPr>
          <p:spPr>
            <a:xfrm>
              <a:off x="10146073" y="5282722"/>
              <a:ext cx="141778" cy="392828"/>
            </a:xfrm>
            <a:custGeom>
              <a:avLst/>
              <a:gdLst/>
              <a:ahLst/>
              <a:cxnLst/>
              <a:rect l="l" t="t" r="r" b="b"/>
              <a:pathLst>
                <a:path w="1397263" h="3871427">
                  <a:moveTo>
                    <a:pt x="698631" y="1778701"/>
                  </a:moveTo>
                  <a:cubicBezTo>
                    <a:pt x="609151" y="1778701"/>
                    <a:pt x="536613" y="1851239"/>
                    <a:pt x="536613" y="1940719"/>
                  </a:cubicBezTo>
                  <a:cubicBezTo>
                    <a:pt x="536613" y="2030199"/>
                    <a:pt x="609151" y="2102737"/>
                    <a:pt x="698631" y="2102737"/>
                  </a:cubicBezTo>
                  <a:cubicBezTo>
                    <a:pt x="788111" y="2102737"/>
                    <a:pt x="860649" y="2030199"/>
                    <a:pt x="860649" y="1940719"/>
                  </a:cubicBezTo>
                  <a:cubicBezTo>
                    <a:pt x="860649" y="1851239"/>
                    <a:pt x="788111" y="1778701"/>
                    <a:pt x="698631" y="1778701"/>
                  </a:cubicBezTo>
                  <a:close/>
                  <a:moveTo>
                    <a:pt x="999594" y="0"/>
                  </a:moveTo>
                  <a:lnTo>
                    <a:pt x="1321063" y="0"/>
                  </a:lnTo>
                  <a:lnTo>
                    <a:pt x="1390119" y="95250"/>
                  </a:lnTo>
                  <a:cubicBezTo>
                    <a:pt x="1392500" y="284956"/>
                    <a:pt x="1394882" y="474663"/>
                    <a:pt x="1397263" y="664369"/>
                  </a:cubicBezTo>
                  <a:lnTo>
                    <a:pt x="1256769" y="833438"/>
                  </a:lnTo>
                  <a:lnTo>
                    <a:pt x="921013" y="978694"/>
                  </a:lnTo>
                  <a:lnTo>
                    <a:pt x="913199" y="978651"/>
                  </a:lnTo>
                  <a:lnTo>
                    <a:pt x="913199" y="1700779"/>
                  </a:lnTo>
                  <a:cubicBezTo>
                    <a:pt x="979823" y="1759212"/>
                    <a:pt x="1021211" y="1845132"/>
                    <a:pt x="1021211" y="1940719"/>
                  </a:cubicBezTo>
                  <a:cubicBezTo>
                    <a:pt x="1021211" y="2036306"/>
                    <a:pt x="979823" y="2122226"/>
                    <a:pt x="913199" y="2180659"/>
                  </a:cubicBezTo>
                  <a:lnTo>
                    <a:pt x="913199" y="2896482"/>
                  </a:lnTo>
                  <a:lnTo>
                    <a:pt x="1238250" y="3021320"/>
                  </a:lnTo>
                  <a:lnTo>
                    <a:pt x="1390650" y="3199914"/>
                  </a:lnTo>
                  <a:lnTo>
                    <a:pt x="1393032" y="3764270"/>
                  </a:lnTo>
                  <a:lnTo>
                    <a:pt x="1316832" y="3869045"/>
                  </a:lnTo>
                  <a:lnTo>
                    <a:pt x="997744" y="3869045"/>
                  </a:lnTo>
                  <a:lnTo>
                    <a:pt x="995363" y="3276114"/>
                  </a:lnTo>
                  <a:lnTo>
                    <a:pt x="700088" y="3111808"/>
                  </a:lnTo>
                  <a:lnTo>
                    <a:pt x="409575" y="3288020"/>
                  </a:lnTo>
                  <a:lnTo>
                    <a:pt x="397669" y="3871427"/>
                  </a:lnTo>
                  <a:lnTo>
                    <a:pt x="76200" y="3871427"/>
                  </a:lnTo>
                  <a:lnTo>
                    <a:pt x="7144" y="3776177"/>
                  </a:lnTo>
                  <a:cubicBezTo>
                    <a:pt x="4763" y="3586471"/>
                    <a:pt x="2381" y="3396764"/>
                    <a:pt x="0" y="3207058"/>
                  </a:cubicBezTo>
                  <a:lnTo>
                    <a:pt x="140494" y="3037989"/>
                  </a:lnTo>
                  <a:lnTo>
                    <a:pt x="476250" y="2892733"/>
                  </a:lnTo>
                  <a:lnTo>
                    <a:pt x="481151" y="2892760"/>
                  </a:lnTo>
                  <a:lnTo>
                    <a:pt x="481151" y="2180659"/>
                  </a:lnTo>
                  <a:cubicBezTo>
                    <a:pt x="414527" y="2122226"/>
                    <a:pt x="373139" y="2036306"/>
                    <a:pt x="373139" y="1940719"/>
                  </a:cubicBezTo>
                  <a:cubicBezTo>
                    <a:pt x="373139" y="1845132"/>
                    <a:pt x="414527" y="1759212"/>
                    <a:pt x="481151" y="1700779"/>
                  </a:cubicBezTo>
                  <a:lnTo>
                    <a:pt x="481151" y="973827"/>
                  </a:lnTo>
                  <a:lnTo>
                    <a:pt x="159013" y="850107"/>
                  </a:lnTo>
                  <a:lnTo>
                    <a:pt x="6613" y="671513"/>
                  </a:lnTo>
                  <a:lnTo>
                    <a:pt x="4231" y="107157"/>
                  </a:lnTo>
                  <a:lnTo>
                    <a:pt x="80431" y="2382"/>
                  </a:lnTo>
                  <a:lnTo>
                    <a:pt x="399519" y="2382"/>
                  </a:lnTo>
                  <a:cubicBezTo>
                    <a:pt x="400313" y="198438"/>
                    <a:pt x="401106" y="396875"/>
                    <a:pt x="401900" y="595313"/>
                  </a:cubicBezTo>
                  <a:lnTo>
                    <a:pt x="697175" y="759619"/>
                  </a:lnTo>
                  <a:lnTo>
                    <a:pt x="987688" y="58340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14" name="Isosceles Triangle 33">
              <a:extLst>
                <a:ext uri="{FF2B5EF4-FFF2-40B4-BE49-F238E27FC236}">
                  <a16:creationId xmlns:a16="http://schemas.microsoft.com/office/drawing/2014/main" id="{02331B79-8E44-4749-B2E2-C6816EB456CB}"/>
                </a:ext>
              </a:extLst>
            </p:cNvPr>
            <p:cNvSpPr>
              <a:spLocks/>
            </p:cNvSpPr>
            <p:nvPr/>
          </p:nvSpPr>
          <p:spPr>
            <a:xfrm rot="10800000">
              <a:off x="9233259" y="1922064"/>
              <a:ext cx="351266" cy="351266"/>
            </a:xfrm>
            <a:custGeom>
              <a:avLst/>
              <a:gdLst/>
              <a:ahLst/>
              <a:cxnLst/>
              <a:rect l="l" t="t" r="r" b="b"/>
              <a:pathLst>
                <a:path w="3982665" h="3915008">
                  <a:moveTo>
                    <a:pt x="0" y="2664000"/>
                  </a:moveTo>
                  <a:lnTo>
                    <a:pt x="1911318" y="72000"/>
                  </a:lnTo>
                  <a:lnTo>
                    <a:pt x="1142725" y="2655962"/>
                  </a:lnTo>
                  <a:close/>
                  <a:moveTo>
                    <a:pt x="3982665" y="2664000"/>
                  </a:moveTo>
                  <a:lnTo>
                    <a:pt x="2839940" y="2655962"/>
                  </a:lnTo>
                  <a:lnTo>
                    <a:pt x="2071347" y="72000"/>
                  </a:lnTo>
                  <a:close/>
                  <a:moveTo>
                    <a:pt x="2621333" y="2664000"/>
                  </a:moveTo>
                  <a:lnTo>
                    <a:pt x="1361333" y="2664000"/>
                  </a:lnTo>
                  <a:lnTo>
                    <a:pt x="1991333" y="0"/>
                  </a:lnTo>
                  <a:close/>
                  <a:moveTo>
                    <a:pt x="1806654" y="3915007"/>
                  </a:moveTo>
                  <a:lnTo>
                    <a:pt x="726654" y="3915007"/>
                  </a:lnTo>
                  <a:lnTo>
                    <a:pt x="1266654" y="2835007"/>
                  </a:lnTo>
                  <a:close/>
                  <a:moveTo>
                    <a:pt x="555902" y="3915008"/>
                  </a:moveTo>
                  <a:lnTo>
                    <a:pt x="15902" y="2835008"/>
                  </a:lnTo>
                  <a:lnTo>
                    <a:pt x="1095902" y="2835008"/>
                  </a:lnTo>
                  <a:close/>
                  <a:moveTo>
                    <a:pt x="1977406" y="3915008"/>
                  </a:moveTo>
                  <a:lnTo>
                    <a:pt x="1437406" y="2835008"/>
                  </a:lnTo>
                  <a:lnTo>
                    <a:pt x="2517406" y="2835008"/>
                  </a:lnTo>
                  <a:close/>
                  <a:moveTo>
                    <a:pt x="3228158" y="3915008"/>
                  </a:moveTo>
                  <a:lnTo>
                    <a:pt x="2148158" y="3915008"/>
                  </a:lnTo>
                  <a:lnTo>
                    <a:pt x="2688158" y="2835008"/>
                  </a:lnTo>
                  <a:close/>
                  <a:moveTo>
                    <a:pt x="3398910" y="3915008"/>
                  </a:moveTo>
                  <a:lnTo>
                    <a:pt x="2858910" y="2835008"/>
                  </a:lnTo>
                  <a:lnTo>
                    <a:pt x="3938910" y="283500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 name="Rounded Rectangle 5">
              <a:extLst>
                <a:ext uri="{FF2B5EF4-FFF2-40B4-BE49-F238E27FC236}">
                  <a16:creationId xmlns:a16="http://schemas.microsoft.com/office/drawing/2014/main" id="{30243713-6F14-4FF0-949D-ABED94C7AA9C}"/>
                </a:ext>
              </a:extLst>
            </p:cNvPr>
            <p:cNvSpPr>
              <a:spLocks/>
            </p:cNvSpPr>
            <p:nvPr/>
          </p:nvSpPr>
          <p:spPr>
            <a:xfrm>
              <a:off x="8136976" y="5049647"/>
              <a:ext cx="351266" cy="351266"/>
            </a:xfrm>
            <a:custGeom>
              <a:avLst/>
              <a:gdLst/>
              <a:ahLst/>
              <a:cxnLst/>
              <a:rect l="l" t="t" r="r" b="b"/>
              <a:pathLst>
                <a:path w="3928707" h="3954781">
                  <a:moveTo>
                    <a:pt x="2773336" y="2238726"/>
                  </a:moveTo>
                  <a:cubicBezTo>
                    <a:pt x="2746826" y="2238726"/>
                    <a:pt x="2725335" y="2260217"/>
                    <a:pt x="2725335" y="2286727"/>
                  </a:cubicBezTo>
                  <a:lnTo>
                    <a:pt x="2725335" y="2478725"/>
                  </a:lnTo>
                  <a:cubicBezTo>
                    <a:pt x="2725335" y="2505235"/>
                    <a:pt x="2746826" y="2526726"/>
                    <a:pt x="2773336" y="2526726"/>
                  </a:cubicBezTo>
                  <a:lnTo>
                    <a:pt x="2965334" y="2526726"/>
                  </a:lnTo>
                  <a:cubicBezTo>
                    <a:pt x="2991844" y="2526726"/>
                    <a:pt x="3013335" y="2505235"/>
                    <a:pt x="3013335" y="2478725"/>
                  </a:cubicBezTo>
                  <a:lnTo>
                    <a:pt x="3013335" y="2286727"/>
                  </a:lnTo>
                  <a:cubicBezTo>
                    <a:pt x="3013335" y="2260217"/>
                    <a:pt x="2991844" y="2238726"/>
                    <a:pt x="2965334" y="2238726"/>
                  </a:cubicBezTo>
                  <a:close/>
                  <a:moveTo>
                    <a:pt x="2313922" y="2238726"/>
                  </a:moveTo>
                  <a:cubicBezTo>
                    <a:pt x="2287412" y="2238726"/>
                    <a:pt x="2265921" y="2260217"/>
                    <a:pt x="2265921" y="2286727"/>
                  </a:cubicBezTo>
                  <a:lnTo>
                    <a:pt x="2265921" y="2478725"/>
                  </a:lnTo>
                  <a:cubicBezTo>
                    <a:pt x="2265921" y="2505235"/>
                    <a:pt x="2287412" y="2526726"/>
                    <a:pt x="2313922" y="2526726"/>
                  </a:cubicBezTo>
                  <a:lnTo>
                    <a:pt x="2505920" y="2526726"/>
                  </a:lnTo>
                  <a:cubicBezTo>
                    <a:pt x="2532430" y="2526726"/>
                    <a:pt x="2553921" y="2505235"/>
                    <a:pt x="2553921" y="2478725"/>
                  </a:cubicBezTo>
                  <a:lnTo>
                    <a:pt x="2553921" y="2286727"/>
                  </a:lnTo>
                  <a:cubicBezTo>
                    <a:pt x="2553921" y="2260217"/>
                    <a:pt x="2532430" y="2238726"/>
                    <a:pt x="2505920" y="2238726"/>
                  </a:cubicBezTo>
                  <a:close/>
                  <a:moveTo>
                    <a:pt x="1854508" y="2238726"/>
                  </a:moveTo>
                  <a:cubicBezTo>
                    <a:pt x="1827998" y="2238726"/>
                    <a:pt x="1806507" y="2260217"/>
                    <a:pt x="1806507" y="2286727"/>
                  </a:cubicBezTo>
                  <a:lnTo>
                    <a:pt x="1806507" y="2478725"/>
                  </a:lnTo>
                  <a:cubicBezTo>
                    <a:pt x="1806507" y="2505235"/>
                    <a:pt x="1827998" y="2526726"/>
                    <a:pt x="1854508" y="2526726"/>
                  </a:cubicBezTo>
                  <a:lnTo>
                    <a:pt x="2046506" y="2526726"/>
                  </a:lnTo>
                  <a:cubicBezTo>
                    <a:pt x="2073016" y="2526726"/>
                    <a:pt x="2094507" y="2505235"/>
                    <a:pt x="2094507" y="2478725"/>
                  </a:cubicBezTo>
                  <a:lnTo>
                    <a:pt x="2094507" y="2286727"/>
                  </a:lnTo>
                  <a:cubicBezTo>
                    <a:pt x="2094507" y="2260217"/>
                    <a:pt x="2073016" y="2238726"/>
                    <a:pt x="2046506" y="2238726"/>
                  </a:cubicBezTo>
                  <a:close/>
                  <a:moveTo>
                    <a:pt x="879732" y="2133675"/>
                  </a:moveTo>
                  <a:cubicBezTo>
                    <a:pt x="767330" y="2133675"/>
                    <a:pt x="676210" y="2224795"/>
                    <a:pt x="676210" y="2337197"/>
                  </a:cubicBezTo>
                  <a:cubicBezTo>
                    <a:pt x="676210" y="2449599"/>
                    <a:pt x="767330" y="2540719"/>
                    <a:pt x="879732" y="2540719"/>
                  </a:cubicBezTo>
                  <a:cubicBezTo>
                    <a:pt x="956121" y="2540719"/>
                    <a:pt x="1022681" y="2498634"/>
                    <a:pt x="1054808" y="2434886"/>
                  </a:cubicBezTo>
                  <a:lnTo>
                    <a:pt x="1469273" y="2434887"/>
                  </a:lnTo>
                  <a:cubicBezTo>
                    <a:pt x="1529381" y="2434887"/>
                    <a:pt x="1578108" y="2386160"/>
                    <a:pt x="1578108" y="2326052"/>
                  </a:cubicBezTo>
                  <a:cubicBezTo>
                    <a:pt x="1578108" y="2265944"/>
                    <a:pt x="1529381" y="2217217"/>
                    <a:pt x="1469273" y="2217217"/>
                  </a:cubicBezTo>
                  <a:lnTo>
                    <a:pt x="1039779" y="2217217"/>
                  </a:lnTo>
                  <a:cubicBezTo>
                    <a:pt x="1005455" y="2165662"/>
                    <a:pt x="946329" y="2133675"/>
                    <a:pt x="879732" y="2133675"/>
                  </a:cubicBezTo>
                  <a:close/>
                  <a:moveTo>
                    <a:pt x="2773336" y="1699178"/>
                  </a:moveTo>
                  <a:cubicBezTo>
                    <a:pt x="2746826" y="1699178"/>
                    <a:pt x="2725335" y="1720669"/>
                    <a:pt x="2725335" y="1747179"/>
                  </a:cubicBezTo>
                  <a:lnTo>
                    <a:pt x="2725335" y="1939177"/>
                  </a:lnTo>
                  <a:cubicBezTo>
                    <a:pt x="2725335" y="1965687"/>
                    <a:pt x="2746826" y="1987178"/>
                    <a:pt x="2773336" y="1987178"/>
                  </a:cubicBezTo>
                  <a:lnTo>
                    <a:pt x="2965334" y="1987178"/>
                  </a:lnTo>
                  <a:cubicBezTo>
                    <a:pt x="2991844" y="1987178"/>
                    <a:pt x="3013335" y="1965687"/>
                    <a:pt x="3013335" y="1939177"/>
                  </a:cubicBezTo>
                  <a:lnTo>
                    <a:pt x="3013335" y="1747179"/>
                  </a:lnTo>
                  <a:cubicBezTo>
                    <a:pt x="3013335" y="1720669"/>
                    <a:pt x="2991844" y="1699178"/>
                    <a:pt x="2965334" y="1699178"/>
                  </a:cubicBezTo>
                  <a:close/>
                  <a:moveTo>
                    <a:pt x="2313922" y="1699178"/>
                  </a:moveTo>
                  <a:cubicBezTo>
                    <a:pt x="2287412" y="1699178"/>
                    <a:pt x="2265921" y="1720669"/>
                    <a:pt x="2265921" y="1747179"/>
                  </a:cubicBezTo>
                  <a:lnTo>
                    <a:pt x="2265921" y="1939177"/>
                  </a:lnTo>
                  <a:cubicBezTo>
                    <a:pt x="2265921" y="1965687"/>
                    <a:pt x="2287412" y="1987178"/>
                    <a:pt x="2313922" y="1987178"/>
                  </a:cubicBezTo>
                  <a:lnTo>
                    <a:pt x="2505920" y="1987178"/>
                  </a:lnTo>
                  <a:cubicBezTo>
                    <a:pt x="2532430" y="1987178"/>
                    <a:pt x="2553921" y="1965687"/>
                    <a:pt x="2553921" y="1939177"/>
                  </a:cubicBezTo>
                  <a:lnTo>
                    <a:pt x="2553921" y="1747179"/>
                  </a:lnTo>
                  <a:cubicBezTo>
                    <a:pt x="2553921" y="1720669"/>
                    <a:pt x="2532430" y="1699178"/>
                    <a:pt x="2505920" y="1699178"/>
                  </a:cubicBezTo>
                  <a:close/>
                  <a:moveTo>
                    <a:pt x="1854508" y="1699178"/>
                  </a:moveTo>
                  <a:cubicBezTo>
                    <a:pt x="1827998" y="1699178"/>
                    <a:pt x="1806507" y="1720669"/>
                    <a:pt x="1806507" y="1747179"/>
                  </a:cubicBezTo>
                  <a:lnTo>
                    <a:pt x="1806507" y="1939177"/>
                  </a:lnTo>
                  <a:cubicBezTo>
                    <a:pt x="1806507" y="1965687"/>
                    <a:pt x="1827998" y="1987178"/>
                    <a:pt x="1854508" y="1987178"/>
                  </a:cubicBezTo>
                  <a:lnTo>
                    <a:pt x="2046506" y="1987178"/>
                  </a:lnTo>
                  <a:cubicBezTo>
                    <a:pt x="2073016" y="1987178"/>
                    <a:pt x="2094507" y="1965687"/>
                    <a:pt x="2094507" y="1939177"/>
                  </a:cubicBezTo>
                  <a:lnTo>
                    <a:pt x="2094507" y="1747179"/>
                  </a:lnTo>
                  <a:cubicBezTo>
                    <a:pt x="2094507" y="1720669"/>
                    <a:pt x="2073016" y="1699178"/>
                    <a:pt x="2046506" y="1699178"/>
                  </a:cubicBezTo>
                  <a:close/>
                  <a:moveTo>
                    <a:pt x="1035948" y="1186216"/>
                  </a:moveTo>
                  <a:cubicBezTo>
                    <a:pt x="1165960" y="1186216"/>
                    <a:pt x="1271356" y="1291612"/>
                    <a:pt x="1271356" y="1421624"/>
                  </a:cubicBezTo>
                  <a:cubicBezTo>
                    <a:pt x="1271356" y="1551636"/>
                    <a:pt x="1165960" y="1657032"/>
                    <a:pt x="1035948" y="1657032"/>
                  </a:cubicBezTo>
                  <a:cubicBezTo>
                    <a:pt x="905936" y="1657032"/>
                    <a:pt x="800540" y="1551636"/>
                    <a:pt x="800540" y="1421624"/>
                  </a:cubicBezTo>
                  <a:cubicBezTo>
                    <a:pt x="800540" y="1291612"/>
                    <a:pt x="905936" y="1186216"/>
                    <a:pt x="1035948" y="1186216"/>
                  </a:cubicBezTo>
                  <a:close/>
                  <a:moveTo>
                    <a:pt x="2773336" y="1159631"/>
                  </a:moveTo>
                  <a:cubicBezTo>
                    <a:pt x="2746826" y="1159631"/>
                    <a:pt x="2725335" y="1181122"/>
                    <a:pt x="2725335" y="1207632"/>
                  </a:cubicBezTo>
                  <a:lnTo>
                    <a:pt x="2725335" y="1399630"/>
                  </a:lnTo>
                  <a:cubicBezTo>
                    <a:pt x="2725335" y="1426140"/>
                    <a:pt x="2746826" y="1447631"/>
                    <a:pt x="2773336" y="1447631"/>
                  </a:cubicBezTo>
                  <a:lnTo>
                    <a:pt x="2965334" y="1447631"/>
                  </a:lnTo>
                  <a:cubicBezTo>
                    <a:pt x="2991844" y="1447631"/>
                    <a:pt x="3013335" y="1426140"/>
                    <a:pt x="3013335" y="1399630"/>
                  </a:cubicBezTo>
                  <a:lnTo>
                    <a:pt x="3013335" y="1207632"/>
                  </a:lnTo>
                  <a:cubicBezTo>
                    <a:pt x="3013335" y="1181122"/>
                    <a:pt x="2991844" y="1159631"/>
                    <a:pt x="2965334" y="1159631"/>
                  </a:cubicBezTo>
                  <a:close/>
                  <a:moveTo>
                    <a:pt x="2313922" y="1159631"/>
                  </a:moveTo>
                  <a:cubicBezTo>
                    <a:pt x="2287412" y="1159631"/>
                    <a:pt x="2265921" y="1181122"/>
                    <a:pt x="2265921" y="1207632"/>
                  </a:cubicBezTo>
                  <a:lnTo>
                    <a:pt x="2265921" y="1399630"/>
                  </a:lnTo>
                  <a:cubicBezTo>
                    <a:pt x="2265921" y="1426140"/>
                    <a:pt x="2287412" y="1447631"/>
                    <a:pt x="2313922" y="1447631"/>
                  </a:cubicBezTo>
                  <a:lnTo>
                    <a:pt x="2505920" y="1447631"/>
                  </a:lnTo>
                  <a:cubicBezTo>
                    <a:pt x="2532430" y="1447631"/>
                    <a:pt x="2553921" y="1426140"/>
                    <a:pt x="2553921" y="1399630"/>
                  </a:cubicBezTo>
                  <a:lnTo>
                    <a:pt x="2553921" y="1207632"/>
                  </a:lnTo>
                  <a:cubicBezTo>
                    <a:pt x="2553921" y="1181122"/>
                    <a:pt x="2532430" y="1159631"/>
                    <a:pt x="2505920" y="1159631"/>
                  </a:cubicBezTo>
                  <a:close/>
                  <a:moveTo>
                    <a:pt x="1854508" y="1159631"/>
                  </a:moveTo>
                  <a:cubicBezTo>
                    <a:pt x="1827998" y="1159631"/>
                    <a:pt x="1806507" y="1181122"/>
                    <a:pt x="1806507" y="1207632"/>
                  </a:cubicBezTo>
                  <a:lnTo>
                    <a:pt x="1806507" y="1399630"/>
                  </a:lnTo>
                  <a:cubicBezTo>
                    <a:pt x="1806507" y="1426140"/>
                    <a:pt x="1827998" y="1447631"/>
                    <a:pt x="1854508" y="1447631"/>
                  </a:cubicBezTo>
                  <a:lnTo>
                    <a:pt x="2046506" y="1447631"/>
                  </a:lnTo>
                  <a:cubicBezTo>
                    <a:pt x="2073016" y="1447631"/>
                    <a:pt x="2094507" y="1426140"/>
                    <a:pt x="2094507" y="1399630"/>
                  </a:cubicBezTo>
                  <a:lnTo>
                    <a:pt x="2094507" y="1207632"/>
                  </a:lnTo>
                  <a:cubicBezTo>
                    <a:pt x="2094507" y="1181122"/>
                    <a:pt x="2073016" y="1159631"/>
                    <a:pt x="2046506" y="1159631"/>
                  </a:cubicBezTo>
                  <a:close/>
                  <a:moveTo>
                    <a:pt x="1035947" y="1097587"/>
                  </a:moveTo>
                  <a:cubicBezTo>
                    <a:pt x="856987" y="1097587"/>
                    <a:pt x="711911" y="1242663"/>
                    <a:pt x="711911" y="1421623"/>
                  </a:cubicBezTo>
                  <a:cubicBezTo>
                    <a:pt x="711911" y="1600583"/>
                    <a:pt x="856987" y="1745659"/>
                    <a:pt x="1035947" y="1745659"/>
                  </a:cubicBezTo>
                  <a:cubicBezTo>
                    <a:pt x="1214907" y="1745659"/>
                    <a:pt x="1359983" y="1600583"/>
                    <a:pt x="1359983" y="1421623"/>
                  </a:cubicBezTo>
                  <a:cubicBezTo>
                    <a:pt x="1359983" y="1242663"/>
                    <a:pt x="1214907" y="1097587"/>
                    <a:pt x="1035947" y="1097587"/>
                  </a:cubicBezTo>
                  <a:close/>
                  <a:moveTo>
                    <a:pt x="593124" y="376367"/>
                  </a:moveTo>
                  <a:lnTo>
                    <a:pt x="3225543" y="376367"/>
                  </a:lnTo>
                  <a:cubicBezTo>
                    <a:pt x="3328637" y="376367"/>
                    <a:pt x="3412211" y="459941"/>
                    <a:pt x="3412211" y="563035"/>
                  </a:cubicBezTo>
                  <a:lnTo>
                    <a:pt x="3412211" y="3074837"/>
                  </a:lnTo>
                  <a:cubicBezTo>
                    <a:pt x="3412211" y="3177931"/>
                    <a:pt x="3328637" y="3261505"/>
                    <a:pt x="3225543" y="3261505"/>
                  </a:cubicBezTo>
                  <a:lnTo>
                    <a:pt x="593124" y="3261505"/>
                  </a:lnTo>
                  <a:cubicBezTo>
                    <a:pt x="490030" y="3261505"/>
                    <a:pt x="406456" y="3177931"/>
                    <a:pt x="406456" y="3074837"/>
                  </a:cubicBezTo>
                  <a:lnTo>
                    <a:pt x="406456" y="563035"/>
                  </a:lnTo>
                  <a:cubicBezTo>
                    <a:pt x="406456" y="459941"/>
                    <a:pt x="490030" y="376367"/>
                    <a:pt x="593124" y="376367"/>
                  </a:cubicBezTo>
                  <a:close/>
                  <a:moveTo>
                    <a:pt x="466365" y="263607"/>
                  </a:moveTo>
                  <a:cubicBezTo>
                    <a:pt x="353740" y="263607"/>
                    <a:pt x="262440" y="354907"/>
                    <a:pt x="262440" y="467532"/>
                  </a:cubicBezTo>
                  <a:lnTo>
                    <a:pt x="262440" y="3211530"/>
                  </a:lnTo>
                  <a:cubicBezTo>
                    <a:pt x="262440" y="3324155"/>
                    <a:pt x="353740" y="3415455"/>
                    <a:pt x="466365" y="3415455"/>
                  </a:cubicBezTo>
                  <a:lnTo>
                    <a:pt x="3352302" y="3415455"/>
                  </a:lnTo>
                  <a:cubicBezTo>
                    <a:pt x="3464927" y="3415455"/>
                    <a:pt x="3556227" y="3324155"/>
                    <a:pt x="3556227" y="3211530"/>
                  </a:cubicBezTo>
                  <a:lnTo>
                    <a:pt x="3556227" y="2945906"/>
                  </a:lnTo>
                  <a:lnTo>
                    <a:pt x="3604113" y="2945906"/>
                  </a:lnTo>
                  <a:cubicBezTo>
                    <a:pt x="3647262" y="2945906"/>
                    <a:pt x="3682241" y="2910927"/>
                    <a:pt x="3682241" y="2867778"/>
                  </a:cubicBezTo>
                  <a:lnTo>
                    <a:pt x="3682241" y="2555278"/>
                  </a:lnTo>
                  <a:cubicBezTo>
                    <a:pt x="3682241" y="2512129"/>
                    <a:pt x="3647262" y="2477150"/>
                    <a:pt x="3604113" y="2477150"/>
                  </a:cubicBezTo>
                  <a:lnTo>
                    <a:pt x="3556227" y="2477150"/>
                  </a:lnTo>
                  <a:lnTo>
                    <a:pt x="3556227" y="1181006"/>
                  </a:lnTo>
                  <a:lnTo>
                    <a:pt x="3604113" y="1181006"/>
                  </a:lnTo>
                  <a:cubicBezTo>
                    <a:pt x="3647262" y="1181006"/>
                    <a:pt x="3682241" y="1146027"/>
                    <a:pt x="3682241" y="1102878"/>
                  </a:cubicBezTo>
                  <a:lnTo>
                    <a:pt x="3682241" y="790378"/>
                  </a:lnTo>
                  <a:cubicBezTo>
                    <a:pt x="3682241" y="747229"/>
                    <a:pt x="3647262" y="712250"/>
                    <a:pt x="3604113" y="712250"/>
                  </a:cubicBezTo>
                  <a:lnTo>
                    <a:pt x="3556227" y="712250"/>
                  </a:lnTo>
                  <a:lnTo>
                    <a:pt x="3556227" y="467532"/>
                  </a:lnTo>
                  <a:cubicBezTo>
                    <a:pt x="3556227" y="354907"/>
                    <a:pt x="3464927" y="263607"/>
                    <a:pt x="3352302" y="263607"/>
                  </a:cubicBezTo>
                  <a:close/>
                  <a:moveTo>
                    <a:pt x="235370" y="0"/>
                  </a:moveTo>
                  <a:lnTo>
                    <a:pt x="3693337" y="0"/>
                  </a:lnTo>
                  <a:cubicBezTo>
                    <a:pt x="3823328" y="0"/>
                    <a:pt x="3928707" y="105379"/>
                    <a:pt x="3928707" y="235370"/>
                  </a:cubicBezTo>
                  <a:lnTo>
                    <a:pt x="3928707" y="3402502"/>
                  </a:lnTo>
                  <a:cubicBezTo>
                    <a:pt x="3928707" y="3485210"/>
                    <a:pt x="3886047" y="3557954"/>
                    <a:pt x="3821334" y="3599629"/>
                  </a:cubicBezTo>
                  <a:lnTo>
                    <a:pt x="3732546" y="3954781"/>
                  </a:lnTo>
                  <a:lnTo>
                    <a:pt x="2998166" y="3954781"/>
                  </a:lnTo>
                  <a:lnTo>
                    <a:pt x="2918939" y="3637872"/>
                  </a:lnTo>
                  <a:lnTo>
                    <a:pt x="1025164" y="3637872"/>
                  </a:lnTo>
                  <a:lnTo>
                    <a:pt x="945937" y="3954781"/>
                  </a:lnTo>
                  <a:lnTo>
                    <a:pt x="211557" y="3954781"/>
                  </a:lnTo>
                  <a:lnTo>
                    <a:pt x="125186" y="3609298"/>
                  </a:lnTo>
                  <a:cubicBezTo>
                    <a:pt x="50483" y="3570656"/>
                    <a:pt x="0" y="3492475"/>
                    <a:pt x="0" y="3402502"/>
                  </a:cubicBezTo>
                  <a:lnTo>
                    <a:pt x="0" y="235370"/>
                  </a:lnTo>
                  <a:cubicBezTo>
                    <a:pt x="0" y="105379"/>
                    <a:pt x="105379" y="0"/>
                    <a:pt x="2353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6" name="Rectangle 14">
              <a:extLst>
                <a:ext uri="{FF2B5EF4-FFF2-40B4-BE49-F238E27FC236}">
                  <a16:creationId xmlns:a16="http://schemas.microsoft.com/office/drawing/2014/main" id="{85CB07C1-BE6E-406A-AB6E-734C2C1E8101}"/>
                </a:ext>
              </a:extLst>
            </p:cNvPr>
            <p:cNvSpPr/>
            <p:nvPr/>
          </p:nvSpPr>
          <p:spPr>
            <a:xfrm>
              <a:off x="9626515" y="1969444"/>
              <a:ext cx="330976" cy="339180"/>
            </a:xfrm>
            <a:custGeom>
              <a:avLst/>
              <a:gdLst/>
              <a:ahLst/>
              <a:cxnLst/>
              <a:rect l="l" t="t" r="r" b="b"/>
              <a:pathLst>
                <a:path w="3888432" h="3984815">
                  <a:moveTo>
                    <a:pt x="3131805" y="2156163"/>
                  </a:moveTo>
                  <a:lnTo>
                    <a:pt x="3132791" y="2156712"/>
                  </a:lnTo>
                  <a:lnTo>
                    <a:pt x="3132791" y="3458037"/>
                  </a:lnTo>
                  <a:lnTo>
                    <a:pt x="2592791" y="3458037"/>
                  </a:lnTo>
                  <a:lnTo>
                    <a:pt x="2592791" y="2392416"/>
                  </a:lnTo>
                  <a:lnTo>
                    <a:pt x="3131805" y="2392416"/>
                  </a:lnTo>
                  <a:close/>
                  <a:moveTo>
                    <a:pt x="1894806" y="1447696"/>
                  </a:moveTo>
                  <a:lnTo>
                    <a:pt x="2434806" y="1447696"/>
                  </a:lnTo>
                  <a:lnTo>
                    <a:pt x="2434806" y="3067696"/>
                  </a:lnTo>
                  <a:lnTo>
                    <a:pt x="2425859" y="3067696"/>
                  </a:lnTo>
                  <a:lnTo>
                    <a:pt x="2425859" y="3458037"/>
                  </a:lnTo>
                  <a:lnTo>
                    <a:pt x="1885859" y="3458037"/>
                  </a:lnTo>
                  <a:lnTo>
                    <a:pt x="1885859" y="1462222"/>
                  </a:lnTo>
                  <a:lnTo>
                    <a:pt x="1894806" y="1467205"/>
                  </a:lnTo>
                  <a:close/>
                  <a:moveTo>
                    <a:pt x="1178927" y="1068489"/>
                  </a:moveTo>
                  <a:lnTo>
                    <a:pt x="1179306" y="1068700"/>
                  </a:lnTo>
                  <a:lnTo>
                    <a:pt x="1179306" y="1992407"/>
                  </a:lnTo>
                  <a:lnTo>
                    <a:pt x="1718927" y="1992407"/>
                  </a:lnTo>
                  <a:lnTo>
                    <a:pt x="1718927" y="3458037"/>
                  </a:lnTo>
                  <a:lnTo>
                    <a:pt x="1178927" y="3458037"/>
                  </a:lnTo>
                  <a:close/>
                  <a:moveTo>
                    <a:pt x="471995" y="674757"/>
                  </a:moveTo>
                  <a:lnTo>
                    <a:pt x="482407" y="680556"/>
                  </a:lnTo>
                  <a:lnTo>
                    <a:pt x="1022307" y="680556"/>
                  </a:lnTo>
                  <a:lnTo>
                    <a:pt x="1022307" y="2085638"/>
                  </a:lnTo>
                  <a:lnTo>
                    <a:pt x="1011995" y="2085638"/>
                  </a:lnTo>
                  <a:lnTo>
                    <a:pt x="1011995" y="3458037"/>
                  </a:lnTo>
                  <a:lnTo>
                    <a:pt x="471995" y="3458037"/>
                  </a:lnTo>
                  <a:close/>
                  <a:moveTo>
                    <a:pt x="3301860" y="259154"/>
                  </a:moveTo>
                  <a:lnTo>
                    <a:pt x="3841860" y="259154"/>
                  </a:lnTo>
                  <a:lnTo>
                    <a:pt x="3841860" y="2548347"/>
                  </a:lnTo>
                  <a:lnTo>
                    <a:pt x="3835956" y="2548347"/>
                  </a:lnTo>
                  <a:lnTo>
                    <a:pt x="3839723" y="2550445"/>
                  </a:lnTo>
                  <a:lnTo>
                    <a:pt x="3839723" y="3458037"/>
                  </a:lnTo>
                  <a:lnTo>
                    <a:pt x="3299723" y="3458037"/>
                  </a:lnTo>
                  <a:lnTo>
                    <a:pt x="3299723" y="2249687"/>
                  </a:lnTo>
                  <a:lnTo>
                    <a:pt x="3301860" y="2250877"/>
                  </a:lnTo>
                  <a:close/>
                  <a:moveTo>
                    <a:pt x="0" y="0"/>
                  </a:moveTo>
                  <a:lnTo>
                    <a:pt x="360000" y="0"/>
                  </a:lnTo>
                  <a:lnTo>
                    <a:pt x="360000" y="3624815"/>
                  </a:lnTo>
                  <a:lnTo>
                    <a:pt x="3888432" y="3624815"/>
                  </a:lnTo>
                  <a:lnTo>
                    <a:pt x="3888432" y="3984815"/>
                  </a:lnTo>
                  <a:lnTo>
                    <a:pt x="0" y="3984815"/>
                  </a:lnTo>
                  <a:lnTo>
                    <a:pt x="0" y="3888432"/>
                  </a:lnTo>
                  <a:lnTo>
                    <a:pt x="0" y="362481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7" name="Rounded Rectangle 4">
              <a:extLst>
                <a:ext uri="{FF2B5EF4-FFF2-40B4-BE49-F238E27FC236}">
                  <a16:creationId xmlns:a16="http://schemas.microsoft.com/office/drawing/2014/main" id="{2C0B57BA-B464-44AF-84E3-35CE5FDD7B43}"/>
                </a:ext>
              </a:extLst>
            </p:cNvPr>
            <p:cNvSpPr>
              <a:spLocks noChangeAspect="1"/>
            </p:cNvSpPr>
            <p:nvPr/>
          </p:nvSpPr>
          <p:spPr>
            <a:xfrm>
              <a:off x="10765361" y="4863776"/>
              <a:ext cx="330939" cy="234666"/>
            </a:xfrm>
            <a:custGeom>
              <a:avLst/>
              <a:gdLst/>
              <a:ahLst/>
              <a:cxnLst/>
              <a:rect l="l" t="t" r="r" b="b"/>
              <a:pathLst>
                <a:path w="3960000" h="2808000">
                  <a:moveTo>
                    <a:pt x="2137982" y="2165237"/>
                  </a:moveTo>
                  <a:lnTo>
                    <a:pt x="2111402" y="2204211"/>
                  </a:lnTo>
                  <a:lnTo>
                    <a:pt x="2137982" y="2204211"/>
                  </a:lnTo>
                  <a:close/>
                  <a:moveTo>
                    <a:pt x="2635730" y="2101964"/>
                  </a:moveTo>
                  <a:cubicBezTo>
                    <a:pt x="2615812" y="2101964"/>
                    <a:pt x="2599666" y="2142287"/>
                    <a:pt x="2599666" y="2192028"/>
                  </a:cubicBezTo>
                  <a:cubicBezTo>
                    <a:pt x="2599666" y="2241769"/>
                    <a:pt x="2615812" y="2282092"/>
                    <a:pt x="2635730" y="2282092"/>
                  </a:cubicBezTo>
                  <a:cubicBezTo>
                    <a:pt x="2655648" y="2282092"/>
                    <a:pt x="2671794" y="2241769"/>
                    <a:pt x="2671794" y="2192028"/>
                  </a:cubicBezTo>
                  <a:cubicBezTo>
                    <a:pt x="2671794" y="2142287"/>
                    <a:pt x="2655648" y="2101964"/>
                    <a:pt x="2635730" y="2101964"/>
                  </a:cubicBezTo>
                  <a:close/>
                  <a:moveTo>
                    <a:pt x="1280012" y="2101964"/>
                  </a:moveTo>
                  <a:cubicBezTo>
                    <a:pt x="1260094" y="2101964"/>
                    <a:pt x="1243948" y="2142287"/>
                    <a:pt x="1243948" y="2192028"/>
                  </a:cubicBezTo>
                  <a:cubicBezTo>
                    <a:pt x="1243948" y="2241769"/>
                    <a:pt x="1260094" y="2282092"/>
                    <a:pt x="1280012" y="2282092"/>
                  </a:cubicBezTo>
                  <a:cubicBezTo>
                    <a:pt x="1299930" y="2282092"/>
                    <a:pt x="1316076" y="2241769"/>
                    <a:pt x="1316076" y="2192028"/>
                  </a:cubicBezTo>
                  <a:cubicBezTo>
                    <a:pt x="1316076" y="2142287"/>
                    <a:pt x="1299930" y="2101964"/>
                    <a:pt x="1280012" y="2101964"/>
                  </a:cubicBezTo>
                  <a:close/>
                  <a:moveTo>
                    <a:pt x="2138296" y="2025749"/>
                  </a:moveTo>
                  <a:lnTo>
                    <a:pt x="2139137" y="2026323"/>
                  </a:lnTo>
                  <a:lnTo>
                    <a:pt x="2216315" y="2026323"/>
                  </a:lnTo>
                  <a:lnTo>
                    <a:pt x="2216315" y="2204211"/>
                  </a:lnTo>
                  <a:lnTo>
                    <a:pt x="2256063" y="2204211"/>
                  </a:lnTo>
                  <a:lnTo>
                    <a:pt x="2256063" y="2282544"/>
                  </a:lnTo>
                  <a:lnTo>
                    <a:pt x="2216315" y="2282544"/>
                  </a:lnTo>
                  <a:lnTo>
                    <a:pt x="2216315" y="2357732"/>
                  </a:lnTo>
                  <a:lnTo>
                    <a:pt x="2137982" y="2357732"/>
                  </a:lnTo>
                  <a:lnTo>
                    <a:pt x="2137982" y="2282544"/>
                  </a:lnTo>
                  <a:lnTo>
                    <a:pt x="2015039" y="2282544"/>
                  </a:lnTo>
                  <a:lnTo>
                    <a:pt x="2015039" y="2208059"/>
                  </a:lnTo>
                  <a:lnTo>
                    <a:pt x="2014304" y="2207558"/>
                  </a:lnTo>
                  <a:lnTo>
                    <a:pt x="2015039" y="2206481"/>
                  </a:lnTo>
                  <a:lnTo>
                    <a:pt x="2015039" y="2204211"/>
                  </a:lnTo>
                  <a:lnTo>
                    <a:pt x="2016587" y="2204211"/>
                  </a:lnTo>
                  <a:close/>
                  <a:moveTo>
                    <a:pt x="1855876" y="2017651"/>
                  </a:moveTo>
                  <a:cubicBezTo>
                    <a:pt x="1914135" y="2017257"/>
                    <a:pt x="1961791" y="2063958"/>
                    <a:pt x="1962577" y="2122214"/>
                  </a:cubicBezTo>
                  <a:cubicBezTo>
                    <a:pt x="1962954" y="2150145"/>
                    <a:pt x="1952489" y="2175712"/>
                    <a:pt x="1934995" y="2194820"/>
                  </a:cubicBezTo>
                  <a:cubicBezTo>
                    <a:pt x="1952694" y="2214184"/>
                    <a:pt x="1963194" y="2240138"/>
                    <a:pt x="1962560" y="2268406"/>
                  </a:cubicBezTo>
                  <a:cubicBezTo>
                    <a:pt x="1961260" y="2326468"/>
                    <a:pt x="1913477" y="2372672"/>
                    <a:pt x="1855404" y="2372021"/>
                  </a:cubicBezTo>
                  <a:cubicBezTo>
                    <a:pt x="1797331" y="2371371"/>
                    <a:pt x="1750595" y="2324109"/>
                    <a:pt x="1750595" y="2266032"/>
                  </a:cubicBezTo>
                  <a:lnTo>
                    <a:pt x="1826499" y="2266032"/>
                  </a:lnTo>
                  <a:cubicBezTo>
                    <a:pt x="1826499" y="2282520"/>
                    <a:pt x="1839767" y="2295938"/>
                    <a:pt x="1856254" y="2296122"/>
                  </a:cubicBezTo>
                  <a:cubicBezTo>
                    <a:pt x="1872741" y="2296307"/>
                    <a:pt x="1886306" y="2283190"/>
                    <a:pt x="1886676" y="2266706"/>
                  </a:cubicBezTo>
                  <a:cubicBezTo>
                    <a:pt x="1887039" y="2250493"/>
                    <a:pt x="1874503" y="2236962"/>
                    <a:pt x="1858407" y="2236065"/>
                  </a:cubicBezTo>
                  <a:lnTo>
                    <a:pt x="1814193" y="2236065"/>
                  </a:lnTo>
                  <a:lnTo>
                    <a:pt x="1814193" y="2152552"/>
                  </a:lnTo>
                  <a:lnTo>
                    <a:pt x="1857384" y="2152552"/>
                  </a:lnTo>
                  <a:cubicBezTo>
                    <a:pt x="1873190" y="2152141"/>
                    <a:pt x="1885741" y="2139089"/>
                    <a:pt x="1885527" y="2123254"/>
                  </a:cubicBezTo>
                  <a:cubicBezTo>
                    <a:pt x="1885313" y="2107349"/>
                    <a:pt x="1872302" y="2094598"/>
                    <a:pt x="1856396" y="2094706"/>
                  </a:cubicBezTo>
                  <a:cubicBezTo>
                    <a:pt x="1840490" y="2094813"/>
                    <a:pt x="1827652" y="2107738"/>
                    <a:pt x="1827652" y="2123644"/>
                  </a:cubicBezTo>
                  <a:lnTo>
                    <a:pt x="1750595" y="2123644"/>
                  </a:lnTo>
                  <a:cubicBezTo>
                    <a:pt x="1750595" y="2065383"/>
                    <a:pt x="1797616" y="2018044"/>
                    <a:pt x="1855876" y="2017651"/>
                  </a:cubicBezTo>
                  <a:close/>
                  <a:moveTo>
                    <a:pt x="2930344" y="2012028"/>
                  </a:moveTo>
                  <a:cubicBezTo>
                    <a:pt x="2996416" y="2014229"/>
                    <a:pt x="3045968" y="2074602"/>
                    <a:pt x="3038901" y="2136479"/>
                  </a:cubicBezTo>
                  <a:cubicBezTo>
                    <a:pt x="3029916" y="2202312"/>
                    <a:pt x="2982346" y="2231435"/>
                    <a:pt x="2939412" y="2275597"/>
                  </a:cubicBezTo>
                  <a:lnTo>
                    <a:pt x="3031192" y="2275597"/>
                  </a:lnTo>
                  <a:lnTo>
                    <a:pt x="3031192" y="2357732"/>
                  </a:lnTo>
                  <a:lnTo>
                    <a:pt x="2819358" y="2357732"/>
                  </a:lnTo>
                  <a:cubicBezTo>
                    <a:pt x="2819409" y="2335416"/>
                    <a:pt x="2820521" y="2314113"/>
                    <a:pt x="2820571" y="2291797"/>
                  </a:cubicBezTo>
                  <a:cubicBezTo>
                    <a:pt x="2870625" y="2240158"/>
                    <a:pt x="2905662" y="2213324"/>
                    <a:pt x="2965770" y="2143601"/>
                  </a:cubicBezTo>
                  <a:cubicBezTo>
                    <a:pt x="2980233" y="2116927"/>
                    <a:pt x="2957264" y="2092452"/>
                    <a:pt x="2931831" y="2093607"/>
                  </a:cubicBezTo>
                  <a:cubicBezTo>
                    <a:pt x="2910102" y="2094595"/>
                    <a:pt x="2891536" y="2110969"/>
                    <a:pt x="2889885" y="2139461"/>
                  </a:cubicBezTo>
                  <a:lnTo>
                    <a:pt x="2818945" y="2139461"/>
                  </a:lnTo>
                  <a:cubicBezTo>
                    <a:pt x="2821421" y="2064364"/>
                    <a:pt x="2869776" y="2012037"/>
                    <a:pt x="2930344" y="2012028"/>
                  </a:cubicBezTo>
                  <a:close/>
                  <a:moveTo>
                    <a:pt x="2635730" y="2012028"/>
                  </a:moveTo>
                  <a:cubicBezTo>
                    <a:pt x="2705318" y="2012028"/>
                    <a:pt x="2761730" y="2092617"/>
                    <a:pt x="2761730" y="2192028"/>
                  </a:cubicBezTo>
                  <a:cubicBezTo>
                    <a:pt x="2761730" y="2291439"/>
                    <a:pt x="2705318" y="2372028"/>
                    <a:pt x="2635730" y="2372028"/>
                  </a:cubicBezTo>
                  <a:cubicBezTo>
                    <a:pt x="2566142" y="2372028"/>
                    <a:pt x="2509730" y="2291439"/>
                    <a:pt x="2509730" y="2192028"/>
                  </a:cubicBezTo>
                  <a:cubicBezTo>
                    <a:pt x="2509730" y="2092617"/>
                    <a:pt x="2566142" y="2012028"/>
                    <a:pt x="2635730" y="2012028"/>
                  </a:cubicBezTo>
                  <a:close/>
                  <a:moveTo>
                    <a:pt x="2436237" y="2012028"/>
                  </a:moveTo>
                  <a:lnTo>
                    <a:pt x="2436206" y="2012510"/>
                  </a:lnTo>
                  <a:lnTo>
                    <a:pt x="2452515" y="2012510"/>
                  </a:lnTo>
                  <a:lnTo>
                    <a:pt x="2452515" y="2372028"/>
                  </a:lnTo>
                  <a:lnTo>
                    <a:pt x="2364870" y="2372028"/>
                  </a:lnTo>
                  <a:lnTo>
                    <a:pt x="2364870" y="2101874"/>
                  </a:lnTo>
                  <a:cubicBezTo>
                    <a:pt x="2347394" y="2108434"/>
                    <a:pt x="2328091" y="2111607"/>
                    <a:pt x="2308515" y="2111039"/>
                  </a:cubicBezTo>
                  <a:lnTo>
                    <a:pt x="2311564" y="2043892"/>
                  </a:lnTo>
                  <a:cubicBezTo>
                    <a:pt x="2321741" y="2044066"/>
                    <a:pt x="2331771" y="2042373"/>
                    <a:pt x="2340372" y="2039030"/>
                  </a:cubicBezTo>
                  <a:cubicBezTo>
                    <a:pt x="2355279" y="2033236"/>
                    <a:pt x="2364268" y="2023137"/>
                    <a:pt x="2364156" y="2012310"/>
                  </a:cubicBezTo>
                  <a:cubicBezTo>
                    <a:pt x="2388183" y="2012216"/>
                    <a:pt x="2412210" y="2012122"/>
                    <a:pt x="2436237" y="2012028"/>
                  </a:cubicBezTo>
                  <a:close/>
                  <a:moveTo>
                    <a:pt x="1574625" y="2012028"/>
                  </a:moveTo>
                  <a:cubicBezTo>
                    <a:pt x="1640698" y="2014229"/>
                    <a:pt x="1690250" y="2074602"/>
                    <a:pt x="1683183" y="2136479"/>
                  </a:cubicBezTo>
                  <a:cubicBezTo>
                    <a:pt x="1674198" y="2202312"/>
                    <a:pt x="1626628" y="2231435"/>
                    <a:pt x="1583694" y="2275597"/>
                  </a:cubicBezTo>
                  <a:lnTo>
                    <a:pt x="1675474" y="2275597"/>
                  </a:lnTo>
                  <a:lnTo>
                    <a:pt x="1675474" y="2357732"/>
                  </a:lnTo>
                  <a:lnTo>
                    <a:pt x="1463640" y="2357732"/>
                  </a:lnTo>
                  <a:cubicBezTo>
                    <a:pt x="1463691" y="2335416"/>
                    <a:pt x="1464802" y="2314113"/>
                    <a:pt x="1464853" y="2291797"/>
                  </a:cubicBezTo>
                  <a:cubicBezTo>
                    <a:pt x="1514907" y="2240158"/>
                    <a:pt x="1549943" y="2213324"/>
                    <a:pt x="1610052" y="2143601"/>
                  </a:cubicBezTo>
                  <a:cubicBezTo>
                    <a:pt x="1624515" y="2116927"/>
                    <a:pt x="1601546" y="2092452"/>
                    <a:pt x="1576112" y="2093607"/>
                  </a:cubicBezTo>
                  <a:cubicBezTo>
                    <a:pt x="1554383" y="2094595"/>
                    <a:pt x="1535817" y="2110969"/>
                    <a:pt x="1534167" y="2139461"/>
                  </a:cubicBezTo>
                  <a:lnTo>
                    <a:pt x="1463227" y="2139461"/>
                  </a:lnTo>
                  <a:cubicBezTo>
                    <a:pt x="1465703" y="2064364"/>
                    <a:pt x="1514058" y="2012037"/>
                    <a:pt x="1574625" y="2012028"/>
                  </a:cubicBezTo>
                  <a:close/>
                  <a:moveTo>
                    <a:pt x="1280012" y="2012028"/>
                  </a:moveTo>
                  <a:cubicBezTo>
                    <a:pt x="1349600" y="2012028"/>
                    <a:pt x="1406012" y="2092617"/>
                    <a:pt x="1406012" y="2192028"/>
                  </a:cubicBezTo>
                  <a:cubicBezTo>
                    <a:pt x="1406012" y="2291439"/>
                    <a:pt x="1349600" y="2372028"/>
                    <a:pt x="1280012" y="2372028"/>
                  </a:cubicBezTo>
                  <a:cubicBezTo>
                    <a:pt x="1210424" y="2372028"/>
                    <a:pt x="1154012" y="2291439"/>
                    <a:pt x="1154012" y="2192028"/>
                  </a:cubicBezTo>
                  <a:cubicBezTo>
                    <a:pt x="1154012" y="2092617"/>
                    <a:pt x="1210424" y="2012028"/>
                    <a:pt x="1280012" y="2012028"/>
                  </a:cubicBezTo>
                  <a:close/>
                  <a:moveTo>
                    <a:pt x="1080519" y="2012028"/>
                  </a:moveTo>
                  <a:lnTo>
                    <a:pt x="1080488" y="2012510"/>
                  </a:lnTo>
                  <a:lnTo>
                    <a:pt x="1096797" y="2012510"/>
                  </a:lnTo>
                  <a:lnTo>
                    <a:pt x="1096797" y="2372028"/>
                  </a:lnTo>
                  <a:lnTo>
                    <a:pt x="1009152" y="2372028"/>
                  </a:lnTo>
                  <a:lnTo>
                    <a:pt x="1009152" y="2101874"/>
                  </a:lnTo>
                  <a:cubicBezTo>
                    <a:pt x="991676" y="2108434"/>
                    <a:pt x="972373" y="2111607"/>
                    <a:pt x="952797" y="2111039"/>
                  </a:cubicBezTo>
                  <a:lnTo>
                    <a:pt x="955846" y="2043892"/>
                  </a:lnTo>
                  <a:cubicBezTo>
                    <a:pt x="966023" y="2044066"/>
                    <a:pt x="976053" y="2042373"/>
                    <a:pt x="984654" y="2039030"/>
                  </a:cubicBezTo>
                  <a:cubicBezTo>
                    <a:pt x="999561" y="2033236"/>
                    <a:pt x="1008550" y="2023137"/>
                    <a:pt x="1008438" y="2012310"/>
                  </a:cubicBezTo>
                  <a:cubicBezTo>
                    <a:pt x="1032465" y="2012216"/>
                    <a:pt x="1056492" y="2012122"/>
                    <a:pt x="1080519" y="2012028"/>
                  </a:cubicBezTo>
                  <a:close/>
                  <a:moveTo>
                    <a:pt x="3373743" y="362438"/>
                  </a:moveTo>
                  <a:lnTo>
                    <a:pt x="3553743" y="362438"/>
                  </a:lnTo>
                  <a:lnTo>
                    <a:pt x="3553743" y="2414438"/>
                  </a:lnTo>
                  <a:lnTo>
                    <a:pt x="3373743" y="2414438"/>
                  </a:lnTo>
                  <a:close/>
                  <a:moveTo>
                    <a:pt x="3129580" y="362438"/>
                  </a:moveTo>
                  <a:lnTo>
                    <a:pt x="3273580" y="362438"/>
                  </a:lnTo>
                  <a:lnTo>
                    <a:pt x="3273580" y="2414438"/>
                  </a:lnTo>
                  <a:lnTo>
                    <a:pt x="3129580" y="2414438"/>
                  </a:lnTo>
                  <a:close/>
                  <a:moveTo>
                    <a:pt x="2939411" y="362438"/>
                  </a:moveTo>
                  <a:lnTo>
                    <a:pt x="3029411" y="362438"/>
                  </a:lnTo>
                  <a:lnTo>
                    <a:pt x="3029411" y="1957238"/>
                  </a:lnTo>
                  <a:lnTo>
                    <a:pt x="2939411" y="1957238"/>
                  </a:lnTo>
                  <a:close/>
                  <a:moveTo>
                    <a:pt x="2731242" y="362438"/>
                  </a:moveTo>
                  <a:lnTo>
                    <a:pt x="2839242" y="362438"/>
                  </a:lnTo>
                  <a:lnTo>
                    <a:pt x="2839242" y="1957238"/>
                  </a:lnTo>
                  <a:lnTo>
                    <a:pt x="2731242" y="1957238"/>
                  </a:lnTo>
                  <a:close/>
                  <a:moveTo>
                    <a:pt x="2487073" y="362438"/>
                  </a:moveTo>
                  <a:lnTo>
                    <a:pt x="2631073" y="362438"/>
                  </a:lnTo>
                  <a:lnTo>
                    <a:pt x="2631073" y="1957238"/>
                  </a:lnTo>
                  <a:lnTo>
                    <a:pt x="2487073" y="1957238"/>
                  </a:lnTo>
                  <a:close/>
                  <a:moveTo>
                    <a:pt x="2296904" y="362438"/>
                  </a:moveTo>
                  <a:lnTo>
                    <a:pt x="2386904" y="362438"/>
                  </a:lnTo>
                  <a:lnTo>
                    <a:pt x="2386904" y="1957238"/>
                  </a:lnTo>
                  <a:lnTo>
                    <a:pt x="2296904" y="1957238"/>
                  </a:lnTo>
                  <a:close/>
                  <a:moveTo>
                    <a:pt x="2016735" y="362438"/>
                  </a:moveTo>
                  <a:lnTo>
                    <a:pt x="2196735" y="362438"/>
                  </a:lnTo>
                  <a:lnTo>
                    <a:pt x="2196735" y="1957238"/>
                  </a:lnTo>
                  <a:lnTo>
                    <a:pt x="2016735" y="1957238"/>
                  </a:lnTo>
                  <a:close/>
                  <a:moveTo>
                    <a:pt x="1826566" y="362438"/>
                  </a:moveTo>
                  <a:lnTo>
                    <a:pt x="1916566" y="362438"/>
                  </a:lnTo>
                  <a:lnTo>
                    <a:pt x="1916566" y="1957238"/>
                  </a:lnTo>
                  <a:lnTo>
                    <a:pt x="1826566" y="1957238"/>
                  </a:lnTo>
                  <a:close/>
                  <a:moveTo>
                    <a:pt x="1582397" y="362438"/>
                  </a:moveTo>
                  <a:lnTo>
                    <a:pt x="1726397" y="362438"/>
                  </a:lnTo>
                  <a:lnTo>
                    <a:pt x="1726397" y="1957238"/>
                  </a:lnTo>
                  <a:lnTo>
                    <a:pt x="1582397" y="1957238"/>
                  </a:lnTo>
                  <a:close/>
                  <a:moveTo>
                    <a:pt x="1302228" y="362438"/>
                  </a:moveTo>
                  <a:lnTo>
                    <a:pt x="1482228" y="362438"/>
                  </a:lnTo>
                  <a:lnTo>
                    <a:pt x="1482228" y="1957238"/>
                  </a:lnTo>
                  <a:lnTo>
                    <a:pt x="1302228" y="1957238"/>
                  </a:lnTo>
                  <a:close/>
                  <a:moveTo>
                    <a:pt x="1094059" y="362438"/>
                  </a:moveTo>
                  <a:lnTo>
                    <a:pt x="1202059" y="362438"/>
                  </a:lnTo>
                  <a:lnTo>
                    <a:pt x="1202059" y="1957238"/>
                  </a:lnTo>
                  <a:lnTo>
                    <a:pt x="1094059" y="1957238"/>
                  </a:lnTo>
                  <a:close/>
                  <a:moveTo>
                    <a:pt x="903890" y="362438"/>
                  </a:moveTo>
                  <a:lnTo>
                    <a:pt x="993890" y="362438"/>
                  </a:lnTo>
                  <a:lnTo>
                    <a:pt x="993890" y="1957238"/>
                  </a:lnTo>
                  <a:lnTo>
                    <a:pt x="903890" y="1957238"/>
                  </a:lnTo>
                  <a:close/>
                  <a:moveTo>
                    <a:pt x="623721" y="362438"/>
                  </a:moveTo>
                  <a:lnTo>
                    <a:pt x="803721" y="362438"/>
                  </a:lnTo>
                  <a:lnTo>
                    <a:pt x="803721" y="2414438"/>
                  </a:lnTo>
                  <a:lnTo>
                    <a:pt x="623721" y="2414438"/>
                  </a:lnTo>
                  <a:close/>
                  <a:moveTo>
                    <a:pt x="433552" y="362438"/>
                  </a:moveTo>
                  <a:lnTo>
                    <a:pt x="523552" y="362438"/>
                  </a:lnTo>
                  <a:lnTo>
                    <a:pt x="523552" y="2414438"/>
                  </a:lnTo>
                  <a:lnTo>
                    <a:pt x="433552" y="2414438"/>
                  </a:lnTo>
                  <a:close/>
                  <a:moveTo>
                    <a:pt x="303674" y="216000"/>
                  </a:moveTo>
                  <a:cubicBezTo>
                    <a:pt x="255253" y="216000"/>
                    <a:pt x="216000" y="255253"/>
                    <a:pt x="216000" y="303674"/>
                  </a:cubicBezTo>
                  <a:lnTo>
                    <a:pt x="216000" y="2504326"/>
                  </a:lnTo>
                  <a:cubicBezTo>
                    <a:pt x="216000" y="2552747"/>
                    <a:pt x="255253" y="2592000"/>
                    <a:pt x="303674" y="2592000"/>
                  </a:cubicBezTo>
                  <a:lnTo>
                    <a:pt x="3656326" y="2592000"/>
                  </a:lnTo>
                  <a:cubicBezTo>
                    <a:pt x="3704747" y="2592000"/>
                    <a:pt x="3744000" y="2552747"/>
                    <a:pt x="3744000" y="2504326"/>
                  </a:cubicBezTo>
                  <a:lnTo>
                    <a:pt x="3744000" y="303674"/>
                  </a:lnTo>
                  <a:cubicBezTo>
                    <a:pt x="3744000" y="255253"/>
                    <a:pt x="3704747" y="216000"/>
                    <a:pt x="3656326" y="216000"/>
                  </a:cubicBezTo>
                  <a:close/>
                  <a:moveTo>
                    <a:pt x="149021" y="0"/>
                  </a:moveTo>
                  <a:lnTo>
                    <a:pt x="3810979" y="0"/>
                  </a:lnTo>
                  <a:cubicBezTo>
                    <a:pt x="3893281" y="0"/>
                    <a:pt x="3960000" y="66719"/>
                    <a:pt x="3960000" y="149021"/>
                  </a:cubicBezTo>
                  <a:lnTo>
                    <a:pt x="3960000" y="2658979"/>
                  </a:lnTo>
                  <a:cubicBezTo>
                    <a:pt x="3960000" y="2741281"/>
                    <a:pt x="3893281" y="2808000"/>
                    <a:pt x="3810979" y="2808000"/>
                  </a:cubicBezTo>
                  <a:lnTo>
                    <a:pt x="149021" y="2808000"/>
                  </a:lnTo>
                  <a:cubicBezTo>
                    <a:pt x="66719" y="2808000"/>
                    <a:pt x="0" y="2741281"/>
                    <a:pt x="0" y="2658979"/>
                  </a:cubicBezTo>
                  <a:lnTo>
                    <a:pt x="0" y="149021"/>
                  </a:lnTo>
                  <a:cubicBezTo>
                    <a:pt x="0" y="66719"/>
                    <a:pt x="66719" y="0"/>
                    <a:pt x="149021"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8" name="Rectangle 5">
              <a:extLst>
                <a:ext uri="{FF2B5EF4-FFF2-40B4-BE49-F238E27FC236}">
                  <a16:creationId xmlns:a16="http://schemas.microsoft.com/office/drawing/2014/main" id="{7D2BFFAC-4745-4323-A6BF-5D92BA1E2DB9}"/>
                </a:ext>
              </a:extLst>
            </p:cNvPr>
            <p:cNvSpPr>
              <a:spLocks noChangeAspect="1"/>
            </p:cNvSpPr>
            <p:nvPr/>
          </p:nvSpPr>
          <p:spPr>
            <a:xfrm>
              <a:off x="7818475" y="4673961"/>
              <a:ext cx="330939" cy="330692"/>
            </a:xfrm>
            <a:custGeom>
              <a:avLst/>
              <a:gdLst/>
              <a:ahLst/>
              <a:cxnLst/>
              <a:rect l="l" t="t" r="r" b="b"/>
              <a:pathLst>
                <a:path w="3971162" h="3968213">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9" name="Rounded Rectangle 16">
              <a:extLst>
                <a:ext uri="{FF2B5EF4-FFF2-40B4-BE49-F238E27FC236}">
                  <a16:creationId xmlns:a16="http://schemas.microsoft.com/office/drawing/2014/main" id="{B52C9B96-B6E8-4A0F-B777-A4F587CA6ECD}"/>
                </a:ext>
              </a:extLst>
            </p:cNvPr>
            <p:cNvSpPr>
              <a:spLocks noChangeAspect="1"/>
            </p:cNvSpPr>
            <p:nvPr/>
          </p:nvSpPr>
          <p:spPr>
            <a:xfrm>
              <a:off x="10999746" y="4139499"/>
              <a:ext cx="330940" cy="232884"/>
            </a:xfrm>
            <a:custGeom>
              <a:avLst/>
              <a:gdLst/>
              <a:ahLst/>
              <a:cxnLst/>
              <a:rect l="l" t="t" r="r" b="b"/>
              <a:pathLst>
                <a:path w="3888432" h="2736304">
                  <a:moveTo>
                    <a:pt x="1324542" y="1693069"/>
                  </a:moveTo>
                  <a:lnTo>
                    <a:pt x="1371242" y="1693069"/>
                  </a:lnTo>
                  <a:cubicBezTo>
                    <a:pt x="1385857" y="1693069"/>
                    <a:pt x="1397704" y="1704917"/>
                    <a:pt x="1397704" y="1719531"/>
                  </a:cubicBezTo>
                  <a:lnTo>
                    <a:pt x="1397704" y="1766231"/>
                  </a:lnTo>
                  <a:cubicBezTo>
                    <a:pt x="1397704" y="1780846"/>
                    <a:pt x="1385857" y="1792693"/>
                    <a:pt x="1371242" y="1792693"/>
                  </a:cubicBezTo>
                  <a:lnTo>
                    <a:pt x="1324542" y="1792693"/>
                  </a:lnTo>
                  <a:cubicBezTo>
                    <a:pt x="1309928" y="1792693"/>
                    <a:pt x="1298080" y="1780846"/>
                    <a:pt x="1298080" y="1766231"/>
                  </a:cubicBezTo>
                  <a:lnTo>
                    <a:pt x="1298080" y="1719531"/>
                  </a:lnTo>
                  <a:cubicBezTo>
                    <a:pt x="1298080" y="1704917"/>
                    <a:pt x="1309928" y="1693069"/>
                    <a:pt x="1324542" y="1693069"/>
                  </a:cubicBezTo>
                  <a:close/>
                  <a:moveTo>
                    <a:pt x="1174792" y="1693069"/>
                  </a:moveTo>
                  <a:lnTo>
                    <a:pt x="1221492" y="1693069"/>
                  </a:lnTo>
                  <a:cubicBezTo>
                    <a:pt x="1236107" y="1693069"/>
                    <a:pt x="1247954" y="1704917"/>
                    <a:pt x="1247954" y="1719531"/>
                  </a:cubicBezTo>
                  <a:lnTo>
                    <a:pt x="1247954" y="1766231"/>
                  </a:lnTo>
                  <a:cubicBezTo>
                    <a:pt x="1247954" y="1780846"/>
                    <a:pt x="1236107" y="1792693"/>
                    <a:pt x="1221492" y="1792693"/>
                  </a:cubicBezTo>
                  <a:lnTo>
                    <a:pt x="1174792" y="1792693"/>
                  </a:lnTo>
                  <a:cubicBezTo>
                    <a:pt x="1160178" y="1792693"/>
                    <a:pt x="1148330" y="1780846"/>
                    <a:pt x="1148330" y="1766231"/>
                  </a:cubicBezTo>
                  <a:lnTo>
                    <a:pt x="1148330" y="1719531"/>
                  </a:lnTo>
                  <a:cubicBezTo>
                    <a:pt x="1148330" y="1704917"/>
                    <a:pt x="1160178" y="1693069"/>
                    <a:pt x="1174792" y="1693069"/>
                  </a:cubicBezTo>
                  <a:close/>
                  <a:moveTo>
                    <a:pt x="1025670" y="1693069"/>
                  </a:moveTo>
                  <a:lnTo>
                    <a:pt x="1072369" y="1693069"/>
                  </a:lnTo>
                  <a:cubicBezTo>
                    <a:pt x="1086984" y="1693069"/>
                    <a:pt x="1098832" y="1704917"/>
                    <a:pt x="1098832" y="1719531"/>
                  </a:cubicBezTo>
                  <a:lnTo>
                    <a:pt x="1098832" y="1766231"/>
                  </a:lnTo>
                  <a:cubicBezTo>
                    <a:pt x="1098832" y="1780846"/>
                    <a:pt x="1086984" y="1792693"/>
                    <a:pt x="1072369" y="1792693"/>
                  </a:cubicBezTo>
                  <a:lnTo>
                    <a:pt x="1025670" y="1792693"/>
                  </a:lnTo>
                  <a:cubicBezTo>
                    <a:pt x="1011055" y="1792693"/>
                    <a:pt x="999207" y="1780846"/>
                    <a:pt x="999207" y="1766231"/>
                  </a:cubicBezTo>
                  <a:lnTo>
                    <a:pt x="999207" y="1719531"/>
                  </a:lnTo>
                  <a:cubicBezTo>
                    <a:pt x="999207" y="1704917"/>
                    <a:pt x="1011055" y="1693069"/>
                    <a:pt x="1025670" y="1693069"/>
                  </a:cubicBezTo>
                  <a:close/>
                  <a:moveTo>
                    <a:pt x="2538530" y="1609316"/>
                  </a:moveTo>
                  <a:lnTo>
                    <a:pt x="2133002" y="1939195"/>
                  </a:lnTo>
                  <a:lnTo>
                    <a:pt x="3272021" y="1939195"/>
                  </a:lnTo>
                  <a:lnTo>
                    <a:pt x="2866494" y="1609316"/>
                  </a:lnTo>
                  <a:close/>
                  <a:moveTo>
                    <a:pt x="1324542" y="1547147"/>
                  </a:moveTo>
                  <a:lnTo>
                    <a:pt x="1371242" y="1547147"/>
                  </a:lnTo>
                  <a:cubicBezTo>
                    <a:pt x="1385857" y="1547147"/>
                    <a:pt x="1397704" y="1558995"/>
                    <a:pt x="1397704" y="1573609"/>
                  </a:cubicBezTo>
                  <a:lnTo>
                    <a:pt x="1397704" y="1620309"/>
                  </a:lnTo>
                  <a:cubicBezTo>
                    <a:pt x="1397704" y="1634924"/>
                    <a:pt x="1385857" y="1646771"/>
                    <a:pt x="1371242" y="1646771"/>
                  </a:cubicBezTo>
                  <a:lnTo>
                    <a:pt x="1324542" y="1646771"/>
                  </a:lnTo>
                  <a:cubicBezTo>
                    <a:pt x="1309928" y="1646771"/>
                    <a:pt x="1298080" y="1634924"/>
                    <a:pt x="1298080" y="1620309"/>
                  </a:cubicBezTo>
                  <a:lnTo>
                    <a:pt x="1298080" y="1573609"/>
                  </a:lnTo>
                  <a:cubicBezTo>
                    <a:pt x="1298080" y="1558995"/>
                    <a:pt x="1309928" y="1547147"/>
                    <a:pt x="1324542" y="1547147"/>
                  </a:cubicBezTo>
                  <a:close/>
                  <a:moveTo>
                    <a:pt x="1174792" y="1547147"/>
                  </a:moveTo>
                  <a:lnTo>
                    <a:pt x="1221492" y="1547147"/>
                  </a:lnTo>
                  <a:cubicBezTo>
                    <a:pt x="1236107" y="1547147"/>
                    <a:pt x="1247954" y="1558995"/>
                    <a:pt x="1247954" y="1573609"/>
                  </a:cubicBezTo>
                  <a:lnTo>
                    <a:pt x="1247954" y="1620309"/>
                  </a:lnTo>
                  <a:cubicBezTo>
                    <a:pt x="1247954" y="1634924"/>
                    <a:pt x="1236107" y="1646771"/>
                    <a:pt x="1221492" y="1646771"/>
                  </a:cubicBezTo>
                  <a:lnTo>
                    <a:pt x="1174792" y="1646771"/>
                  </a:lnTo>
                  <a:cubicBezTo>
                    <a:pt x="1160178" y="1646771"/>
                    <a:pt x="1148330" y="1634924"/>
                    <a:pt x="1148330" y="1620309"/>
                  </a:cubicBezTo>
                  <a:lnTo>
                    <a:pt x="1148330" y="1573609"/>
                  </a:lnTo>
                  <a:cubicBezTo>
                    <a:pt x="1148330" y="1558995"/>
                    <a:pt x="1160178" y="1547147"/>
                    <a:pt x="1174792" y="1547147"/>
                  </a:cubicBezTo>
                  <a:close/>
                  <a:moveTo>
                    <a:pt x="1025670" y="1547147"/>
                  </a:moveTo>
                  <a:lnTo>
                    <a:pt x="1072369" y="1547147"/>
                  </a:lnTo>
                  <a:cubicBezTo>
                    <a:pt x="1086984" y="1547147"/>
                    <a:pt x="1098832" y="1558995"/>
                    <a:pt x="1098832" y="1573609"/>
                  </a:cubicBezTo>
                  <a:lnTo>
                    <a:pt x="1098832" y="1620309"/>
                  </a:lnTo>
                  <a:cubicBezTo>
                    <a:pt x="1098832" y="1634924"/>
                    <a:pt x="1086984" y="1646771"/>
                    <a:pt x="1072369" y="1646771"/>
                  </a:cubicBezTo>
                  <a:lnTo>
                    <a:pt x="1025670" y="1646771"/>
                  </a:lnTo>
                  <a:cubicBezTo>
                    <a:pt x="1011055" y="1646771"/>
                    <a:pt x="999207" y="1634924"/>
                    <a:pt x="999207" y="1620309"/>
                  </a:cubicBezTo>
                  <a:lnTo>
                    <a:pt x="999207" y="1573609"/>
                  </a:lnTo>
                  <a:cubicBezTo>
                    <a:pt x="999207" y="1558995"/>
                    <a:pt x="1011055" y="1547147"/>
                    <a:pt x="1025670" y="1547147"/>
                  </a:cubicBezTo>
                  <a:close/>
                  <a:moveTo>
                    <a:pt x="2504665" y="1505875"/>
                  </a:moveTo>
                  <a:cubicBezTo>
                    <a:pt x="2501347" y="1505875"/>
                    <a:pt x="2498657" y="1508565"/>
                    <a:pt x="2498657" y="1511883"/>
                  </a:cubicBezTo>
                  <a:lnTo>
                    <a:pt x="2498657" y="1535912"/>
                  </a:lnTo>
                  <a:cubicBezTo>
                    <a:pt x="2498657" y="1539230"/>
                    <a:pt x="2501347" y="1541920"/>
                    <a:pt x="2504665" y="1541920"/>
                  </a:cubicBezTo>
                  <a:lnTo>
                    <a:pt x="2893211" y="1541920"/>
                  </a:lnTo>
                  <a:cubicBezTo>
                    <a:pt x="2896529" y="1541920"/>
                    <a:pt x="2899219" y="1539230"/>
                    <a:pt x="2899219" y="1535912"/>
                  </a:cubicBezTo>
                  <a:lnTo>
                    <a:pt x="2899219" y="1511883"/>
                  </a:lnTo>
                  <a:cubicBezTo>
                    <a:pt x="2899219" y="1508565"/>
                    <a:pt x="2896529" y="1505875"/>
                    <a:pt x="2893211" y="1505875"/>
                  </a:cubicBezTo>
                  <a:close/>
                  <a:moveTo>
                    <a:pt x="2504665" y="1422733"/>
                  </a:moveTo>
                  <a:cubicBezTo>
                    <a:pt x="2501347" y="1422733"/>
                    <a:pt x="2498657" y="1425422"/>
                    <a:pt x="2498657" y="1428740"/>
                  </a:cubicBezTo>
                  <a:lnTo>
                    <a:pt x="2498657" y="1452770"/>
                  </a:lnTo>
                  <a:cubicBezTo>
                    <a:pt x="2498657" y="1456088"/>
                    <a:pt x="2501347" y="1458777"/>
                    <a:pt x="2504665" y="1458777"/>
                  </a:cubicBezTo>
                  <a:lnTo>
                    <a:pt x="2893211" y="1458777"/>
                  </a:lnTo>
                  <a:cubicBezTo>
                    <a:pt x="2896529" y="1458777"/>
                    <a:pt x="2899219" y="1456088"/>
                    <a:pt x="2899219" y="1452770"/>
                  </a:cubicBezTo>
                  <a:lnTo>
                    <a:pt x="2899219" y="1428740"/>
                  </a:lnTo>
                  <a:cubicBezTo>
                    <a:pt x="2899219" y="1425422"/>
                    <a:pt x="2896529" y="1422733"/>
                    <a:pt x="2893211" y="1422733"/>
                  </a:cubicBezTo>
                  <a:close/>
                  <a:moveTo>
                    <a:pt x="1324542" y="1401225"/>
                  </a:moveTo>
                  <a:lnTo>
                    <a:pt x="1371242" y="1401225"/>
                  </a:lnTo>
                  <a:cubicBezTo>
                    <a:pt x="1385857" y="1401225"/>
                    <a:pt x="1397704" y="1413073"/>
                    <a:pt x="1397704" y="1427687"/>
                  </a:cubicBezTo>
                  <a:lnTo>
                    <a:pt x="1397704" y="1474387"/>
                  </a:lnTo>
                  <a:cubicBezTo>
                    <a:pt x="1397704" y="1489001"/>
                    <a:pt x="1385857" y="1500849"/>
                    <a:pt x="1371242" y="1500849"/>
                  </a:cubicBezTo>
                  <a:lnTo>
                    <a:pt x="1324542" y="1500849"/>
                  </a:lnTo>
                  <a:cubicBezTo>
                    <a:pt x="1309928" y="1500849"/>
                    <a:pt x="1298080" y="1489001"/>
                    <a:pt x="1298080" y="1474387"/>
                  </a:cubicBezTo>
                  <a:lnTo>
                    <a:pt x="1298080" y="1427687"/>
                  </a:lnTo>
                  <a:cubicBezTo>
                    <a:pt x="1298080" y="1413073"/>
                    <a:pt x="1309928" y="1401225"/>
                    <a:pt x="1324542" y="1401225"/>
                  </a:cubicBezTo>
                  <a:close/>
                  <a:moveTo>
                    <a:pt x="1174792" y="1401225"/>
                  </a:moveTo>
                  <a:lnTo>
                    <a:pt x="1221492" y="1401225"/>
                  </a:lnTo>
                  <a:cubicBezTo>
                    <a:pt x="1236107" y="1401225"/>
                    <a:pt x="1247954" y="1413073"/>
                    <a:pt x="1247954" y="1427687"/>
                  </a:cubicBezTo>
                  <a:lnTo>
                    <a:pt x="1247954" y="1474387"/>
                  </a:lnTo>
                  <a:cubicBezTo>
                    <a:pt x="1247954" y="1489001"/>
                    <a:pt x="1236107" y="1500849"/>
                    <a:pt x="1221492" y="1500849"/>
                  </a:cubicBezTo>
                  <a:lnTo>
                    <a:pt x="1174792" y="1500849"/>
                  </a:lnTo>
                  <a:cubicBezTo>
                    <a:pt x="1160178" y="1500849"/>
                    <a:pt x="1148330" y="1489001"/>
                    <a:pt x="1148330" y="1474387"/>
                  </a:cubicBezTo>
                  <a:lnTo>
                    <a:pt x="1148330" y="1427687"/>
                  </a:lnTo>
                  <a:cubicBezTo>
                    <a:pt x="1148330" y="1413073"/>
                    <a:pt x="1160178" y="1401225"/>
                    <a:pt x="1174792" y="1401225"/>
                  </a:cubicBezTo>
                  <a:close/>
                  <a:moveTo>
                    <a:pt x="1025670" y="1401225"/>
                  </a:moveTo>
                  <a:lnTo>
                    <a:pt x="1072369" y="1401225"/>
                  </a:lnTo>
                  <a:cubicBezTo>
                    <a:pt x="1086984" y="1401225"/>
                    <a:pt x="1098832" y="1413073"/>
                    <a:pt x="1098832" y="1427687"/>
                  </a:cubicBezTo>
                  <a:lnTo>
                    <a:pt x="1098832" y="1474387"/>
                  </a:lnTo>
                  <a:cubicBezTo>
                    <a:pt x="1098832" y="1489001"/>
                    <a:pt x="1086984" y="1500849"/>
                    <a:pt x="1072369" y="1500849"/>
                  </a:cubicBezTo>
                  <a:lnTo>
                    <a:pt x="1025670" y="1500849"/>
                  </a:lnTo>
                  <a:cubicBezTo>
                    <a:pt x="1011055" y="1500849"/>
                    <a:pt x="999207" y="1489001"/>
                    <a:pt x="999207" y="1474387"/>
                  </a:cubicBezTo>
                  <a:lnTo>
                    <a:pt x="999207" y="1427687"/>
                  </a:lnTo>
                  <a:cubicBezTo>
                    <a:pt x="999207" y="1413073"/>
                    <a:pt x="1011055" y="1401225"/>
                    <a:pt x="1025670" y="1401225"/>
                  </a:cubicBezTo>
                  <a:close/>
                  <a:moveTo>
                    <a:pt x="2504665" y="1339590"/>
                  </a:moveTo>
                  <a:cubicBezTo>
                    <a:pt x="2501347" y="1339590"/>
                    <a:pt x="2498657" y="1342280"/>
                    <a:pt x="2498657" y="1345598"/>
                  </a:cubicBezTo>
                  <a:lnTo>
                    <a:pt x="2498657" y="1369628"/>
                  </a:lnTo>
                  <a:cubicBezTo>
                    <a:pt x="2498657" y="1372945"/>
                    <a:pt x="2501347" y="1375635"/>
                    <a:pt x="2504665" y="1375635"/>
                  </a:cubicBezTo>
                  <a:lnTo>
                    <a:pt x="2893211" y="1375635"/>
                  </a:lnTo>
                  <a:cubicBezTo>
                    <a:pt x="2896529" y="1375635"/>
                    <a:pt x="2899219" y="1372945"/>
                    <a:pt x="2899219" y="1369628"/>
                  </a:cubicBezTo>
                  <a:lnTo>
                    <a:pt x="2899219" y="1345598"/>
                  </a:lnTo>
                  <a:cubicBezTo>
                    <a:pt x="2899219" y="1342280"/>
                    <a:pt x="2896529" y="1339590"/>
                    <a:pt x="2893211" y="1339590"/>
                  </a:cubicBezTo>
                  <a:close/>
                  <a:moveTo>
                    <a:pt x="2088232" y="1285358"/>
                  </a:moveTo>
                  <a:lnTo>
                    <a:pt x="2088232" y="1938513"/>
                  </a:lnTo>
                  <a:lnTo>
                    <a:pt x="2504773" y="1611936"/>
                  </a:lnTo>
                  <a:close/>
                  <a:moveTo>
                    <a:pt x="3314199" y="1280118"/>
                  </a:moveTo>
                  <a:lnTo>
                    <a:pt x="2897658" y="1608841"/>
                  </a:lnTo>
                  <a:lnTo>
                    <a:pt x="3314199" y="1937564"/>
                  </a:lnTo>
                  <a:close/>
                  <a:moveTo>
                    <a:pt x="1527230" y="1221901"/>
                  </a:moveTo>
                  <a:cubicBezTo>
                    <a:pt x="1521727" y="1221901"/>
                    <a:pt x="1517267" y="1226362"/>
                    <a:pt x="1517267" y="1231864"/>
                  </a:cubicBezTo>
                  <a:lnTo>
                    <a:pt x="1517267" y="1271713"/>
                  </a:lnTo>
                  <a:cubicBezTo>
                    <a:pt x="1517267" y="1277215"/>
                    <a:pt x="1521727" y="1281676"/>
                    <a:pt x="1527230" y="1281676"/>
                  </a:cubicBezTo>
                  <a:lnTo>
                    <a:pt x="1732319" y="1281676"/>
                  </a:lnTo>
                  <a:cubicBezTo>
                    <a:pt x="1737821" y="1281676"/>
                    <a:pt x="1742281" y="1277215"/>
                    <a:pt x="1742281" y="1271713"/>
                  </a:cubicBezTo>
                  <a:lnTo>
                    <a:pt x="1742281" y="1231864"/>
                  </a:lnTo>
                  <a:cubicBezTo>
                    <a:pt x="1742281" y="1226362"/>
                    <a:pt x="1737821" y="1221901"/>
                    <a:pt x="1732319" y="1221901"/>
                  </a:cubicBezTo>
                  <a:close/>
                  <a:moveTo>
                    <a:pt x="666834" y="1221901"/>
                  </a:moveTo>
                  <a:cubicBezTo>
                    <a:pt x="661332" y="1221901"/>
                    <a:pt x="656871" y="1226362"/>
                    <a:pt x="656871" y="1231864"/>
                  </a:cubicBezTo>
                  <a:lnTo>
                    <a:pt x="656871" y="1271713"/>
                  </a:lnTo>
                  <a:cubicBezTo>
                    <a:pt x="656871" y="1277215"/>
                    <a:pt x="661332" y="1281676"/>
                    <a:pt x="666834" y="1281676"/>
                  </a:cubicBezTo>
                  <a:lnTo>
                    <a:pt x="871923" y="1281676"/>
                  </a:lnTo>
                  <a:cubicBezTo>
                    <a:pt x="877425" y="1281676"/>
                    <a:pt x="881885" y="1277215"/>
                    <a:pt x="881885" y="1271713"/>
                  </a:cubicBezTo>
                  <a:lnTo>
                    <a:pt x="881885" y="1231864"/>
                  </a:lnTo>
                  <a:cubicBezTo>
                    <a:pt x="881885" y="1226362"/>
                    <a:pt x="877425" y="1221901"/>
                    <a:pt x="871923" y="1221901"/>
                  </a:cubicBezTo>
                  <a:close/>
                  <a:moveTo>
                    <a:pt x="1052149" y="1111644"/>
                  </a:moveTo>
                  <a:cubicBezTo>
                    <a:pt x="1044919" y="1111644"/>
                    <a:pt x="1039057" y="1117506"/>
                    <a:pt x="1039057" y="1124736"/>
                  </a:cubicBezTo>
                  <a:lnTo>
                    <a:pt x="1039057" y="1168203"/>
                  </a:lnTo>
                  <a:lnTo>
                    <a:pt x="1009466" y="1168203"/>
                  </a:lnTo>
                  <a:cubicBezTo>
                    <a:pt x="969193" y="1174775"/>
                    <a:pt x="956437" y="1243393"/>
                    <a:pt x="940007" y="1277093"/>
                  </a:cubicBezTo>
                  <a:cubicBezTo>
                    <a:pt x="776268" y="1309492"/>
                    <a:pt x="775043" y="1328679"/>
                    <a:pt x="736793" y="1421744"/>
                  </a:cubicBezTo>
                  <a:lnTo>
                    <a:pt x="648072" y="1812480"/>
                  </a:lnTo>
                  <a:cubicBezTo>
                    <a:pt x="648072" y="1882463"/>
                    <a:pt x="704805" y="1939195"/>
                    <a:pt x="774788" y="1939195"/>
                  </a:cubicBezTo>
                  <a:lnTo>
                    <a:pt x="1183772" y="1939195"/>
                  </a:lnTo>
                  <a:lnTo>
                    <a:pt x="1198456" y="1939195"/>
                  </a:lnTo>
                  <a:lnTo>
                    <a:pt x="1607440" y="1939195"/>
                  </a:lnTo>
                  <a:cubicBezTo>
                    <a:pt x="1677423" y="1939195"/>
                    <a:pt x="1734156" y="1882463"/>
                    <a:pt x="1734156" y="1812480"/>
                  </a:cubicBezTo>
                  <a:lnTo>
                    <a:pt x="1645435" y="1421744"/>
                  </a:lnTo>
                  <a:cubicBezTo>
                    <a:pt x="1607185" y="1328679"/>
                    <a:pt x="1605960" y="1309492"/>
                    <a:pt x="1442221" y="1277093"/>
                  </a:cubicBezTo>
                  <a:cubicBezTo>
                    <a:pt x="1425791" y="1243393"/>
                    <a:pt x="1413035" y="1174775"/>
                    <a:pt x="1372762" y="1168203"/>
                  </a:cubicBezTo>
                  <a:lnTo>
                    <a:pt x="1357854" y="1168203"/>
                  </a:lnTo>
                  <a:lnTo>
                    <a:pt x="1357854" y="1124736"/>
                  </a:lnTo>
                  <a:cubicBezTo>
                    <a:pt x="1357854" y="1117506"/>
                    <a:pt x="1351993" y="1111644"/>
                    <a:pt x="1344762" y="1111644"/>
                  </a:cubicBezTo>
                  <a:lnTo>
                    <a:pt x="1268702" y="1111644"/>
                  </a:lnTo>
                  <a:cubicBezTo>
                    <a:pt x="1261471" y="1111644"/>
                    <a:pt x="1255610" y="1117506"/>
                    <a:pt x="1255610" y="1124736"/>
                  </a:cubicBezTo>
                  <a:lnTo>
                    <a:pt x="1255610" y="1168203"/>
                  </a:lnTo>
                  <a:lnTo>
                    <a:pt x="1198456" y="1168203"/>
                  </a:lnTo>
                  <a:lnTo>
                    <a:pt x="1183772" y="1168203"/>
                  </a:lnTo>
                  <a:lnTo>
                    <a:pt x="1141302" y="1168203"/>
                  </a:lnTo>
                  <a:lnTo>
                    <a:pt x="1141302" y="1124736"/>
                  </a:lnTo>
                  <a:cubicBezTo>
                    <a:pt x="1141302" y="1117506"/>
                    <a:pt x="1135440" y="1111644"/>
                    <a:pt x="1128210" y="1111644"/>
                  </a:cubicBezTo>
                  <a:close/>
                  <a:moveTo>
                    <a:pt x="2705133" y="840243"/>
                  </a:moveTo>
                  <a:lnTo>
                    <a:pt x="2088233" y="1255464"/>
                  </a:lnTo>
                  <a:lnTo>
                    <a:pt x="2299068" y="1414858"/>
                  </a:lnTo>
                  <a:lnTo>
                    <a:pt x="2299068" y="1228076"/>
                  </a:lnTo>
                  <a:lnTo>
                    <a:pt x="3108494" y="1228076"/>
                  </a:lnTo>
                  <a:lnTo>
                    <a:pt x="3108494" y="1416902"/>
                  </a:lnTo>
                  <a:lnTo>
                    <a:pt x="3322033" y="1255464"/>
                  </a:lnTo>
                  <a:lnTo>
                    <a:pt x="3322033" y="1255464"/>
                  </a:lnTo>
                  <a:close/>
                  <a:moveTo>
                    <a:pt x="1195706" y="835207"/>
                  </a:moveTo>
                  <a:lnTo>
                    <a:pt x="1195706" y="835221"/>
                  </a:lnTo>
                  <a:cubicBezTo>
                    <a:pt x="866618" y="834160"/>
                    <a:pt x="692194" y="969423"/>
                    <a:pt x="665970" y="1132153"/>
                  </a:cubicBezTo>
                  <a:cubicBezTo>
                    <a:pt x="665970" y="1145595"/>
                    <a:pt x="659622" y="1181725"/>
                    <a:pt x="663418" y="1194550"/>
                  </a:cubicBezTo>
                  <a:lnTo>
                    <a:pt x="878440" y="1194550"/>
                  </a:lnTo>
                  <a:cubicBezTo>
                    <a:pt x="887485" y="1007425"/>
                    <a:pt x="1085027" y="1006045"/>
                    <a:pt x="1195706" y="1007712"/>
                  </a:cubicBezTo>
                  <a:lnTo>
                    <a:pt x="1195706" y="1007714"/>
                  </a:lnTo>
                  <a:cubicBezTo>
                    <a:pt x="1195809" y="1007712"/>
                    <a:pt x="1195911" y="1007710"/>
                    <a:pt x="1196014" y="1007712"/>
                  </a:cubicBezTo>
                  <a:lnTo>
                    <a:pt x="1196322" y="1007714"/>
                  </a:lnTo>
                  <a:lnTo>
                    <a:pt x="1196322" y="1007712"/>
                  </a:lnTo>
                  <a:cubicBezTo>
                    <a:pt x="1307001" y="1006045"/>
                    <a:pt x="1504542" y="1007425"/>
                    <a:pt x="1513587" y="1194550"/>
                  </a:cubicBezTo>
                  <a:lnTo>
                    <a:pt x="1728609" y="1194550"/>
                  </a:lnTo>
                  <a:cubicBezTo>
                    <a:pt x="1732405" y="1181725"/>
                    <a:pt x="1726057" y="1145595"/>
                    <a:pt x="1726057" y="1132153"/>
                  </a:cubicBezTo>
                  <a:cubicBezTo>
                    <a:pt x="1699834" y="969423"/>
                    <a:pt x="1525410" y="834160"/>
                    <a:pt x="1196322" y="835221"/>
                  </a:cubicBezTo>
                  <a:lnTo>
                    <a:pt x="1196322" y="835207"/>
                  </a:lnTo>
                  <a:cubicBezTo>
                    <a:pt x="1196219" y="835207"/>
                    <a:pt x="1196117" y="835206"/>
                    <a:pt x="1196014" y="835214"/>
                  </a:cubicBezTo>
                  <a:close/>
                  <a:moveTo>
                    <a:pt x="713043" y="263029"/>
                  </a:moveTo>
                  <a:lnTo>
                    <a:pt x="3158596" y="263029"/>
                  </a:lnTo>
                  <a:cubicBezTo>
                    <a:pt x="3365555" y="263029"/>
                    <a:pt x="3533328" y="430802"/>
                    <a:pt x="3533328" y="637761"/>
                  </a:cubicBezTo>
                  <a:lnTo>
                    <a:pt x="3533328" y="2136642"/>
                  </a:lnTo>
                  <a:cubicBezTo>
                    <a:pt x="3533328" y="2343601"/>
                    <a:pt x="3365555" y="2511374"/>
                    <a:pt x="3158596" y="2511374"/>
                  </a:cubicBezTo>
                  <a:lnTo>
                    <a:pt x="713043" y="2511374"/>
                  </a:lnTo>
                  <a:cubicBezTo>
                    <a:pt x="506084" y="2511374"/>
                    <a:pt x="338311" y="2343601"/>
                    <a:pt x="338311" y="2136642"/>
                  </a:cubicBezTo>
                  <a:lnTo>
                    <a:pt x="338311" y="637761"/>
                  </a:lnTo>
                  <a:cubicBezTo>
                    <a:pt x="338311" y="430802"/>
                    <a:pt x="506084" y="263029"/>
                    <a:pt x="713043" y="263029"/>
                  </a:cubicBezTo>
                  <a:close/>
                  <a:moveTo>
                    <a:pt x="593824" y="142875"/>
                  </a:moveTo>
                  <a:cubicBezTo>
                    <a:pt x="365814" y="142875"/>
                    <a:pt x="180975" y="327714"/>
                    <a:pt x="180975" y="555724"/>
                  </a:cubicBezTo>
                  <a:lnTo>
                    <a:pt x="180975" y="2207068"/>
                  </a:lnTo>
                  <a:cubicBezTo>
                    <a:pt x="180975" y="2435078"/>
                    <a:pt x="365814" y="2619917"/>
                    <a:pt x="593824" y="2619917"/>
                  </a:cubicBezTo>
                  <a:lnTo>
                    <a:pt x="3288134" y="2619917"/>
                  </a:lnTo>
                  <a:cubicBezTo>
                    <a:pt x="3516144" y="2619917"/>
                    <a:pt x="3700983" y="2435078"/>
                    <a:pt x="3700983" y="2207068"/>
                  </a:cubicBezTo>
                  <a:lnTo>
                    <a:pt x="3700983" y="555724"/>
                  </a:lnTo>
                  <a:cubicBezTo>
                    <a:pt x="3700983" y="327714"/>
                    <a:pt x="3516144" y="142875"/>
                    <a:pt x="3288134" y="142875"/>
                  </a:cubicBezTo>
                  <a:close/>
                  <a:moveTo>
                    <a:pt x="456060" y="0"/>
                  </a:moveTo>
                  <a:lnTo>
                    <a:pt x="3432372" y="0"/>
                  </a:lnTo>
                  <a:cubicBezTo>
                    <a:pt x="3684247" y="0"/>
                    <a:pt x="3888432" y="204185"/>
                    <a:pt x="3888432" y="456060"/>
                  </a:cubicBezTo>
                  <a:lnTo>
                    <a:pt x="3888432" y="2280244"/>
                  </a:lnTo>
                  <a:cubicBezTo>
                    <a:pt x="3888432" y="2532119"/>
                    <a:pt x="3684247" y="2736304"/>
                    <a:pt x="3432372" y="2736304"/>
                  </a:cubicBezTo>
                  <a:lnTo>
                    <a:pt x="456060" y="2736304"/>
                  </a:lnTo>
                  <a:cubicBezTo>
                    <a:pt x="204185" y="2736304"/>
                    <a:pt x="0" y="2532119"/>
                    <a:pt x="0" y="2280244"/>
                  </a:cubicBezTo>
                  <a:lnTo>
                    <a:pt x="0" y="456060"/>
                  </a:lnTo>
                  <a:cubicBezTo>
                    <a:pt x="0" y="204185"/>
                    <a:pt x="204185" y="0"/>
                    <a:pt x="45606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20" name="Freeform 25">
              <a:extLst>
                <a:ext uri="{FF2B5EF4-FFF2-40B4-BE49-F238E27FC236}">
                  <a16:creationId xmlns:a16="http://schemas.microsoft.com/office/drawing/2014/main" id="{66C83CF2-9280-44CE-88E6-50B6B5A58CB3}"/>
                </a:ext>
              </a:extLst>
            </p:cNvPr>
            <p:cNvSpPr>
              <a:spLocks noChangeAspect="1"/>
            </p:cNvSpPr>
            <p:nvPr/>
          </p:nvSpPr>
          <p:spPr>
            <a:xfrm>
              <a:off x="9698244" y="5398653"/>
              <a:ext cx="300703" cy="366439"/>
            </a:xfrm>
            <a:custGeom>
              <a:avLst/>
              <a:gdLst/>
              <a:ahLst/>
              <a:cxnLst/>
              <a:rect l="l" t="t" r="r" b="b"/>
              <a:pathLst>
                <a:path w="3240944" h="3949460">
                  <a:moveTo>
                    <a:pt x="2411668" y="919204"/>
                  </a:moveTo>
                  <a:cubicBezTo>
                    <a:pt x="2652037" y="921566"/>
                    <a:pt x="2997179" y="1088232"/>
                    <a:pt x="3147060" y="1333480"/>
                  </a:cubicBezTo>
                  <a:cubicBezTo>
                    <a:pt x="2837519" y="1559133"/>
                    <a:pt x="2713715" y="1818123"/>
                    <a:pt x="2716116" y="2148550"/>
                  </a:cubicBezTo>
                  <a:cubicBezTo>
                    <a:pt x="2724370" y="2506677"/>
                    <a:pt x="2937416" y="2788602"/>
                    <a:pt x="3240944" y="2908604"/>
                  </a:cubicBezTo>
                  <a:cubicBezTo>
                    <a:pt x="3111039" y="3296832"/>
                    <a:pt x="2835874" y="3920800"/>
                    <a:pt x="2360688" y="3949460"/>
                  </a:cubicBezTo>
                  <a:cubicBezTo>
                    <a:pt x="2104982" y="3948826"/>
                    <a:pt x="1887379" y="3871989"/>
                    <a:pt x="1655487" y="3790391"/>
                  </a:cubicBezTo>
                  <a:cubicBezTo>
                    <a:pt x="1465920" y="3881513"/>
                    <a:pt x="1178719" y="3984543"/>
                    <a:pt x="936764" y="3932790"/>
                  </a:cubicBezTo>
                  <a:cubicBezTo>
                    <a:pt x="634032" y="3867349"/>
                    <a:pt x="33306" y="3304229"/>
                    <a:pt x="0" y="2002921"/>
                  </a:cubicBezTo>
                  <a:cubicBezTo>
                    <a:pt x="5122" y="1625861"/>
                    <a:pt x="224231" y="988116"/>
                    <a:pt x="1004287" y="951010"/>
                  </a:cubicBezTo>
                  <a:cubicBezTo>
                    <a:pt x="1237754" y="955627"/>
                    <a:pt x="1430737" y="1013358"/>
                    <a:pt x="1654678" y="1150601"/>
                  </a:cubicBezTo>
                  <a:cubicBezTo>
                    <a:pt x="1907007" y="1025844"/>
                    <a:pt x="2042657" y="934423"/>
                    <a:pt x="2411668" y="919204"/>
                  </a:cubicBezTo>
                  <a:close/>
                  <a:moveTo>
                    <a:pt x="2423572" y="0"/>
                  </a:moveTo>
                  <a:cubicBezTo>
                    <a:pt x="2449670" y="236641"/>
                    <a:pt x="2449574" y="370890"/>
                    <a:pt x="2275646" y="605149"/>
                  </a:cubicBezTo>
                  <a:cubicBezTo>
                    <a:pt x="2098536" y="787863"/>
                    <a:pt x="1909519" y="903902"/>
                    <a:pt x="1627634" y="908022"/>
                  </a:cubicBezTo>
                  <a:cubicBezTo>
                    <a:pt x="1601565" y="662380"/>
                    <a:pt x="1689794" y="371496"/>
                    <a:pt x="1823269" y="256823"/>
                  </a:cubicBezTo>
                  <a:cubicBezTo>
                    <a:pt x="1945582" y="131527"/>
                    <a:pt x="2156003" y="39571"/>
                    <a:pt x="2423572"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1" name="Rounded Rectangle 8">
              <a:extLst>
                <a:ext uri="{FF2B5EF4-FFF2-40B4-BE49-F238E27FC236}">
                  <a16:creationId xmlns:a16="http://schemas.microsoft.com/office/drawing/2014/main" id="{4A3EBE81-5E07-4BBC-98BC-BA89E0429850}"/>
                </a:ext>
              </a:extLst>
            </p:cNvPr>
            <p:cNvSpPr>
              <a:spLocks noChangeAspect="1"/>
            </p:cNvSpPr>
            <p:nvPr/>
          </p:nvSpPr>
          <p:spPr>
            <a:xfrm>
              <a:off x="7800500" y="2582839"/>
              <a:ext cx="300170" cy="347427"/>
            </a:xfrm>
            <a:custGeom>
              <a:avLst/>
              <a:gdLst/>
              <a:ahLst/>
              <a:cxnLst/>
              <a:rect l="l" t="t" r="r" b="b"/>
              <a:pathLst>
                <a:path w="3319870" h="3842533">
                  <a:moveTo>
                    <a:pt x="579936" y="1296382"/>
                  </a:moveTo>
                  <a:lnTo>
                    <a:pt x="2739936" y="1296382"/>
                  </a:lnTo>
                  <a:lnTo>
                    <a:pt x="2739936" y="2796543"/>
                  </a:lnTo>
                  <a:cubicBezTo>
                    <a:pt x="2739936" y="2962250"/>
                    <a:pt x="2605604" y="3096582"/>
                    <a:pt x="2439897" y="3096582"/>
                  </a:cubicBezTo>
                  <a:lnTo>
                    <a:pt x="2272003" y="3096582"/>
                  </a:lnTo>
                  <a:lnTo>
                    <a:pt x="2272003" y="3590505"/>
                  </a:lnTo>
                  <a:cubicBezTo>
                    <a:pt x="2272003" y="3729696"/>
                    <a:pt x="2159166" y="3842533"/>
                    <a:pt x="2019975" y="3842533"/>
                  </a:cubicBezTo>
                  <a:cubicBezTo>
                    <a:pt x="1880784" y="3842533"/>
                    <a:pt x="1767947" y="3729696"/>
                    <a:pt x="1767947" y="3590505"/>
                  </a:cubicBezTo>
                  <a:lnTo>
                    <a:pt x="1767947" y="3096582"/>
                  </a:lnTo>
                  <a:lnTo>
                    <a:pt x="1492066" y="3096582"/>
                  </a:lnTo>
                  <a:lnTo>
                    <a:pt x="1492066" y="3590505"/>
                  </a:lnTo>
                  <a:cubicBezTo>
                    <a:pt x="1492066" y="3729696"/>
                    <a:pt x="1379229" y="3842533"/>
                    <a:pt x="1240038" y="3842533"/>
                  </a:cubicBezTo>
                  <a:cubicBezTo>
                    <a:pt x="1100847" y="3842533"/>
                    <a:pt x="988010" y="3729696"/>
                    <a:pt x="988010" y="3590505"/>
                  </a:cubicBezTo>
                  <a:lnTo>
                    <a:pt x="988010" y="3096582"/>
                  </a:lnTo>
                  <a:lnTo>
                    <a:pt x="879975" y="3096582"/>
                  </a:lnTo>
                  <a:cubicBezTo>
                    <a:pt x="714268" y="3096582"/>
                    <a:pt x="579936" y="2962250"/>
                    <a:pt x="579936" y="2796543"/>
                  </a:cubicBezTo>
                  <a:close/>
                  <a:moveTo>
                    <a:pt x="3067842" y="1281925"/>
                  </a:moveTo>
                  <a:cubicBezTo>
                    <a:pt x="3207033" y="1281925"/>
                    <a:pt x="3319870" y="1394762"/>
                    <a:pt x="3319870" y="1533953"/>
                  </a:cubicBezTo>
                  <a:lnTo>
                    <a:pt x="3319870" y="2505897"/>
                  </a:lnTo>
                  <a:cubicBezTo>
                    <a:pt x="3319870" y="2645088"/>
                    <a:pt x="3207033" y="2757925"/>
                    <a:pt x="3067842" y="2757925"/>
                  </a:cubicBezTo>
                  <a:cubicBezTo>
                    <a:pt x="2928651" y="2757925"/>
                    <a:pt x="2815814" y="2645088"/>
                    <a:pt x="2815814" y="2505897"/>
                  </a:cubicBezTo>
                  <a:lnTo>
                    <a:pt x="2815814" y="1533953"/>
                  </a:lnTo>
                  <a:cubicBezTo>
                    <a:pt x="2815814" y="1394762"/>
                    <a:pt x="2928651" y="1281925"/>
                    <a:pt x="3067842" y="1281925"/>
                  </a:cubicBezTo>
                  <a:close/>
                  <a:moveTo>
                    <a:pt x="252028" y="1281925"/>
                  </a:moveTo>
                  <a:cubicBezTo>
                    <a:pt x="391219" y="1281925"/>
                    <a:pt x="504056" y="1394762"/>
                    <a:pt x="504056" y="1533953"/>
                  </a:cubicBezTo>
                  <a:lnTo>
                    <a:pt x="504056" y="2505897"/>
                  </a:lnTo>
                  <a:cubicBezTo>
                    <a:pt x="504056" y="2645088"/>
                    <a:pt x="391219" y="2757925"/>
                    <a:pt x="252028" y="2757925"/>
                  </a:cubicBezTo>
                  <a:cubicBezTo>
                    <a:pt x="112837" y="2757925"/>
                    <a:pt x="0" y="2645088"/>
                    <a:pt x="0" y="2505897"/>
                  </a:cubicBezTo>
                  <a:lnTo>
                    <a:pt x="0" y="1533953"/>
                  </a:lnTo>
                  <a:cubicBezTo>
                    <a:pt x="0" y="1394762"/>
                    <a:pt x="112837" y="1281925"/>
                    <a:pt x="252028" y="1281925"/>
                  </a:cubicBezTo>
                  <a:close/>
                  <a:moveTo>
                    <a:pt x="2134062" y="558521"/>
                  </a:moveTo>
                  <a:cubicBezTo>
                    <a:pt x="2073373" y="558521"/>
                    <a:pt x="2024174" y="607720"/>
                    <a:pt x="2024174" y="668409"/>
                  </a:cubicBezTo>
                  <a:cubicBezTo>
                    <a:pt x="2024174" y="729098"/>
                    <a:pt x="2073373" y="778297"/>
                    <a:pt x="2134062" y="778297"/>
                  </a:cubicBezTo>
                  <a:cubicBezTo>
                    <a:pt x="2194751" y="778297"/>
                    <a:pt x="2243950" y="729098"/>
                    <a:pt x="2243950" y="668409"/>
                  </a:cubicBezTo>
                  <a:cubicBezTo>
                    <a:pt x="2243950" y="607720"/>
                    <a:pt x="2194751" y="558521"/>
                    <a:pt x="2134062" y="558521"/>
                  </a:cubicBezTo>
                  <a:close/>
                  <a:moveTo>
                    <a:pt x="1177409" y="558521"/>
                  </a:moveTo>
                  <a:cubicBezTo>
                    <a:pt x="1116720" y="558521"/>
                    <a:pt x="1067521" y="607720"/>
                    <a:pt x="1067521" y="668409"/>
                  </a:cubicBezTo>
                  <a:cubicBezTo>
                    <a:pt x="1067521" y="729098"/>
                    <a:pt x="1116720" y="778297"/>
                    <a:pt x="1177409" y="778297"/>
                  </a:cubicBezTo>
                  <a:cubicBezTo>
                    <a:pt x="1238098" y="778297"/>
                    <a:pt x="1287297" y="729098"/>
                    <a:pt x="1287297" y="668409"/>
                  </a:cubicBezTo>
                  <a:cubicBezTo>
                    <a:pt x="1287297" y="607720"/>
                    <a:pt x="1238098" y="558521"/>
                    <a:pt x="1177409" y="558521"/>
                  </a:cubicBezTo>
                  <a:close/>
                  <a:moveTo>
                    <a:pt x="1041854" y="0"/>
                  </a:moveTo>
                  <a:lnTo>
                    <a:pt x="1215617" y="300965"/>
                  </a:lnTo>
                  <a:cubicBezTo>
                    <a:pt x="1350827" y="238508"/>
                    <a:pt x="1501239" y="204386"/>
                    <a:pt x="1659158" y="204272"/>
                  </a:cubicBezTo>
                  <a:cubicBezTo>
                    <a:pt x="1823689" y="204153"/>
                    <a:pt x="1980124" y="240963"/>
                    <a:pt x="2119837" y="308065"/>
                  </a:cubicBezTo>
                  <a:lnTo>
                    <a:pt x="2297698" y="0"/>
                  </a:lnTo>
                  <a:lnTo>
                    <a:pt x="2391229" y="54000"/>
                  </a:lnTo>
                  <a:lnTo>
                    <a:pt x="2215205" y="358882"/>
                  </a:lnTo>
                  <a:cubicBezTo>
                    <a:pt x="2507692" y="533629"/>
                    <a:pt x="2710924" y="843756"/>
                    <a:pt x="2737127" y="1206450"/>
                  </a:cubicBezTo>
                  <a:cubicBezTo>
                    <a:pt x="2018962" y="1206967"/>
                    <a:pt x="1300797" y="1207483"/>
                    <a:pt x="582632" y="1208000"/>
                  </a:cubicBezTo>
                  <a:cubicBezTo>
                    <a:pt x="608780" y="838665"/>
                    <a:pt x="818541" y="523565"/>
                    <a:pt x="1119462" y="350420"/>
                  </a:cubicBezTo>
                  <a:lnTo>
                    <a:pt x="948323" y="540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2" name="Oval 10">
              <a:extLst>
                <a:ext uri="{FF2B5EF4-FFF2-40B4-BE49-F238E27FC236}">
                  <a16:creationId xmlns:a16="http://schemas.microsoft.com/office/drawing/2014/main" id="{C0C7969F-A090-4D7D-AE69-3189145127B2}"/>
                </a:ext>
              </a:extLst>
            </p:cNvPr>
            <p:cNvSpPr>
              <a:spLocks noChangeAspect="1"/>
            </p:cNvSpPr>
            <p:nvPr/>
          </p:nvSpPr>
          <p:spPr>
            <a:xfrm>
              <a:off x="10645011" y="2518278"/>
              <a:ext cx="340001" cy="338281"/>
            </a:xfrm>
            <a:custGeom>
              <a:avLst/>
              <a:gdLst/>
              <a:ahLst/>
              <a:cxnLst/>
              <a:rect l="l" t="t" r="r" b="b"/>
              <a:pathLst>
                <a:path w="2956013" h="2941055">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3" name="Freeform 23">
              <a:extLst>
                <a:ext uri="{FF2B5EF4-FFF2-40B4-BE49-F238E27FC236}">
                  <a16:creationId xmlns:a16="http://schemas.microsoft.com/office/drawing/2014/main" id="{6B9186B4-3CAE-4B1B-9EE5-82556E22D24C}"/>
                </a:ext>
              </a:extLst>
            </p:cNvPr>
            <p:cNvSpPr>
              <a:spLocks noChangeAspect="1"/>
            </p:cNvSpPr>
            <p:nvPr/>
          </p:nvSpPr>
          <p:spPr>
            <a:xfrm flipH="1">
              <a:off x="10345251" y="2251006"/>
              <a:ext cx="441966" cy="281210"/>
            </a:xfrm>
            <a:custGeom>
              <a:avLst/>
              <a:gdLst/>
              <a:ahLst/>
              <a:cxnLst/>
              <a:rect l="l" t="t" r="r" b="b"/>
              <a:pathLst>
                <a:path w="3980365" h="2532594">
                  <a:moveTo>
                    <a:pt x="1988360" y="58973"/>
                  </a:moveTo>
                  <a:cubicBezTo>
                    <a:pt x="1988306" y="58975"/>
                    <a:pt x="1988252" y="58977"/>
                    <a:pt x="1988199" y="58995"/>
                  </a:cubicBezTo>
                  <a:cubicBezTo>
                    <a:pt x="1988145" y="58977"/>
                    <a:pt x="1988091" y="58975"/>
                    <a:pt x="1988037" y="58973"/>
                  </a:cubicBezTo>
                  <a:lnTo>
                    <a:pt x="1988037" y="59017"/>
                  </a:lnTo>
                  <a:cubicBezTo>
                    <a:pt x="1574406" y="74019"/>
                    <a:pt x="1375335" y="406725"/>
                    <a:pt x="1370318" y="708381"/>
                  </a:cubicBezTo>
                  <a:cubicBezTo>
                    <a:pt x="1362506" y="1089140"/>
                    <a:pt x="1497435" y="1312904"/>
                    <a:pt x="1568575" y="1407072"/>
                  </a:cubicBezTo>
                  <a:cubicBezTo>
                    <a:pt x="1631785" y="1490670"/>
                    <a:pt x="1727890" y="1649476"/>
                    <a:pt x="1617443" y="1704159"/>
                  </a:cubicBezTo>
                  <a:cubicBezTo>
                    <a:pt x="1318592" y="1846636"/>
                    <a:pt x="1062028" y="1946829"/>
                    <a:pt x="927030" y="2049664"/>
                  </a:cubicBezTo>
                  <a:cubicBezTo>
                    <a:pt x="705669" y="2234426"/>
                    <a:pt x="740656" y="2445615"/>
                    <a:pt x="754501" y="2532594"/>
                  </a:cubicBezTo>
                  <a:lnTo>
                    <a:pt x="1988199" y="2531551"/>
                  </a:lnTo>
                  <a:lnTo>
                    <a:pt x="3221896" y="2532594"/>
                  </a:lnTo>
                  <a:cubicBezTo>
                    <a:pt x="3235741" y="2445615"/>
                    <a:pt x="3270728" y="2234426"/>
                    <a:pt x="3049367" y="2049664"/>
                  </a:cubicBezTo>
                  <a:cubicBezTo>
                    <a:pt x="2914369" y="1946829"/>
                    <a:pt x="2657805" y="1846636"/>
                    <a:pt x="2358954" y="1704159"/>
                  </a:cubicBezTo>
                  <a:cubicBezTo>
                    <a:pt x="2248507" y="1649476"/>
                    <a:pt x="2344612" y="1490670"/>
                    <a:pt x="2407822" y="1407072"/>
                  </a:cubicBezTo>
                  <a:cubicBezTo>
                    <a:pt x="2478962" y="1312904"/>
                    <a:pt x="2613891" y="1089140"/>
                    <a:pt x="2606079" y="708381"/>
                  </a:cubicBezTo>
                  <a:cubicBezTo>
                    <a:pt x="2601062" y="406725"/>
                    <a:pt x="2401991" y="74019"/>
                    <a:pt x="1988360" y="59017"/>
                  </a:cubicBezTo>
                  <a:close/>
                  <a:moveTo>
                    <a:pt x="1093515" y="0"/>
                  </a:moveTo>
                  <a:cubicBezTo>
                    <a:pt x="736613" y="12826"/>
                    <a:pt x="553627" y="327881"/>
                    <a:pt x="549299" y="588096"/>
                  </a:cubicBezTo>
                  <a:cubicBezTo>
                    <a:pt x="542562" y="916461"/>
                    <a:pt x="658924" y="1109434"/>
                    <a:pt x="720275" y="1190644"/>
                  </a:cubicBezTo>
                  <a:cubicBezTo>
                    <a:pt x="774787" y="1262738"/>
                    <a:pt x="857667" y="1399692"/>
                    <a:pt x="762418" y="1446850"/>
                  </a:cubicBezTo>
                  <a:cubicBezTo>
                    <a:pt x="504691" y="1569722"/>
                    <a:pt x="283431" y="1656128"/>
                    <a:pt x="167010" y="1744812"/>
                  </a:cubicBezTo>
                  <a:cubicBezTo>
                    <a:pt x="-23891" y="1904150"/>
                    <a:pt x="672" y="2013351"/>
                    <a:pt x="1392" y="2161289"/>
                  </a:cubicBezTo>
                  <a:cubicBezTo>
                    <a:pt x="356083" y="2160989"/>
                    <a:pt x="261990" y="2166300"/>
                    <a:pt x="616681" y="2166000"/>
                  </a:cubicBezTo>
                  <a:cubicBezTo>
                    <a:pt x="794788" y="1846239"/>
                    <a:pt x="1045824" y="1778915"/>
                    <a:pt x="1453932" y="1593789"/>
                  </a:cubicBezTo>
                  <a:cubicBezTo>
                    <a:pt x="1171572" y="1115084"/>
                    <a:pt x="1046285" y="714919"/>
                    <a:pt x="1414663" y="124017"/>
                  </a:cubicBezTo>
                  <a:cubicBezTo>
                    <a:pt x="1309485" y="41539"/>
                    <a:pt x="1305280" y="26381"/>
                    <a:pt x="1093515" y="0"/>
                  </a:cubicBezTo>
                  <a:close/>
                  <a:moveTo>
                    <a:pt x="2886850" y="0"/>
                  </a:moveTo>
                  <a:cubicBezTo>
                    <a:pt x="2675085" y="26381"/>
                    <a:pt x="2670880" y="41539"/>
                    <a:pt x="2565702" y="124017"/>
                  </a:cubicBezTo>
                  <a:cubicBezTo>
                    <a:pt x="2934080" y="714919"/>
                    <a:pt x="2808793" y="1115084"/>
                    <a:pt x="2526433" y="1593789"/>
                  </a:cubicBezTo>
                  <a:cubicBezTo>
                    <a:pt x="2934542" y="1778915"/>
                    <a:pt x="3185577" y="1846239"/>
                    <a:pt x="3363685" y="2166000"/>
                  </a:cubicBezTo>
                  <a:cubicBezTo>
                    <a:pt x="3718376" y="2166300"/>
                    <a:pt x="3624282" y="2160989"/>
                    <a:pt x="3978973" y="2161289"/>
                  </a:cubicBezTo>
                  <a:cubicBezTo>
                    <a:pt x="3979693" y="2013351"/>
                    <a:pt x="4004256" y="1904150"/>
                    <a:pt x="3813355" y="1744812"/>
                  </a:cubicBezTo>
                  <a:cubicBezTo>
                    <a:pt x="3696934" y="1656128"/>
                    <a:pt x="3475674" y="1569722"/>
                    <a:pt x="3217947" y="1446850"/>
                  </a:cubicBezTo>
                  <a:cubicBezTo>
                    <a:pt x="3122698" y="1399692"/>
                    <a:pt x="3205579" y="1262738"/>
                    <a:pt x="3260090" y="1190644"/>
                  </a:cubicBezTo>
                  <a:cubicBezTo>
                    <a:pt x="3321441" y="1109434"/>
                    <a:pt x="3437803" y="916461"/>
                    <a:pt x="3431066" y="588096"/>
                  </a:cubicBezTo>
                  <a:cubicBezTo>
                    <a:pt x="3426739" y="327881"/>
                    <a:pt x="3243752" y="12826"/>
                    <a:pt x="288685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4" name="Rectangle 6">
              <a:extLst>
                <a:ext uri="{FF2B5EF4-FFF2-40B4-BE49-F238E27FC236}">
                  <a16:creationId xmlns:a16="http://schemas.microsoft.com/office/drawing/2014/main" id="{1AE4B125-6999-45DF-B3C8-56A855BA5E73}"/>
                </a:ext>
              </a:extLst>
            </p:cNvPr>
            <p:cNvSpPr>
              <a:spLocks noChangeAspect="1"/>
            </p:cNvSpPr>
            <p:nvPr/>
          </p:nvSpPr>
          <p:spPr>
            <a:xfrm>
              <a:off x="11003273" y="3365017"/>
              <a:ext cx="357359" cy="364685"/>
            </a:xfrm>
            <a:custGeom>
              <a:avLst/>
              <a:gdLst/>
              <a:ahLst/>
              <a:cxnLst/>
              <a:rect l="l" t="t" r="r" b="b"/>
              <a:pathLst>
                <a:path w="3860876" h="3940019">
                  <a:moveTo>
                    <a:pt x="3248876" y="1942264"/>
                  </a:moveTo>
                  <a:lnTo>
                    <a:pt x="3860876" y="1942264"/>
                  </a:lnTo>
                  <a:lnTo>
                    <a:pt x="3860876" y="2090815"/>
                  </a:lnTo>
                  <a:lnTo>
                    <a:pt x="3859023" y="2090815"/>
                  </a:lnTo>
                  <a:cubicBezTo>
                    <a:pt x="3817225" y="2949620"/>
                    <a:pt x="3215273" y="3679864"/>
                    <a:pt x="2378197" y="3884304"/>
                  </a:cubicBezTo>
                  <a:cubicBezTo>
                    <a:pt x="2219818" y="3922985"/>
                    <a:pt x="2060231" y="3941082"/>
                    <a:pt x="1902626" y="3939971"/>
                  </a:cubicBezTo>
                  <a:cubicBezTo>
                    <a:pt x="1286982" y="3935631"/>
                    <a:pt x="701577" y="3638194"/>
                    <a:pt x="337583" y="3128887"/>
                  </a:cubicBezTo>
                  <a:lnTo>
                    <a:pt x="30667" y="3435803"/>
                  </a:lnTo>
                  <a:lnTo>
                    <a:pt x="30667" y="2342045"/>
                  </a:lnTo>
                  <a:lnTo>
                    <a:pt x="1124425" y="2342045"/>
                  </a:lnTo>
                  <a:lnTo>
                    <a:pt x="781340" y="2685130"/>
                  </a:lnTo>
                  <a:cubicBezTo>
                    <a:pt x="1079782" y="3180935"/>
                    <a:pt x="1667379" y="3425841"/>
                    <a:pt x="2232517" y="3287817"/>
                  </a:cubicBezTo>
                  <a:cubicBezTo>
                    <a:pt x="2810639" y="3146622"/>
                    <a:pt x="3224897" y="2638979"/>
                    <a:pt x="3247291" y="2044286"/>
                  </a:cubicBezTo>
                  <a:lnTo>
                    <a:pt x="3248876" y="2044345"/>
                  </a:lnTo>
                  <a:close/>
                  <a:moveTo>
                    <a:pt x="1958249" y="48"/>
                  </a:moveTo>
                  <a:cubicBezTo>
                    <a:pt x="2573893" y="4388"/>
                    <a:pt x="3159298" y="301825"/>
                    <a:pt x="3523293" y="811132"/>
                  </a:cubicBezTo>
                  <a:lnTo>
                    <a:pt x="3830209" y="504216"/>
                  </a:lnTo>
                  <a:lnTo>
                    <a:pt x="3830209" y="1597974"/>
                  </a:lnTo>
                  <a:lnTo>
                    <a:pt x="2736450" y="1597974"/>
                  </a:lnTo>
                  <a:lnTo>
                    <a:pt x="3079535" y="1254889"/>
                  </a:lnTo>
                  <a:cubicBezTo>
                    <a:pt x="2781093" y="759084"/>
                    <a:pt x="2193496" y="514178"/>
                    <a:pt x="1628358" y="652202"/>
                  </a:cubicBezTo>
                  <a:cubicBezTo>
                    <a:pt x="1050236" y="793397"/>
                    <a:pt x="635978" y="1301040"/>
                    <a:pt x="613584" y="1895733"/>
                  </a:cubicBezTo>
                  <a:lnTo>
                    <a:pt x="612000" y="1895674"/>
                  </a:lnTo>
                  <a:lnTo>
                    <a:pt x="612000" y="1985958"/>
                  </a:lnTo>
                  <a:lnTo>
                    <a:pt x="0" y="1985958"/>
                  </a:lnTo>
                  <a:lnTo>
                    <a:pt x="0" y="1837407"/>
                  </a:lnTo>
                  <a:lnTo>
                    <a:pt x="2787" y="1837407"/>
                  </a:lnTo>
                  <a:cubicBezTo>
                    <a:pt x="49183" y="983705"/>
                    <a:pt x="649445" y="259216"/>
                    <a:pt x="1482678" y="55715"/>
                  </a:cubicBezTo>
                  <a:cubicBezTo>
                    <a:pt x="1641057" y="17034"/>
                    <a:pt x="1800644" y="-1063"/>
                    <a:pt x="1958249" y="4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5" name="자유형: 도형 16">
              <a:extLst>
                <a:ext uri="{FF2B5EF4-FFF2-40B4-BE49-F238E27FC236}">
                  <a16:creationId xmlns:a16="http://schemas.microsoft.com/office/drawing/2014/main" id="{A1F6F3B5-823E-442B-809C-F7DFF41F2024}"/>
                </a:ext>
              </a:extLst>
            </p:cNvPr>
            <p:cNvSpPr>
              <a:spLocks noChangeAspect="1"/>
            </p:cNvSpPr>
            <p:nvPr/>
          </p:nvSpPr>
          <p:spPr>
            <a:xfrm>
              <a:off x="9028038" y="5418963"/>
              <a:ext cx="353455" cy="397548"/>
            </a:xfrm>
            <a:custGeom>
              <a:avLst/>
              <a:gdLst>
                <a:gd name="connsiteX0" fmla="*/ 1376433 w 2765122"/>
                <a:gd name="connsiteY0" fmla="*/ 2257187 h 3110058"/>
                <a:gd name="connsiteX1" fmla="*/ 1145400 w 2765122"/>
                <a:gd name="connsiteY1" fmla="*/ 2354829 h 3110058"/>
                <a:gd name="connsiteX2" fmla="*/ 1036105 w 2765122"/>
                <a:gd name="connsiteY2" fmla="*/ 2389775 h 3110058"/>
                <a:gd name="connsiteX3" fmla="*/ 1040146 w 2765122"/>
                <a:gd name="connsiteY3" fmla="*/ 2406930 h 3110058"/>
                <a:gd name="connsiteX4" fmla="*/ 1382560 w 2765122"/>
                <a:gd name="connsiteY4" fmla="*/ 2894301 h 3110058"/>
                <a:gd name="connsiteX5" fmla="*/ 1724974 w 2765122"/>
                <a:gd name="connsiteY5" fmla="*/ 2406930 h 3110058"/>
                <a:gd name="connsiteX6" fmla="*/ 1726723 w 2765122"/>
                <a:gd name="connsiteY6" fmla="*/ 2399874 h 3110058"/>
                <a:gd name="connsiteX7" fmla="*/ 1605728 w 2765122"/>
                <a:gd name="connsiteY7" fmla="*/ 2358846 h 3110058"/>
                <a:gd name="connsiteX8" fmla="*/ 1795887 w 2765122"/>
                <a:gd name="connsiteY8" fmla="*/ 2033026 h 3110058"/>
                <a:gd name="connsiteX9" fmla="*/ 1694075 w 2765122"/>
                <a:gd name="connsiteY9" fmla="*/ 2094586 h 3110058"/>
                <a:gd name="connsiteX10" fmla="*/ 1578650 w 2765122"/>
                <a:gd name="connsiteY10" fmla="*/ 2155153 h 3110058"/>
                <a:gd name="connsiteX11" fmla="*/ 1618821 w 2765122"/>
                <a:gd name="connsiteY11" fmla="*/ 2173994 h 3110058"/>
                <a:gd name="connsiteX12" fmla="*/ 1763952 w 2765122"/>
                <a:gd name="connsiteY12" fmla="*/ 2229138 h 3110058"/>
                <a:gd name="connsiteX13" fmla="*/ 1791432 w 2765122"/>
                <a:gd name="connsiteY13" fmla="*/ 2076334 h 3110058"/>
                <a:gd name="connsiteX14" fmla="*/ 969005 w 2765122"/>
                <a:gd name="connsiteY14" fmla="*/ 2030800 h 3110058"/>
                <a:gd name="connsiteX15" fmla="*/ 973688 w 2765122"/>
                <a:gd name="connsiteY15" fmla="*/ 2076334 h 3110058"/>
                <a:gd name="connsiteX16" fmla="*/ 997942 w 2765122"/>
                <a:gd name="connsiteY16" fmla="*/ 2219324 h 3110058"/>
                <a:gd name="connsiteX17" fmla="*/ 1135534 w 2765122"/>
                <a:gd name="connsiteY17" fmla="*/ 2169774 h 3110058"/>
                <a:gd name="connsiteX18" fmla="*/ 1176026 w 2765122"/>
                <a:gd name="connsiteY18" fmla="*/ 2151638 h 3110058"/>
                <a:gd name="connsiteX19" fmla="*/ 1061678 w 2765122"/>
                <a:gd name="connsiteY19" fmla="*/ 2089068 h 3110058"/>
                <a:gd name="connsiteX20" fmla="*/ 2270995 w 2765122"/>
                <a:gd name="connsiteY20" fmla="*/ 1682607 h 3110058"/>
                <a:gd name="connsiteX21" fmla="*/ 2193789 w 2765122"/>
                <a:gd name="connsiteY21" fmla="*/ 1749541 h 3110058"/>
                <a:gd name="connsiteX22" fmla="*/ 2080535 w 2765122"/>
                <a:gd name="connsiteY22" fmla="*/ 1839120 h 3110058"/>
                <a:gd name="connsiteX23" fmla="*/ 1988274 w 2765122"/>
                <a:gd name="connsiteY23" fmla="*/ 1905861 h 3110058"/>
                <a:gd name="connsiteX24" fmla="*/ 1956628 w 2765122"/>
                <a:gd name="connsiteY24" fmla="*/ 2160317 h 3110058"/>
                <a:gd name="connsiteX25" fmla="*/ 1929983 w 2765122"/>
                <a:gd name="connsiteY25" fmla="*/ 2282840 h 3110058"/>
                <a:gd name="connsiteX26" fmla="*/ 2032699 w 2765122"/>
                <a:gd name="connsiteY26" fmla="*/ 2311732 h 3110058"/>
                <a:gd name="connsiteX27" fmla="*/ 2530541 w 2765122"/>
                <a:gd name="connsiteY27" fmla="*/ 2244806 h 3110058"/>
                <a:gd name="connsiteX28" fmla="*/ 2289139 w 2765122"/>
                <a:gd name="connsiteY28" fmla="*/ 1700285 h 3110058"/>
                <a:gd name="connsiteX29" fmla="*/ 491768 w 2765122"/>
                <a:gd name="connsiteY29" fmla="*/ 1666932 h 3110058"/>
                <a:gd name="connsiteX30" fmla="*/ 473585 w 2765122"/>
                <a:gd name="connsiteY30" fmla="*/ 1684439 h 3110058"/>
                <a:gd name="connsiteX31" fmla="*/ 222717 w 2765122"/>
                <a:gd name="connsiteY31" fmla="*/ 2224664 h 3110058"/>
                <a:gd name="connsiteX32" fmla="*/ 719315 w 2765122"/>
                <a:gd name="connsiteY32" fmla="*/ 2300269 h 3110058"/>
                <a:gd name="connsiteX33" fmla="*/ 831176 w 2765122"/>
                <a:gd name="connsiteY33" fmla="*/ 2270901 h 3110058"/>
                <a:gd name="connsiteX34" fmla="*/ 808495 w 2765122"/>
                <a:gd name="connsiteY34" fmla="*/ 2160317 h 3110058"/>
                <a:gd name="connsiteX35" fmla="*/ 776012 w 2765122"/>
                <a:gd name="connsiteY35" fmla="*/ 1899134 h 3110058"/>
                <a:gd name="connsiteX36" fmla="*/ 679735 w 2765122"/>
                <a:gd name="connsiteY36" fmla="*/ 1826895 h 3110058"/>
                <a:gd name="connsiteX37" fmla="*/ 502637 w 2765122"/>
                <a:gd name="connsiteY37" fmla="*/ 1677612 h 3110058"/>
                <a:gd name="connsiteX38" fmla="*/ 2001099 w 2765122"/>
                <a:gd name="connsiteY38" fmla="*/ 1443878 h 3110058"/>
                <a:gd name="connsiteX39" fmla="*/ 2005588 w 2765122"/>
                <a:gd name="connsiteY39" fmla="*/ 1555029 h 3110058"/>
                <a:gd name="connsiteX40" fmla="*/ 2000712 w 2765122"/>
                <a:gd name="connsiteY40" fmla="*/ 1675767 h 3110058"/>
                <a:gd name="connsiteX41" fmla="*/ 2038461 w 2765122"/>
                <a:gd name="connsiteY41" fmla="*/ 1648469 h 3110058"/>
                <a:gd name="connsiteX42" fmla="*/ 2130505 w 2765122"/>
                <a:gd name="connsiteY42" fmla="*/ 1573751 h 3110058"/>
                <a:gd name="connsiteX43" fmla="*/ 2143759 w 2765122"/>
                <a:gd name="connsiteY43" fmla="*/ 1562074 h 3110058"/>
                <a:gd name="connsiteX44" fmla="*/ 2039991 w 2765122"/>
                <a:gd name="connsiteY44" fmla="*/ 1473050 h 3110058"/>
                <a:gd name="connsiteX45" fmla="*/ 764411 w 2765122"/>
                <a:gd name="connsiteY45" fmla="*/ 1434288 h 3110058"/>
                <a:gd name="connsiteX46" fmla="*/ 726661 w 2765122"/>
                <a:gd name="connsiteY46" fmla="*/ 1461587 h 3110058"/>
                <a:gd name="connsiteX47" fmla="*/ 634617 w 2765122"/>
                <a:gd name="connsiteY47" fmla="*/ 1536305 h 3110058"/>
                <a:gd name="connsiteX48" fmla="*/ 621360 w 2765122"/>
                <a:gd name="connsiteY48" fmla="*/ 1547985 h 3110058"/>
                <a:gd name="connsiteX49" fmla="*/ 725129 w 2765122"/>
                <a:gd name="connsiteY49" fmla="*/ 1637009 h 3110058"/>
                <a:gd name="connsiteX50" fmla="*/ 764024 w 2765122"/>
                <a:gd name="connsiteY50" fmla="*/ 1666183 h 3110058"/>
                <a:gd name="connsiteX51" fmla="*/ 759534 w 2765122"/>
                <a:gd name="connsiteY51" fmla="*/ 1555029 h 3110058"/>
                <a:gd name="connsiteX52" fmla="*/ 1386966 w 2765122"/>
                <a:gd name="connsiteY52" fmla="*/ 1049980 h 3110058"/>
                <a:gd name="connsiteX53" fmla="*/ 1160689 w 2765122"/>
                <a:gd name="connsiteY53" fmla="*/ 1170734 h 3110058"/>
                <a:gd name="connsiteX54" fmla="*/ 947211 w 2765122"/>
                <a:gd name="connsiteY54" fmla="*/ 1303680 h 3110058"/>
                <a:gd name="connsiteX55" fmla="*/ 938816 w 2765122"/>
                <a:gd name="connsiteY55" fmla="*/ 1555028 h 3110058"/>
                <a:gd name="connsiteX56" fmla="*/ 947046 w 2765122"/>
                <a:gd name="connsiteY56" fmla="*/ 1801432 h 3110058"/>
                <a:gd name="connsiteX57" fmla="*/ 1154015 w 2765122"/>
                <a:gd name="connsiteY57" fmla="*/ 1935392 h 3110058"/>
                <a:gd name="connsiteX58" fmla="*/ 1378151 w 2765122"/>
                <a:gd name="connsiteY58" fmla="*/ 2060078 h 3110058"/>
                <a:gd name="connsiteX59" fmla="*/ 1604433 w 2765122"/>
                <a:gd name="connsiteY59" fmla="*/ 1939321 h 3110058"/>
                <a:gd name="connsiteX60" fmla="*/ 1817909 w 2765122"/>
                <a:gd name="connsiteY60" fmla="*/ 1806377 h 3110058"/>
                <a:gd name="connsiteX61" fmla="*/ 1826304 w 2765122"/>
                <a:gd name="connsiteY61" fmla="*/ 1555028 h 3110058"/>
                <a:gd name="connsiteX62" fmla="*/ 1818074 w 2765122"/>
                <a:gd name="connsiteY62" fmla="*/ 1308628 h 3110058"/>
                <a:gd name="connsiteX63" fmla="*/ 1611105 w 2765122"/>
                <a:gd name="connsiteY63" fmla="*/ 1174667 h 3110058"/>
                <a:gd name="connsiteX64" fmla="*/ 1767179 w 2765122"/>
                <a:gd name="connsiteY64" fmla="*/ 890733 h 3110058"/>
                <a:gd name="connsiteX65" fmla="*/ 1629589 w 2765122"/>
                <a:gd name="connsiteY65" fmla="*/ 940281 h 3110058"/>
                <a:gd name="connsiteX66" fmla="*/ 1589093 w 2765122"/>
                <a:gd name="connsiteY66" fmla="*/ 958419 h 3110058"/>
                <a:gd name="connsiteX67" fmla="*/ 1703444 w 2765122"/>
                <a:gd name="connsiteY67" fmla="*/ 1020991 h 3110058"/>
                <a:gd name="connsiteX68" fmla="*/ 1796116 w 2765122"/>
                <a:gd name="connsiteY68" fmla="*/ 1079257 h 3110058"/>
                <a:gd name="connsiteX69" fmla="*/ 1791432 w 2765122"/>
                <a:gd name="connsiteY69" fmla="*/ 1033723 h 3110058"/>
                <a:gd name="connsiteX70" fmla="*/ 1001168 w 2765122"/>
                <a:gd name="connsiteY70" fmla="*/ 880921 h 3110058"/>
                <a:gd name="connsiteX71" fmla="*/ 973688 w 2765122"/>
                <a:gd name="connsiteY71" fmla="*/ 1033723 h 3110058"/>
                <a:gd name="connsiteX72" fmla="*/ 969233 w 2765122"/>
                <a:gd name="connsiteY72" fmla="*/ 1077033 h 3110058"/>
                <a:gd name="connsiteX73" fmla="*/ 1071048 w 2765122"/>
                <a:gd name="connsiteY73" fmla="*/ 1015472 h 3110058"/>
                <a:gd name="connsiteX74" fmla="*/ 1186470 w 2765122"/>
                <a:gd name="connsiteY74" fmla="*/ 954907 h 3110058"/>
                <a:gd name="connsiteX75" fmla="*/ 1146299 w 2765122"/>
                <a:gd name="connsiteY75" fmla="*/ 936065 h 3110058"/>
                <a:gd name="connsiteX76" fmla="*/ 2296662 w 2765122"/>
                <a:gd name="connsiteY76" fmla="*/ 783036 h 3110058"/>
                <a:gd name="connsiteX77" fmla="*/ 2045808 w 2765122"/>
                <a:gd name="connsiteY77" fmla="*/ 809787 h 3110058"/>
                <a:gd name="connsiteX78" fmla="*/ 1933945 w 2765122"/>
                <a:gd name="connsiteY78" fmla="*/ 839155 h 3110058"/>
                <a:gd name="connsiteX79" fmla="*/ 1956628 w 2765122"/>
                <a:gd name="connsiteY79" fmla="*/ 949742 h 3110058"/>
                <a:gd name="connsiteX80" fmla="*/ 1989111 w 2765122"/>
                <a:gd name="connsiteY80" fmla="*/ 1210925 h 3110058"/>
                <a:gd name="connsiteX81" fmla="*/ 2085387 w 2765122"/>
                <a:gd name="connsiteY81" fmla="*/ 1283163 h 3110058"/>
                <a:gd name="connsiteX82" fmla="*/ 2262485 w 2765122"/>
                <a:gd name="connsiteY82" fmla="*/ 1432446 h 3110058"/>
                <a:gd name="connsiteX83" fmla="*/ 2273353 w 2765122"/>
                <a:gd name="connsiteY83" fmla="*/ 1443125 h 3110058"/>
                <a:gd name="connsiteX84" fmla="*/ 2291537 w 2765122"/>
                <a:gd name="connsiteY84" fmla="*/ 1425616 h 3110058"/>
                <a:gd name="connsiteX85" fmla="*/ 2542406 w 2765122"/>
                <a:gd name="connsiteY85" fmla="*/ 885391 h 3110058"/>
                <a:gd name="connsiteX86" fmla="*/ 2296662 w 2765122"/>
                <a:gd name="connsiteY86" fmla="*/ 783036 h 3110058"/>
                <a:gd name="connsiteX87" fmla="*/ 482072 w 2765122"/>
                <a:gd name="connsiteY87" fmla="*/ 767202 h 3110058"/>
                <a:gd name="connsiteX88" fmla="*/ 234579 w 2765122"/>
                <a:gd name="connsiteY88" fmla="*/ 865253 h 3110058"/>
                <a:gd name="connsiteX89" fmla="*/ 475981 w 2765122"/>
                <a:gd name="connsiteY89" fmla="*/ 1409774 h 3110058"/>
                <a:gd name="connsiteX90" fmla="*/ 494126 w 2765122"/>
                <a:gd name="connsiteY90" fmla="*/ 1427453 h 3110058"/>
                <a:gd name="connsiteX91" fmla="*/ 571333 w 2765122"/>
                <a:gd name="connsiteY91" fmla="*/ 1360517 h 3110058"/>
                <a:gd name="connsiteX92" fmla="*/ 684587 w 2765122"/>
                <a:gd name="connsiteY92" fmla="*/ 1270938 h 3110058"/>
                <a:gd name="connsiteX93" fmla="*/ 776848 w 2765122"/>
                <a:gd name="connsiteY93" fmla="*/ 1204197 h 3110058"/>
                <a:gd name="connsiteX94" fmla="*/ 808495 w 2765122"/>
                <a:gd name="connsiteY94" fmla="*/ 949742 h 3110058"/>
                <a:gd name="connsiteX95" fmla="*/ 835139 w 2765122"/>
                <a:gd name="connsiteY95" fmla="*/ 827220 h 3110058"/>
                <a:gd name="connsiteX96" fmla="*/ 732420 w 2765122"/>
                <a:gd name="connsiteY96" fmla="*/ 798327 h 3110058"/>
                <a:gd name="connsiteX97" fmla="*/ 482072 w 2765122"/>
                <a:gd name="connsiteY97" fmla="*/ 767202 h 3110058"/>
                <a:gd name="connsiteX98" fmla="*/ 1382560 w 2765122"/>
                <a:gd name="connsiteY98" fmla="*/ 215755 h 3110058"/>
                <a:gd name="connsiteX99" fmla="*/ 1040146 w 2765122"/>
                <a:gd name="connsiteY99" fmla="*/ 703126 h 3110058"/>
                <a:gd name="connsiteX100" fmla="*/ 1038397 w 2765122"/>
                <a:gd name="connsiteY100" fmla="*/ 710184 h 3110058"/>
                <a:gd name="connsiteX101" fmla="*/ 1159394 w 2765122"/>
                <a:gd name="connsiteY101" fmla="*/ 751212 h 3110058"/>
                <a:gd name="connsiteX102" fmla="*/ 1388689 w 2765122"/>
                <a:gd name="connsiteY102" fmla="*/ 852872 h 3110058"/>
                <a:gd name="connsiteX103" fmla="*/ 1619722 w 2765122"/>
                <a:gd name="connsiteY103" fmla="*/ 755229 h 3110058"/>
                <a:gd name="connsiteX104" fmla="*/ 1729016 w 2765122"/>
                <a:gd name="connsiteY104" fmla="*/ 720284 h 3110058"/>
                <a:gd name="connsiteX105" fmla="*/ 1724974 w 2765122"/>
                <a:gd name="connsiteY105" fmla="*/ 703126 h 3110058"/>
                <a:gd name="connsiteX106" fmla="*/ 1382560 w 2765122"/>
                <a:gd name="connsiteY106" fmla="*/ 215755 h 3110058"/>
                <a:gd name="connsiteX107" fmla="*/ 1382561 w 2765122"/>
                <a:gd name="connsiteY107" fmla="*/ 0 h 3110058"/>
                <a:gd name="connsiteX108" fmla="*/ 1863319 w 2765122"/>
                <a:gd name="connsiteY108" fmla="*/ 565886 h 3110058"/>
                <a:gd name="connsiteX109" fmla="*/ 1892754 w 2765122"/>
                <a:gd name="connsiteY109" fmla="*/ 669221 h 3110058"/>
                <a:gd name="connsiteX110" fmla="*/ 1998805 w 2765122"/>
                <a:gd name="connsiteY110" fmla="*/ 644109 h 3110058"/>
                <a:gd name="connsiteX111" fmla="*/ 2729256 w 2765122"/>
                <a:gd name="connsiteY111" fmla="*/ 777515 h 3110058"/>
                <a:gd name="connsiteX112" fmla="*/ 2479563 w 2765122"/>
                <a:gd name="connsiteY112" fmla="*/ 1476806 h 3110058"/>
                <a:gd name="connsiteX113" fmla="*/ 2396868 w 2765122"/>
                <a:gd name="connsiteY113" fmla="*/ 1564493 h 3110058"/>
                <a:gd name="connsiteX114" fmla="*/ 2415853 w 2765122"/>
                <a:gd name="connsiteY114" fmla="*/ 1583149 h 3110058"/>
                <a:gd name="connsiteX115" fmla="*/ 2715481 w 2765122"/>
                <a:gd name="connsiteY115" fmla="*/ 2355928 h 3110058"/>
                <a:gd name="connsiteX116" fmla="*/ 1982813 w 2765122"/>
                <a:gd name="connsiteY116" fmla="*/ 2476565 h 3110058"/>
                <a:gd name="connsiteX117" fmla="*/ 1890625 w 2765122"/>
                <a:gd name="connsiteY117" fmla="*/ 2453030 h 3110058"/>
                <a:gd name="connsiteX118" fmla="*/ 1863319 w 2765122"/>
                <a:gd name="connsiteY118" fmla="*/ 2544172 h 3110058"/>
                <a:gd name="connsiteX119" fmla="*/ 1382561 w 2765122"/>
                <a:gd name="connsiteY119" fmla="*/ 3110058 h 3110058"/>
                <a:gd name="connsiteX120" fmla="*/ 901803 w 2765122"/>
                <a:gd name="connsiteY120" fmla="*/ 2544172 h 3110058"/>
                <a:gd name="connsiteX121" fmla="*/ 872368 w 2765122"/>
                <a:gd name="connsiteY121" fmla="*/ 2440837 h 3110058"/>
                <a:gd name="connsiteX122" fmla="*/ 766317 w 2765122"/>
                <a:gd name="connsiteY122" fmla="*/ 2465949 h 3110058"/>
                <a:gd name="connsiteX123" fmla="*/ 35866 w 2765122"/>
                <a:gd name="connsiteY123" fmla="*/ 2332544 h 3110058"/>
                <a:gd name="connsiteX124" fmla="*/ 285559 w 2765122"/>
                <a:gd name="connsiteY124" fmla="*/ 1633252 h 3110058"/>
                <a:gd name="connsiteX125" fmla="*/ 368254 w 2765122"/>
                <a:gd name="connsiteY125" fmla="*/ 1545565 h 3110058"/>
                <a:gd name="connsiteX126" fmla="*/ 349269 w 2765122"/>
                <a:gd name="connsiteY126" fmla="*/ 1526910 h 3110058"/>
                <a:gd name="connsiteX127" fmla="*/ 49641 w 2765122"/>
                <a:gd name="connsiteY127" fmla="*/ 754130 h 3110058"/>
                <a:gd name="connsiteX128" fmla="*/ 782309 w 2765122"/>
                <a:gd name="connsiteY128" fmla="*/ 633493 h 3110058"/>
                <a:gd name="connsiteX129" fmla="*/ 874497 w 2765122"/>
                <a:gd name="connsiteY129" fmla="*/ 657029 h 3110058"/>
                <a:gd name="connsiteX130" fmla="*/ 901803 w 2765122"/>
                <a:gd name="connsiteY130" fmla="*/ 565886 h 3110058"/>
                <a:gd name="connsiteX131" fmla="*/ 1382561 w 2765122"/>
                <a:gd name="connsiteY131" fmla="*/ 0 h 311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2765122" h="3110058">
                  <a:moveTo>
                    <a:pt x="1376433" y="2257187"/>
                  </a:moveTo>
                  <a:lnTo>
                    <a:pt x="1145400" y="2354829"/>
                  </a:lnTo>
                  <a:lnTo>
                    <a:pt x="1036105" y="2389775"/>
                  </a:lnTo>
                  <a:lnTo>
                    <a:pt x="1040146" y="2406930"/>
                  </a:lnTo>
                  <a:cubicBezTo>
                    <a:pt x="1121535" y="2704580"/>
                    <a:pt x="1244707" y="2894301"/>
                    <a:pt x="1382560" y="2894301"/>
                  </a:cubicBezTo>
                  <a:cubicBezTo>
                    <a:pt x="1520414" y="2894301"/>
                    <a:pt x="1643585" y="2704580"/>
                    <a:pt x="1724974" y="2406930"/>
                  </a:cubicBezTo>
                  <a:lnTo>
                    <a:pt x="1726723" y="2399874"/>
                  </a:lnTo>
                  <a:lnTo>
                    <a:pt x="1605728" y="2358846"/>
                  </a:lnTo>
                  <a:close/>
                  <a:moveTo>
                    <a:pt x="1795887" y="2033026"/>
                  </a:moveTo>
                  <a:lnTo>
                    <a:pt x="1694075" y="2094586"/>
                  </a:lnTo>
                  <a:lnTo>
                    <a:pt x="1578650" y="2155153"/>
                  </a:lnTo>
                  <a:lnTo>
                    <a:pt x="1618821" y="2173994"/>
                  </a:lnTo>
                  <a:lnTo>
                    <a:pt x="1763952" y="2229138"/>
                  </a:lnTo>
                  <a:lnTo>
                    <a:pt x="1791432" y="2076334"/>
                  </a:lnTo>
                  <a:close/>
                  <a:moveTo>
                    <a:pt x="969005" y="2030800"/>
                  </a:moveTo>
                  <a:lnTo>
                    <a:pt x="973688" y="2076334"/>
                  </a:lnTo>
                  <a:lnTo>
                    <a:pt x="997942" y="2219324"/>
                  </a:lnTo>
                  <a:lnTo>
                    <a:pt x="1135534" y="2169774"/>
                  </a:lnTo>
                  <a:lnTo>
                    <a:pt x="1176026" y="2151638"/>
                  </a:lnTo>
                  <a:lnTo>
                    <a:pt x="1061678" y="2089068"/>
                  </a:lnTo>
                  <a:close/>
                  <a:moveTo>
                    <a:pt x="2270995" y="1682607"/>
                  </a:moveTo>
                  <a:lnTo>
                    <a:pt x="2193789" y="1749541"/>
                  </a:lnTo>
                  <a:cubicBezTo>
                    <a:pt x="2157450" y="1779622"/>
                    <a:pt x="2119670" y="1809519"/>
                    <a:pt x="2080535" y="1839120"/>
                  </a:cubicBezTo>
                  <a:lnTo>
                    <a:pt x="1988274" y="1905861"/>
                  </a:lnTo>
                  <a:lnTo>
                    <a:pt x="1956628" y="2160317"/>
                  </a:lnTo>
                  <a:lnTo>
                    <a:pt x="1929983" y="2282840"/>
                  </a:lnTo>
                  <a:lnTo>
                    <a:pt x="2032699" y="2311732"/>
                  </a:lnTo>
                  <a:cubicBezTo>
                    <a:pt x="2281801" y="2367725"/>
                    <a:pt x="2467430" y="2349840"/>
                    <a:pt x="2530541" y="2244806"/>
                  </a:cubicBezTo>
                  <a:cubicBezTo>
                    <a:pt x="2601541" y="2126643"/>
                    <a:pt x="2502356" y="1923350"/>
                    <a:pt x="2289139" y="1700285"/>
                  </a:cubicBezTo>
                  <a:close/>
                  <a:moveTo>
                    <a:pt x="491768" y="1666932"/>
                  </a:moveTo>
                  <a:lnTo>
                    <a:pt x="473585" y="1684439"/>
                  </a:lnTo>
                  <a:cubicBezTo>
                    <a:pt x="256508" y="1903749"/>
                    <a:pt x="153790" y="2105280"/>
                    <a:pt x="222717" y="2224664"/>
                  </a:cubicBezTo>
                  <a:cubicBezTo>
                    <a:pt x="283985" y="2330784"/>
                    <a:pt x="469273" y="2351906"/>
                    <a:pt x="719315" y="2300269"/>
                  </a:cubicBezTo>
                  <a:lnTo>
                    <a:pt x="831176" y="2270901"/>
                  </a:lnTo>
                  <a:lnTo>
                    <a:pt x="808495" y="2160317"/>
                  </a:lnTo>
                  <a:lnTo>
                    <a:pt x="776012" y="1899134"/>
                  </a:lnTo>
                  <a:lnTo>
                    <a:pt x="679735" y="1826895"/>
                  </a:lnTo>
                  <a:cubicBezTo>
                    <a:pt x="616990" y="1777691"/>
                    <a:pt x="557836" y="1727770"/>
                    <a:pt x="502637" y="1677612"/>
                  </a:cubicBezTo>
                  <a:close/>
                  <a:moveTo>
                    <a:pt x="2001099" y="1443878"/>
                  </a:moveTo>
                  <a:lnTo>
                    <a:pt x="2005588" y="1555029"/>
                  </a:lnTo>
                  <a:lnTo>
                    <a:pt x="2000712" y="1675767"/>
                  </a:lnTo>
                  <a:lnTo>
                    <a:pt x="2038461" y="1648469"/>
                  </a:lnTo>
                  <a:cubicBezTo>
                    <a:pt x="2070345" y="1623579"/>
                    <a:pt x="2101053" y="1598643"/>
                    <a:pt x="2130505" y="1573751"/>
                  </a:cubicBezTo>
                  <a:lnTo>
                    <a:pt x="2143759" y="1562074"/>
                  </a:lnTo>
                  <a:lnTo>
                    <a:pt x="2039991" y="1473050"/>
                  </a:lnTo>
                  <a:close/>
                  <a:moveTo>
                    <a:pt x="764411" y="1434288"/>
                  </a:moveTo>
                  <a:lnTo>
                    <a:pt x="726661" y="1461587"/>
                  </a:lnTo>
                  <a:cubicBezTo>
                    <a:pt x="694778" y="1486477"/>
                    <a:pt x="664070" y="1511412"/>
                    <a:pt x="634617" y="1536305"/>
                  </a:cubicBezTo>
                  <a:lnTo>
                    <a:pt x="621360" y="1547985"/>
                  </a:lnTo>
                  <a:lnTo>
                    <a:pt x="725129" y="1637009"/>
                  </a:lnTo>
                  <a:lnTo>
                    <a:pt x="764024" y="1666183"/>
                  </a:lnTo>
                  <a:lnTo>
                    <a:pt x="759534" y="1555029"/>
                  </a:lnTo>
                  <a:close/>
                  <a:moveTo>
                    <a:pt x="1386966" y="1049980"/>
                  </a:moveTo>
                  <a:lnTo>
                    <a:pt x="1160689" y="1170734"/>
                  </a:lnTo>
                  <a:lnTo>
                    <a:pt x="947211" y="1303680"/>
                  </a:lnTo>
                  <a:lnTo>
                    <a:pt x="938816" y="1555028"/>
                  </a:lnTo>
                  <a:lnTo>
                    <a:pt x="947046" y="1801432"/>
                  </a:lnTo>
                  <a:lnTo>
                    <a:pt x="1154015" y="1935392"/>
                  </a:lnTo>
                  <a:lnTo>
                    <a:pt x="1378151" y="2060078"/>
                  </a:lnTo>
                  <a:lnTo>
                    <a:pt x="1604433" y="1939321"/>
                  </a:lnTo>
                  <a:lnTo>
                    <a:pt x="1817909" y="1806377"/>
                  </a:lnTo>
                  <a:lnTo>
                    <a:pt x="1826304" y="1555028"/>
                  </a:lnTo>
                  <a:lnTo>
                    <a:pt x="1818074" y="1308628"/>
                  </a:lnTo>
                  <a:lnTo>
                    <a:pt x="1611105" y="1174667"/>
                  </a:lnTo>
                  <a:close/>
                  <a:moveTo>
                    <a:pt x="1767179" y="890733"/>
                  </a:moveTo>
                  <a:lnTo>
                    <a:pt x="1629589" y="940281"/>
                  </a:lnTo>
                  <a:lnTo>
                    <a:pt x="1589093" y="958419"/>
                  </a:lnTo>
                  <a:lnTo>
                    <a:pt x="1703444" y="1020991"/>
                  </a:lnTo>
                  <a:lnTo>
                    <a:pt x="1796116" y="1079257"/>
                  </a:lnTo>
                  <a:lnTo>
                    <a:pt x="1791432" y="1033723"/>
                  </a:lnTo>
                  <a:close/>
                  <a:moveTo>
                    <a:pt x="1001168" y="880921"/>
                  </a:moveTo>
                  <a:lnTo>
                    <a:pt x="973688" y="1033723"/>
                  </a:lnTo>
                  <a:lnTo>
                    <a:pt x="969233" y="1077033"/>
                  </a:lnTo>
                  <a:lnTo>
                    <a:pt x="1071048" y="1015472"/>
                  </a:lnTo>
                  <a:lnTo>
                    <a:pt x="1186470" y="954907"/>
                  </a:lnTo>
                  <a:lnTo>
                    <a:pt x="1146299" y="936065"/>
                  </a:lnTo>
                  <a:close/>
                  <a:moveTo>
                    <a:pt x="2296662" y="783036"/>
                  </a:moveTo>
                  <a:cubicBezTo>
                    <a:pt x="2224233" y="781291"/>
                    <a:pt x="2139574" y="790423"/>
                    <a:pt x="2045808" y="809787"/>
                  </a:cubicBezTo>
                  <a:lnTo>
                    <a:pt x="1933945" y="839155"/>
                  </a:lnTo>
                  <a:lnTo>
                    <a:pt x="1956628" y="949742"/>
                  </a:lnTo>
                  <a:lnTo>
                    <a:pt x="1989111" y="1210925"/>
                  </a:lnTo>
                  <a:lnTo>
                    <a:pt x="2085387" y="1283163"/>
                  </a:lnTo>
                  <a:cubicBezTo>
                    <a:pt x="2148132" y="1332368"/>
                    <a:pt x="2207286" y="1382289"/>
                    <a:pt x="2262485" y="1432446"/>
                  </a:cubicBezTo>
                  <a:lnTo>
                    <a:pt x="2273353" y="1443125"/>
                  </a:lnTo>
                  <a:lnTo>
                    <a:pt x="2291537" y="1425616"/>
                  </a:lnTo>
                  <a:cubicBezTo>
                    <a:pt x="2508615" y="1206306"/>
                    <a:pt x="2611333" y="1004776"/>
                    <a:pt x="2542406" y="885391"/>
                  </a:cubicBezTo>
                  <a:cubicBezTo>
                    <a:pt x="2504113" y="819067"/>
                    <a:pt x="2417375" y="785944"/>
                    <a:pt x="2296662" y="783036"/>
                  </a:cubicBezTo>
                  <a:close/>
                  <a:moveTo>
                    <a:pt x="482072" y="767202"/>
                  </a:moveTo>
                  <a:cubicBezTo>
                    <a:pt x="361326" y="768003"/>
                    <a:pt x="274023" y="799606"/>
                    <a:pt x="234579" y="865253"/>
                  </a:cubicBezTo>
                  <a:cubicBezTo>
                    <a:pt x="163579" y="983417"/>
                    <a:pt x="262764" y="1186709"/>
                    <a:pt x="475981" y="1409774"/>
                  </a:cubicBezTo>
                  <a:lnTo>
                    <a:pt x="494126" y="1427453"/>
                  </a:lnTo>
                  <a:lnTo>
                    <a:pt x="571333" y="1360517"/>
                  </a:lnTo>
                  <a:cubicBezTo>
                    <a:pt x="607672" y="1330436"/>
                    <a:pt x="645452" y="1300540"/>
                    <a:pt x="684587" y="1270938"/>
                  </a:cubicBezTo>
                  <a:lnTo>
                    <a:pt x="776848" y="1204197"/>
                  </a:lnTo>
                  <a:lnTo>
                    <a:pt x="808495" y="949742"/>
                  </a:lnTo>
                  <a:lnTo>
                    <a:pt x="835139" y="827220"/>
                  </a:lnTo>
                  <a:lnTo>
                    <a:pt x="732420" y="798327"/>
                  </a:lnTo>
                  <a:cubicBezTo>
                    <a:pt x="639007" y="777329"/>
                    <a:pt x="554520" y="766721"/>
                    <a:pt x="482072" y="767202"/>
                  </a:cubicBezTo>
                  <a:close/>
                  <a:moveTo>
                    <a:pt x="1382560" y="215755"/>
                  </a:moveTo>
                  <a:cubicBezTo>
                    <a:pt x="1244707" y="215755"/>
                    <a:pt x="1121535" y="405476"/>
                    <a:pt x="1040146" y="703126"/>
                  </a:cubicBezTo>
                  <a:lnTo>
                    <a:pt x="1038397" y="710184"/>
                  </a:lnTo>
                  <a:lnTo>
                    <a:pt x="1159394" y="751212"/>
                  </a:lnTo>
                  <a:lnTo>
                    <a:pt x="1388689" y="852872"/>
                  </a:lnTo>
                  <a:lnTo>
                    <a:pt x="1619722" y="755229"/>
                  </a:lnTo>
                  <a:lnTo>
                    <a:pt x="1729016" y="720284"/>
                  </a:lnTo>
                  <a:lnTo>
                    <a:pt x="1724974" y="703126"/>
                  </a:lnTo>
                  <a:cubicBezTo>
                    <a:pt x="1643585" y="405476"/>
                    <a:pt x="1520414" y="215755"/>
                    <a:pt x="1382560" y="215755"/>
                  </a:cubicBezTo>
                  <a:close/>
                  <a:moveTo>
                    <a:pt x="1382561" y="0"/>
                  </a:moveTo>
                  <a:cubicBezTo>
                    <a:pt x="1576111" y="0"/>
                    <a:pt x="1749046" y="220285"/>
                    <a:pt x="1863319" y="565886"/>
                  </a:cubicBezTo>
                  <a:lnTo>
                    <a:pt x="1892754" y="669221"/>
                  </a:lnTo>
                  <a:lnTo>
                    <a:pt x="1998805" y="644109"/>
                  </a:lnTo>
                  <a:cubicBezTo>
                    <a:pt x="2355240" y="570272"/>
                    <a:pt x="2632481" y="609896"/>
                    <a:pt x="2729256" y="777515"/>
                  </a:cubicBezTo>
                  <a:cubicBezTo>
                    <a:pt x="2826030" y="945133"/>
                    <a:pt x="2721726" y="1205043"/>
                    <a:pt x="2479563" y="1476806"/>
                  </a:cubicBezTo>
                  <a:lnTo>
                    <a:pt x="2396868" y="1564493"/>
                  </a:lnTo>
                  <a:lnTo>
                    <a:pt x="2415853" y="1583149"/>
                  </a:lnTo>
                  <a:cubicBezTo>
                    <a:pt x="2697403" y="1884053"/>
                    <a:pt x="2823474" y="2176199"/>
                    <a:pt x="2715481" y="2355928"/>
                  </a:cubicBezTo>
                  <a:cubicBezTo>
                    <a:pt x="2615796" y="2521833"/>
                    <a:pt x="2337906" y="2556612"/>
                    <a:pt x="1982813" y="2476565"/>
                  </a:cubicBezTo>
                  <a:lnTo>
                    <a:pt x="1890625" y="2453030"/>
                  </a:lnTo>
                  <a:lnTo>
                    <a:pt x="1863319" y="2544172"/>
                  </a:lnTo>
                  <a:cubicBezTo>
                    <a:pt x="1749047" y="2889773"/>
                    <a:pt x="1576111" y="3110058"/>
                    <a:pt x="1382561" y="3110058"/>
                  </a:cubicBezTo>
                  <a:cubicBezTo>
                    <a:pt x="1189012" y="3110058"/>
                    <a:pt x="1016076" y="2889773"/>
                    <a:pt x="901803" y="2544172"/>
                  </a:cubicBezTo>
                  <a:lnTo>
                    <a:pt x="872368" y="2440837"/>
                  </a:lnTo>
                  <a:lnTo>
                    <a:pt x="766317" y="2465949"/>
                  </a:lnTo>
                  <a:cubicBezTo>
                    <a:pt x="409882" y="2539787"/>
                    <a:pt x="132641" y="2500163"/>
                    <a:pt x="35866" y="2332544"/>
                  </a:cubicBezTo>
                  <a:cubicBezTo>
                    <a:pt x="-60908" y="2164925"/>
                    <a:pt x="43396" y="1905015"/>
                    <a:pt x="285559" y="1633252"/>
                  </a:cubicBezTo>
                  <a:lnTo>
                    <a:pt x="368254" y="1545565"/>
                  </a:lnTo>
                  <a:lnTo>
                    <a:pt x="349269" y="1526910"/>
                  </a:lnTo>
                  <a:cubicBezTo>
                    <a:pt x="67719" y="1226005"/>
                    <a:pt x="-58351" y="933860"/>
                    <a:pt x="49641" y="754130"/>
                  </a:cubicBezTo>
                  <a:cubicBezTo>
                    <a:pt x="149326" y="588226"/>
                    <a:pt x="427216" y="553446"/>
                    <a:pt x="782309" y="633493"/>
                  </a:cubicBezTo>
                  <a:lnTo>
                    <a:pt x="874497" y="657029"/>
                  </a:lnTo>
                  <a:lnTo>
                    <a:pt x="901803" y="565886"/>
                  </a:lnTo>
                  <a:cubicBezTo>
                    <a:pt x="1016076" y="220285"/>
                    <a:pt x="1189012" y="0"/>
                    <a:pt x="138256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ounded Rectangle 1">
              <a:extLst>
                <a:ext uri="{FF2B5EF4-FFF2-40B4-BE49-F238E27FC236}">
                  <a16:creationId xmlns:a16="http://schemas.microsoft.com/office/drawing/2014/main" id="{9C9A370C-239C-46DD-B40B-9E055DB257F8}"/>
                </a:ext>
              </a:extLst>
            </p:cNvPr>
            <p:cNvSpPr>
              <a:spLocks noChangeAspect="1"/>
            </p:cNvSpPr>
            <p:nvPr/>
          </p:nvSpPr>
          <p:spPr>
            <a:xfrm>
              <a:off x="7496004" y="3682990"/>
              <a:ext cx="320490" cy="269438"/>
            </a:xfrm>
            <a:custGeom>
              <a:avLst/>
              <a:gdLst/>
              <a:ahLst/>
              <a:cxnLst/>
              <a:rect l="l" t="t" r="r" b="b"/>
              <a:pathLst>
                <a:path w="3985089" h="3350285">
                  <a:moveTo>
                    <a:pt x="1489879" y="1687056"/>
                  </a:moveTo>
                  <a:cubicBezTo>
                    <a:pt x="1413602" y="1687056"/>
                    <a:pt x="1351768" y="1748890"/>
                    <a:pt x="1351768" y="1825167"/>
                  </a:cubicBezTo>
                  <a:lnTo>
                    <a:pt x="1351768" y="1828965"/>
                  </a:lnTo>
                  <a:cubicBezTo>
                    <a:pt x="1351768" y="1905242"/>
                    <a:pt x="1413602" y="1967076"/>
                    <a:pt x="1489879" y="1967076"/>
                  </a:cubicBezTo>
                  <a:lnTo>
                    <a:pt x="1717713" y="1967076"/>
                  </a:lnTo>
                  <a:cubicBezTo>
                    <a:pt x="1793990" y="1967076"/>
                    <a:pt x="1855824" y="1905242"/>
                    <a:pt x="1855824" y="1828965"/>
                  </a:cubicBezTo>
                  <a:lnTo>
                    <a:pt x="1855824" y="1825167"/>
                  </a:lnTo>
                  <a:cubicBezTo>
                    <a:pt x="1855824" y="1748890"/>
                    <a:pt x="1793990" y="1687056"/>
                    <a:pt x="1717713" y="1687056"/>
                  </a:cubicBezTo>
                  <a:close/>
                  <a:moveTo>
                    <a:pt x="2281462" y="1675141"/>
                  </a:moveTo>
                  <a:cubicBezTo>
                    <a:pt x="2205185" y="1675141"/>
                    <a:pt x="2143351" y="1736975"/>
                    <a:pt x="2143351" y="1813252"/>
                  </a:cubicBezTo>
                  <a:lnTo>
                    <a:pt x="2143351" y="1817050"/>
                  </a:lnTo>
                  <a:cubicBezTo>
                    <a:pt x="2143351" y="1893327"/>
                    <a:pt x="2205185" y="1955161"/>
                    <a:pt x="2281462" y="1955161"/>
                  </a:cubicBezTo>
                  <a:lnTo>
                    <a:pt x="2509296" y="1955161"/>
                  </a:lnTo>
                  <a:cubicBezTo>
                    <a:pt x="2585573" y="1955161"/>
                    <a:pt x="2647407" y="1893327"/>
                    <a:pt x="2647407" y="1817050"/>
                  </a:cubicBezTo>
                  <a:lnTo>
                    <a:pt x="2647407" y="1813252"/>
                  </a:lnTo>
                  <a:cubicBezTo>
                    <a:pt x="2647407" y="1736975"/>
                    <a:pt x="2585573" y="1675141"/>
                    <a:pt x="2509296" y="1675141"/>
                  </a:cubicBezTo>
                  <a:close/>
                  <a:moveTo>
                    <a:pt x="2837535" y="1159396"/>
                  </a:moveTo>
                  <a:cubicBezTo>
                    <a:pt x="2731595" y="1159396"/>
                    <a:pt x="2645713" y="1245278"/>
                    <a:pt x="2645713" y="1351218"/>
                  </a:cubicBezTo>
                  <a:cubicBezTo>
                    <a:pt x="2645713" y="1457158"/>
                    <a:pt x="2731595" y="1543040"/>
                    <a:pt x="2837535" y="1543040"/>
                  </a:cubicBezTo>
                  <a:cubicBezTo>
                    <a:pt x="2943475" y="1543040"/>
                    <a:pt x="3029357" y="1457158"/>
                    <a:pt x="3029357" y="1351218"/>
                  </a:cubicBezTo>
                  <a:cubicBezTo>
                    <a:pt x="3029357" y="1245278"/>
                    <a:pt x="2943475" y="1159396"/>
                    <a:pt x="2837535" y="1159396"/>
                  </a:cubicBezTo>
                  <a:close/>
                  <a:moveTo>
                    <a:pt x="3235655" y="750352"/>
                  </a:moveTo>
                  <a:cubicBezTo>
                    <a:pt x="3129715" y="750352"/>
                    <a:pt x="3043833" y="836234"/>
                    <a:pt x="3043833" y="942174"/>
                  </a:cubicBezTo>
                  <a:cubicBezTo>
                    <a:pt x="3043833" y="1048114"/>
                    <a:pt x="3129715" y="1133996"/>
                    <a:pt x="3235655" y="1133996"/>
                  </a:cubicBezTo>
                  <a:cubicBezTo>
                    <a:pt x="3341595" y="1133996"/>
                    <a:pt x="3427477" y="1048114"/>
                    <a:pt x="3427477" y="942174"/>
                  </a:cubicBezTo>
                  <a:cubicBezTo>
                    <a:pt x="3427477" y="836234"/>
                    <a:pt x="3341595" y="750352"/>
                    <a:pt x="3235655" y="750352"/>
                  </a:cubicBezTo>
                  <a:close/>
                  <a:moveTo>
                    <a:pt x="2455585" y="750352"/>
                  </a:moveTo>
                  <a:cubicBezTo>
                    <a:pt x="2349645" y="750352"/>
                    <a:pt x="2263763" y="836234"/>
                    <a:pt x="2263763" y="942174"/>
                  </a:cubicBezTo>
                  <a:cubicBezTo>
                    <a:pt x="2263763" y="1048114"/>
                    <a:pt x="2349645" y="1133996"/>
                    <a:pt x="2455585" y="1133996"/>
                  </a:cubicBezTo>
                  <a:cubicBezTo>
                    <a:pt x="2561525" y="1133996"/>
                    <a:pt x="2647407" y="1048114"/>
                    <a:pt x="2647407" y="942174"/>
                  </a:cubicBezTo>
                  <a:cubicBezTo>
                    <a:pt x="2647407" y="836234"/>
                    <a:pt x="2561525" y="750352"/>
                    <a:pt x="2455585" y="750352"/>
                  </a:cubicBezTo>
                  <a:close/>
                  <a:moveTo>
                    <a:pt x="941776" y="640989"/>
                  </a:moveTo>
                  <a:lnTo>
                    <a:pt x="1181794" y="640989"/>
                  </a:lnTo>
                  <a:lnTo>
                    <a:pt x="1181794" y="881020"/>
                  </a:lnTo>
                  <a:lnTo>
                    <a:pt x="1421825" y="881020"/>
                  </a:lnTo>
                  <a:lnTo>
                    <a:pt x="1421825" y="1121038"/>
                  </a:lnTo>
                  <a:lnTo>
                    <a:pt x="1181794" y="1121038"/>
                  </a:lnTo>
                  <a:lnTo>
                    <a:pt x="1181794" y="1361069"/>
                  </a:lnTo>
                  <a:lnTo>
                    <a:pt x="941776" y="1361069"/>
                  </a:lnTo>
                  <a:lnTo>
                    <a:pt x="941776" y="1121038"/>
                  </a:lnTo>
                  <a:lnTo>
                    <a:pt x="701745" y="1121038"/>
                  </a:lnTo>
                  <a:lnTo>
                    <a:pt x="701745" y="881020"/>
                  </a:lnTo>
                  <a:lnTo>
                    <a:pt x="941776" y="881020"/>
                  </a:lnTo>
                  <a:close/>
                  <a:moveTo>
                    <a:pt x="1061785" y="459017"/>
                  </a:moveTo>
                  <a:cubicBezTo>
                    <a:pt x="762440" y="459017"/>
                    <a:pt x="519773" y="701684"/>
                    <a:pt x="519773" y="1001029"/>
                  </a:cubicBezTo>
                  <a:cubicBezTo>
                    <a:pt x="519773" y="1300374"/>
                    <a:pt x="762440" y="1543041"/>
                    <a:pt x="1061785" y="1543041"/>
                  </a:cubicBezTo>
                  <a:cubicBezTo>
                    <a:pt x="1361130" y="1543041"/>
                    <a:pt x="1603797" y="1300374"/>
                    <a:pt x="1603797" y="1001029"/>
                  </a:cubicBezTo>
                  <a:cubicBezTo>
                    <a:pt x="1603797" y="701684"/>
                    <a:pt x="1361130" y="459017"/>
                    <a:pt x="1061785" y="459017"/>
                  </a:cubicBezTo>
                  <a:close/>
                  <a:moveTo>
                    <a:pt x="2837535" y="359296"/>
                  </a:moveTo>
                  <a:cubicBezTo>
                    <a:pt x="2731595" y="359296"/>
                    <a:pt x="2645713" y="445178"/>
                    <a:pt x="2645713" y="551118"/>
                  </a:cubicBezTo>
                  <a:cubicBezTo>
                    <a:pt x="2645713" y="657058"/>
                    <a:pt x="2731595" y="742940"/>
                    <a:pt x="2837535" y="742940"/>
                  </a:cubicBezTo>
                  <a:cubicBezTo>
                    <a:pt x="2943475" y="742940"/>
                    <a:pt x="3029357" y="657058"/>
                    <a:pt x="3029357" y="551118"/>
                  </a:cubicBezTo>
                  <a:cubicBezTo>
                    <a:pt x="3029357" y="445178"/>
                    <a:pt x="2943475" y="359296"/>
                    <a:pt x="2837535" y="359296"/>
                  </a:cubicBezTo>
                  <a:close/>
                  <a:moveTo>
                    <a:pt x="927799" y="0"/>
                  </a:moveTo>
                  <a:lnTo>
                    <a:pt x="2978398" y="0"/>
                  </a:lnTo>
                  <a:cubicBezTo>
                    <a:pt x="3447374" y="0"/>
                    <a:pt x="3902811" y="418280"/>
                    <a:pt x="3926614" y="887256"/>
                  </a:cubicBezTo>
                  <a:cubicBezTo>
                    <a:pt x="4011721" y="1784310"/>
                    <a:pt x="4065643" y="3326870"/>
                    <a:pt x="3630620" y="3349891"/>
                  </a:cubicBezTo>
                  <a:cubicBezTo>
                    <a:pt x="3101375" y="3362701"/>
                    <a:pt x="2778421" y="2566209"/>
                    <a:pt x="2352321" y="2174369"/>
                  </a:cubicBezTo>
                  <a:lnTo>
                    <a:pt x="1572952" y="2174369"/>
                  </a:lnTo>
                  <a:cubicBezTo>
                    <a:pt x="1161652" y="2566210"/>
                    <a:pt x="901104" y="3370635"/>
                    <a:pt x="339051" y="3349892"/>
                  </a:cubicBezTo>
                  <a:cubicBezTo>
                    <a:pt x="-171518" y="3349299"/>
                    <a:pt x="45251" y="1463012"/>
                    <a:pt x="48163" y="849156"/>
                  </a:cubicBezTo>
                  <a:cubicBezTo>
                    <a:pt x="48163" y="380180"/>
                    <a:pt x="458823" y="0"/>
                    <a:pt x="92779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7" name="Oval 2">
              <a:extLst>
                <a:ext uri="{FF2B5EF4-FFF2-40B4-BE49-F238E27FC236}">
                  <a16:creationId xmlns:a16="http://schemas.microsoft.com/office/drawing/2014/main" id="{D87D4543-E180-4DF6-A62E-340B16086EE0}"/>
                </a:ext>
              </a:extLst>
            </p:cNvPr>
            <p:cNvSpPr>
              <a:spLocks noChangeAspect="1"/>
            </p:cNvSpPr>
            <p:nvPr/>
          </p:nvSpPr>
          <p:spPr>
            <a:xfrm>
              <a:off x="7501595" y="3961380"/>
              <a:ext cx="348693" cy="269437"/>
            </a:xfrm>
            <a:custGeom>
              <a:avLst/>
              <a:gdLst/>
              <a:ahLst/>
              <a:cxnLst/>
              <a:rect l="l" t="t" r="r" b="b"/>
              <a:pathLst>
                <a:path w="3949160" h="3051548">
                  <a:moveTo>
                    <a:pt x="2339911" y="638678"/>
                  </a:moveTo>
                  <a:cubicBezTo>
                    <a:pt x="3228675" y="638678"/>
                    <a:pt x="3949160" y="1138384"/>
                    <a:pt x="3949160" y="1754802"/>
                  </a:cubicBezTo>
                  <a:cubicBezTo>
                    <a:pt x="3949160" y="2075792"/>
                    <a:pt x="3753790" y="2365135"/>
                    <a:pt x="3440317" y="2567662"/>
                  </a:cubicBezTo>
                  <a:lnTo>
                    <a:pt x="3655878" y="3051548"/>
                  </a:lnTo>
                  <a:lnTo>
                    <a:pt x="2882697" y="2804439"/>
                  </a:lnTo>
                  <a:cubicBezTo>
                    <a:pt x="2713357" y="2847946"/>
                    <a:pt x="2530504" y="2870926"/>
                    <a:pt x="2339911" y="2870926"/>
                  </a:cubicBezTo>
                  <a:cubicBezTo>
                    <a:pt x="1451147" y="2870926"/>
                    <a:pt x="730662" y="2371220"/>
                    <a:pt x="730662" y="1754802"/>
                  </a:cubicBezTo>
                  <a:cubicBezTo>
                    <a:pt x="730662" y="1138384"/>
                    <a:pt x="1451147" y="638678"/>
                    <a:pt x="2339911" y="638678"/>
                  </a:cubicBezTo>
                  <a:close/>
                  <a:moveTo>
                    <a:pt x="1609249" y="0"/>
                  </a:moveTo>
                  <a:cubicBezTo>
                    <a:pt x="2214487" y="0"/>
                    <a:pt x="2741687" y="231736"/>
                    <a:pt x="3015976" y="574644"/>
                  </a:cubicBezTo>
                  <a:cubicBezTo>
                    <a:pt x="2789246" y="488504"/>
                    <a:pt x="2533611" y="440957"/>
                    <a:pt x="2263344" y="440957"/>
                  </a:cubicBezTo>
                  <a:cubicBezTo>
                    <a:pt x="1318096" y="440957"/>
                    <a:pt x="551821" y="1022559"/>
                    <a:pt x="551821" y="1740001"/>
                  </a:cubicBezTo>
                  <a:cubicBezTo>
                    <a:pt x="551821" y="1819940"/>
                    <a:pt x="561334" y="1898193"/>
                    <a:pt x="580963" y="1973803"/>
                  </a:cubicBezTo>
                  <a:cubicBezTo>
                    <a:pt x="578579" y="1972737"/>
                    <a:pt x="677277" y="2155498"/>
                    <a:pt x="675039" y="2154187"/>
                  </a:cubicBezTo>
                  <a:lnTo>
                    <a:pt x="502119" y="2089690"/>
                  </a:lnTo>
                  <a:lnTo>
                    <a:pt x="213774" y="2502637"/>
                  </a:lnTo>
                  <a:cubicBezTo>
                    <a:pt x="162937" y="2145510"/>
                    <a:pt x="82414" y="1758692"/>
                    <a:pt x="31577" y="1383752"/>
                  </a:cubicBezTo>
                  <a:cubicBezTo>
                    <a:pt x="6733" y="1307252"/>
                    <a:pt x="0" y="1197870"/>
                    <a:pt x="0" y="1116124"/>
                  </a:cubicBezTo>
                  <a:cubicBezTo>
                    <a:pt x="0" y="499706"/>
                    <a:pt x="720485" y="0"/>
                    <a:pt x="1609249"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8" name="Block Arc 5">
              <a:extLst>
                <a:ext uri="{FF2B5EF4-FFF2-40B4-BE49-F238E27FC236}">
                  <a16:creationId xmlns:a16="http://schemas.microsoft.com/office/drawing/2014/main" id="{42E01154-688D-4F5A-ACE4-7E1F6AF2E458}"/>
                </a:ext>
              </a:extLst>
            </p:cNvPr>
            <p:cNvSpPr>
              <a:spLocks noChangeAspect="1"/>
            </p:cNvSpPr>
            <p:nvPr/>
          </p:nvSpPr>
          <p:spPr>
            <a:xfrm rot="10800000">
              <a:off x="7556822" y="3332187"/>
              <a:ext cx="299221" cy="322665"/>
            </a:xfrm>
            <a:custGeom>
              <a:avLst/>
              <a:gdLst/>
              <a:ahLst/>
              <a:cxnLst/>
              <a:rect l="l" t="t" r="r" b="b"/>
              <a:pathLst>
                <a:path w="3672275" h="396395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9" name="Rounded Rectangle 9">
              <a:extLst>
                <a:ext uri="{FF2B5EF4-FFF2-40B4-BE49-F238E27FC236}">
                  <a16:creationId xmlns:a16="http://schemas.microsoft.com/office/drawing/2014/main" id="{083C078B-CB36-4448-B100-8BECDC3262A7}"/>
                </a:ext>
              </a:extLst>
            </p:cNvPr>
            <p:cNvSpPr>
              <a:spLocks noChangeAspect="1"/>
            </p:cNvSpPr>
            <p:nvPr/>
          </p:nvSpPr>
          <p:spPr>
            <a:xfrm>
              <a:off x="8516432" y="2099615"/>
              <a:ext cx="296548" cy="296548"/>
            </a:xfrm>
            <a:custGeom>
              <a:avLst/>
              <a:gdLst/>
              <a:ahLst/>
              <a:cxnLst/>
              <a:rect l="l" t="t" r="r" b="b"/>
              <a:pathLst>
                <a:path w="3960440" h="3960000">
                  <a:moveTo>
                    <a:pt x="1588743" y="1414211"/>
                  </a:moveTo>
                  <a:cubicBezTo>
                    <a:pt x="1540407" y="1411706"/>
                    <a:pt x="1506842" y="1440258"/>
                    <a:pt x="1506842" y="1478573"/>
                  </a:cubicBezTo>
                  <a:lnTo>
                    <a:pt x="1506842" y="2462752"/>
                  </a:lnTo>
                  <a:cubicBezTo>
                    <a:pt x="1506842" y="2484086"/>
                    <a:pt x="1516471" y="2503171"/>
                    <a:pt x="1532201" y="2515206"/>
                  </a:cubicBezTo>
                  <a:cubicBezTo>
                    <a:pt x="1552351" y="2541621"/>
                    <a:pt x="1589483" y="2548946"/>
                    <a:pt x="1619199" y="2531790"/>
                  </a:cubicBezTo>
                  <a:lnTo>
                    <a:pt x="2471524" y="2039700"/>
                  </a:lnTo>
                  <a:cubicBezTo>
                    <a:pt x="2509339" y="2017643"/>
                    <a:pt x="2509577" y="1945490"/>
                    <a:pt x="2464719" y="1913406"/>
                  </a:cubicBezTo>
                  <a:cubicBezTo>
                    <a:pt x="2315501" y="1808322"/>
                    <a:pt x="1748389" y="1486683"/>
                    <a:pt x="1588743" y="1414211"/>
                  </a:cubicBezTo>
                  <a:close/>
                  <a:moveTo>
                    <a:pt x="1982320" y="904379"/>
                  </a:moveTo>
                  <a:cubicBezTo>
                    <a:pt x="2575020" y="904379"/>
                    <a:pt x="3055498" y="1384857"/>
                    <a:pt x="3055498" y="1977557"/>
                  </a:cubicBezTo>
                  <a:cubicBezTo>
                    <a:pt x="3055498" y="2570257"/>
                    <a:pt x="2575020" y="3050735"/>
                    <a:pt x="1982320" y="3050735"/>
                  </a:cubicBezTo>
                  <a:cubicBezTo>
                    <a:pt x="1389620" y="3050735"/>
                    <a:pt x="909142" y="2570257"/>
                    <a:pt x="909142" y="1977557"/>
                  </a:cubicBezTo>
                  <a:cubicBezTo>
                    <a:pt x="909142" y="1384857"/>
                    <a:pt x="1389620" y="904379"/>
                    <a:pt x="1982320" y="904379"/>
                  </a:cubicBezTo>
                  <a:close/>
                  <a:moveTo>
                    <a:pt x="1982320" y="537397"/>
                  </a:moveTo>
                  <a:cubicBezTo>
                    <a:pt x="1186942" y="537397"/>
                    <a:pt x="542160" y="1182179"/>
                    <a:pt x="542160" y="1977557"/>
                  </a:cubicBezTo>
                  <a:cubicBezTo>
                    <a:pt x="542160" y="2772935"/>
                    <a:pt x="1186942" y="3417717"/>
                    <a:pt x="1982320" y="3417717"/>
                  </a:cubicBezTo>
                  <a:cubicBezTo>
                    <a:pt x="2777698" y="3417717"/>
                    <a:pt x="3422480" y="2772935"/>
                    <a:pt x="3422480" y="1977557"/>
                  </a:cubicBezTo>
                  <a:cubicBezTo>
                    <a:pt x="3422480" y="1182179"/>
                    <a:pt x="2777698" y="537397"/>
                    <a:pt x="1982320" y="537397"/>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0" name="Freeform 20">
              <a:extLst>
                <a:ext uri="{FF2B5EF4-FFF2-40B4-BE49-F238E27FC236}">
                  <a16:creationId xmlns:a16="http://schemas.microsoft.com/office/drawing/2014/main" id="{F28508A6-2707-40ED-98D7-03C1932691BA}"/>
                </a:ext>
              </a:extLst>
            </p:cNvPr>
            <p:cNvSpPr>
              <a:spLocks noChangeAspect="1"/>
            </p:cNvSpPr>
            <p:nvPr/>
          </p:nvSpPr>
          <p:spPr>
            <a:xfrm flipH="1">
              <a:off x="7608791" y="4297323"/>
              <a:ext cx="336694" cy="323742"/>
            </a:xfrm>
            <a:custGeom>
              <a:avLst/>
              <a:gdLst/>
              <a:ahLst/>
              <a:cxnLst/>
              <a:rect l="l" t="t" r="r" b="b"/>
              <a:pathLst>
                <a:path w="3948393" h="3817544">
                  <a:moveTo>
                    <a:pt x="1888045" y="2370407"/>
                  </a:moveTo>
                  <a:lnTo>
                    <a:pt x="1180379" y="2998560"/>
                  </a:lnTo>
                  <a:lnTo>
                    <a:pt x="695350" y="2712314"/>
                  </a:lnTo>
                  <a:lnTo>
                    <a:pt x="703301" y="3014463"/>
                  </a:lnTo>
                  <a:lnTo>
                    <a:pt x="1888044" y="3817544"/>
                  </a:lnTo>
                  <a:cubicBezTo>
                    <a:pt x="1885393" y="3356368"/>
                    <a:pt x="1874793" y="2911096"/>
                    <a:pt x="1888045" y="2370407"/>
                  </a:cubicBezTo>
                  <a:close/>
                  <a:moveTo>
                    <a:pt x="2059390" y="2370407"/>
                  </a:moveTo>
                  <a:cubicBezTo>
                    <a:pt x="2072642" y="2911096"/>
                    <a:pt x="2062042" y="3356368"/>
                    <a:pt x="2059391" y="3817544"/>
                  </a:cubicBezTo>
                  <a:lnTo>
                    <a:pt x="3244134" y="3014463"/>
                  </a:lnTo>
                  <a:lnTo>
                    <a:pt x="3252085" y="2712314"/>
                  </a:lnTo>
                  <a:lnTo>
                    <a:pt x="2767056" y="2998560"/>
                  </a:lnTo>
                  <a:close/>
                  <a:moveTo>
                    <a:pt x="733907" y="1451867"/>
                  </a:moveTo>
                  <a:lnTo>
                    <a:pt x="0" y="2113471"/>
                  </a:lnTo>
                  <a:lnTo>
                    <a:pt x="1170450" y="2848461"/>
                  </a:lnTo>
                  <a:lnTo>
                    <a:pt x="1919327" y="2170968"/>
                  </a:lnTo>
                  <a:close/>
                  <a:moveTo>
                    <a:pt x="3206900" y="1451867"/>
                  </a:moveTo>
                  <a:lnTo>
                    <a:pt x="2021479" y="2170968"/>
                  </a:lnTo>
                  <a:lnTo>
                    <a:pt x="2770356" y="2848461"/>
                  </a:lnTo>
                  <a:lnTo>
                    <a:pt x="3940806" y="2113471"/>
                  </a:lnTo>
                  <a:close/>
                  <a:moveTo>
                    <a:pt x="1195981" y="0"/>
                  </a:moveTo>
                  <a:lnTo>
                    <a:pt x="10560" y="719101"/>
                  </a:lnTo>
                  <a:lnTo>
                    <a:pt x="759438" y="1396594"/>
                  </a:lnTo>
                  <a:lnTo>
                    <a:pt x="1929887" y="661605"/>
                  </a:lnTo>
                  <a:close/>
                  <a:moveTo>
                    <a:pt x="2762973" y="0"/>
                  </a:moveTo>
                  <a:lnTo>
                    <a:pt x="2029067" y="661605"/>
                  </a:lnTo>
                  <a:lnTo>
                    <a:pt x="3199516" y="1396594"/>
                  </a:lnTo>
                  <a:lnTo>
                    <a:pt x="3948393" y="71910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31" name="Donut 93">
            <a:extLst>
              <a:ext uri="{FF2B5EF4-FFF2-40B4-BE49-F238E27FC236}">
                <a16:creationId xmlns:a16="http://schemas.microsoft.com/office/drawing/2014/main" id="{0315BCAD-63A7-487F-9761-42B651CD051C}"/>
              </a:ext>
            </a:extLst>
          </p:cNvPr>
          <p:cNvSpPr/>
          <p:nvPr/>
        </p:nvSpPr>
        <p:spPr>
          <a:xfrm>
            <a:off x="7350231" y="1734252"/>
            <a:ext cx="4243993" cy="4243993"/>
          </a:xfrm>
          <a:prstGeom prst="donut">
            <a:avLst>
              <a:gd name="adj" fmla="val 14003"/>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solidFill>
                <a:schemeClr val="tx1"/>
              </a:solidFill>
            </a:endParaRPr>
          </a:p>
        </p:txBody>
      </p:sp>
      <p:sp>
        <p:nvSpPr>
          <p:cNvPr id="32" name="TextBox 31">
            <a:extLst>
              <a:ext uri="{FF2B5EF4-FFF2-40B4-BE49-F238E27FC236}">
                <a16:creationId xmlns:a16="http://schemas.microsoft.com/office/drawing/2014/main" id="{3229ED16-E476-4E17-A34C-B1B46D12815D}"/>
              </a:ext>
            </a:extLst>
          </p:cNvPr>
          <p:cNvSpPr txBox="1"/>
          <p:nvPr/>
        </p:nvSpPr>
        <p:spPr>
          <a:xfrm>
            <a:off x="8705632" y="4148811"/>
            <a:ext cx="164463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Content  Here</a:t>
            </a:r>
            <a:endParaRPr lang="ko-KR" altLang="en-US" sz="1400" b="1" dirty="0">
              <a:solidFill>
                <a:schemeClr val="tx1">
                  <a:lumMod val="75000"/>
                  <a:lumOff val="25000"/>
                </a:schemeClr>
              </a:solidFill>
              <a:cs typeface="Arial" pitchFamily="34" charset="0"/>
            </a:endParaRPr>
          </a:p>
        </p:txBody>
      </p:sp>
      <p:grpSp>
        <p:nvGrpSpPr>
          <p:cNvPr id="33" name="Group 32">
            <a:extLst>
              <a:ext uri="{FF2B5EF4-FFF2-40B4-BE49-F238E27FC236}">
                <a16:creationId xmlns:a16="http://schemas.microsoft.com/office/drawing/2014/main" id="{009BFDD0-4923-4D76-A2E0-18E0CC660462}"/>
              </a:ext>
            </a:extLst>
          </p:cNvPr>
          <p:cNvGrpSpPr/>
          <p:nvPr/>
        </p:nvGrpSpPr>
        <p:grpSpPr>
          <a:xfrm>
            <a:off x="7907899" y="2308624"/>
            <a:ext cx="3597749" cy="4951423"/>
            <a:chOff x="7907899" y="2308624"/>
            <a:chExt cx="3597749" cy="4951423"/>
          </a:xfrm>
        </p:grpSpPr>
        <p:sp>
          <p:nvSpPr>
            <p:cNvPr id="34" name="자유형: 도형 96">
              <a:extLst>
                <a:ext uri="{FF2B5EF4-FFF2-40B4-BE49-F238E27FC236}">
                  <a16:creationId xmlns:a16="http://schemas.microsoft.com/office/drawing/2014/main" id="{FBC0F355-2D4B-4EBE-838F-0690108AA72F}"/>
                </a:ext>
              </a:extLst>
            </p:cNvPr>
            <p:cNvSpPr/>
            <p:nvPr/>
          </p:nvSpPr>
          <p:spPr>
            <a:xfrm rot="8348922">
              <a:off x="11198871" y="4958370"/>
              <a:ext cx="306777" cy="2301677"/>
            </a:xfrm>
            <a:custGeom>
              <a:avLst/>
              <a:gdLst>
                <a:gd name="connsiteX0" fmla="*/ 0 w 281140"/>
                <a:gd name="connsiteY0" fmla="*/ 2109328 h 2109330"/>
                <a:gd name="connsiteX1" fmla="*/ 0 w 281140"/>
                <a:gd name="connsiteY1" fmla="*/ 0 h 2109330"/>
                <a:gd name="connsiteX2" fmla="*/ 281140 w 281140"/>
                <a:gd name="connsiteY2" fmla="*/ 243113 h 2109330"/>
                <a:gd name="connsiteX3" fmla="*/ 281140 w 281140"/>
                <a:gd name="connsiteY3" fmla="*/ 2109330 h 2109330"/>
              </a:gdLst>
              <a:ahLst/>
              <a:cxnLst>
                <a:cxn ang="0">
                  <a:pos x="connsiteX0" y="connsiteY0"/>
                </a:cxn>
                <a:cxn ang="0">
                  <a:pos x="connsiteX1" y="connsiteY1"/>
                </a:cxn>
                <a:cxn ang="0">
                  <a:pos x="connsiteX2" y="connsiteY2"/>
                </a:cxn>
                <a:cxn ang="0">
                  <a:pos x="connsiteX3" y="connsiteY3"/>
                </a:cxn>
              </a:cxnLst>
              <a:rect l="l" t="t" r="r" b="b"/>
              <a:pathLst>
                <a:path w="281140" h="2109330">
                  <a:moveTo>
                    <a:pt x="0" y="2109328"/>
                  </a:moveTo>
                  <a:lnTo>
                    <a:pt x="0" y="0"/>
                  </a:lnTo>
                  <a:lnTo>
                    <a:pt x="281140" y="243113"/>
                  </a:lnTo>
                  <a:lnTo>
                    <a:pt x="281140" y="210933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1"/>
            </a:p>
          </p:txBody>
        </p:sp>
        <p:sp>
          <p:nvSpPr>
            <p:cNvPr id="35" name="Donut 4">
              <a:extLst>
                <a:ext uri="{FF2B5EF4-FFF2-40B4-BE49-F238E27FC236}">
                  <a16:creationId xmlns:a16="http://schemas.microsoft.com/office/drawing/2014/main" id="{3152BDFF-172A-43EE-8C1E-F67F44872127}"/>
                </a:ext>
              </a:extLst>
            </p:cNvPr>
            <p:cNvSpPr/>
            <p:nvPr/>
          </p:nvSpPr>
          <p:spPr>
            <a:xfrm>
              <a:off x="7907899" y="2308624"/>
              <a:ext cx="3099805" cy="3099806"/>
            </a:xfrm>
            <a:prstGeom prst="donut">
              <a:avLst>
                <a:gd name="adj" fmla="val 3665"/>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solidFill>
                  <a:schemeClr val="tx1"/>
                </a:solidFill>
              </a:endParaRPr>
            </a:p>
          </p:txBody>
        </p:sp>
        <p:sp>
          <p:nvSpPr>
            <p:cNvPr id="36" name="Round Same Side Corner Rectangle 5">
              <a:extLst>
                <a:ext uri="{FF2B5EF4-FFF2-40B4-BE49-F238E27FC236}">
                  <a16:creationId xmlns:a16="http://schemas.microsoft.com/office/drawing/2014/main" id="{2FBB1A01-C531-4B1F-9261-E0AEC7CD7387}"/>
                </a:ext>
              </a:extLst>
            </p:cNvPr>
            <p:cNvSpPr/>
            <p:nvPr/>
          </p:nvSpPr>
          <p:spPr>
            <a:xfrm rot="8399802">
              <a:off x="10257449" y="4979836"/>
              <a:ext cx="498891" cy="307559"/>
            </a:xfrm>
            <a:prstGeom prst="round2SameRect">
              <a:avLst>
                <a:gd name="adj1" fmla="val 31004"/>
                <a:gd name="adj2" fmla="val 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37" name="Group 36">
            <a:extLst>
              <a:ext uri="{FF2B5EF4-FFF2-40B4-BE49-F238E27FC236}">
                <a16:creationId xmlns:a16="http://schemas.microsoft.com/office/drawing/2014/main" id="{96275C19-BA54-4650-B131-3F27D4E65004}"/>
              </a:ext>
            </a:extLst>
          </p:cNvPr>
          <p:cNvGrpSpPr/>
          <p:nvPr/>
        </p:nvGrpSpPr>
        <p:grpSpPr>
          <a:xfrm>
            <a:off x="8045579" y="2409380"/>
            <a:ext cx="2811142" cy="2844985"/>
            <a:chOff x="8045579" y="2409380"/>
            <a:chExt cx="2811142" cy="2844985"/>
          </a:xfrm>
        </p:grpSpPr>
        <p:sp>
          <p:nvSpPr>
            <p:cNvPr id="38" name="Freeform 43">
              <a:extLst>
                <a:ext uri="{FF2B5EF4-FFF2-40B4-BE49-F238E27FC236}">
                  <a16:creationId xmlns:a16="http://schemas.microsoft.com/office/drawing/2014/main" id="{D5FFF734-6862-424E-A388-EF245D0D57E5}"/>
                </a:ext>
              </a:extLst>
            </p:cNvPr>
            <p:cNvSpPr>
              <a:spLocks/>
            </p:cNvSpPr>
            <p:nvPr/>
          </p:nvSpPr>
          <p:spPr>
            <a:xfrm>
              <a:off x="10509374" y="3444941"/>
              <a:ext cx="343339" cy="343339"/>
            </a:xfrm>
            <a:custGeom>
              <a:avLst/>
              <a:gdLst/>
              <a:ahLst/>
              <a:cxnLst/>
              <a:rect l="l" t="t" r="r" b="b"/>
              <a:pathLst>
                <a:path w="2376266" h="2700265">
                  <a:moveTo>
                    <a:pt x="1656387" y="1972892"/>
                  </a:moveTo>
                  <a:cubicBezTo>
                    <a:pt x="1611887" y="1973356"/>
                    <a:pt x="1563385" y="2005080"/>
                    <a:pt x="1534629" y="2057337"/>
                  </a:cubicBezTo>
                  <a:cubicBezTo>
                    <a:pt x="1496288" y="2127013"/>
                    <a:pt x="1507568" y="2206808"/>
                    <a:pt x="1559826" y="2235565"/>
                  </a:cubicBezTo>
                  <a:cubicBezTo>
                    <a:pt x="1612084" y="2264320"/>
                    <a:pt x="1685527" y="2231149"/>
                    <a:pt x="1723869" y="2161473"/>
                  </a:cubicBezTo>
                  <a:cubicBezTo>
                    <a:pt x="1762211" y="2091796"/>
                    <a:pt x="1750931" y="2012000"/>
                    <a:pt x="1698673" y="1983245"/>
                  </a:cubicBezTo>
                  <a:cubicBezTo>
                    <a:pt x="1685608" y="1976055"/>
                    <a:pt x="1671220" y="1972736"/>
                    <a:pt x="1656387" y="1972892"/>
                  </a:cubicBezTo>
                  <a:close/>
                  <a:moveTo>
                    <a:pt x="312688" y="1634792"/>
                  </a:moveTo>
                  <a:cubicBezTo>
                    <a:pt x="281116" y="1626772"/>
                    <a:pt x="249981" y="1631172"/>
                    <a:pt x="226763" y="1649891"/>
                  </a:cubicBezTo>
                  <a:cubicBezTo>
                    <a:pt x="180329" y="1687329"/>
                    <a:pt x="183153" y="1767868"/>
                    <a:pt x="233071" y="1829780"/>
                  </a:cubicBezTo>
                  <a:cubicBezTo>
                    <a:pt x="282989" y="1891692"/>
                    <a:pt x="361097" y="1911533"/>
                    <a:pt x="407532" y="1874094"/>
                  </a:cubicBezTo>
                  <a:cubicBezTo>
                    <a:pt x="453966" y="1836657"/>
                    <a:pt x="451142" y="1756118"/>
                    <a:pt x="401224" y="1694205"/>
                  </a:cubicBezTo>
                  <a:cubicBezTo>
                    <a:pt x="376265" y="1663249"/>
                    <a:pt x="344258" y="1642811"/>
                    <a:pt x="312688" y="1634792"/>
                  </a:cubicBezTo>
                  <a:close/>
                  <a:moveTo>
                    <a:pt x="1869299" y="1519920"/>
                  </a:moveTo>
                  <a:cubicBezTo>
                    <a:pt x="1824865" y="1522388"/>
                    <a:pt x="1777842" y="1556264"/>
                    <a:pt x="1751468" y="1609764"/>
                  </a:cubicBezTo>
                  <a:cubicBezTo>
                    <a:pt x="1716305" y="1681096"/>
                    <a:pt x="1731168" y="1760303"/>
                    <a:pt x="1784668" y="1786676"/>
                  </a:cubicBezTo>
                  <a:cubicBezTo>
                    <a:pt x="1838168" y="1813049"/>
                    <a:pt x="1910044" y="1776602"/>
                    <a:pt x="1945208" y="1705269"/>
                  </a:cubicBezTo>
                  <a:cubicBezTo>
                    <a:pt x="1980371" y="1633937"/>
                    <a:pt x="1965508" y="1554730"/>
                    <a:pt x="1912008" y="1528357"/>
                  </a:cubicBezTo>
                  <a:cubicBezTo>
                    <a:pt x="1898633" y="1521764"/>
                    <a:pt x="1884109" y="1519097"/>
                    <a:pt x="1869299" y="1519920"/>
                  </a:cubicBezTo>
                  <a:close/>
                  <a:moveTo>
                    <a:pt x="741251" y="1329992"/>
                  </a:moveTo>
                  <a:cubicBezTo>
                    <a:pt x="709680" y="1321974"/>
                    <a:pt x="678544" y="1326372"/>
                    <a:pt x="655326" y="1345092"/>
                  </a:cubicBezTo>
                  <a:cubicBezTo>
                    <a:pt x="608892" y="1382530"/>
                    <a:pt x="611716" y="1463069"/>
                    <a:pt x="661634" y="1524981"/>
                  </a:cubicBezTo>
                  <a:cubicBezTo>
                    <a:pt x="711552" y="1586893"/>
                    <a:pt x="789660" y="1606734"/>
                    <a:pt x="836094" y="1569294"/>
                  </a:cubicBezTo>
                  <a:cubicBezTo>
                    <a:pt x="882529" y="1531856"/>
                    <a:pt x="879704" y="1451317"/>
                    <a:pt x="829787" y="1389406"/>
                  </a:cubicBezTo>
                  <a:cubicBezTo>
                    <a:pt x="804828" y="1358450"/>
                    <a:pt x="772822" y="1338012"/>
                    <a:pt x="741251" y="1329992"/>
                  </a:cubicBezTo>
                  <a:close/>
                  <a:moveTo>
                    <a:pt x="2079316" y="1065457"/>
                  </a:moveTo>
                  <a:cubicBezTo>
                    <a:pt x="2035146" y="1070876"/>
                    <a:pt x="1990481" y="1107807"/>
                    <a:pt x="1967725" y="1162943"/>
                  </a:cubicBezTo>
                  <a:cubicBezTo>
                    <a:pt x="1937386" y="1236457"/>
                    <a:pt x="1957487" y="1314499"/>
                    <a:pt x="2012623" y="1337253"/>
                  </a:cubicBezTo>
                  <a:cubicBezTo>
                    <a:pt x="2067759" y="1360009"/>
                    <a:pt x="2137051" y="1318860"/>
                    <a:pt x="2167391" y="1245345"/>
                  </a:cubicBezTo>
                  <a:cubicBezTo>
                    <a:pt x="2197730" y="1171831"/>
                    <a:pt x="2177629" y="1093789"/>
                    <a:pt x="2122493" y="1071035"/>
                  </a:cubicBezTo>
                  <a:cubicBezTo>
                    <a:pt x="2108709" y="1065345"/>
                    <a:pt x="2094040" y="1063650"/>
                    <a:pt x="2079316" y="1065457"/>
                  </a:cubicBezTo>
                  <a:close/>
                  <a:moveTo>
                    <a:pt x="0" y="654162"/>
                  </a:moveTo>
                  <a:lnTo>
                    <a:pt x="1082073" y="1244384"/>
                  </a:lnTo>
                  <a:lnTo>
                    <a:pt x="1121421" y="2700265"/>
                  </a:lnTo>
                  <a:lnTo>
                    <a:pt x="4918" y="1923139"/>
                  </a:lnTo>
                  <a:cubicBezTo>
                    <a:pt x="3279" y="1498508"/>
                    <a:pt x="1639" y="1073875"/>
                    <a:pt x="0" y="654162"/>
                  </a:cubicBezTo>
                  <a:close/>
                  <a:moveTo>
                    <a:pt x="2375644" y="688592"/>
                  </a:moveTo>
                  <a:lnTo>
                    <a:pt x="2360889" y="1967406"/>
                  </a:lnTo>
                  <a:lnTo>
                    <a:pt x="1293570" y="2700265"/>
                  </a:lnTo>
                  <a:lnTo>
                    <a:pt x="1249303" y="1239466"/>
                  </a:lnTo>
                  <a:close/>
                  <a:moveTo>
                    <a:pt x="1214923" y="371219"/>
                  </a:moveTo>
                  <a:cubicBezTo>
                    <a:pt x="1197013" y="368793"/>
                    <a:pt x="1177834" y="369067"/>
                    <a:pt x="1158247" y="372480"/>
                  </a:cubicBezTo>
                  <a:cubicBezTo>
                    <a:pt x="1079899" y="386133"/>
                    <a:pt x="1024686" y="444836"/>
                    <a:pt x="1034926" y="503598"/>
                  </a:cubicBezTo>
                  <a:cubicBezTo>
                    <a:pt x="1045165" y="562359"/>
                    <a:pt x="1116980" y="598927"/>
                    <a:pt x="1195328" y="585274"/>
                  </a:cubicBezTo>
                  <a:cubicBezTo>
                    <a:pt x="1273676" y="571621"/>
                    <a:pt x="1328889" y="512918"/>
                    <a:pt x="1318650" y="454156"/>
                  </a:cubicBezTo>
                  <a:cubicBezTo>
                    <a:pt x="1310970" y="410086"/>
                    <a:pt x="1268654" y="378499"/>
                    <a:pt x="1214923" y="371219"/>
                  </a:cubicBezTo>
                  <a:close/>
                  <a:moveTo>
                    <a:pt x="1185985" y="0"/>
                  </a:moveTo>
                  <a:lnTo>
                    <a:pt x="2376266" y="506608"/>
                  </a:lnTo>
                  <a:lnTo>
                    <a:pt x="1161392" y="1101748"/>
                  </a:lnTo>
                  <a:lnTo>
                    <a:pt x="10460" y="49185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39" name="Rectangle 15">
              <a:extLst>
                <a:ext uri="{FF2B5EF4-FFF2-40B4-BE49-F238E27FC236}">
                  <a16:creationId xmlns:a16="http://schemas.microsoft.com/office/drawing/2014/main" id="{39952090-A2AE-4DA8-A3DA-62986F260D10}"/>
                </a:ext>
              </a:extLst>
            </p:cNvPr>
            <p:cNvSpPr>
              <a:spLocks/>
            </p:cNvSpPr>
            <p:nvPr/>
          </p:nvSpPr>
          <p:spPr>
            <a:xfrm>
              <a:off x="8174482" y="4174830"/>
              <a:ext cx="392828" cy="392828"/>
            </a:xfrm>
            <a:custGeom>
              <a:avLst/>
              <a:gdLst/>
              <a:ahLst/>
              <a:cxnLst/>
              <a:rect l="l" t="t" r="r" b="b"/>
              <a:pathLst>
                <a:path w="4088964" h="4259405">
                  <a:moveTo>
                    <a:pt x="1480605" y="2231940"/>
                  </a:moveTo>
                  <a:lnTo>
                    <a:pt x="1199818" y="2044620"/>
                  </a:lnTo>
                  <a:lnTo>
                    <a:pt x="761621" y="2687221"/>
                  </a:lnTo>
                  <a:cubicBezTo>
                    <a:pt x="501536" y="2652619"/>
                    <a:pt x="265323" y="2467912"/>
                    <a:pt x="39127" y="2272940"/>
                  </a:cubicBezTo>
                  <a:cubicBezTo>
                    <a:pt x="-80639" y="2070133"/>
                    <a:pt x="269496" y="1743507"/>
                    <a:pt x="374515" y="1494038"/>
                  </a:cubicBezTo>
                  <a:lnTo>
                    <a:pt x="93728" y="1306717"/>
                  </a:lnTo>
                  <a:lnTo>
                    <a:pt x="1091841" y="1312633"/>
                  </a:lnTo>
                  <a:close/>
                  <a:moveTo>
                    <a:pt x="2759566" y="226796"/>
                  </a:moveTo>
                  <a:cubicBezTo>
                    <a:pt x="2331051" y="377379"/>
                    <a:pt x="2150002" y="492309"/>
                    <a:pt x="1991062" y="643648"/>
                  </a:cubicBezTo>
                  <a:lnTo>
                    <a:pt x="1463599" y="1446568"/>
                  </a:lnTo>
                  <a:lnTo>
                    <a:pt x="610317" y="909936"/>
                  </a:lnTo>
                  <a:cubicBezTo>
                    <a:pt x="810411" y="627556"/>
                    <a:pt x="1020899" y="239191"/>
                    <a:pt x="1244930" y="61882"/>
                  </a:cubicBezTo>
                  <a:cubicBezTo>
                    <a:pt x="1491876" y="-75367"/>
                    <a:pt x="1697752" y="31605"/>
                    <a:pt x="2759566" y="226796"/>
                  </a:cubicBezTo>
                  <a:close/>
                  <a:moveTo>
                    <a:pt x="1722488" y="3820535"/>
                  </a:moveTo>
                  <a:cubicBezTo>
                    <a:pt x="1376925" y="3801485"/>
                    <a:pt x="936112" y="3830060"/>
                    <a:pt x="666750" y="3734810"/>
                  </a:cubicBezTo>
                  <a:cubicBezTo>
                    <a:pt x="419100" y="3598835"/>
                    <a:pt x="400050" y="3367610"/>
                    <a:pt x="0" y="2364860"/>
                  </a:cubicBezTo>
                  <a:cubicBezTo>
                    <a:pt x="355600" y="2647435"/>
                    <a:pt x="549276" y="2739510"/>
                    <a:pt x="762000" y="2793485"/>
                  </a:cubicBezTo>
                  <a:lnTo>
                    <a:pt x="1722487" y="2812535"/>
                  </a:lnTo>
                  <a:close/>
                  <a:moveTo>
                    <a:pt x="3605396" y="869465"/>
                  </a:moveTo>
                  <a:lnTo>
                    <a:pt x="3069019" y="1711228"/>
                  </a:lnTo>
                  <a:lnTo>
                    <a:pt x="2083849" y="1550906"/>
                  </a:lnTo>
                  <a:lnTo>
                    <a:pt x="2391902" y="1412941"/>
                  </a:lnTo>
                  <a:lnTo>
                    <a:pt x="2081217" y="699900"/>
                  </a:lnTo>
                  <a:cubicBezTo>
                    <a:pt x="2248971" y="498156"/>
                    <a:pt x="2531081" y="396532"/>
                    <a:pt x="2816547" y="308854"/>
                  </a:cubicBezTo>
                  <a:cubicBezTo>
                    <a:pt x="3051986" y="315439"/>
                    <a:pt x="3142075" y="785719"/>
                    <a:pt x="3297344" y="1007430"/>
                  </a:cubicBezTo>
                  <a:close/>
                  <a:moveTo>
                    <a:pt x="3222215" y="3788662"/>
                  </a:moveTo>
                  <a:cubicBezTo>
                    <a:pt x="3089072" y="3954283"/>
                    <a:pt x="2662122" y="3869088"/>
                    <a:pt x="2413930" y="3921936"/>
                  </a:cubicBezTo>
                  <a:lnTo>
                    <a:pt x="2420658" y="4259405"/>
                  </a:lnTo>
                  <a:lnTo>
                    <a:pt x="1855155" y="3436926"/>
                  </a:lnTo>
                  <a:lnTo>
                    <a:pt x="2387428" y="2592563"/>
                  </a:lnTo>
                  <a:lnTo>
                    <a:pt x="2394156" y="2930032"/>
                  </a:lnTo>
                  <a:lnTo>
                    <a:pt x="3171906" y="2922431"/>
                  </a:lnTo>
                  <a:cubicBezTo>
                    <a:pt x="3292132" y="3155642"/>
                    <a:pt x="3275533" y="3455038"/>
                    <a:pt x="3244786" y="3752078"/>
                  </a:cubicBezTo>
                  <a:cubicBezTo>
                    <a:pt x="3238662" y="3765464"/>
                    <a:pt x="3231091" y="3777620"/>
                    <a:pt x="3222215" y="3788662"/>
                  </a:cubicBezTo>
                  <a:close/>
                  <a:moveTo>
                    <a:pt x="3948285" y="2834020"/>
                  </a:moveTo>
                  <a:cubicBezTo>
                    <a:pt x="3833022" y="3018741"/>
                    <a:pt x="3639730" y="3281008"/>
                    <a:pt x="3342579" y="3731662"/>
                  </a:cubicBezTo>
                  <a:cubicBezTo>
                    <a:pt x="3371271" y="3278367"/>
                    <a:pt x="3336159" y="3066813"/>
                    <a:pt x="3258895" y="2861397"/>
                  </a:cubicBezTo>
                  <a:lnTo>
                    <a:pt x="2725671" y="2062291"/>
                  </a:lnTo>
                  <a:lnTo>
                    <a:pt x="3552883" y="1486284"/>
                  </a:lnTo>
                  <a:cubicBezTo>
                    <a:pt x="3734716" y="1780754"/>
                    <a:pt x="4010062" y="2126176"/>
                    <a:pt x="4085819" y="2401657"/>
                  </a:cubicBezTo>
                  <a:cubicBezTo>
                    <a:pt x="4100783" y="2542124"/>
                    <a:pt x="4063549" y="2649298"/>
                    <a:pt x="3948285" y="283402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0" name="Rectangle 1">
              <a:extLst>
                <a:ext uri="{FF2B5EF4-FFF2-40B4-BE49-F238E27FC236}">
                  <a16:creationId xmlns:a16="http://schemas.microsoft.com/office/drawing/2014/main" id="{C9A03E33-5D13-4BFE-9600-571F01E84D19}"/>
                </a:ext>
              </a:extLst>
            </p:cNvPr>
            <p:cNvSpPr>
              <a:spLocks noChangeAspect="1"/>
            </p:cNvSpPr>
            <p:nvPr/>
          </p:nvSpPr>
          <p:spPr>
            <a:xfrm>
              <a:off x="9225535" y="2409380"/>
              <a:ext cx="393582" cy="392828"/>
            </a:xfrm>
            <a:custGeom>
              <a:avLst/>
              <a:gdLst/>
              <a:ahLst/>
              <a:cxnLst/>
              <a:rect l="l" t="t" r="r" b="b"/>
              <a:pathLst>
                <a:path w="4020621" h="4012920">
                  <a:moveTo>
                    <a:pt x="780213" y="3724888"/>
                  </a:moveTo>
                  <a:lnTo>
                    <a:pt x="2868445" y="3724888"/>
                  </a:lnTo>
                  <a:lnTo>
                    <a:pt x="2868445" y="4012920"/>
                  </a:lnTo>
                  <a:lnTo>
                    <a:pt x="780213" y="4012920"/>
                  </a:lnTo>
                  <a:close/>
                  <a:moveTo>
                    <a:pt x="4020621" y="2152587"/>
                  </a:moveTo>
                  <a:lnTo>
                    <a:pt x="4020621" y="3448731"/>
                  </a:lnTo>
                  <a:lnTo>
                    <a:pt x="3903908" y="3386593"/>
                  </a:lnTo>
                  <a:lnTo>
                    <a:pt x="3903908" y="2214725"/>
                  </a:lnTo>
                  <a:close/>
                  <a:moveTo>
                    <a:pt x="1582587" y="1544569"/>
                  </a:moveTo>
                  <a:cubicBezTo>
                    <a:pt x="1525677" y="1652847"/>
                    <a:pt x="1434945" y="1739939"/>
                    <a:pt x="1324158" y="1792547"/>
                  </a:cubicBezTo>
                  <a:lnTo>
                    <a:pt x="1790243" y="1792547"/>
                  </a:lnTo>
                  <a:cubicBezTo>
                    <a:pt x="1708293" y="1721838"/>
                    <a:pt x="1638004" y="1638154"/>
                    <a:pt x="1582587" y="1544569"/>
                  </a:cubicBezTo>
                  <a:close/>
                  <a:moveTo>
                    <a:pt x="1238323" y="1312673"/>
                  </a:moveTo>
                  <a:cubicBezTo>
                    <a:pt x="1173622" y="1312673"/>
                    <a:pt x="1121172" y="1365123"/>
                    <a:pt x="1121172" y="1429824"/>
                  </a:cubicBezTo>
                  <a:cubicBezTo>
                    <a:pt x="1121172" y="1494525"/>
                    <a:pt x="1173622" y="1546975"/>
                    <a:pt x="1238323" y="1546975"/>
                  </a:cubicBezTo>
                  <a:cubicBezTo>
                    <a:pt x="1303024" y="1546975"/>
                    <a:pt x="1355474" y="1494525"/>
                    <a:pt x="1355474" y="1429824"/>
                  </a:cubicBezTo>
                  <a:cubicBezTo>
                    <a:pt x="1355474" y="1365123"/>
                    <a:pt x="1303024" y="1312673"/>
                    <a:pt x="1238323" y="1312673"/>
                  </a:cubicBezTo>
                  <a:close/>
                  <a:moveTo>
                    <a:pt x="870057" y="1312673"/>
                  </a:moveTo>
                  <a:cubicBezTo>
                    <a:pt x="805356" y="1312673"/>
                    <a:pt x="752906" y="1365123"/>
                    <a:pt x="752906" y="1429824"/>
                  </a:cubicBezTo>
                  <a:cubicBezTo>
                    <a:pt x="752906" y="1494525"/>
                    <a:pt x="805356" y="1546975"/>
                    <a:pt x="870057" y="1546975"/>
                  </a:cubicBezTo>
                  <a:cubicBezTo>
                    <a:pt x="934758" y="1546975"/>
                    <a:pt x="987208" y="1494525"/>
                    <a:pt x="987208" y="1429824"/>
                  </a:cubicBezTo>
                  <a:cubicBezTo>
                    <a:pt x="987208" y="1365123"/>
                    <a:pt x="934758" y="1312673"/>
                    <a:pt x="870057" y="1312673"/>
                  </a:cubicBezTo>
                  <a:close/>
                  <a:moveTo>
                    <a:pt x="2775838" y="1127627"/>
                  </a:moveTo>
                  <a:cubicBezTo>
                    <a:pt x="2666578" y="1127627"/>
                    <a:pt x="2578006" y="1216199"/>
                    <a:pt x="2578006" y="1325459"/>
                  </a:cubicBezTo>
                  <a:cubicBezTo>
                    <a:pt x="2578006" y="1434719"/>
                    <a:pt x="2666578" y="1523291"/>
                    <a:pt x="2775838" y="1523291"/>
                  </a:cubicBezTo>
                  <a:cubicBezTo>
                    <a:pt x="2885098" y="1523291"/>
                    <a:pt x="2973670" y="1434719"/>
                    <a:pt x="2973670" y="1325459"/>
                  </a:cubicBezTo>
                  <a:cubicBezTo>
                    <a:pt x="2973670" y="1216199"/>
                    <a:pt x="2885098" y="1127627"/>
                    <a:pt x="2775838" y="1127627"/>
                  </a:cubicBezTo>
                  <a:close/>
                  <a:moveTo>
                    <a:pt x="2153949" y="1127627"/>
                  </a:moveTo>
                  <a:cubicBezTo>
                    <a:pt x="2044689" y="1127627"/>
                    <a:pt x="1956117" y="1216199"/>
                    <a:pt x="1956117" y="1325459"/>
                  </a:cubicBezTo>
                  <a:cubicBezTo>
                    <a:pt x="1956117" y="1434719"/>
                    <a:pt x="2044689" y="1523291"/>
                    <a:pt x="2153949" y="1523291"/>
                  </a:cubicBezTo>
                  <a:cubicBezTo>
                    <a:pt x="2263209" y="1523291"/>
                    <a:pt x="2351781" y="1434719"/>
                    <a:pt x="2351781" y="1325459"/>
                  </a:cubicBezTo>
                  <a:cubicBezTo>
                    <a:pt x="2351781" y="1216199"/>
                    <a:pt x="2263209" y="1127627"/>
                    <a:pt x="2153949" y="1127627"/>
                  </a:cubicBezTo>
                  <a:close/>
                  <a:moveTo>
                    <a:pt x="1238323" y="956510"/>
                  </a:moveTo>
                  <a:cubicBezTo>
                    <a:pt x="1173622" y="956510"/>
                    <a:pt x="1121172" y="1008960"/>
                    <a:pt x="1121172" y="1073661"/>
                  </a:cubicBezTo>
                  <a:cubicBezTo>
                    <a:pt x="1121172" y="1138362"/>
                    <a:pt x="1173622" y="1190812"/>
                    <a:pt x="1238323" y="1190812"/>
                  </a:cubicBezTo>
                  <a:cubicBezTo>
                    <a:pt x="1303024" y="1190812"/>
                    <a:pt x="1355474" y="1138362"/>
                    <a:pt x="1355474" y="1073661"/>
                  </a:cubicBezTo>
                  <a:cubicBezTo>
                    <a:pt x="1355474" y="1008960"/>
                    <a:pt x="1303024" y="956510"/>
                    <a:pt x="1238323" y="956510"/>
                  </a:cubicBezTo>
                  <a:close/>
                  <a:moveTo>
                    <a:pt x="870057" y="956510"/>
                  </a:moveTo>
                  <a:cubicBezTo>
                    <a:pt x="805356" y="956510"/>
                    <a:pt x="752906" y="1008960"/>
                    <a:pt x="752906" y="1073661"/>
                  </a:cubicBezTo>
                  <a:cubicBezTo>
                    <a:pt x="752906" y="1138362"/>
                    <a:pt x="805356" y="1190812"/>
                    <a:pt x="870057" y="1190812"/>
                  </a:cubicBezTo>
                  <a:cubicBezTo>
                    <a:pt x="934758" y="1190812"/>
                    <a:pt x="987208" y="1138362"/>
                    <a:pt x="987208" y="1073661"/>
                  </a:cubicBezTo>
                  <a:cubicBezTo>
                    <a:pt x="987208" y="1008960"/>
                    <a:pt x="934758" y="956510"/>
                    <a:pt x="870057" y="956510"/>
                  </a:cubicBezTo>
                  <a:close/>
                  <a:moveTo>
                    <a:pt x="2775838" y="526176"/>
                  </a:moveTo>
                  <a:cubicBezTo>
                    <a:pt x="2666578" y="526176"/>
                    <a:pt x="2578006" y="614748"/>
                    <a:pt x="2578006" y="724008"/>
                  </a:cubicBezTo>
                  <a:cubicBezTo>
                    <a:pt x="2578006" y="833268"/>
                    <a:pt x="2666578" y="921840"/>
                    <a:pt x="2775838" y="921840"/>
                  </a:cubicBezTo>
                  <a:cubicBezTo>
                    <a:pt x="2885098" y="921840"/>
                    <a:pt x="2973670" y="833268"/>
                    <a:pt x="2973670" y="724008"/>
                  </a:cubicBezTo>
                  <a:cubicBezTo>
                    <a:pt x="2973670" y="614748"/>
                    <a:pt x="2885098" y="526176"/>
                    <a:pt x="2775838" y="526176"/>
                  </a:cubicBezTo>
                  <a:close/>
                  <a:moveTo>
                    <a:pt x="2153949" y="526176"/>
                  </a:moveTo>
                  <a:cubicBezTo>
                    <a:pt x="2044689" y="526176"/>
                    <a:pt x="1956117" y="614748"/>
                    <a:pt x="1956117" y="724008"/>
                  </a:cubicBezTo>
                  <a:cubicBezTo>
                    <a:pt x="1956117" y="833268"/>
                    <a:pt x="2044689" y="921840"/>
                    <a:pt x="2153949" y="921840"/>
                  </a:cubicBezTo>
                  <a:cubicBezTo>
                    <a:pt x="2263209" y="921840"/>
                    <a:pt x="2351781" y="833268"/>
                    <a:pt x="2351781" y="724008"/>
                  </a:cubicBezTo>
                  <a:cubicBezTo>
                    <a:pt x="2351781" y="614748"/>
                    <a:pt x="2263209" y="526176"/>
                    <a:pt x="2153949" y="526176"/>
                  </a:cubicBezTo>
                  <a:close/>
                  <a:moveTo>
                    <a:pt x="2464893" y="0"/>
                  </a:moveTo>
                  <a:cubicBezTo>
                    <a:pt x="3030837" y="0"/>
                    <a:pt x="3489626" y="458789"/>
                    <a:pt x="3489626" y="1024733"/>
                  </a:cubicBezTo>
                  <a:cubicBezTo>
                    <a:pt x="3489626" y="1442455"/>
                    <a:pt x="3239684" y="1801800"/>
                    <a:pt x="2880320" y="1959209"/>
                  </a:cubicBezTo>
                  <a:lnTo>
                    <a:pt x="2880320" y="2008571"/>
                  </a:lnTo>
                  <a:lnTo>
                    <a:pt x="3250857" y="2008571"/>
                  </a:lnTo>
                  <a:lnTo>
                    <a:pt x="3250857" y="2359970"/>
                  </a:lnTo>
                  <a:lnTo>
                    <a:pt x="3437294" y="2359970"/>
                  </a:lnTo>
                  <a:lnTo>
                    <a:pt x="3437294" y="2360694"/>
                  </a:lnTo>
                  <a:lnTo>
                    <a:pt x="3852060" y="2233461"/>
                  </a:lnTo>
                  <a:lnTo>
                    <a:pt x="3852060" y="3367858"/>
                  </a:lnTo>
                  <a:lnTo>
                    <a:pt x="3437294" y="3240624"/>
                  </a:lnTo>
                  <a:lnTo>
                    <a:pt x="3437294" y="3241349"/>
                  </a:lnTo>
                  <a:lnTo>
                    <a:pt x="3250857" y="3241349"/>
                  </a:lnTo>
                  <a:lnTo>
                    <a:pt x="3250857" y="3633063"/>
                  </a:lnTo>
                  <a:lnTo>
                    <a:pt x="298529" y="3633063"/>
                  </a:lnTo>
                  <a:lnTo>
                    <a:pt x="298529" y="2431730"/>
                  </a:lnTo>
                  <a:lnTo>
                    <a:pt x="0" y="2008571"/>
                  </a:lnTo>
                  <a:lnTo>
                    <a:pt x="298529" y="2008571"/>
                  </a:lnTo>
                  <a:lnTo>
                    <a:pt x="792088" y="2008571"/>
                  </a:lnTo>
                  <a:lnTo>
                    <a:pt x="792088" y="1796817"/>
                  </a:lnTo>
                  <a:cubicBezTo>
                    <a:pt x="587745" y="1700755"/>
                    <a:pt x="447370" y="1492642"/>
                    <a:pt x="447370" y="1251742"/>
                  </a:cubicBezTo>
                  <a:cubicBezTo>
                    <a:pt x="447370" y="916605"/>
                    <a:pt x="719053" y="644923"/>
                    <a:pt x="1054190" y="644923"/>
                  </a:cubicBezTo>
                  <a:cubicBezTo>
                    <a:pt x="1212753" y="644923"/>
                    <a:pt x="1357112" y="705740"/>
                    <a:pt x="1463939" y="806702"/>
                  </a:cubicBezTo>
                  <a:cubicBezTo>
                    <a:pt x="1563407" y="345444"/>
                    <a:pt x="1973809" y="0"/>
                    <a:pt x="2464893"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1" name="Trapezoid 11">
              <a:extLst>
                <a:ext uri="{FF2B5EF4-FFF2-40B4-BE49-F238E27FC236}">
                  <a16:creationId xmlns:a16="http://schemas.microsoft.com/office/drawing/2014/main" id="{3DD1CF70-6406-4C32-BF96-0C20604B317A}"/>
                </a:ext>
              </a:extLst>
            </p:cNvPr>
            <p:cNvSpPr>
              <a:spLocks noChangeAspect="1"/>
            </p:cNvSpPr>
            <p:nvPr/>
          </p:nvSpPr>
          <p:spPr>
            <a:xfrm rot="9900000">
              <a:off x="10073915" y="2714730"/>
              <a:ext cx="351357" cy="423598"/>
            </a:xfrm>
            <a:custGeom>
              <a:avLst/>
              <a:gdLst/>
              <a:ahLst/>
              <a:cxnLst/>
              <a:rect l="l" t="t" r="r" b="b"/>
              <a:pathLst>
                <a:path w="3370953" h="4064034">
                  <a:moveTo>
                    <a:pt x="307836" y="3226369"/>
                  </a:moveTo>
                  <a:lnTo>
                    <a:pt x="307836" y="2810144"/>
                  </a:lnTo>
                  <a:lnTo>
                    <a:pt x="1258549" y="2810144"/>
                  </a:lnTo>
                  <a:lnTo>
                    <a:pt x="1331954" y="2516524"/>
                  </a:lnTo>
                  <a:lnTo>
                    <a:pt x="1639161" y="2516524"/>
                  </a:lnTo>
                  <a:lnTo>
                    <a:pt x="1806826" y="1890788"/>
                  </a:lnTo>
                  <a:cubicBezTo>
                    <a:pt x="1709407" y="1836984"/>
                    <a:pt x="1651662" y="1730051"/>
                    <a:pt x="1660897" y="1618049"/>
                  </a:cubicBezTo>
                  <a:lnTo>
                    <a:pt x="497736" y="946498"/>
                  </a:lnTo>
                  <a:lnTo>
                    <a:pt x="415801" y="1252284"/>
                  </a:lnTo>
                  <a:cubicBezTo>
                    <a:pt x="388670" y="1353539"/>
                    <a:pt x="284592" y="1413628"/>
                    <a:pt x="183338" y="1386497"/>
                  </a:cubicBezTo>
                  <a:lnTo>
                    <a:pt x="0" y="1337372"/>
                  </a:lnTo>
                  <a:lnTo>
                    <a:pt x="358348" y="0"/>
                  </a:lnTo>
                  <a:lnTo>
                    <a:pt x="541685" y="49125"/>
                  </a:lnTo>
                  <a:cubicBezTo>
                    <a:pt x="642940" y="76256"/>
                    <a:pt x="703029" y="180334"/>
                    <a:pt x="675898" y="281588"/>
                  </a:cubicBezTo>
                  <a:lnTo>
                    <a:pt x="574914" y="658466"/>
                  </a:lnTo>
                  <a:lnTo>
                    <a:pt x="1826395" y="1381009"/>
                  </a:lnTo>
                  <a:cubicBezTo>
                    <a:pt x="1885142" y="1352063"/>
                    <a:pt x="1954182" y="1344264"/>
                    <a:pt x="2022379" y="1362537"/>
                  </a:cubicBezTo>
                  <a:cubicBezTo>
                    <a:pt x="2176035" y="1403709"/>
                    <a:pt x="2267221" y="1561647"/>
                    <a:pt x="2226049" y="1715303"/>
                  </a:cubicBezTo>
                  <a:cubicBezTo>
                    <a:pt x="2207347" y="1785100"/>
                    <a:pt x="2164552" y="1842007"/>
                    <a:pt x="2108323" y="1878457"/>
                  </a:cubicBezTo>
                  <a:lnTo>
                    <a:pt x="1937353" y="2516524"/>
                  </a:lnTo>
                  <a:lnTo>
                    <a:pt x="2236046" y="2516524"/>
                  </a:lnTo>
                  <a:lnTo>
                    <a:pt x="2309451" y="2810144"/>
                  </a:lnTo>
                  <a:lnTo>
                    <a:pt x="2828116" y="2810144"/>
                  </a:lnTo>
                  <a:lnTo>
                    <a:pt x="2828116" y="2930119"/>
                  </a:lnTo>
                  <a:lnTo>
                    <a:pt x="2945247" y="2930119"/>
                  </a:lnTo>
                  <a:lnTo>
                    <a:pt x="3109201" y="2856867"/>
                  </a:lnTo>
                  <a:cubicBezTo>
                    <a:pt x="3112004" y="2849082"/>
                    <a:pt x="3119624" y="2844415"/>
                    <a:pt x="3128335" y="2844415"/>
                  </a:cubicBezTo>
                  <a:lnTo>
                    <a:pt x="3223771" y="2844415"/>
                  </a:lnTo>
                  <a:cubicBezTo>
                    <a:pt x="3236949" y="2844415"/>
                    <a:pt x="3247631" y="2855097"/>
                    <a:pt x="3247631" y="2868275"/>
                  </a:cubicBezTo>
                  <a:lnTo>
                    <a:pt x="3247631" y="3606750"/>
                  </a:lnTo>
                  <a:cubicBezTo>
                    <a:pt x="3247631" y="3619928"/>
                    <a:pt x="3236949" y="3630610"/>
                    <a:pt x="3223771" y="3630610"/>
                  </a:cubicBezTo>
                  <a:lnTo>
                    <a:pt x="3128335" y="3630610"/>
                  </a:lnTo>
                  <a:cubicBezTo>
                    <a:pt x="3120852" y="3630610"/>
                    <a:pt x="3114174" y="3627166"/>
                    <a:pt x="3110472" y="3621230"/>
                  </a:cubicBezTo>
                  <a:lnTo>
                    <a:pt x="3110472" y="3624351"/>
                  </a:lnTo>
                  <a:lnTo>
                    <a:pt x="2954172" y="3554518"/>
                  </a:lnTo>
                  <a:lnTo>
                    <a:pt x="2954172" y="3558788"/>
                  </a:lnTo>
                  <a:lnTo>
                    <a:pt x="2828116" y="3558788"/>
                  </a:lnTo>
                  <a:lnTo>
                    <a:pt x="2828116" y="3630610"/>
                  </a:lnTo>
                  <a:lnTo>
                    <a:pt x="2038337" y="3226369"/>
                  </a:lnTo>
                  <a:close/>
                  <a:moveTo>
                    <a:pt x="77048" y="4064034"/>
                  </a:moveTo>
                  <a:lnTo>
                    <a:pt x="77048" y="3342578"/>
                  </a:lnTo>
                  <a:lnTo>
                    <a:pt x="2050947" y="3342578"/>
                  </a:lnTo>
                  <a:lnTo>
                    <a:pt x="3370953" y="4058524"/>
                  </a:lnTo>
                  <a:lnTo>
                    <a:pt x="3370953" y="406403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2" name="Rectangle 3">
              <a:extLst>
                <a:ext uri="{FF2B5EF4-FFF2-40B4-BE49-F238E27FC236}">
                  <a16:creationId xmlns:a16="http://schemas.microsoft.com/office/drawing/2014/main" id="{5905C8AA-7159-4608-899A-6C22426D61BE}"/>
                </a:ext>
              </a:extLst>
            </p:cNvPr>
            <p:cNvSpPr/>
            <p:nvPr/>
          </p:nvSpPr>
          <p:spPr>
            <a:xfrm rot="3600000">
              <a:off x="8507130" y="4424299"/>
              <a:ext cx="162074" cy="478539"/>
            </a:xfrm>
            <a:custGeom>
              <a:avLst/>
              <a:gdLst/>
              <a:ahLst/>
              <a:cxnLst/>
              <a:rect l="l" t="t" r="r" b="b"/>
              <a:pathLst>
                <a:path w="1327763" h="3920353">
                  <a:moveTo>
                    <a:pt x="483881" y="2840232"/>
                  </a:moveTo>
                  <a:lnTo>
                    <a:pt x="843881" y="2840232"/>
                  </a:lnTo>
                  <a:lnTo>
                    <a:pt x="843881" y="3920353"/>
                  </a:lnTo>
                  <a:lnTo>
                    <a:pt x="483881" y="3920353"/>
                  </a:lnTo>
                  <a:close/>
                  <a:moveTo>
                    <a:pt x="757697" y="168239"/>
                  </a:moveTo>
                  <a:lnTo>
                    <a:pt x="757697" y="384263"/>
                  </a:lnTo>
                  <a:lnTo>
                    <a:pt x="930062" y="384263"/>
                  </a:lnTo>
                  <a:lnTo>
                    <a:pt x="930062" y="168239"/>
                  </a:lnTo>
                  <a:close/>
                  <a:moveTo>
                    <a:pt x="432932" y="168239"/>
                  </a:moveTo>
                  <a:lnTo>
                    <a:pt x="432932" y="384263"/>
                  </a:lnTo>
                  <a:lnTo>
                    <a:pt x="605297" y="384263"/>
                  </a:lnTo>
                  <a:lnTo>
                    <a:pt x="605297" y="168239"/>
                  </a:lnTo>
                  <a:close/>
                  <a:moveTo>
                    <a:pt x="168643" y="0"/>
                  </a:moveTo>
                  <a:lnTo>
                    <a:pt x="1159119" y="0"/>
                  </a:lnTo>
                  <a:lnTo>
                    <a:pt x="1159119" y="539093"/>
                  </a:lnTo>
                  <a:lnTo>
                    <a:pt x="1327763" y="539093"/>
                  </a:lnTo>
                  <a:lnTo>
                    <a:pt x="1327763" y="2245406"/>
                  </a:lnTo>
                  <a:lnTo>
                    <a:pt x="1318300" y="2245406"/>
                  </a:lnTo>
                  <a:lnTo>
                    <a:pt x="1127664" y="2719000"/>
                  </a:lnTo>
                  <a:lnTo>
                    <a:pt x="200100" y="2719000"/>
                  </a:lnTo>
                  <a:lnTo>
                    <a:pt x="9464" y="2245406"/>
                  </a:lnTo>
                  <a:lnTo>
                    <a:pt x="0" y="2245406"/>
                  </a:lnTo>
                  <a:lnTo>
                    <a:pt x="0" y="539093"/>
                  </a:lnTo>
                  <a:lnTo>
                    <a:pt x="168643" y="53909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43" name="Rectangle 15">
              <a:extLst>
                <a:ext uri="{FF2B5EF4-FFF2-40B4-BE49-F238E27FC236}">
                  <a16:creationId xmlns:a16="http://schemas.microsoft.com/office/drawing/2014/main" id="{61DFCD4A-250D-4565-B9BF-3EB2727DFC08}"/>
                </a:ext>
              </a:extLst>
            </p:cNvPr>
            <p:cNvSpPr>
              <a:spLocks noChangeAspect="1"/>
            </p:cNvSpPr>
            <p:nvPr/>
          </p:nvSpPr>
          <p:spPr>
            <a:xfrm>
              <a:off x="8045579" y="3848133"/>
              <a:ext cx="330939" cy="260933"/>
            </a:xfrm>
            <a:custGeom>
              <a:avLst/>
              <a:gdLst/>
              <a:ahLst/>
              <a:cxnLst/>
              <a:rect l="l" t="t" r="r" b="b"/>
              <a:pathLst>
                <a:path w="3744416" h="2952328">
                  <a:moveTo>
                    <a:pt x="184806" y="576064"/>
                  </a:moveTo>
                  <a:lnTo>
                    <a:pt x="895314" y="576064"/>
                  </a:lnTo>
                  <a:cubicBezTo>
                    <a:pt x="997380" y="576064"/>
                    <a:pt x="1080120" y="658804"/>
                    <a:pt x="1080120" y="760870"/>
                  </a:cubicBezTo>
                  <a:lnTo>
                    <a:pt x="1080120" y="792088"/>
                  </a:lnTo>
                  <a:lnTo>
                    <a:pt x="3312368" y="792088"/>
                  </a:lnTo>
                  <a:lnTo>
                    <a:pt x="3312368" y="2952328"/>
                  </a:lnTo>
                  <a:lnTo>
                    <a:pt x="0" y="2952328"/>
                  </a:lnTo>
                  <a:lnTo>
                    <a:pt x="0" y="1072569"/>
                  </a:lnTo>
                  <a:lnTo>
                    <a:pt x="0" y="792088"/>
                  </a:lnTo>
                  <a:lnTo>
                    <a:pt x="0" y="760870"/>
                  </a:lnTo>
                  <a:cubicBezTo>
                    <a:pt x="0" y="658804"/>
                    <a:pt x="82740" y="576064"/>
                    <a:pt x="184806" y="576064"/>
                  </a:cubicBezTo>
                  <a:close/>
                  <a:moveTo>
                    <a:pt x="616854" y="0"/>
                  </a:moveTo>
                  <a:lnTo>
                    <a:pt x="1327362" y="0"/>
                  </a:lnTo>
                  <a:cubicBezTo>
                    <a:pt x="1429428" y="0"/>
                    <a:pt x="1512168" y="82740"/>
                    <a:pt x="1512168" y="184806"/>
                  </a:cubicBezTo>
                  <a:lnTo>
                    <a:pt x="1512168" y="216024"/>
                  </a:lnTo>
                  <a:lnTo>
                    <a:pt x="3744416" y="216024"/>
                  </a:lnTo>
                  <a:lnTo>
                    <a:pt x="3744416" y="2376264"/>
                  </a:lnTo>
                  <a:lnTo>
                    <a:pt x="3464768" y="2376264"/>
                  </a:lnTo>
                  <a:lnTo>
                    <a:pt x="3464768" y="648072"/>
                  </a:lnTo>
                  <a:lnTo>
                    <a:pt x="1232520" y="648072"/>
                  </a:lnTo>
                  <a:lnTo>
                    <a:pt x="1232520" y="616854"/>
                  </a:lnTo>
                  <a:cubicBezTo>
                    <a:pt x="1232520" y="514788"/>
                    <a:pt x="1149780" y="432048"/>
                    <a:pt x="1047714" y="432048"/>
                  </a:cubicBezTo>
                  <a:lnTo>
                    <a:pt x="432048" y="432048"/>
                  </a:lnTo>
                  <a:lnTo>
                    <a:pt x="432048" y="216024"/>
                  </a:lnTo>
                  <a:lnTo>
                    <a:pt x="432048" y="184806"/>
                  </a:lnTo>
                  <a:cubicBezTo>
                    <a:pt x="432048" y="82740"/>
                    <a:pt x="514788" y="0"/>
                    <a:pt x="61685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4" name="Donut 2">
              <a:extLst>
                <a:ext uri="{FF2B5EF4-FFF2-40B4-BE49-F238E27FC236}">
                  <a16:creationId xmlns:a16="http://schemas.microsoft.com/office/drawing/2014/main" id="{077F0151-42C6-4168-9205-DCA71719DA31}"/>
                </a:ext>
              </a:extLst>
            </p:cNvPr>
            <p:cNvSpPr>
              <a:spLocks noChangeAspect="1"/>
            </p:cNvSpPr>
            <p:nvPr/>
          </p:nvSpPr>
          <p:spPr>
            <a:xfrm>
              <a:off x="9003511" y="4923426"/>
              <a:ext cx="304410" cy="330939"/>
            </a:xfrm>
            <a:custGeom>
              <a:avLst/>
              <a:gdLst/>
              <a:ahLst/>
              <a:cxnLst/>
              <a:rect l="l" t="t" r="r" b="b"/>
              <a:pathLst>
                <a:path w="3708000" h="4031150">
                  <a:moveTo>
                    <a:pt x="2226025" y="2078010"/>
                  </a:moveTo>
                  <a:lnTo>
                    <a:pt x="1976753" y="2339372"/>
                  </a:lnTo>
                  <a:lnTo>
                    <a:pt x="1976910" y="2339581"/>
                  </a:lnTo>
                  <a:lnTo>
                    <a:pt x="1976204" y="2339948"/>
                  </a:lnTo>
                  <a:lnTo>
                    <a:pt x="1975656" y="2340523"/>
                  </a:lnTo>
                  <a:lnTo>
                    <a:pt x="1975499" y="2340314"/>
                  </a:lnTo>
                  <a:lnTo>
                    <a:pt x="1688579" y="2489240"/>
                  </a:lnTo>
                  <a:cubicBezTo>
                    <a:pt x="1740712" y="2519877"/>
                    <a:pt x="1801557" y="2536438"/>
                    <a:pt x="1866270" y="2536438"/>
                  </a:cubicBezTo>
                  <a:cubicBezTo>
                    <a:pt x="2071258" y="2536438"/>
                    <a:pt x="2237434" y="2370262"/>
                    <a:pt x="2237434" y="2165274"/>
                  </a:cubicBezTo>
                  <a:cubicBezTo>
                    <a:pt x="2237434" y="2135129"/>
                    <a:pt x="2233840" y="2105822"/>
                    <a:pt x="2226025" y="2078010"/>
                  </a:cubicBezTo>
                  <a:close/>
                  <a:moveTo>
                    <a:pt x="1866270" y="1794110"/>
                  </a:moveTo>
                  <a:cubicBezTo>
                    <a:pt x="1661282" y="1794110"/>
                    <a:pt x="1495106" y="1960286"/>
                    <a:pt x="1495106" y="2165274"/>
                  </a:cubicBezTo>
                  <a:cubicBezTo>
                    <a:pt x="1495106" y="2194876"/>
                    <a:pt x="1498572" y="2223668"/>
                    <a:pt x="1506052" y="2251046"/>
                  </a:cubicBezTo>
                  <a:lnTo>
                    <a:pt x="1731247" y="2014929"/>
                  </a:lnTo>
                  <a:lnTo>
                    <a:pt x="1731090" y="2014720"/>
                  </a:lnTo>
                  <a:lnTo>
                    <a:pt x="1731796" y="2014353"/>
                  </a:lnTo>
                  <a:lnTo>
                    <a:pt x="1732344" y="2013778"/>
                  </a:lnTo>
                  <a:lnTo>
                    <a:pt x="1732501" y="2013987"/>
                  </a:lnTo>
                  <a:lnTo>
                    <a:pt x="2054335" y="1846939"/>
                  </a:lnTo>
                  <a:cubicBezTo>
                    <a:pt x="1999773" y="1812909"/>
                    <a:pt x="1935217" y="1794110"/>
                    <a:pt x="1866270" y="1794110"/>
                  </a:cubicBezTo>
                  <a:close/>
                  <a:moveTo>
                    <a:pt x="1866270" y="1281021"/>
                  </a:moveTo>
                  <a:lnTo>
                    <a:pt x="1995916" y="1728077"/>
                  </a:lnTo>
                  <a:cubicBezTo>
                    <a:pt x="2049420" y="1742880"/>
                    <a:pt x="2098387" y="1768442"/>
                    <a:pt x="2141027" y="1801941"/>
                  </a:cubicBezTo>
                  <a:lnTo>
                    <a:pt x="2830781" y="1443923"/>
                  </a:lnTo>
                  <a:lnTo>
                    <a:pt x="2293677" y="2007077"/>
                  </a:lnTo>
                  <a:lnTo>
                    <a:pt x="2302169" y="2036187"/>
                  </a:lnTo>
                  <a:lnTo>
                    <a:pt x="2755181" y="2167560"/>
                  </a:lnTo>
                  <a:lnTo>
                    <a:pt x="2301207" y="2299213"/>
                  </a:lnTo>
                  <a:cubicBezTo>
                    <a:pt x="2288949" y="2340747"/>
                    <a:pt x="2270868" y="2379745"/>
                    <a:pt x="2246307" y="2414255"/>
                  </a:cubicBezTo>
                  <a:lnTo>
                    <a:pt x="2368615" y="2636476"/>
                  </a:lnTo>
                  <a:lnTo>
                    <a:pt x="2152396" y="2517472"/>
                  </a:lnTo>
                  <a:cubicBezTo>
                    <a:pt x="2112986" y="2553805"/>
                    <a:pt x="2065424" y="2580505"/>
                    <a:pt x="2013636" y="2598144"/>
                  </a:cubicBezTo>
                  <a:lnTo>
                    <a:pt x="1875846" y="3073280"/>
                  </a:lnTo>
                  <a:lnTo>
                    <a:pt x="1739624" y="2603548"/>
                  </a:lnTo>
                  <a:cubicBezTo>
                    <a:pt x="1688445" y="2589723"/>
                    <a:pt x="1641302" y="2566161"/>
                    <a:pt x="1599709" y="2535368"/>
                  </a:cubicBezTo>
                  <a:lnTo>
                    <a:pt x="877219" y="2910378"/>
                  </a:lnTo>
                  <a:lnTo>
                    <a:pt x="1438400" y="2321979"/>
                  </a:lnTo>
                  <a:lnTo>
                    <a:pt x="1437655" y="2319411"/>
                  </a:lnTo>
                  <a:lnTo>
                    <a:pt x="963153" y="2181805"/>
                  </a:lnTo>
                  <a:lnTo>
                    <a:pt x="1425898" y="2047609"/>
                  </a:lnTo>
                  <a:cubicBezTo>
                    <a:pt x="1440318" y="1991458"/>
                    <a:pt x="1465316" y="1939627"/>
                    <a:pt x="1501635" y="1896529"/>
                  </a:cubicBezTo>
                  <a:lnTo>
                    <a:pt x="1375628" y="1667588"/>
                  </a:lnTo>
                  <a:lnTo>
                    <a:pt x="1605635" y="1794181"/>
                  </a:lnTo>
                  <a:cubicBezTo>
                    <a:pt x="1643852" y="1764149"/>
                    <a:pt x="1688437" y="1742763"/>
                    <a:pt x="1736328" y="1729097"/>
                  </a:cubicBezTo>
                  <a:close/>
                  <a:moveTo>
                    <a:pt x="1801446" y="873772"/>
                  </a:moveTo>
                  <a:cubicBezTo>
                    <a:pt x="1122607" y="899096"/>
                    <a:pt x="577020" y="1443990"/>
                    <a:pt x="550657" y="2122563"/>
                  </a:cubicBezTo>
                  <a:lnTo>
                    <a:pt x="754935" y="2181804"/>
                  </a:lnTo>
                  <a:lnTo>
                    <a:pt x="551187" y="2240891"/>
                  </a:lnTo>
                  <a:cubicBezTo>
                    <a:pt x="582476" y="2925954"/>
                    <a:pt x="1143118" y="3472541"/>
                    <a:pt x="1833783" y="3482192"/>
                  </a:cubicBezTo>
                  <a:lnTo>
                    <a:pt x="1883029" y="3312376"/>
                  </a:lnTo>
                  <a:lnTo>
                    <a:pt x="1931451" y="3479348"/>
                  </a:lnTo>
                  <a:cubicBezTo>
                    <a:pt x="2602724" y="3441618"/>
                    <a:pt x="3137685" y="2895457"/>
                    <a:pt x="3157888" y="2219621"/>
                  </a:cubicBezTo>
                  <a:lnTo>
                    <a:pt x="2970483" y="2165273"/>
                  </a:lnTo>
                  <a:lnTo>
                    <a:pt x="3156785" y="2111246"/>
                  </a:lnTo>
                  <a:cubicBezTo>
                    <a:pt x="3124894" y="1437932"/>
                    <a:pt x="2581609" y="898954"/>
                    <a:pt x="1906553" y="873772"/>
                  </a:cubicBezTo>
                  <a:lnTo>
                    <a:pt x="1853999" y="1054992"/>
                  </a:lnTo>
                  <a:close/>
                  <a:moveTo>
                    <a:pt x="1842112" y="204015"/>
                  </a:moveTo>
                  <a:cubicBezTo>
                    <a:pt x="1750186" y="208331"/>
                    <a:pt x="1671595" y="261235"/>
                    <a:pt x="1631665" y="337724"/>
                  </a:cubicBezTo>
                  <a:cubicBezTo>
                    <a:pt x="1704451" y="327639"/>
                    <a:pt x="1778701" y="323150"/>
                    <a:pt x="1854000" y="323150"/>
                  </a:cubicBezTo>
                  <a:cubicBezTo>
                    <a:pt x="1929687" y="323150"/>
                    <a:pt x="2004315" y="327685"/>
                    <a:pt x="2077458" y="337895"/>
                  </a:cubicBezTo>
                  <a:cubicBezTo>
                    <a:pt x="2032849" y="253989"/>
                    <a:pt x="1942703" y="199292"/>
                    <a:pt x="1842112" y="204015"/>
                  </a:cubicBezTo>
                  <a:close/>
                  <a:moveTo>
                    <a:pt x="1832557" y="511"/>
                  </a:moveTo>
                  <a:cubicBezTo>
                    <a:pt x="2064724" y="-10390"/>
                    <a:pt x="2266043" y="154192"/>
                    <a:pt x="2302551" y="380077"/>
                  </a:cubicBezTo>
                  <a:cubicBezTo>
                    <a:pt x="3110034" y="578670"/>
                    <a:pt x="3708000" y="1308079"/>
                    <a:pt x="3708000" y="2177150"/>
                  </a:cubicBezTo>
                  <a:cubicBezTo>
                    <a:pt x="3708000" y="3201086"/>
                    <a:pt x="2877936" y="4031150"/>
                    <a:pt x="1854000" y="4031150"/>
                  </a:cubicBezTo>
                  <a:cubicBezTo>
                    <a:pt x="830064" y="4031150"/>
                    <a:pt x="0" y="3201086"/>
                    <a:pt x="0" y="2177150"/>
                  </a:cubicBezTo>
                  <a:cubicBezTo>
                    <a:pt x="0" y="1308490"/>
                    <a:pt x="597400" y="579361"/>
                    <a:pt x="1404307" y="380371"/>
                  </a:cubicBezTo>
                  <a:cubicBezTo>
                    <a:pt x="1438620" y="172028"/>
                    <a:pt x="1614858" y="10733"/>
                    <a:pt x="1832557" y="51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45" name="Rectangle 19">
              <a:extLst>
                <a:ext uri="{FF2B5EF4-FFF2-40B4-BE49-F238E27FC236}">
                  <a16:creationId xmlns:a16="http://schemas.microsoft.com/office/drawing/2014/main" id="{225AE540-4E33-4C43-BCFF-ACE56AD8C7D4}"/>
                </a:ext>
              </a:extLst>
            </p:cNvPr>
            <p:cNvSpPr>
              <a:spLocks noChangeAspect="1"/>
            </p:cNvSpPr>
            <p:nvPr/>
          </p:nvSpPr>
          <p:spPr>
            <a:xfrm>
              <a:off x="9848127" y="4821478"/>
              <a:ext cx="257012" cy="330939"/>
            </a:xfrm>
            <a:custGeom>
              <a:avLst/>
              <a:gdLst/>
              <a:ahLst/>
              <a:cxnLst/>
              <a:rect l="l" t="t" r="r" b="b"/>
              <a:pathLst>
                <a:path w="3039346" h="3913585">
                  <a:moveTo>
                    <a:pt x="1527178" y="2618567"/>
                  </a:moveTo>
                  <a:cubicBezTo>
                    <a:pt x="1429201" y="2618567"/>
                    <a:pt x="1349775" y="2697993"/>
                    <a:pt x="1349775" y="2795971"/>
                  </a:cubicBezTo>
                  <a:cubicBezTo>
                    <a:pt x="1349775" y="2861110"/>
                    <a:pt x="1384883" y="2918050"/>
                    <a:pt x="1437574" y="2948279"/>
                  </a:cubicBezTo>
                  <a:lnTo>
                    <a:pt x="1275150" y="3311239"/>
                  </a:lnTo>
                  <a:lnTo>
                    <a:pt x="1779206" y="3311239"/>
                  </a:lnTo>
                  <a:lnTo>
                    <a:pt x="1616782" y="2948279"/>
                  </a:lnTo>
                  <a:cubicBezTo>
                    <a:pt x="1669475" y="2918050"/>
                    <a:pt x="1704582" y="2861110"/>
                    <a:pt x="1704582" y="2795971"/>
                  </a:cubicBezTo>
                  <a:cubicBezTo>
                    <a:pt x="1704582" y="2697993"/>
                    <a:pt x="1625156" y="2618567"/>
                    <a:pt x="1527178" y="2618567"/>
                  </a:cubicBezTo>
                  <a:close/>
                  <a:moveTo>
                    <a:pt x="1527178" y="0"/>
                  </a:moveTo>
                  <a:cubicBezTo>
                    <a:pt x="2026975" y="0"/>
                    <a:pt x="2435288" y="391686"/>
                    <a:pt x="2460697" y="884907"/>
                  </a:cubicBezTo>
                  <a:lnTo>
                    <a:pt x="2463282" y="884907"/>
                  </a:lnTo>
                  <a:lnTo>
                    <a:pt x="2463282" y="936104"/>
                  </a:lnTo>
                  <a:lnTo>
                    <a:pt x="2463282" y="1656184"/>
                  </a:lnTo>
                  <a:lnTo>
                    <a:pt x="2067282" y="1656184"/>
                  </a:lnTo>
                  <a:lnTo>
                    <a:pt x="2067282" y="1427425"/>
                  </a:lnTo>
                  <a:lnTo>
                    <a:pt x="2310132" y="1427584"/>
                  </a:lnTo>
                  <a:cubicBezTo>
                    <a:pt x="2310132" y="1320268"/>
                    <a:pt x="2206785" y="1230216"/>
                    <a:pt x="2067282" y="1206340"/>
                  </a:cubicBezTo>
                  <a:lnTo>
                    <a:pt x="2067282" y="936104"/>
                  </a:lnTo>
                  <a:lnTo>
                    <a:pt x="2066786" y="936104"/>
                  </a:lnTo>
                  <a:cubicBezTo>
                    <a:pt x="2066786" y="638087"/>
                    <a:pt x="1825195" y="396496"/>
                    <a:pt x="1527178" y="396496"/>
                  </a:cubicBezTo>
                  <a:cubicBezTo>
                    <a:pt x="1229161" y="396496"/>
                    <a:pt x="987570" y="638087"/>
                    <a:pt x="987570" y="936104"/>
                  </a:cubicBezTo>
                  <a:lnTo>
                    <a:pt x="987074" y="936104"/>
                  </a:lnTo>
                  <a:lnTo>
                    <a:pt x="987074" y="1872209"/>
                  </a:lnTo>
                  <a:lnTo>
                    <a:pt x="2699110" y="1872209"/>
                  </a:lnTo>
                  <a:cubicBezTo>
                    <a:pt x="2887017" y="1872209"/>
                    <a:pt x="3039346" y="2024538"/>
                    <a:pt x="3039346" y="2212445"/>
                  </a:cubicBezTo>
                  <a:lnTo>
                    <a:pt x="3039346" y="3573349"/>
                  </a:lnTo>
                  <a:cubicBezTo>
                    <a:pt x="3039346" y="3761256"/>
                    <a:pt x="2887017" y="3913585"/>
                    <a:pt x="2699110" y="3913585"/>
                  </a:cubicBezTo>
                  <a:lnTo>
                    <a:pt x="340236" y="3913585"/>
                  </a:lnTo>
                  <a:cubicBezTo>
                    <a:pt x="152329" y="3913585"/>
                    <a:pt x="0" y="3761256"/>
                    <a:pt x="0" y="3573349"/>
                  </a:cubicBezTo>
                  <a:lnTo>
                    <a:pt x="0" y="2212445"/>
                  </a:lnTo>
                  <a:cubicBezTo>
                    <a:pt x="0" y="2024538"/>
                    <a:pt x="152329" y="1872209"/>
                    <a:pt x="340236" y="1872209"/>
                  </a:cubicBezTo>
                  <a:lnTo>
                    <a:pt x="591074" y="1872209"/>
                  </a:lnTo>
                  <a:lnTo>
                    <a:pt x="591074" y="936104"/>
                  </a:lnTo>
                  <a:cubicBezTo>
                    <a:pt x="591074" y="419108"/>
                    <a:pt x="1010182" y="0"/>
                    <a:pt x="1527178"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6" name="Rounded Rectangle 12">
              <a:extLst>
                <a:ext uri="{FF2B5EF4-FFF2-40B4-BE49-F238E27FC236}">
                  <a16:creationId xmlns:a16="http://schemas.microsoft.com/office/drawing/2014/main" id="{B08C69BE-22CC-4031-8AD6-A8B0C2C8A56F}"/>
                </a:ext>
              </a:extLst>
            </p:cNvPr>
            <p:cNvSpPr>
              <a:spLocks noChangeAspect="1"/>
            </p:cNvSpPr>
            <p:nvPr/>
          </p:nvSpPr>
          <p:spPr>
            <a:xfrm>
              <a:off x="10547386" y="3842640"/>
              <a:ext cx="309335" cy="309300"/>
            </a:xfrm>
            <a:custGeom>
              <a:avLst/>
              <a:gdLst/>
              <a:ahLst/>
              <a:cxnLst/>
              <a:rect l="l" t="t" r="r" b="b"/>
              <a:pathLst>
                <a:path w="3960440" h="3960000">
                  <a:moveTo>
                    <a:pt x="2117745" y="2289258"/>
                  </a:moveTo>
                  <a:cubicBezTo>
                    <a:pt x="2253931" y="2373161"/>
                    <a:pt x="2290104" y="2397532"/>
                    <a:pt x="2392952" y="2510010"/>
                  </a:cubicBezTo>
                  <a:cubicBezTo>
                    <a:pt x="2551302" y="2699530"/>
                    <a:pt x="2456894" y="2911213"/>
                    <a:pt x="2285214" y="2987744"/>
                  </a:cubicBezTo>
                  <a:cubicBezTo>
                    <a:pt x="2046443" y="3084914"/>
                    <a:pt x="1864058" y="3073352"/>
                    <a:pt x="1634211" y="2962065"/>
                  </a:cubicBezTo>
                  <a:cubicBezTo>
                    <a:pt x="1390134" y="2803501"/>
                    <a:pt x="1391670" y="2463226"/>
                    <a:pt x="1703848" y="2355742"/>
                  </a:cubicBezTo>
                  <a:cubicBezTo>
                    <a:pt x="1867216" y="2309770"/>
                    <a:pt x="1932946" y="2304275"/>
                    <a:pt x="2117745" y="2289258"/>
                  </a:cubicBezTo>
                  <a:close/>
                  <a:moveTo>
                    <a:pt x="1895201" y="880902"/>
                  </a:moveTo>
                  <a:cubicBezTo>
                    <a:pt x="2049819" y="878570"/>
                    <a:pt x="2210983" y="1023567"/>
                    <a:pt x="2276065" y="1236504"/>
                  </a:cubicBezTo>
                  <a:cubicBezTo>
                    <a:pt x="2350446" y="1479859"/>
                    <a:pt x="2271166" y="1719799"/>
                    <a:pt x="2098990" y="1772423"/>
                  </a:cubicBezTo>
                  <a:cubicBezTo>
                    <a:pt x="1926813" y="1825048"/>
                    <a:pt x="1726940" y="1670429"/>
                    <a:pt x="1652559" y="1427074"/>
                  </a:cubicBezTo>
                  <a:cubicBezTo>
                    <a:pt x="1578180" y="1183717"/>
                    <a:pt x="1657458" y="943778"/>
                    <a:pt x="1829635" y="891153"/>
                  </a:cubicBezTo>
                  <a:close/>
                  <a:moveTo>
                    <a:pt x="2577034" y="759541"/>
                  </a:moveTo>
                  <a:lnTo>
                    <a:pt x="1972441" y="767241"/>
                  </a:lnTo>
                  <a:cubicBezTo>
                    <a:pt x="1929619" y="768623"/>
                    <a:pt x="1886068" y="773785"/>
                    <a:pt x="1842289" y="783004"/>
                  </a:cubicBezTo>
                  <a:cubicBezTo>
                    <a:pt x="1492048" y="856758"/>
                    <a:pt x="1259862" y="1162246"/>
                    <a:pt x="1323686" y="1465331"/>
                  </a:cubicBezTo>
                  <a:cubicBezTo>
                    <a:pt x="1380617" y="1735681"/>
                    <a:pt x="1653838" y="1912801"/>
                    <a:pt x="1960688" y="1894227"/>
                  </a:cubicBezTo>
                  <a:lnTo>
                    <a:pt x="1954787" y="1896039"/>
                  </a:lnTo>
                  <a:cubicBezTo>
                    <a:pt x="1858317" y="2000800"/>
                    <a:pt x="1978682" y="2148499"/>
                    <a:pt x="2028445" y="2210716"/>
                  </a:cubicBezTo>
                  <a:lnTo>
                    <a:pt x="1914361" y="2213518"/>
                  </a:lnTo>
                  <a:cubicBezTo>
                    <a:pt x="1373805" y="2249742"/>
                    <a:pt x="1143478" y="2466102"/>
                    <a:pt x="1177422" y="2809298"/>
                  </a:cubicBezTo>
                  <a:cubicBezTo>
                    <a:pt x="1211366" y="3152493"/>
                    <a:pt x="1741992" y="3244646"/>
                    <a:pt x="2060873" y="3229704"/>
                  </a:cubicBezTo>
                  <a:cubicBezTo>
                    <a:pt x="2379755" y="3214763"/>
                    <a:pt x="2698110" y="2930571"/>
                    <a:pt x="2719230" y="2648210"/>
                  </a:cubicBezTo>
                  <a:cubicBezTo>
                    <a:pt x="2699867" y="2070575"/>
                    <a:pt x="2052418" y="2112562"/>
                    <a:pt x="2282832" y="1799863"/>
                  </a:cubicBezTo>
                  <a:cubicBezTo>
                    <a:pt x="2510843" y="1673695"/>
                    <a:pt x="2641919" y="1435236"/>
                    <a:pt x="2592014" y="1198247"/>
                  </a:cubicBezTo>
                  <a:cubicBezTo>
                    <a:pt x="2566015" y="1074781"/>
                    <a:pt x="2494906" y="970760"/>
                    <a:pt x="2395028" y="897200"/>
                  </a:cubicBezTo>
                  <a:lnTo>
                    <a:pt x="2564389" y="891152"/>
                  </a:lnTo>
                  <a:cubicBezTo>
                    <a:pt x="2644558" y="859402"/>
                    <a:pt x="2739013" y="796695"/>
                    <a:pt x="2769176" y="767327"/>
                  </a:cubicBezTo>
                  <a:cubicBezTo>
                    <a:pt x="2755484" y="761968"/>
                    <a:pt x="2680847" y="759625"/>
                    <a:pt x="2577034" y="759541"/>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7" name="Down Arrow 1">
              <a:extLst>
                <a:ext uri="{FF2B5EF4-FFF2-40B4-BE49-F238E27FC236}">
                  <a16:creationId xmlns:a16="http://schemas.microsoft.com/office/drawing/2014/main" id="{B1349248-BC3E-4DCD-9051-D2CF537FC163}"/>
                </a:ext>
              </a:extLst>
            </p:cNvPr>
            <p:cNvSpPr>
              <a:spLocks noChangeAspect="1"/>
            </p:cNvSpPr>
            <p:nvPr/>
          </p:nvSpPr>
          <p:spPr>
            <a:xfrm>
              <a:off x="10401733" y="3025716"/>
              <a:ext cx="257188" cy="377708"/>
            </a:xfrm>
            <a:custGeom>
              <a:avLst/>
              <a:gdLst/>
              <a:ahLst/>
              <a:cxnLst/>
              <a:rect l="l" t="t" r="r" b="b"/>
              <a:pathLst>
                <a:path w="2745756" h="4032448">
                  <a:moveTo>
                    <a:pt x="1622229" y="1008112"/>
                  </a:moveTo>
                  <a:lnTo>
                    <a:pt x="2371247" y="1008112"/>
                  </a:lnTo>
                  <a:lnTo>
                    <a:pt x="2371247" y="3081405"/>
                  </a:lnTo>
                  <a:lnTo>
                    <a:pt x="2745756" y="3081405"/>
                  </a:lnTo>
                  <a:lnTo>
                    <a:pt x="1996738" y="4032448"/>
                  </a:lnTo>
                  <a:lnTo>
                    <a:pt x="1247720" y="3081405"/>
                  </a:lnTo>
                  <a:lnTo>
                    <a:pt x="1622229" y="3081405"/>
                  </a:lnTo>
                  <a:close/>
                  <a:moveTo>
                    <a:pt x="749018" y="0"/>
                  </a:moveTo>
                  <a:lnTo>
                    <a:pt x="1498036" y="951043"/>
                  </a:lnTo>
                  <a:lnTo>
                    <a:pt x="1123527" y="951043"/>
                  </a:lnTo>
                  <a:lnTo>
                    <a:pt x="1123527" y="3024336"/>
                  </a:lnTo>
                  <a:lnTo>
                    <a:pt x="374509" y="3024336"/>
                  </a:lnTo>
                  <a:lnTo>
                    <a:pt x="374509" y="951043"/>
                  </a:lnTo>
                  <a:lnTo>
                    <a:pt x="0" y="95104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8" name="Isosceles Triangle 7">
              <a:extLst>
                <a:ext uri="{FF2B5EF4-FFF2-40B4-BE49-F238E27FC236}">
                  <a16:creationId xmlns:a16="http://schemas.microsoft.com/office/drawing/2014/main" id="{BE07520C-E6FE-4F09-A947-EA6F68046DCD}"/>
                </a:ext>
              </a:extLst>
            </p:cNvPr>
            <p:cNvSpPr>
              <a:spLocks noChangeAspect="1"/>
            </p:cNvSpPr>
            <p:nvPr/>
          </p:nvSpPr>
          <p:spPr>
            <a:xfrm>
              <a:off x="9438297" y="5013963"/>
              <a:ext cx="300437" cy="209342"/>
            </a:xfrm>
            <a:custGeom>
              <a:avLst/>
              <a:gdLst/>
              <a:ahLst/>
              <a:cxnLst/>
              <a:rect l="l" t="t" r="r" b="b"/>
              <a:pathLst>
                <a:path w="3974643" h="2769493">
                  <a:moveTo>
                    <a:pt x="2571683" y="1503312"/>
                  </a:moveTo>
                  <a:lnTo>
                    <a:pt x="3971139" y="2769493"/>
                  </a:lnTo>
                  <a:lnTo>
                    <a:pt x="11139" y="2769493"/>
                  </a:lnTo>
                  <a:lnTo>
                    <a:pt x="1379949" y="1519144"/>
                  </a:lnTo>
                  <a:lnTo>
                    <a:pt x="1958490" y="2051854"/>
                  </a:lnTo>
                  <a:close/>
                  <a:moveTo>
                    <a:pt x="3937314" y="281663"/>
                  </a:moveTo>
                  <a:lnTo>
                    <a:pt x="3937314" y="2593551"/>
                  </a:lnTo>
                  <a:lnTo>
                    <a:pt x="2677314" y="1415127"/>
                  </a:lnTo>
                  <a:lnTo>
                    <a:pt x="2832378" y="1270103"/>
                  </a:lnTo>
                  <a:close/>
                  <a:moveTo>
                    <a:pt x="0" y="248514"/>
                  </a:moveTo>
                  <a:lnTo>
                    <a:pt x="1254302" y="1403451"/>
                  </a:lnTo>
                  <a:lnTo>
                    <a:pt x="0" y="2576545"/>
                  </a:lnTo>
                  <a:close/>
                  <a:moveTo>
                    <a:pt x="7636" y="0"/>
                  </a:moveTo>
                  <a:lnTo>
                    <a:pt x="3974643" y="0"/>
                  </a:lnTo>
                  <a:lnTo>
                    <a:pt x="1962498" y="180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9" name="Oval 6">
              <a:extLst>
                <a:ext uri="{FF2B5EF4-FFF2-40B4-BE49-F238E27FC236}">
                  <a16:creationId xmlns:a16="http://schemas.microsoft.com/office/drawing/2014/main" id="{3A5724F3-C522-4B0D-93EE-ECF44EBFB9F6}"/>
                </a:ext>
              </a:extLst>
            </p:cNvPr>
            <p:cNvSpPr>
              <a:spLocks noChangeAspect="1"/>
            </p:cNvSpPr>
            <p:nvPr/>
          </p:nvSpPr>
          <p:spPr>
            <a:xfrm rot="678773">
              <a:off x="10108027" y="4569149"/>
              <a:ext cx="338104" cy="343148"/>
            </a:xfrm>
            <a:custGeom>
              <a:avLst/>
              <a:gdLst>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36464 w 3897869"/>
                <a:gd name="connsiteY3" fmla="*/ 269388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88405 h 3965243"/>
                <a:gd name="connsiteX1" fmla="*/ 1768767 w 3897869"/>
                <a:gd name="connsiteY1" fmla="*/ 1407105 h 3965243"/>
                <a:gd name="connsiteX2" fmla="*/ 1517577 w 3897869"/>
                <a:gd name="connsiteY2" fmla="*/ 2058791 h 3965243"/>
                <a:gd name="connsiteX3" fmla="*/ 1928990 w 3897869"/>
                <a:gd name="connsiteY3" fmla="*/ 2656528 h 3965243"/>
                <a:gd name="connsiteX4" fmla="*/ 2318674 w 3897869"/>
                <a:gd name="connsiteY4" fmla="*/ 2023139 h 3965243"/>
                <a:gd name="connsiteX5" fmla="*/ 2293344 w 3897869"/>
                <a:gd name="connsiteY5" fmla="*/ 1851009 h 3965243"/>
                <a:gd name="connsiteX6" fmla="*/ 1853384 w 3897869"/>
                <a:gd name="connsiteY6" fmla="*/ 1388405 h 3965243"/>
                <a:gd name="connsiteX7" fmla="*/ 1594841 w 3897869"/>
                <a:gd name="connsiteY7" fmla="*/ 62434 h 3965243"/>
                <a:gd name="connsiteX8" fmla="*/ 3869632 w 3897869"/>
                <a:gd name="connsiteY8" fmla="*/ 1534104 h 3965243"/>
                <a:gd name="connsiteX9" fmla="*/ 3670773 w 3897869"/>
                <a:gd name="connsiteY9" fmla="*/ 2442221 h 3965243"/>
                <a:gd name="connsiteX10" fmla="*/ 3671055 w 3897869"/>
                <a:gd name="connsiteY10" fmla="*/ 2443164 h 3965243"/>
                <a:gd name="connsiteX11" fmla="*/ 3164582 w 3897869"/>
                <a:gd name="connsiteY11" fmla="*/ 2847840 h 3965243"/>
                <a:gd name="connsiteX12" fmla="*/ 3176822 w 3897869"/>
                <a:gd name="connsiteY12" fmla="*/ 2861767 h 3965243"/>
                <a:gd name="connsiteX13" fmla="*/ 3146203 w 3897869"/>
                <a:gd name="connsiteY13" fmla="*/ 2860537 h 3965243"/>
                <a:gd name="connsiteX14" fmla="*/ 3151211 w 3897869"/>
                <a:gd name="connsiteY14" fmla="*/ 2852936 h 3965243"/>
                <a:gd name="connsiteX15" fmla="*/ 2397082 w 3897869"/>
                <a:gd name="connsiteY15" fmla="*/ 2581462 h 3965243"/>
                <a:gd name="connsiteX16" fmla="*/ 2396219 w 3897869"/>
                <a:gd name="connsiteY16" fmla="*/ 2574988 h 3965243"/>
                <a:gd name="connsiteX17" fmla="*/ 1746058 w 3897869"/>
                <a:gd name="connsiteY17" fmla="*/ 3110355 h 3965243"/>
                <a:gd name="connsiteX18" fmla="*/ 990519 w 3897869"/>
                <a:gd name="connsiteY18" fmla="*/ 2036564 h 3965243"/>
                <a:gd name="connsiteX19" fmla="*/ 1593790 w 3897869"/>
                <a:gd name="connsiteY19" fmla="*/ 984589 h 3965243"/>
                <a:gd name="connsiteX20" fmla="*/ 1746058 w 3897869"/>
                <a:gd name="connsiteY20" fmla="*/ 962773 h 3965243"/>
                <a:gd name="connsiteX21" fmla="*/ 2206475 w 3897869"/>
                <a:gd name="connsiteY21" fmla="*/ 1190705 h 3965243"/>
                <a:gd name="connsiteX22" fmla="*/ 2185910 w 3897869"/>
                <a:gd name="connsiteY22" fmla="*/ 894663 h 3965243"/>
                <a:gd name="connsiteX23" fmla="*/ 2656644 w 3897869"/>
                <a:gd name="connsiteY23" fmla="*/ 819919 h 3965243"/>
                <a:gd name="connsiteX24" fmla="*/ 2828567 w 3897869"/>
                <a:gd name="connsiteY24" fmla="*/ 2116306 h 3965243"/>
                <a:gd name="connsiteX25" fmla="*/ 3312378 w 3897869"/>
                <a:gd name="connsiteY25" fmla="*/ 2058373 h 3965243"/>
                <a:gd name="connsiteX26" fmla="*/ 3289926 w 3897869"/>
                <a:gd name="connsiteY26" fmla="*/ 1363476 h 3965243"/>
                <a:gd name="connsiteX27" fmla="*/ 3290031 w 3897869"/>
                <a:gd name="connsiteY27" fmla="*/ 1363579 h 3965243"/>
                <a:gd name="connsiteX28" fmla="*/ 1700745 w 3897869"/>
                <a:gd name="connsiteY28" fmla="*/ 591812 h 3965243"/>
                <a:gd name="connsiteX29" fmla="*/ 571995 w 3897869"/>
                <a:gd name="connsiteY29" fmla="*/ 2290946 h 3965243"/>
                <a:gd name="connsiteX30" fmla="*/ 2267548 w 3897869"/>
                <a:gd name="connsiteY30" fmla="*/ 3425067 h 3965243"/>
                <a:gd name="connsiteX31" fmla="*/ 3194376 w 3897869"/>
                <a:gd name="connsiteY31" fmla="*/ 3089434 h 3965243"/>
                <a:gd name="connsiteX32" fmla="*/ 3268026 w 3897869"/>
                <a:gd name="connsiteY32" fmla="*/ 3526326 h 3965243"/>
                <a:gd name="connsiteX33" fmla="*/ 2347298 w 3897869"/>
                <a:gd name="connsiteY33" fmla="*/ 3920822 h 3965243"/>
                <a:gd name="connsiteX34" fmla="*/ 42617 w 3897869"/>
                <a:gd name="connsiteY34" fmla="*/ 2396849 h 3965243"/>
                <a:gd name="connsiteX35" fmla="*/ 1594841 w 3897869"/>
                <a:gd name="connsiteY35" fmla="*/ 62434 h 3965243"/>
                <a:gd name="connsiteX0" fmla="*/ 1853384 w 3897869"/>
                <a:gd name="connsiteY0" fmla="*/ 1370964 h 3947802"/>
                <a:gd name="connsiteX1" fmla="*/ 1768767 w 3897869"/>
                <a:gd name="connsiteY1" fmla="*/ 1389664 h 3947802"/>
                <a:gd name="connsiteX2" fmla="*/ 1517577 w 3897869"/>
                <a:gd name="connsiteY2" fmla="*/ 2041350 h 3947802"/>
                <a:gd name="connsiteX3" fmla="*/ 1928990 w 3897869"/>
                <a:gd name="connsiteY3" fmla="*/ 2639087 h 3947802"/>
                <a:gd name="connsiteX4" fmla="*/ 2318674 w 3897869"/>
                <a:gd name="connsiteY4" fmla="*/ 2005698 h 3947802"/>
                <a:gd name="connsiteX5" fmla="*/ 2293344 w 3897869"/>
                <a:gd name="connsiteY5" fmla="*/ 1833568 h 3947802"/>
                <a:gd name="connsiteX6" fmla="*/ 1853384 w 3897869"/>
                <a:gd name="connsiteY6" fmla="*/ 1370964 h 3947802"/>
                <a:gd name="connsiteX7" fmla="*/ 1594841 w 3897869"/>
                <a:gd name="connsiteY7" fmla="*/ 44993 h 3947802"/>
                <a:gd name="connsiteX8" fmla="*/ 3869632 w 3897869"/>
                <a:gd name="connsiteY8" fmla="*/ 1516663 h 3947802"/>
                <a:gd name="connsiteX9" fmla="*/ 3670773 w 3897869"/>
                <a:gd name="connsiteY9" fmla="*/ 2424780 h 3947802"/>
                <a:gd name="connsiteX10" fmla="*/ 3671055 w 3897869"/>
                <a:gd name="connsiteY10" fmla="*/ 2425723 h 3947802"/>
                <a:gd name="connsiteX11" fmla="*/ 3164582 w 3897869"/>
                <a:gd name="connsiteY11" fmla="*/ 2830399 h 3947802"/>
                <a:gd name="connsiteX12" fmla="*/ 3176822 w 3897869"/>
                <a:gd name="connsiteY12" fmla="*/ 2844326 h 3947802"/>
                <a:gd name="connsiteX13" fmla="*/ 3146203 w 3897869"/>
                <a:gd name="connsiteY13" fmla="*/ 2843096 h 3947802"/>
                <a:gd name="connsiteX14" fmla="*/ 3151211 w 3897869"/>
                <a:gd name="connsiteY14" fmla="*/ 2835495 h 3947802"/>
                <a:gd name="connsiteX15" fmla="*/ 2397082 w 3897869"/>
                <a:gd name="connsiteY15" fmla="*/ 2564021 h 3947802"/>
                <a:gd name="connsiteX16" fmla="*/ 2396219 w 3897869"/>
                <a:gd name="connsiteY16" fmla="*/ 2557547 h 3947802"/>
                <a:gd name="connsiteX17" fmla="*/ 1746058 w 3897869"/>
                <a:gd name="connsiteY17" fmla="*/ 3092914 h 3947802"/>
                <a:gd name="connsiteX18" fmla="*/ 990519 w 3897869"/>
                <a:gd name="connsiteY18" fmla="*/ 2019123 h 3947802"/>
                <a:gd name="connsiteX19" fmla="*/ 1593790 w 3897869"/>
                <a:gd name="connsiteY19" fmla="*/ 967148 h 3947802"/>
                <a:gd name="connsiteX20" fmla="*/ 1746058 w 3897869"/>
                <a:gd name="connsiteY20" fmla="*/ 945332 h 3947802"/>
                <a:gd name="connsiteX21" fmla="*/ 2206475 w 3897869"/>
                <a:gd name="connsiteY21" fmla="*/ 1173264 h 3947802"/>
                <a:gd name="connsiteX22" fmla="*/ 2185910 w 3897869"/>
                <a:gd name="connsiteY22" fmla="*/ 877222 h 3947802"/>
                <a:gd name="connsiteX23" fmla="*/ 2656644 w 3897869"/>
                <a:gd name="connsiteY23" fmla="*/ 802478 h 3947802"/>
                <a:gd name="connsiteX24" fmla="*/ 2828567 w 3897869"/>
                <a:gd name="connsiteY24" fmla="*/ 2098865 h 3947802"/>
                <a:gd name="connsiteX25" fmla="*/ 3312378 w 3897869"/>
                <a:gd name="connsiteY25" fmla="*/ 2040932 h 3947802"/>
                <a:gd name="connsiteX26" fmla="*/ 3289926 w 3897869"/>
                <a:gd name="connsiteY26" fmla="*/ 1346035 h 3947802"/>
                <a:gd name="connsiteX27" fmla="*/ 3290031 w 3897869"/>
                <a:gd name="connsiteY27" fmla="*/ 1346138 h 3947802"/>
                <a:gd name="connsiteX28" fmla="*/ 1700745 w 3897869"/>
                <a:gd name="connsiteY28" fmla="*/ 574371 h 3947802"/>
                <a:gd name="connsiteX29" fmla="*/ 571995 w 3897869"/>
                <a:gd name="connsiteY29" fmla="*/ 2273505 h 3947802"/>
                <a:gd name="connsiteX30" fmla="*/ 2267548 w 3897869"/>
                <a:gd name="connsiteY30" fmla="*/ 3407626 h 3947802"/>
                <a:gd name="connsiteX31" fmla="*/ 3194376 w 3897869"/>
                <a:gd name="connsiteY31" fmla="*/ 3071993 h 3947802"/>
                <a:gd name="connsiteX32" fmla="*/ 3268026 w 3897869"/>
                <a:gd name="connsiteY32" fmla="*/ 3508885 h 3947802"/>
                <a:gd name="connsiteX33" fmla="*/ 2347298 w 3897869"/>
                <a:gd name="connsiteY33" fmla="*/ 3903381 h 3947802"/>
                <a:gd name="connsiteX34" fmla="*/ 42617 w 3897869"/>
                <a:gd name="connsiteY34" fmla="*/ 2379408 h 3947802"/>
                <a:gd name="connsiteX35" fmla="*/ 1594841 w 3897869"/>
                <a:gd name="connsiteY35" fmla="*/ 44993 h 3947802"/>
                <a:gd name="connsiteX0" fmla="*/ 1853384 w 3897869"/>
                <a:gd name="connsiteY0" fmla="*/ 1370964 h 3947802"/>
                <a:gd name="connsiteX1" fmla="*/ 1768767 w 3897869"/>
                <a:gd name="connsiteY1" fmla="*/ 1389664 h 3947802"/>
                <a:gd name="connsiteX2" fmla="*/ 1517577 w 3897869"/>
                <a:gd name="connsiteY2" fmla="*/ 2041350 h 3947802"/>
                <a:gd name="connsiteX3" fmla="*/ 1928990 w 3897869"/>
                <a:gd name="connsiteY3" fmla="*/ 2639087 h 3947802"/>
                <a:gd name="connsiteX4" fmla="*/ 2318674 w 3897869"/>
                <a:gd name="connsiteY4" fmla="*/ 2005698 h 3947802"/>
                <a:gd name="connsiteX5" fmla="*/ 2293344 w 3897869"/>
                <a:gd name="connsiteY5" fmla="*/ 1833568 h 3947802"/>
                <a:gd name="connsiteX6" fmla="*/ 1853384 w 3897869"/>
                <a:gd name="connsiteY6" fmla="*/ 1370964 h 3947802"/>
                <a:gd name="connsiteX7" fmla="*/ 1594841 w 3897869"/>
                <a:gd name="connsiteY7" fmla="*/ 44993 h 3947802"/>
                <a:gd name="connsiteX8" fmla="*/ 3869632 w 3897869"/>
                <a:gd name="connsiteY8" fmla="*/ 1516663 h 3947802"/>
                <a:gd name="connsiteX9" fmla="*/ 3670773 w 3897869"/>
                <a:gd name="connsiteY9" fmla="*/ 2424780 h 3947802"/>
                <a:gd name="connsiteX10" fmla="*/ 3671055 w 3897869"/>
                <a:gd name="connsiteY10" fmla="*/ 2425723 h 3947802"/>
                <a:gd name="connsiteX11" fmla="*/ 3164582 w 3897869"/>
                <a:gd name="connsiteY11" fmla="*/ 2830399 h 3947802"/>
                <a:gd name="connsiteX12" fmla="*/ 3176822 w 3897869"/>
                <a:gd name="connsiteY12" fmla="*/ 2844326 h 3947802"/>
                <a:gd name="connsiteX13" fmla="*/ 3146203 w 3897869"/>
                <a:gd name="connsiteY13" fmla="*/ 2843096 h 3947802"/>
                <a:gd name="connsiteX14" fmla="*/ 3151211 w 3897869"/>
                <a:gd name="connsiteY14" fmla="*/ 2835495 h 3947802"/>
                <a:gd name="connsiteX15" fmla="*/ 2397082 w 3897869"/>
                <a:gd name="connsiteY15" fmla="*/ 2564021 h 3947802"/>
                <a:gd name="connsiteX16" fmla="*/ 2396219 w 3897869"/>
                <a:gd name="connsiteY16" fmla="*/ 2557547 h 3947802"/>
                <a:gd name="connsiteX17" fmla="*/ 1746058 w 3897869"/>
                <a:gd name="connsiteY17" fmla="*/ 3092914 h 3947802"/>
                <a:gd name="connsiteX18" fmla="*/ 990519 w 3897869"/>
                <a:gd name="connsiteY18" fmla="*/ 2019123 h 3947802"/>
                <a:gd name="connsiteX19" fmla="*/ 1593790 w 3897869"/>
                <a:gd name="connsiteY19" fmla="*/ 967148 h 3947802"/>
                <a:gd name="connsiteX20" fmla="*/ 1746058 w 3897869"/>
                <a:gd name="connsiteY20" fmla="*/ 945332 h 3947802"/>
                <a:gd name="connsiteX21" fmla="*/ 2206475 w 3897869"/>
                <a:gd name="connsiteY21" fmla="*/ 1173264 h 3947802"/>
                <a:gd name="connsiteX22" fmla="*/ 2185910 w 3897869"/>
                <a:gd name="connsiteY22" fmla="*/ 877222 h 3947802"/>
                <a:gd name="connsiteX23" fmla="*/ 2656644 w 3897869"/>
                <a:gd name="connsiteY23" fmla="*/ 802478 h 3947802"/>
                <a:gd name="connsiteX24" fmla="*/ 2828567 w 3897869"/>
                <a:gd name="connsiteY24" fmla="*/ 2098865 h 3947802"/>
                <a:gd name="connsiteX25" fmla="*/ 3312378 w 3897869"/>
                <a:gd name="connsiteY25" fmla="*/ 2040932 h 3947802"/>
                <a:gd name="connsiteX26" fmla="*/ 3289926 w 3897869"/>
                <a:gd name="connsiteY26" fmla="*/ 1346035 h 3947802"/>
                <a:gd name="connsiteX27" fmla="*/ 3290031 w 3897869"/>
                <a:gd name="connsiteY27" fmla="*/ 1346138 h 3947802"/>
                <a:gd name="connsiteX28" fmla="*/ 1700745 w 3897869"/>
                <a:gd name="connsiteY28" fmla="*/ 574371 h 3947802"/>
                <a:gd name="connsiteX29" fmla="*/ 571995 w 3897869"/>
                <a:gd name="connsiteY29" fmla="*/ 2273505 h 3947802"/>
                <a:gd name="connsiteX30" fmla="*/ 2267548 w 3897869"/>
                <a:gd name="connsiteY30" fmla="*/ 3407626 h 3947802"/>
                <a:gd name="connsiteX31" fmla="*/ 3194376 w 3897869"/>
                <a:gd name="connsiteY31" fmla="*/ 3071993 h 3947802"/>
                <a:gd name="connsiteX32" fmla="*/ 3268026 w 3897869"/>
                <a:gd name="connsiteY32" fmla="*/ 3508885 h 3947802"/>
                <a:gd name="connsiteX33" fmla="*/ 2347298 w 3897869"/>
                <a:gd name="connsiteY33" fmla="*/ 3903381 h 3947802"/>
                <a:gd name="connsiteX34" fmla="*/ 42617 w 3897869"/>
                <a:gd name="connsiteY34" fmla="*/ 2379408 h 3947802"/>
                <a:gd name="connsiteX35" fmla="*/ 1594841 w 3897869"/>
                <a:gd name="connsiteY35" fmla="*/ 44993 h 3947802"/>
                <a:gd name="connsiteX0" fmla="*/ 1853384 w 3897869"/>
                <a:gd name="connsiteY0" fmla="*/ 1370964 h 3947802"/>
                <a:gd name="connsiteX1" fmla="*/ 1768767 w 3897869"/>
                <a:gd name="connsiteY1" fmla="*/ 1389664 h 3947802"/>
                <a:gd name="connsiteX2" fmla="*/ 1517577 w 3897869"/>
                <a:gd name="connsiteY2" fmla="*/ 2041350 h 3947802"/>
                <a:gd name="connsiteX3" fmla="*/ 1928990 w 3897869"/>
                <a:gd name="connsiteY3" fmla="*/ 2639087 h 3947802"/>
                <a:gd name="connsiteX4" fmla="*/ 2318674 w 3897869"/>
                <a:gd name="connsiteY4" fmla="*/ 2005698 h 3947802"/>
                <a:gd name="connsiteX5" fmla="*/ 2293344 w 3897869"/>
                <a:gd name="connsiteY5" fmla="*/ 1833568 h 3947802"/>
                <a:gd name="connsiteX6" fmla="*/ 1853384 w 3897869"/>
                <a:gd name="connsiteY6" fmla="*/ 1370964 h 3947802"/>
                <a:gd name="connsiteX7" fmla="*/ 1594841 w 3897869"/>
                <a:gd name="connsiteY7" fmla="*/ 44993 h 3947802"/>
                <a:gd name="connsiteX8" fmla="*/ 3869632 w 3897869"/>
                <a:gd name="connsiteY8" fmla="*/ 1516663 h 3947802"/>
                <a:gd name="connsiteX9" fmla="*/ 3670773 w 3897869"/>
                <a:gd name="connsiteY9" fmla="*/ 2424780 h 3947802"/>
                <a:gd name="connsiteX10" fmla="*/ 3671055 w 3897869"/>
                <a:gd name="connsiteY10" fmla="*/ 2425723 h 3947802"/>
                <a:gd name="connsiteX11" fmla="*/ 3164582 w 3897869"/>
                <a:gd name="connsiteY11" fmla="*/ 2830399 h 3947802"/>
                <a:gd name="connsiteX12" fmla="*/ 3176822 w 3897869"/>
                <a:gd name="connsiteY12" fmla="*/ 2844326 h 3947802"/>
                <a:gd name="connsiteX13" fmla="*/ 3146203 w 3897869"/>
                <a:gd name="connsiteY13" fmla="*/ 2843096 h 3947802"/>
                <a:gd name="connsiteX14" fmla="*/ 3151211 w 3897869"/>
                <a:gd name="connsiteY14" fmla="*/ 2835495 h 3947802"/>
                <a:gd name="connsiteX15" fmla="*/ 2397082 w 3897869"/>
                <a:gd name="connsiteY15" fmla="*/ 2564021 h 3947802"/>
                <a:gd name="connsiteX16" fmla="*/ 2396219 w 3897869"/>
                <a:gd name="connsiteY16" fmla="*/ 2557547 h 3947802"/>
                <a:gd name="connsiteX17" fmla="*/ 1746058 w 3897869"/>
                <a:gd name="connsiteY17" fmla="*/ 3092914 h 3947802"/>
                <a:gd name="connsiteX18" fmla="*/ 990519 w 3897869"/>
                <a:gd name="connsiteY18" fmla="*/ 2019123 h 3947802"/>
                <a:gd name="connsiteX19" fmla="*/ 1593790 w 3897869"/>
                <a:gd name="connsiteY19" fmla="*/ 967148 h 3947802"/>
                <a:gd name="connsiteX20" fmla="*/ 1746058 w 3897869"/>
                <a:gd name="connsiteY20" fmla="*/ 945332 h 3947802"/>
                <a:gd name="connsiteX21" fmla="*/ 2206475 w 3897869"/>
                <a:gd name="connsiteY21" fmla="*/ 1173264 h 3947802"/>
                <a:gd name="connsiteX22" fmla="*/ 2185910 w 3897869"/>
                <a:gd name="connsiteY22" fmla="*/ 877222 h 3947802"/>
                <a:gd name="connsiteX23" fmla="*/ 2656644 w 3897869"/>
                <a:gd name="connsiteY23" fmla="*/ 802478 h 3947802"/>
                <a:gd name="connsiteX24" fmla="*/ 2828567 w 3897869"/>
                <a:gd name="connsiteY24" fmla="*/ 2098865 h 3947802"/>
                <a:gd name="connsiteX25" fmla="*/ 3312378 w 3897869"/>
                <a:gd name="connsiteY25" fmla="*/ 2040932 h 3947802"/>
                <a:gd name="connsiteX26" fmla="*/ 3289926 w 3897869"/>
                <a:gd name="connsiteY26" fmla="*/ 1346035 h 3947802"/>
                <a:gd name="connsiteX27" fmla="*/ 3290031 w 3897869"/>
                <a:gd name="connsiteY27" fmla="*/ 1346138 h 3947802"/>
                <a:gd name="connsiteX28" fmla="*/ 1700745 w 3897869"/>
                <a:gd name="connsiteY28" fmla="*/ 574371 h 3947802"/>
                <a:gd name="connsiteX29" fmla="*/ 571995 w 3897869"/>
                <a:gd name="connsiteY29" fmla="*/ 2273505 h 3947802"/>
                <a:gd name="connsiteX30" fmla="*/ 2267548 w 3897869"/>
                <a:gd name="connsiteY30" fmla="*/ 3407626 h 3947802"/>
                <a:gd name="connsiteX31" fmla="*/ 3194376 w 3897869"/>
                <a:gd name="connsiteY31" fmla="*/ 3071993 h 3947802"/>
                <a:gd name="connsiteX32" fmla="*/ 3268026 w 3897869"/>
                <a:gd name="connsiteY32" fmla="*/ 3508885 h 3947802"/>
                <a:gd name="connsiteX33" fmla="*/ 2347298 w 3897869"/>
                <a:gd name="connsiteY33" fmla="*/ 3903381 h 3947802"/>
                <a:gd name="connsiteX34" fmla="*/ 42617 w 3897869"/>
                <a:gd name="connsiteY34" fmla="*/ 2379408 h 3947802"/>
                <a:gd name="connsiteX35" fmla="*/ 1594841 w 3897869"/>
                <a:gd name="connsiteY35" fmla="*/ 44993 h 3947802"/>
                <a:gd name="connsiteX0" fmla="*/ 1853384 w 3897869"/>
                <a:gd name="connsiteY0" fmla="*/ 1362894 h 3939732"/>
                <a:gd name="connsiteX1" fmla="*/ 1768767 w 3897869"/>
                <a:gd name="connsiteY1" fmla="*/ 1381594 h 3939732"/>
                <a:gd name="connsiteX2" fmla="*/ 1517577 w 3897869"/>
                <a:gd name="connsiteY2" fmla="*/ 2033280 h 3939732"/>
                <a:gd name="connsiteX3" fmla="*/ 1928990 w 3897869"/>
                <a:gd name="connsiteY3" fmla="*/ 2631017 h 3939732"/>
                <a:gd name="connsiteX4" fmla="*/ 2318674 w 3897869"/>
                <a:gd name="connsiteY4" fmla="*/ 1997628 h 3939732"/>
                <a:gd name="connsiteX5" fmla="*/ 2293344 w 3897869"/>
                <a:gd name="connsiteY5" fmla="*/ 1825498 h 3939732"/>
                <a:gd name="connsiteX6" fmla="*/ 1853384 w 3897869"/>
                <a:gd name="connsiteY6" fmla="*/ 1362894 h 3939732"/>
                <a:gd name="connsiteX7" fmla="*/ 1594841 w 3897869"/>
                <a:gd name="connsiteY7" fmla="*/ 36923 h 3939732"/>
                <a:gd name="connsiteX8" fmla="*/ 3869632 w 3897869"/>
                <a:gd name="connsiteY8" fmla="*/ 1508593 h 3939732"/>
                <a:gd name="connsiteX9" fmla="*/ 3670773 w 3897869"/>
                <a:gd name="connsiteY9" fmla="*/ 2416710 h 3939732"/>
                <a:gd name="connsiteX10" fmla="*/ 3671055 w 3897869"/>
                <a:gd name="connsiteY10" fmla="*/ 2417653 h 3939732"/>
                <a:gd name="connsiteX11" fmla="*/ 3164582 w 3897869"/>
                <a:gd name="connsiteY11" fmla="*/ 2822329 h 3939732"/>
                <a:gd name="connsiteX12" fmla="*/ 3176822 w 3897869"/>
                <a:gd name="connsiteY12" fmla="*/ 2836256 h 3939732"/>
                <a:gd name="connsiteX13" fmla="*/ 3146203 w 3897869"/>
                <a:gd name="connsiteY13" fmla="*/ 2835026 h 3939732"/>
                <a:gd name="connsiteX14" fmla="*/ 3151211 w 3897869"/>
                <a:gd name="connsiteY14" fmla="*/ 2827425 h 3939732"/>
                <a:gd name="connsiteX15" fmla="*/ 2397082 w 3897869"/>
                <a:gd name="connsiteY15" fmla="*/ 2555951 h 3939732"/>
                <a:gd name="connsiteX16" fmla="*/ 2396219 w 3897869"/>
                <a:gd name="connsiteY16" fmla="*/ 2549477 h 3939732"/>
                <a:gd name="connsiteX17" fmla="*/ 1746058 w 3897869"/>
                <a:gd name="connsiteY17" fmla="*/ 3084844 h 3939732"/>
                <a:gd name="connsiteX18" fmla="*/ 990519 w 3897869"/>
                <a:gd name="connsiteY18" fmla="*/ 2011053 h 3939732"/>
                <a:gd name="connsiteX19" fmla="*/ 1593790 w 3897869"/>
                <a:gd name="connsiteY19" fmla="*/ 959078 h 3939732"/>
                <a:gd name="connsiteX20" fmla="*/ 1746058 w 3897869"/>
                <a:gd name="connsiteY20" fmla="*/ 937262 h 3939732"/>
                <a:gd name="connsiteX21" fmla="*/ 2206475 w 3897869"/>
                <a:gd name="connsiteY21" fmla="*/ 1165194 h 3939732"/>
                <a:gd name="connsiteX22" fmla="*/ 2185910 w 3897869"/>
                <a:gd name="connsiteY22" fmla="*/ 869152 h 3939732"/>
                <a:gd name="connsiteX23" fmla="*/ 2656644 w 3897869"/>
                <a:gd name="connsiteY23" fmla="*/ 794408 h 3939732"/>
                <a:gd name="connsiteX24" fmla="*/ 2828567 w 3897869"/>
                <a:gd name="connsiteY24" fmla="*/ 2090795 h 3939732"/>
                <a:gd name="connsiteX25" fmla="*/ 3312378 w 3897869"/>
                <a:gd name="connsiteY25" fmla="*/ 2032862 h 3939732"/>
                <a:gd name="connsiteX26" fmla="*/ 3289926 w 3897869"/>
                <a:gd name="connsiteY26" fmla="*/ 1337965 h 3939732"/>
                <a:gd name="connsiteX27" fmla="*/ 3290031 w 3897869"/>
                <a:gd name="connsiteY27" fmla="*/ 1338068 h 3939732"/>
                <a:gd name="connsiteX28" fmla="*/ 1700745 w 3897869"/>
                <a:gd name="connsiteY28" fmla="*/ 566301 h 3939732"/>
                <a:gd name="connsiteX29" fmla="*/ 571995 w 3897869"/>
                <a:gd name="connsiteY29" fmla="*/ 2265435 h 3939732"/>
                <a:gd name="connsiteX30" fmla="*/ 2267548 w 3897869"/>
                <a:gd name="connsiteY30" fmla="*/ 3399556 h 3939732"/>
                <a:gd name="connsiteX31" fmla="*/ 3194376 w 3897869"/>
                <a:gd name="connsiteY31" fmla="*/ 3063923 h 3939732"/>
                <a:gd name="connsiteX32" fmla="*/ 3268026 w 3897869"/>
                <a:gd name="connsiteY32" fmla="*/ 3500815 h 3939732"/>
                <a:gd name="connsiteX33" fmla="*/ 2347298 w 3897869"/>
                <a:gd name="connsiteY33" fmla="*/ 3895311 h 3939732"/>
                <a:gd name="connsiteX34" fmla="*/ 42617 w 3897869"/>
                <a:gd name="connsiteY34" fmla="*/ 2371338 h 3939732"/>
                <a:gd name="connsiteX35" fmla="*/ 1594841 w 3897869"/>
                <a:gd name="connsiteY35" fmla="*/ 36923 h 3939732"/>
                <a:gd name="connsiteX0" fmla="*/ 1853384 w 3897869"/>
                <a:gd name="connsiteY0" fmla="*/ 1371624 h 3948462"/>
                <a:gd name="connsiteX1" fmla="*/ 1768767 w 3897869"/>
                <a:gd name="connsiteY1" fmla="*/ 1390324 h 3948462"/>
                <a:gd name="connsiteX2" fmla="*/ 1517577 w 3897869"/>
                <a:gd name="connsiteY2" fmla="*/ 2042010 h 3948462"/>
                <a:gd name="connsiteX3" fmla="*/ 1928990 w 3897869"/>
                <a:gd name="connsiteY3" fmla="*/ 2639747 h 3948462"/>
                <a:gd name="connsiteX4" fmla="*/ 2318674 w 3897869"/>
                <a:gd name="connsiteY4" fmla="*/ 2006358 h 3948462"/>
                <a:gd name="connsiteX5" fmla="*/ 2293344 w 3897869"/>
                <a:gd name="connsiteY5" fmla="*/ 1834228 h 3948462"/>
                <a:gd name="connsiteX6" fmla="*/ 1853384 w 3897869"/>
                <a:gd name="connsiteY6" fmla="*/ 1371624 h 3948462"/>
                <a:gd name="connsiteX7" fmla="*/ 1594841 w 3897869"/>
                <a:gd name="connsiteY7" fmla="*/ 45653 h 3948462"/>
                <a:gd name="connsiteX8" fmla="*/ 3869632 w 3897869"/>
                <a:gd name="connsiteY8" fmla="*/ 1517323 h 3948462"/>
                <a:gd name="connsiteX9" fmla="*/ 3670773 w 3897869"/>
                <a:gd name="connsiteY9" fmla="*/ 2425440 h 3948462"/>
                <a:gd name="connsiteX10" fmla="*/ 3671055 w 3897869"/>
                <a:gd name="connsiteY10" fmla="*/ 2426383 h 3948462"/>
                <a:gd name="connsiteX11" fmla="*/ 3164582 w 3897869"/>
                <a:gd name="connsiteY11" fmla="*/ 2831059 h 3948462"/>
                <a:gd name="connsiteX12" fmla="*/ 3176822 w 3897869"/>
                <a:gd name="connsiteY12" fmla="*/ 2844986 h 3948462"/>
                <a:gd name="connsiteX13" fmla="*/ 3146203 w 3897869"/>
                <a:gd name="connsiteY13" fmla="*/ 2843756 h 3948462"/>
                <a:gd name="connsiteX14" fmla="*/ 3151211 w 3897869"/>
                <a:gd name="connsiteY14" fmla="*/ 2836155 h 3948462"/>
                <a:gd name="connsiteX15" fmla="*/ 2397082 w 3897869"/>
                <a:gd name="connsiteY15" fmla="*/ 2564681 h 3948462"/>
                <a:gd name="connsiteX16" fmla="*/ 2396219 w 3897869"/>
                <a:gd name="connsiteY16" fmla="*/ 2558207 h 3948462"/>
                <a:gd name="connsiteX17" fmla="*/ 1746058 w 3897869"/>
                <a:gd name="connsiteY17" fmla="*/ 3093574 h 3948462"/>
                <a:gd name="connsiteX18" fmla="*/ 990519 w 3897869"/>
                <a:gd name="connsiteY18" fmla="*/ 2019783 h 3948462"/>
                <a:gd name="connsiteX19" fmla="*/ 1593790 w 3897869"/>
                <a:gd name="connsiteY19" fmla="*/ 967808 h 3948462"/>
                <a:gd name="connsiteX20" fmla="*/ 1746058 w 3897869"/>
                <a:gd name="connsiteY20" fmla="*/ 945992 h 3948462"/>
                <a:gd name="connsiteX21" fmla="*/ 2206475 w 3897869"/>
                <a:gd name="connsiteY21" fmla="*/ 1173924 h 3948462"/>
                <a:gd name="connsiteX22" fmla="*/ 2185910 w 3897869"/>
                <a:gd name="connsiteY22" fmla="*/ 877882 h 3948462"/>
                <a:gd name="connsiteX23" fmla="*/ 2656644 w 3897869"/>
                <a:gd name="connsiteY23" fmla="*/ 803138 h 3948462"/>
                <a:gd name="connsiteX24" fmla="*/ 2828567 w 3897869"/>
                <a:gd name="connsiteY24" fmla="*/ 2099525 h 3948462"/>
                <a:gd name="connsiteX25" fmla="*/ 3312378 w 3897869"/>
                <a:gd name="connsiteY25" fmla="*/ 2041592 h 3948462"/>
                <a:gd name="connsiteX26" fmla="*/ 3289926 w 3897869"/>
                <a:gd name="connsiteY26" fmla="*/ 1346695 h 3948462"/>
                <a:gd name="connsiteX27" fmla="*/ 3290031 w 3897869"/>
                <a:gd name="connsiteY27" fmla="*/ 1346798 h 3948462"/>
                <a:gd name="connsiteX28" fmla="*/ 1700745 w 3897869"/>
                <a:gd name="connsiteY28" fmla="*/ 575031 h 3948462"/>
                <a:gd name="connsiteX29" fmla="*/ 571995 w 3897869"/>
                <a:gd name="connsiteY29" fmla="*/ 2274165 h 3948462"/>
                <a:gd name="connsiteX30" fmla="*/ 2267548 w 3897869"/>
                <a:gd name="connsiteY30" fmla="*/ 3408286 h 3948462"/>
                <a:gd name="connsiteX31" fmla="*/ 3194376 w 3897869"/>
                <a:gd name="connsiteY31" fmla="*/ 3072653 h 3948462"/>
                <a:gd name="connsiteX32" fmla="*/ 3268026 w 3897869"/>
                <a:gd name="connsiteY32" fmla="*/ 3509545 h 3948462"/>
                <a:gd name="connsiteX33" fmla="*/ 2347298 w 3897869"/>
                <a:gd name="connsiteY33" fmla="*/ 3904041 h 3948462"/>
                <a:gd name="connsiteX34" fmla="*/ 42617 w 3897869"/>
                <a:gd name="connsiteY34" fmla="*/ 2380068 h 3948462"/>
                <a:gd name="connsiteX35" fmla="*/ 1594841 w 3897869"/>
                <a:gd name="connsiteY35" fmla="*/ 45653 h 3948462"/>
                <a:gd name="connsiteX0" fmla="*/ 1853384 w 3876965"/>
                <a:gd name="connsiteY0" fmla="*/ 1371624 h 3948462"/>
                <a:gd name="connsiteX1" fmla="*/ 1768767 w 3876965"/>
                <a:gd name="connsiteY1" fmla="*/ 1390324 h 3948462"/>
                <a:gd name="connsiteX2" fmla="*/ 1517577 w 3876965"/>
                <a:gd name="connsiteY2" fmla="*/ 2042010 h 3948462"/>
                <a:gd name="connsiteX3" fmla="*/ 1928990 w 3876965"/>
                <a:gd name="connsiteY3" fmla="*/ 2639747 h 3948462"/>
                <a:gd name="connsiteX4" fmla="*/ 2318674 w 3876965"/>
                <a:gd name="connsiteY4" fmla="*/ 2006358 h 3948462"/>
                <a:gd name="connsiteX5" fmla="*/ 2293344 w 3876965"/>
                <a:gd name="connsiteY5" fmla="*/ 1834228 h 3948462"/>
                <a:gd name="connsiteX6" fmla="*/ 1853384 w 3876965"/>
                <a:gd name="connsiteY6" fmla="*/ 1371624 h 3948462"/>
                <a:gd name="connsiteX7" fmla="*/ 1594841 w 3876965"/>
                <a:gd name="connsiteY7" fmla="*/ 45653 h 3948462"/>
                <a:gd name="connsiteX8" fmla="*/ 3869632 w 3876965"/>
                <a:gd name="connsiteY8" fmla="*/ 1517323 h 3948462"/>
                <a:gd name="connsiteX9" fmla="*/ 3670773 w 3876965"/>
                <a:gd name="connsiteY9" fmla="*/ 2425440 h 3948462"/>
                <a:gd name="connsiteX10" fmla="*/ 3671055 w 3876965"/>
                <a:gd name="connsiteY10" fmla="*/ 2426383 h 3948462"/>
                <a:gd name="connsiteX11" fmla="*/ 3164582 w 3876965"/>
                <a:gd name="connsiteY11" fmla="*/ 2831059 h 3948462"/>
                <a:gd name="connsiteX12" fmla="*/ 3176822 w 3876965"/>
                <a:gd name="connsiteY12" fmla="*/ 2844986 h 3948462"/>
                <a:gd name="connsiteX13" fmla="*/ 3146203 w 3876965"/>
                <a:gd name="connsiteY13" fmla="*/ 2843756 h 3948462"/>
                <a:gd name="connsiteX14" fmla="*/ 3151211 w 3876965"/>
                <a:gd name="connsiteY14" fmla="*/ 2836155 h 3948462"/>
                <a:gd name="connsiteX15" fmla="*/ 2397082 w 3876965"/>
                <a:gd name="connsiteY15" fmla="*/ 2564681 h 3948462"/>
                <a:gd name="connsiteX16" fmla="*/ 2396219 w 3876965"/>
                <a:gd name="connsiteY16" fmla="*/ 2558207 h 3948462"/>
                <a:gd name="connsiteX17" fmla="*/ 1746058 w 3876965"/>
                <a:gd name="connsiteY17" fmla="*/ 3093574 h 3948462"/>
                <a:gd name="connsiteX18" fmla="*/ 990519 w 3876965"/>
                <a:gd name="connsiteY18" fmla="*/ 2019783 h 3948462"/>
                <a:gd name="connsiteX19" fmla="*/ 1593790 w 3876965"/>
                <a:gd name="connsiteY19" fmla="*/ 967808 h 3948462"/>
                <a:gd name="connsiteX20" fmla="*/ 1746058 w 3876965"/>
                <a:gd name="connsiteY20" fmla="*/ 945992 h 3948462"/>
                <a:gd name="connsiteX21" fmla="*/ 2206475 w 3876965"/>
                <a:gd name="connsiteY21" fmla="*/ 1173924 h 3948462"/>
                <a:gd name="connsiteX22" fmla="*/ 2185910 w 3876965"/>
                <a:gd name="connsiteY22" fmla="*/ 877882 h 3948462"/>
                <a:gd name="connsiteX23" fmla="*/ 2656644 w 3876965"/>
                <a:gd name="connsiteY23" fmla="*/ 803138 h 3948462"/>
                <a:gd name="connsiteX24" fmla="*/ 2828567 w 3876965"/>
                <a:gd name="connsiteY24" fmla="*/ 2099525 h 3948462"/>
                <a:gd name="connsiteX25" fmla="*/ 3312378 w 3876965"/>
                <a:gd name="connsiteY25" fmla="*/ 2041592 h 3948462"/>
                <a:gd name="connsiteX26" fmla="*/ 3289926 w 3876965"/>
                <a:gd name="connsiteY26" fmla="*/ 1346695 h 3948462"/>
                <a:gd name="connsiteX27" fmla="*/ 3290031 w 3876965"/>
                <a:gd name="connsiteY27" fmla="*/ 1346798 h 3948462"/>
                <a:gd name="connsiteX28" fmla="*/ 1700745 w 3876965"/>
                <a:gd name="connsiteY28" fmla="*/ 575031 h 3948462"/>
                <a:gd name="connsiteX29" fmla="*/ 571995 w 3876965"/>
                <a:gd name="connsiteY29" fmla="*/ 2274165 h 3948462"/>
                <a:gd name="connsiteX30" fmla="*/ 2267548 w 3876965"/>
                <a:gd name="connsiteY30" fmla="*/ 3408286 h 3948462"/>
                <a:gd name="connsiteX31" fmla="*/ 3194376 w 3876965"/>
                <a:gd name="connsiteY31" fmla="*/ 3072653 h 3948462"/>
                <a:gd name="connsiteX32" fmla="*/ 3268026 w 3876965"/>
                <a:gd name="connsiteY32" fmla="*/ 3509545 h 3948462"/>
                <a:gd name="connsiteX33" fmla="*/ 2347298 w 3876965"/>
                <a:gd name="connsiteY33" fmla="*/ 3904041 h 3948462"/>
                <a:gd name="connsiteX34" fmla="*/ 42617 w 3876965"/>
                <a:gd name="connsiteY34" fmla="*/ 2380068 h 3948462"/>
                <a:gd name="connsiteX35" fmla="*/ 1594841 w 3876965"/>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12378 w 3869632"/>
                <a:gd name="connsiteY25" fmla="*/ 2041592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12378 w 3869632"/>
                <a:gd name="connsiteY25" fmla="*/ 2041592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12378 w 3869632"/>
                <a:gd name="connsiteY25" fmla="*/ 2041592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12378 w 3869632"/>
                <a:gd name="connsiteY25" fmla="*/ 2041592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4683 w 3869632"/>
                <a:gd name="connsiteY25" fmla="*/ 2060269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4683 w 3869632"/>
                <a:gd name="connsiteY25" fmla="*/ 2060269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4683 w 3869632"/>
                <a:gd name="connsiteY25" fmla="*/ 2060269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4683 w 3869632"/>
                <a:gd name="connsiteY25" fmla="*/ 2060269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2812 w 3869632"/>
                <a:gd name="connsiteY25" fmla="*/ 2002360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69632"/>
                <a:gd name="connsiteY0" fmla="*/ 1371624 h 3948462"/>
                <a:gd name="connsiteX1" fmla="*/ 1768767 w 3869632"/>
                <a:gd name="connsiteY1" fmla="*/ 1390324 h 3948462"/>
                <a:gd name="connsiteX2" fmla="*/ 1517577 w 3869632"/>
                <a:gd name="connsiteY2" fmla="*/ 2042010 h 3948462"/>
                <a:gd name="connsiteX3" fmla="*/ 1928990 w 3869632"/>
                <a:gd name="connsiteY3" fmla="*/ 2639747 h 3948462"/>
                <a:gd name="connsiteX4" fmla="*/ 2318674 w 3869632"/>
                <a:gd name="connsiteY4" fmla="*/ 2006358 h 3948462"/>
                <a:gd name="connsiteX5" fmla="*/ 2293344 w 3869632"/>
                <a:gd name="connsiteY5" fmla="*/ 1834228 h 3948462"/>
                <a:gd name="connsiteX6" fmla="*/ 1853384 w 3869632"/>
                <a:gd name="connsiteY6" fmla="*/ 1371624 h 3948462"/>
                <a:gd name="connsiteX7" fmla="*/ 1594841 w 3869632"/>
                <a:gd name="connsiteY7" fmla="*/ 45653 h 3948462"/>
                <a:gd name="connsiteX8" fmla="*/ 3869632 w 3869632"/>
                <a:gd name="connsiteY8" fmla="*/ 1517323 h 3948462"/>
                <a:gd name="connsiteX9" fmla="*/ 3670773 w 3869632"/>
                <a:gd name="connsiteY9" fmla="*/ 2425440 h 3948462"/>
                <a:gd name="connsiteX10" fmla="*/ 3671055 w 3869632"/>
                <a:gd name="connsiteY10" fmla="*/ 2426383 h 3948462"/>
                <a:gd name="connsiteX11" fmla="*/ 3164582 w 3869632"/>
                <a:gd name="connsiteY11" fmla="*/ 2831059 h 3948462"/>
                <a:gd name="connsiteX12" fmla="*/ 3176822 w 3869632"/>
                <a:gd name="connsiteY12" fmla="*/ 2844986 h 3948462"/>
                <a:gd name="connsiteX13" fmla="*/ 3146203 w 3869632"/>
                <a:gd name="connsiteY13" fmla="*/ 2843756 h 3948462"/>
                <a:gd name="connsiteX14" fmla="*/ 3151211 w 3869632"/>
                <a:gd name="connsiteY14" fmla="*/ 2836155 h 3948462"/>
                <a:gd name="connsiteX15" fmla="*/ 2397082 w 3869632"/>
                <a:gd name="connsiteY15" fmla="*/ 2564681 h 3948462"/>
                <a:gd name="connsiteX16" fmla="*/ 2396219 w 3869632"/>
                <a:gd name="connsiteY16" fmla="*/ 2558207 h 3948462"/>
                <a:gd name="connsiteX17" fmla="*/ 1746058 w 3869632"/>
                <a:gd name="connsiteY17" fmla="*/ 3093574 h 3948462"/>
                <a:gd name="connsiteX18" fmla="*/ 990519 w 3869632"/>
                <a:gd name="connsiteY18" fmla="*/ 2019783 h 3948462"/>
                <a:gd name="connsiteX19" fmla="*/ 1593790 w 3869632"/>
                <a:gd name="connsiteY19" fmla="*/ 967808 h 3948462"/>
                <a:gd name="connsiteX20" fmla="*/ 1746058 w 3869632"/>
                <a:gd name="connsiteY20" fmla="*/ 945992 h 3948462"/>
                <a:gd name="connsiteX21" fmla="*/ 2206475 w 3869632"/>
                <a:gd name="connsiteY21" fmla="*/ 1173924 h 3948462"/>
                <a:gd name="connsiteX22" fmla="*/ 2185910 w 3869632"/>
                <a:gd name="connsiteY22" fmla="*/ 877882 h 3948462"/>
                <a:gd name="connsiteX23" fmla="*/ 2656644 w 3869632"/>
                <a:gd name="connsiteY23" fmla="*/ 803138 h 3948462"/>
                <a:gd name="connsiteX24" fmla="*/ 2828567 w 3869632"/>
                <a:gd name="connsiteY24" fmla="*/ 2099525 h 3948462"/>
                <a:gd name="connsiteX25" fmla="*/ 3362812 w 3869632"/>
                <a:gd name="connsiteY25" fmla="*/ 2002360 h 3948462"/>
                <a:gd name="connsiteX26" fmla="*/ 3289926 w 3869632"/>
                <a:gd name="connsiteY26" fmla="*/ 1346695 h 3948462"/>
                <a:gd name="connsiteX27" fmla="*/ 3290031 w 3869632"/>
                <a:gd name="connsiteY27" fmla="*/ 1346798 h 3948462"/>
                <a:gd name="connsiteX28" fmla="*/ 1700745 w 3869632"/>
                <a:gd name="connsiteY28" fmla="*/ 575031 h 3948462"/>
                <a:gd name="connsiteX29" fmla="*/ 571995 w 3869632"/>
                <a:gd name="connsiteY29" fmla="*/ 2274165 h 3948462"/>
                <a:gd name="connsiteX30" fmla="*/ 2267548 w 3869632"/>
                <a:gd name="connsiteY30" fmla="*/ 3408286 h 3948462"/>
                <a:gd name="connsiteX31" fmla="*/ 3194376 w 3869632"/>
                <a:gd name="connsiteY31" fmla="*/ 3072653 h 3948462"/>
                <a:gd name="connsiteX32" fmla="*/ 3268026 w 3869632"/>
                <a:gd name="connsiteY32" fmla="*/ 3509545 h 3948462"/>
                <a:gd name="connsiteX33" fmla="*/ 2347298 w 3869632"/>
                <a:gd name="connsiteY33" fmla="*/ 3904041 h 3948462"/>
                <a:gd name="connsiteX34" fmla="*/ 42617 w 3869632"/>
                <a:gd name="connsiteY34" fmla="*/ 2380068 h 3948462"/>
                <a:gd name="connsiteX35" fmla="*/ 1594841 w 3869632"/>
                <a:gd name="connsiteY35" fmla="*/ 45653 h 3948462"/>
                <a:gd name="connsiteX0" fmla="*/ 1853384 w 3888568"/>
                <a:gd name="connsiteY0" fmla="*/ 1371624 h 3948462"/>
                <a:gd name="connsiteX1" fmla="*/ 1768767 w 3888568"/>
                <a:gd name="connsiteY1" fmla="*/ 1390324 h 3948462"/>
                <a:gd name="connsiteX2" fmla="*/ 1517577 w 3888568"/>
                <a:gd name="connsiteY2" fmla="*/ 2042010 h 3948462"/>
                <a:gd name="connsiteX3" fmla="*/ 1928990 w 3888568"/>
                <a:gd name="connsiteY3" fmla="*/ 2639747 h 3948462"/>
                <a:gd name="connsiteX4" fmla="*/ 2318674 w 3888568"/>
                <a:gd name="connsiteY4" fmla="*/ 2006358 h 3948462"/>
                <a:gd name="connsiteX5" fmla="*/ 2293344 w 3888568"/>
                <a:gd name="connsiteY5" fmla="*/ 1834228 h 3948462"/>
                <a:gd name="connsiteX6" fmla="*/ 1853384 w 3888568"/>
                <a:gd name="connsiteY6" fmla="*/ 1371624 h 3948462"/>
                <a:gd name="connsiteX7" fmla="*/ 1594841 w 3888568"/>
                <a:gd name="connsiteY7" fmla="*/ 45653 h 3948462"/>
                <a:gd name="connsiteX8" fmla="*/ 3869632 w 3888568"/>
                <a:gd name="connsiteY8" fmla="*/ 1517323 h 3948462"/>
                <a:gd name="connsiteX9" fmla="*/ 3670773 w 3888568"/>
                <a:gd name="connsiteY9" fmla="*/ 2425440 h 3948462"/>
                <a:gd name="connsiteX10" fmla="*/ 3671055 w 3888568"/>
                <a:gd name="connsiteY10" fmla="*/ 2426383 h 3948462"/>
                <a:gd name="connsiteX11" fmla="*/ 3164582 w 3888568"/>
                <a:gd name="connsiteY11" fmla="*/ 2831059 h 3948462"/>
                <a:gd name="connsiteX12" fmla="*/ 3176822 w 3888568"/>
                <a:gd name="connsiteY12" fmla="*/ 2844986 h 3948462"/>
                <a:gd name="connsiteX13" fmla="*/ 3146203 w 3888568"/>
                <a:gd name="connsiteY13" fmla="*/ 2843756 h 3948462"/>
                <a:gd name="connsiteX14" fmla="*/ 3151211 w 3888568"/>
                <a:gd name="connsiteY14" fmla="*/ 2836155 h 3948462"/>
                <a:gd name="connsiteX15" fmla="*/ 2397082 w 3888568"/>
                <a:gd name="connsiteY15" fmla="*/ 2564681 h 3948462"/>
                <a:gd name="connsiteX16" fmla="*/ 2396219 w 3888568"/>
                <a:gd name="connsiteY16" fmla="*/ 2558207 h 3948462"/>
                <a:gd name="connsiteX17" fmla="*/ 1746058 w 3888568"/>
                <a:gd name="connsiteY17" fmla="*/ 3093574 h 3948462"/>
                <a:gd name="connsiteX18" fmla="*/ 990519 w 3888568"/>
                <a:gd name="connsiteY18" fmla="*/ 2019783 h 3948462"/>
                <a:gd name="connsiteX19" fmla="*/ 1593790 w 3888568"/>
                <a:gd name="connsiteY19" fmla="*/ 967808 h 3948462"/>
                <a:gd name="connsiteX20" fmla="*/ 1746058 w 3888568"/>
                <a:gd name="connsiteY20" fmla="*/ 945992 h 3948462"/>
                <a:gd name="connsiteX21" fmla="*/ 2206475 w 3888568"/>
                <a:gd name="connsiteY21" fmla="*/ 1173924 h 3948462"/>
                <a:gd name="connsiteX22" fmla="*/ 2185910 w 3888568"/>
                <a:gd name="connsiteY22" fmla="*/ 877882 h 3948462"/>
                <a:gd name="connsiteX23" fmla="*/ 2656644 w 3888568"/>
                <a:gd name="connsiteY23" fmla="*/ 803138 h 3948462"/>
                <a:gd name="connsiteX24" fmla="*/ 2828567 w 3888568"/>
                <a:gd name="connsiteY24" fmla="*/ 2099525 h 3948462"/>
                <a:gd name="connsiteX25" fmla="*/ 3362812 w 3888568"/>
                <a:gd name="connsiteY25" fmla="*/ 2002360 h 3948462"/>
                <a:gd name="connsiteX26" fmla="*/ 3289926 w 3888568"/>
                <a:gd name="connsiteY26" fmla="*/ 1346695 h 3948462"/>
                <a:gd name="connsiteX27" fmla="*/ 3290031 w 3888568"/>
                <a:gd name="connsiteY27" fmla="*/ 1346798 h 3948462"/>
                <a:gd name="connsiteX28" fmla="*/ 1700745 w 3888568"/>
                <a:gd name="connsiteY28" fmla="*/ 575031 h 3948462"/>
                <a:gd name="connsiteX29" fmla="*/ 571995 w 3888568"/>
                <a:gd name="connsiteY29" fmla="*/ 2274165 h 3948462"/>
                <a:gd name="connsiteX30" fmla="*/ 2267548 w 3888568"/>
                <a:gd name="connsiteY30" fmla="*/ 3408286 h 3948462"/>
                <a:gd name="connsiteX31" fmla="*/ 3194376 w 3888568"/>
                <a:gd name="connsiteY31" fmla="*/ 3072653 h 3948462"/>
                <a:gd name="connsiteX32" fmla="*/ 3268026 w 3888568"/>
                <a:gd name="connsiteY32" fmla="*/ 3509545 h 3948462"/>
                <a:gd name="connsiteX33" fmla="*/ 2347298 w 3888568"/>
                <a:gd name="connsiteY33" fmla="*/ 3904041 h 3948462"/>
                <a:gd name="connsiteX34" fmla="*/ 42617 w 3888568"/>
                <a:gd name="connsiteY34" fmla="*/ 2380068 h 3948462"/>
                <a:gd name="connsiteX35" fmla="*/ 1594841 w 3888568"/>
                <a:gd name="connsiteY35" fmla="*/ 45653 h 3948462"/>
                <a:gd name="connsiteX0" fmla="*/ 1853384 w 3888568"/>
                <a:gd name="connsiteY0" fmla="*/ 1371624 h 3948462"/>
                <a:gd name="connsiteX1" fmla="*/ 1768767 w 3888568"/>
                <a:gd name="connsiteY1" fmla="*/ 1390324 h 3948462"/>
                <a:gd name="connsiteX2" fmla="*/ 1517577 w 3888568"/>
                <a:gd name="connsiteY2" fmla="*/ 2042010 h 3948462"/>
                <a:gd name="connsiteX3" fmla="*/ 1928990 w 3888568"/>
                <a:gd name="connsiteY3" fmla="*/ 2639747 h 3948462"/>
                <a:gd name="connsiteX4" fmla="*/ 2318674 w 3888568"/>
                <a:gd name="connsiteY4" fmla="*/ 2006358 h 3948462"/>
                <a:gd name="connsiteX5" fmla="*/ 2293344 w 3888568"/>
                <a:gd name="connsiteY5" fmla="*/ 1834228 h 3948462"/>
                <a:gd name="connsiteX6" fmla="*/ 1853384 w 3888568"/>
                <a:gd name="connsiteY6" fmla="*/ 1371624 h 3948462"/>
                <a:gd name="connsiteX7" fmla="*/ 1594841 w 3888568"/>
                <a:gd name="connsiteY7" fmla="*/ 45653 h 3948462"/>
                <a:gd name="connsiteX8" fmla="*/ 3869632 w 3888568"/>
                <a:gd name="connsiteY8" fmla="*/ 1517323 h 3948462"/>
                <a:gd name="connsiteX9" fmla="*/ 3670773 w 3888568"/>
                <a:gd name="connsiteY9" fmla="*/ 2425440 h 3948462"/>
                <a:gd name="connsiteX10" fmla="*/ 3704679 w 3888568"/>
                <a:gd name="connsiteY10" fmla="*/ 2448797 h 3948462"/>
                <a:gd name="connsiteX11" fmla="*/ 3164582 w 3888568"/>
                <a:gd name="connsiteY11" fmla="*/ 2831059 h 3948462"/>
                <a:gd name="connsiteX12" fmla="*/ 3176822 w 3888568"/>
                <a:gd name="connsiteY12" fmla="*/ 2844986 h 3948462"/>
                <a:gd name="connsiteX13" fmla="*/ 3146203 w 3888568"/>
                <a:gd name="connsiteY13" fmla="*/ 2843756 h 3948462"/>
                <a:gd name="connsiteX14" fmla="*/ 3151211 w 3888568"/>
                <a:gd name="connsiteY14" fmla="*/ 2836155 h 3948462"/>
                <a:gd name="connsiteX15" fmla="*/ 2397082 w 3888568"/>
                <a:gd name="connsiteY15" fmla="*/ 2564681 h 3948462"/>
                <a:gd name="connsiteX16" fmla="*/ 2396219 w 3888568"/>
                <a:gd name="connsiteY16" fmla="*/ 2558207 h 3948462"/>
                <a:gd name="connsiteX17" fmla="*/ 1746058 w 3888568"/>
                <a:gd name="connsiteY17" fmla="*/ 3093574 h 3948462"/>
                <a:gd name="connsiteX18" fmla="*/ 990519 w 3888568"/>
                <a:gd name="connsiteY18" fmla="*/ 2019783 h 3948462"/>
                <a:gd name="connsiteX19" fmla="*/ 1593790 w 3888568"/>
                <a:gd name="connsiteY19" fmla="*/ 967808 h 3948462"/>
                <a:gd name="connsiteX20" fmla="*/ 1746058 w 3888568"/>
                <a:gd name="connsiteY20" fmla="*/ 945992 h 3948462"/>
                <a:gd name="connsiteX21" fmla="*/ 2206475 w 3888568"/>
                <a:gd name="connsiteY21" fmla="*/ 1173924 h 3948462"/>
                <a:gd name="connsiteX22" fmla="*/ 2185910 w 3888568"/>
                <a:gd name="connsiteY22" fmla="*/ 877882 h 3948462"/>
                <a:gd name="connsiteX23" fmla="*/ 2656644 w 3888568"/>
                <a:gd name="connsiteY23" fmla="*/ 803138 h 3948462"/>
                <a:gd name="connsiteX24" fmla="*/ 2828567 w 3888568"/>
                <a:gd name="connsiteY24" fmla="*/ 2099525 h 3948462"/>
                <a:gd name="connsiteX25" fmla="*/ 3362812 w 3888568"/>
                <a:gd name="connsiteY25" fmla="*/ 2002360 h 3948462"/>
                <a:gd name="connsiteX26" fmla="*/ 3289926 w 3888568"/>
                <a:gd name="connsiteY26" fmla="*/ 1346695 h 3948462"/>
                <a:gd name="connsiteX27" fmla="*/ 3290031 w 3888568"/>
                <a:gd name="connsiteY27" fmla="*/ 1346798 h 3948462"/>
                <a:gd name="connsiteX28" fmla="*/ 1700745 w 3888568"/>
                <a:gd name="connsiteY28" fmla="*/ 575031 h 3948462"/>
                <a:gd name="connsiteX29" fmla="*/ 571995 w 3888568"/>
                <a:gd name="connsiteY29" fmla="*/ 2274165 h 3948462"/>
                <a:gd name="connsiteX30" fmla="*/ 2267548 w 3888568"/>
                <a:gd name="connsiteY30" fmla="*/ 3408286 h 3948462"/>
                <a:gd name="connsiteX31" fmla="*/ 3194376 w 3888568"/>
                <a:gd name="connsiteY31" fmla="*/ 3072653 h 3948462"/>
                <a:gd name="connsiteX32" fmla="*/ 3268026 w 3888568"/>
                <a:gd name="connsiteY32" fmla="*/ 3509545 h 3948462"/>
                <a:gd name="connsiteX33" fmla="*/ 2347298 w 3888568"/>
                <a:gd name="connsiteY33" fmla="*/ 3904041 h 3948462"/>
                <a:gd name="connsiteX34" fmla="*/ 42617 w 3888568"/>
                <a:gd name="connsiteY34" fmla="*/ 2380068 h 3948462"/>
                <a:gd name="connsiteX35" fmla="*/ 1594841 w 3888568"/>
                <a:gd name="connsiteY35" fmla="*/ 45653 h 3948462"/>
                <a:gd name="connsiteX0" fmla="*/ 1853384 w 3888568"/>
                <a:gd name="connsiteY0" fmla="*/ 1371624 h 3948462"/>
                <a:gd name="connsiteX1" fmla="*/ 1768767 w 3888568"/>
                <a:gd name="connsiteY1" fmla="*/ 1390324 h 3948462"/>
                <a:gd name="connsiteX2" fmla="*/ 1517577 w 3888568"/>
                <a:gd name="connsiteY2" fmla="*/ 2042010 h 3948462"/>
                <a:gd name="connsiteX3" fmla="*/ 1928990 w 3888568"/>
                <a:gd name="connsiteY3" fmla="*/ 2639747 h 3948462"/>
                <a:gd name="connsiteX4" fmla="*/ 2318674 w 3888568"/>
                <a:gd name="connsiteY4" fmla="*/ 2006358 h 3948462"/>
                <a:gd name="connsiteX5" fmla="*/ 2293344 w 3888568"/>
                <a:gd name="connsiteY5" fmla="*/ 1834228 h 3948462"/>
                <a:gd name="connsiteX6" fmla="*/ 1853384 w 3888568"/>
                <a:gd name="connsiteY6" fmla="*/ 1371624 h 3948462"/>
                <a:gd name="connsiteX7" fmla="*/ 1594841 w 3888568"/>
                <a:gd name="connsiteY7" fmla="*/ 45653 h 3948462"/>
                <a:gd name="connsiteX8" fmla="*/ 3869632 w 3888568"/>
                <a:gd name="connsiteY8" fmla="*/ 1517323 h 3948462"/>
                <a:gd name="connsiteX9" fmla="*/ 3670773 w 3888568"/>
                <a:gd name="connsiteY9" fmla="*/ 2425440 h 3948462"/>
                <a:gd name="connsiteX10" fmla="*/ 3164582 w 3888568"/>
                <a:gd name="connsiteY10" fmla="*/ 2831059 h 3948462"/>
                <a:gd name="connsiteX11" fmla="*/ 3176822 w 3888568"/>
                <a:gd name="connsiteY11" fmla="*/ 2844986 h 3948462"/>
                <a:gd name="connsiteX12" fmla="*/ 3146203 w 3888568"/>
                <a:gd name="connsiteY12" fmla="*/ 2843756 h 3948462"/>
                <a:gd name="connsiteX13" fmla="*/ 3151211 w 3888568"/>
                <a:gd name="connsiteY13" fmla="*/ 2836155 h 3948462"/>
                <a:gd name="connsiteX14" fmla="*/ 2397082 w 3888568"/>
                <a:gd name="connsiteY14" fmla="*/ 2564681 h 3948462"/>
                <a:gd name="connsiteX15" fmla="*/ 2396219 w 3888568"/>
                <a:gd name="connsiteY15" fmla="*/ 2558207 h 3948462"/>
                <a:gd name="connsiteX16" fmla="*/ 1746058 w 3888568"/>
                <a:gd name="connsiteY16" fmla="*/ 3093574 h 3948462"/>
                <a:gd name="connsiteX17" fmla="*/ 990519 w 3888568"/>
                <a:gd name="connsiteY17" fmla="*/ 2019783 h 3948462"/>
                <a:gd name="connsiteX18" fmla="*/ 1593790 w 3888568"/>
                <a:gd name="connsiteY18" fmla="*/ 967808 h 3948462"/>
                <a:gd name="connsiteX19" fmla="*/ 1746058 w 3888568"/>
                <a:gd name="connsiteY19" fmla="*/ 945992 h 3948462"/>
                <a:gd name="connsiteX20" fmla="*/ 2206475 w 3888568"/>
                <a:gd name="connsiteY20" fmla="*/ 1173924 h 3948462"/>
                <a:gd name="connsiteX21" fmla="*/ 2185910 w 3888568"/>
                <a:gd name="connsiteY21" fmla="*/ 877882 h 3948462"/>
                <a:gd name="connsiteX22" fmla="*/ 2656644 w 3888568"/>
                <a:gd name="connsiteY22" fmla="*/ 803138 h 3948462"/>
                <a:gd name="connsiteX23" fmla="*/ 2828567 w 3888568"/>
                <a:gd name="connsiteY23" fmla="*/ 2099525 h 3948462"/>
                <a:gd name="connsiteX24" fmla="*/ 3362812 w 3888568"/>
                <a:gd name="connsiteY24" fmla="*/ 2002360 h 3948462"/>
                <a:gd name="connsiteX25" fmla="*/ 3289926 w 3888568"/>
                <a:gd name="connsiteY25" fmla="*/ 1346695 h 3948462"/>
                <a:gd name="connsiteX26" fmla="*/ 3290031 w 3888568"/>
                <a:gd name="connsiteY26" fmla="*/ 1346798 h 3948462"/>
                <a:gd name="connsiteX27" fmla="*/ 1700745 w 3888568"/>
                <a:gd name="connsiteY27" fmla="*/ 575031 h 3948462"/>
                <a:gd name="connsiteX28" fmla="*/ 571995 w 3888568"/>
                <a:gd name="connsiteY28" fmla="*/ 2274165 h 3948462"/>
                <a:gd name="connsiteX29" fmla="*/ 2267548 w 3888568"/>
                <a:gd name="connsiteY29" fmla="*/ 3408286 h 3948462"/>
                <a:gd name="connsiteX30" fmla="*/ 3194376 w 3888568"/>
                <a:gd name="connsiteY30" fmla="*/ 3072653 h 3948462"/>
                <a:gd name="connsiteX31" fmla="*/ 3268026 w 3888568"/>
                <a:gd name="connsiteY31" fmla="*/ 3509545 h 3948462"/>
                <a:gd name="connsiteX32" fmla="*/ 2347298 w 3888568"/>
                <a:gd name="connsiteY32" fmla="*/ 3904041 h 3948462"/>
                <a:gd name="connsiteX33" fmla="*/ 42617 w 3888568"/>
                <a:gd name="connsiteY33" fmla="*/ 2380068 h 3948462"/>
                <a:gd name="connsiteX34" fmla="*/ 1594841 w 3888568"/>
                <a:gd name="connsiteY34" fmla="*/ 45653 h 3948462"/>
                <a:gd name="connsiteX0" fmla="*/ 1853384 w 3892469"/>
                <a:gd name="connsiteY0" fmla="*/ 1371624 h 3948462"/>
                <a:gd name="connsiteX1" fmla="*/ 1768767 w 3892469"/>
                <a:gd name="connsiteY1" fmla="*/ 1390324 h 3948462"/>
                <a:gd name="connsiteX2" fmla="*/ 1517577 w 3892469"/>
                <a:gd name="connsiteY2" fmla="*/ 2042010 h 3948462"/>
                <a:gd name="connsiteX3" fmla="*/ 1928990 w 3892469"/>
                <a:gd name="connsiteY3" fmla="*/ 2639747 h 3948462"/>
                <a:gd name="connsiteX4" fmla="*/ 2318674 w 3892469"/>
                <a:gd name="connsiteY4" fmla="*/ 2006358 h 3948462"/>
                <a:gd name="connsiteX5" fmla="*/ 2293344 w 3892469"/>
                <a:gd name="connsiteY5" fmla="*/ 1834228 h 3948462"/>
                <a:gd name="connsiteX6" fmla="*/ 1853384 w 3892469"/>
                <a:gd name="connsiteY6" fmla="*/ 1371624 h 3948462"/>
                <a:gd name="connsiteX7" fmla="*/ 1594841 w 3892469"/>
                <a:gd name="connsiteY7" fmla="*/ 45653 h 3948462"/>
                <a:gd name="connsiteX8" fmla="*/ 3869632 w 3892469"/>
                <a:gd name="connsiteY8" fmla="*/ 1517323 h 3948462"/>
                <a:gd name="connsiteX9" fmla="*/ 3706266 w 3892469"/>
                <a:gd name="connsiteY9" fmla="*/ 2457195 h 3948462"/>
                <a:gd name="connsiteX10" fmla="*/ 3164582 w 3892469"/>
                <a:gd name="connsiteY10" fmla="*/ 2831059 h 3948462"/>
                <a:gd name="connsiteX11" fmla="*/ 3176822 w 3892469"/>
                <a:gd name="connsiteY11" fmla="*/ 2844986 h 3948462"/>
                <a:gd name="connsiteX12" fmla="*/ 3146203 w 3892469"/>
                <a:gd name="connsiteY12" fmla="*/ 2843756 h 3948462"/>
                <a:gd name="connsiteX13" fmla="*/ 3151211 w 3892469"/>
                <a:gd name="connsiteY13" fmla="*/ 2836155 h 3948462"/>
                <a:gd name="connsiteX14" fmla="*/ 2397082 w 3892469"/>
                <a:gd name="connsiteY14" fmla="*/ 2564681 h 3948462"/>
                <a:gd name="connsiteX15" fmla="*/ 2396219 w 3892469"/>
                <a:gd name="connsiteY15" fmla="*/ 2558207 h 3948462"/>
                <a:gd name="connsiteX16" fmla="*/ 1746058 w 3892469"/>
                <a:gd name="connsiteY16" fmla="*/ 3093574 h 3948462"/>
                <a:gd name="connsiteX17" fmla="*/ 990519 w 3892469"/>
                <a:gd name="connsiteY17" fmla="*/ 2019783 h 3948462"/>
                <a:gd name="connsiteX18" fmla="*/ 1593790 w 3892469"/>
                <a:gd name="connsiteY18" fmla="*/ 967808 h 3948462"/>
                <a:gd name="connsiteX19" fmla="*/ 1746058 w 3892469"/>
                <a:gd name="connsiteY19" fmla="*/ 945992 h 3948462"/>
                <a:gd name="connsiteX20" fmla="*/ 2206475 w 3892469"/>
                <a:gd name="connsiteY20" fmla="*/ 1173924 h 3948462"/>
                <a:gd name="connsiteX21" fmla="*/ 2185910 w 3892469"/>
                <a:gd name="connsiteY21" fmla="*/ 877882 h 3948462"/>
                <a:gd name="connsiteX22" fmla="*/ 2656644 w 3892469"/>
                <a:gd name="connsiteY22" fmla="*/ 803138 h 3948462"/>
                <a:gd name="connsiteX23" fmla="*/ 2828567 w 3892469"/>
                <a:gd name="connsiteY23" fmla="*/ 2099525 h 3948462"/>
                <a:gd name="connsiteX24" fmla="*/ 3362812 w 3892469"/>
                <a:gd name="connsiteY24" fmla="*/ 2002360 h 3948462"/>
                <a:gd name="connsiteX25" fmla="*/ 3289926 w 3892469"/>
                <a:gd name="connsiteY25" fmla="*/ 1346695 h 3948462"/>
                <a:gd name="connsiteX26" fmla="*/ 3290031 w 3892469"/>
                <a:gd name="connsiteY26" fmla="*/ 1346798 h 3948462"/>
                <a:gd name="connsiteX27" fmla="*/ 1700745 w 3892469"/>
                <a:gd name="connsiteY27" fmla="*/ 575031 h 3948462"/>
                <a:gd name="connsiteX28" fmla="*/ 571995 w 3892469"/>
                <a:gd name="connsiteY28" fmla="*/ 2274165 h 3948462"/>
                <a:gd name="connsiteX29" fmla="*/ 2267548 w 3892469"/>
                <a:gd name="connsiteY29" fmla="*/ 3408286 h 3948462"/>
                <a:gd name="connsiteX30" fmla="*/ 3194376 w 3892469"/>
                <a:gd name="connsiteY30" fmla="*/ 3072653 h 3948462"/>
                <a:gd name="connsiteX31" fmla="*/ 3268026 w 3892469"/>
                <a:gd name="connsiteY31" fmla="*/ 3509545 h 3948462"/>
                <a:gd name="connsiteX32" fmla="*/ 2347298 w 3892469"/>
                <a:gd name="connsiteY32" fmla="*/ 3904041 h 3948462"/>
                <a:gd name="connsiteX33" fmla="*/ 42617 w 3892469"/>
                <a:gd name="connsiteY33" fmla="*/ 2380068 h 3948462"/>
                <a:gd name="connsiteX34" fmla="*/ 1594841 w 3892469"/>
                <a:gd name="connsiteY34"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3176822 w 3890413"/>
                <a:gd name="connsiteY11" fmla="*/ 2844986 h 3948462"/>
                <a:gd name="connsiteX12" fmla="*/ 3146203 w 3890413"/>
                <a:gd name="connsiteY12" fmla="*/ 2843756 h 3948462"/>
                <a:gd name="connsiteX13" fmla="*/ 3151211 w 3890413"/>
                <a:gd name="connsiteY13" fmla="*/ 2836155 h 3948462"/>
                <a:gd name="connsiteX14" fmla="*/ 2397082 w 3890413"/>
                <a:gd name="connsiteY14" fmla="*/ 2564681 h 3948462"/>
                <a:gd name="connsiteX15" fmla="*/ 2396219 w 3890413"/>
                <a:gd name="connsiteY15" fmla="*/ 2558207 h 3948462"/>
                <a:gd name="connsiteX16" fmla="*/ 1746058 w 3890413"/>
                <a:gd name="connsiteY16" fmla="*/ 3093574 h 3948462"/>
                <a:gd name="connsiteX17" fmla="*/ 990519 w 3890413"/>
                <a:gd name="connsiteY17" fmla="*/ 2019783 h 3948462"/>
                <a:gd name="connsiteX18" fmla="*/ 1593790 w 3890413"/>
                <a:gd name="connsiteY18" fmla="*/ 967808 h 3948462"/>
                <a:gd name="connsiteX19" fmla="*/ 1746058 w 3890413"/>
                <a:gd name="connsiteY19" fmla="*/ 945992 h 3948462"/>
                <a:gd name="connsiteX20" fmla="*/ 2206475 w 3890413"/>
                <a:gd name="connsiteY20" fmla="*/ 1173924 h 3948462"/>
                <a:gd name="connsiteX21" fmla="*/ 2185910 w 3890413"/>
                <a:gd name="connsiteY21" fmla="*/ 877882 h 3948462"/>
                <a:gd name="connsiteX22" fmla="*/ 2656644 w 3890413"/>
                <a:gd name="connsiteY22" fmla="*/ 803138 h 3948462"/>
                <a:gd name="connsiteX23" fmla="*/ 2828567 w 3890413"/>
                <a:gd name="connsiteY23" fmla="*/ 2099525 h 3948462"/>
                <a:gd name="connsiteX24" fmla="*/ 3362812 w 3890413"/>
                <a:gd name="connsiteY24" fmla="*/ 2002360 h 3948462"/>
                <a:gd name="connsiteX25" fmla="*/ 3289926 w 3890413"/>
                <a:gd name="connsiteY25" fmla="*/ 1346695 h 3948462"/>
                <a:gd name="connsiteX26" fmla="*/ 3290031 w 3890413"/>
                <a:gd name="connsiteY26" fmla="*/ 1346798 h 3948462"/>
                <a:gd name="connsiteX27" fmla="*/ 1700745 w 3890413"/>
                <a:gd name="connsiteY27" fmla="*/ 575031 h 3948462"/>
                <a:gd name="connsiteX28" fmla="*/ 571995 w 3890413"/>
                <a:gd name="connsiteY28" fmla="*/ 2274165 h 3948462"/>
                <a:gd name="connsiteX29" fmla="*/ 2267548 w 3890413"/>
                <a:gd name="connsiteY29" fmla="*/ 3408286 h 3948462"/>
                <a:gd name="connsiteX30" fmla="*/ 3194376 w 3890413"/>
                <a:gd name="connsiteY30" fmla="*/ 3072653 h 3948462"/>
                <a:gd name="connsiteX31" fmla="*/ 3268026 w 3890413"/>
                <a:gd name="connsiteY31" fmla="*/ 3509545 h 3948462"/>
                <a:gd name="connsiteX32" fmla="*/ 2347298 w 3890413"/>
                <a:gd name="connsiteY32" fmla="*/ 3904041 h 3948462"/>
                <a:gd name="connsiteX33" fmla="*/ 42617 w 3890413"/>
                <a:gd name="connsiteY33" fmla="*/ 2380068 h 3948462"/>
                <a:gd name="connsiteX34" fmla="*/ 1594841 w 3890413"/>
                <a:gd name="connsiteY34"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3176822 w 3890413"/>
                <a:gd name="connsiteY11" fmla="*/ 2844986 h 3948462"/>
                <a:gd name="connsiteX12" fmla="*/ 3146203 w 3890413"/>
                <a:gd name="connsiteY12" fmla="*/ 2843756 h 3948462"/>
                <a:gd name="connsiteX13" fmla="*/ 3151211 w 3890413"/>
                <a:gd name="connsiteY13" fmla="*/ 2836155 h 3948462"/>
                <a:gd name="connsiteX14" fmla="*/ 2397082 w 3890413"/>
                <a:gd name="connsiteY14" fmla="*/ 2564681 h 3948462"/>
                <a:gd name="connsiteX15" fmla="*/ 2396219 w 3890413"/>
                <a:gd name="connsiteY15" fmla="*/ 2558207 h 3948462"/>
                <a:gd name="connsiteX16" fmla="*/ 1746058 w 3890413"/>
                <a:gd name="connsiteY16" fmla="*/ 3093574 h 3948462"/>
                <a:gd name="connsiteX17" fmla="*/ 990519 w 3890413"/>
                <a:gd name="connsiteY17" fmla="*/ 2019783 h 3948462"/>
                <a:gd name="connsiteX18" fmla="*/ 1593790 w 3890413"/>
                <a:gd name="connsiteY18" fmla="*/ 967808 h 3948462"/>
                <a:gd name="connsiteX19" fmla="*/ 1746058 w 3890413"/>
                <a:gd name="connsiteY19" fmla="*/ 945992 h 3948462"/>
                <a:gd name="connsiteX20" fmla="*/ 2206475 w 3890413"/>
                <a:gd name="connsiteY20" fmla="*/ 1173924 h 3948462"/>
                <a:gd name="connsiteX21" fmla="*/ 2185910 w 3890413"/>
                <a:gd name="connsiteY21" fmla="*/ 877882 h 3948462"/>
                <a:gd name="connsiteX22" fmla="*/ 2656644 w 3890413"/>
                <a:gd name="connsiteY22" fmla="*/ 803138 h 3948462"/>
                <a:gd name="connsiteX23" fmla="*/ 2828567 w 3890413"/>
                <a:gd name="connsiteY23" fmla="*/ 2099525 h 3948462"/>
                <a:gd name="connsiteX24" fmla="*/ 3362812 w 3890413"/>
                <a:gd name="connsiteY24" fmla="*/ 2002360 h 3948462"/>
                <a:gd name="connsiteX25" fmla="*/ 3289926 w 3890413"/>
                <a:gd name="connsiteY25" fmla="*/ 1346695 h 3948462"/>
                <a:gd name="connsiteX26" fmla="*/ 3290031 w 3890413"/>
                <a:gd name="connsiteY26" fmla="*/ 1346798 h 3948462"/>
                <a:gd name="connsiteX27" fmla="*/ 1700745 w 3890413"/>
                <a:gd name="connsiteY27" fmla="*/ 575031 h 3948462"/>
                <a:gd name="connsiteX28" fmla="*/ 571995 w 3890413"/>
                <a:gd name="connsiteY28" fmla="*/ 2274165 h 3948462"/>
                <a:gd name="connsiteX29" fmla="*/ 2267548 w 3890413"/>
                <a:gd name="connsiteY29" fmla="*/ 3408286 h 3948462"/>
                <a:gd name="connsiteX30" fmla="*/ 3194376 w 3890413"/>
                <a:gd name="connsiteY30" fmla="*/ 3072653 h 3948462"/>
                <a:gd name="connsiteX31" fmla="*/ 3268026 w 3890413"/>
                <a:gd name="connsiteY31" fmla="*/ 3509545 h 3948462"/>
                <a:gd name="connsiteX32" fmla="*/ 2347298 w 3890413"/>
                <a:gd name="connsiteY32" fmla="*/ 3904041 h 3948462"/>
                <a:gd name="connsiteX33" fmla="*/ 42617 w 3890413"/>
                <a:gd name="connsiteY33" fmla="*/ 2380068 h 3948462"/>
                <a:gd name="connsiteX34" fmla="*/ 1594841 w 3890413"/>
                <a:gd name="connsiteY34"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3176822 w 3890413"/>
                <a:gd name="connsiteY11" fmla="*/ 2844986 h 3948462"/>
                <a:gd name="connsiteX12" fmla="*/ 3146203 w 3890413"/>
                <a:gd name="connsiteY12" fmla="*/ 2843756 h 3948462"/>
                <a:gd name="connsiteX13" fmla="*/ 2397082 w 3890413"/>
                <a:gd name="connsiteY13" fmla="*/ 2564681 h 3948462"/>
                <a:gd name="connsiteX14" fmla="*/ 2396219 w 3890413"/>
                <a:gd name="connsiteY14" fmla="*/ 2558207 h 3948462"/>
                <a:gd name="connsiteX15" fmla="*/ 1746058 w 3890413"/>
                <a:gd name="connsiteY15" fmla="*/ 3093574 h 3948462"/>
                <a:gd name="connsiteX16" fmla="*/ 990519 w 3890413"/>
                <a:gd name="connsiteY16" fmla="*/ 2019783 h 3948462"/>
                <a:gd name="connsiteX17" fmla="*/ 1593790 w 3890413"/>
                <a:gd name="connsiteY17" fmla="*/ 967808 h 3948462"/>
                <a:gd name="connsiteX18" fmla="*/ 1746058 w 3890413"/>
                <a:gd name="connsiteY18" fmla="*/ 945992 h 3948462"/>
                <a:gd name="connsiteX19" fmla="*/ 2206475 w 3890413"/>
                <a:gd name="connsiteY19" fmla="*/ 1173924 h 3948462"/>
                <a:gd name="connsiteX20" fmla="*/ 2185910 w 3890413"/>
                <a:gd name="connsiteY20" fmla="*/ 877882 h 3948462"/>
                <a:gd name="connsiteX21" fmla="*/ 2656644 w 3890413"/>
                <a:gd name="connsiteY21" fmla="*/ 803138 h 3948462"/>
                <a:gd name="connsiteX22" fmla="*/ 2828567 w 3890413"/>
                <a:gd name="connsiteY22" fmla="*/ 2099525 h 3948462"/>
                <a:gd name="connsiteX23" fmla="*/ 3362812 w 3890413"/>
                <a:gd name="connsiteY23" fmla="*/ 2002360 h 3948462"/>
                <a:gd name="connsiteX24" fmla="*/ 3289926 w 3890413"/>
                <a:gd name="connsiteY24" fmla="*/ 1346695 h 3948462"/>
                <a:gd name="connsiteX25" fmla="*/ 3290031 w 3890413"/>
                <a:gd name="connsiteY25" fmla="*/ 1346798 h 3948462"/>
                <a:gd name="connsiteX26" fmla="*/ 1700745 w 3890413"/>
                <a:gd name="connsiteY26" fmla="*/ 575031 h 3948462"/>
                <a:gd name="connsiteX27" fmla="*/ 571995 w 3890413"/>
                <a:gd name="connsiteY27" fmla="*/ 2274165 h 3948462"/>
                <a:gd name="connsiteX28" fmla="*/ 2267548 w 3890413"/>
                <a:gd name="connsiteY28" fmla="*/ 3408286 h 3948462"/>
                <a:gd name="connsiteX29" fmla="*/ 3194376 w 3890413"/>
                <a:gd name="connsiteY29" fmla="*/ 3072653 h 3948462"/>
                <a:gd name="connsiteX30" fmla="*/ 3268026 w 3890413"/>
                <a:gd name="connsiteY30" fmla="*/ 3509545 h 3948462"/>
                <a:gd name="connsiteX31" fmla="*/ 2347298 w 3890413"/>
                <a:gd name="connsiteY31" fmla="*/ 3904041 h 3948462"/>
                <a:gd name="connsiteX32" fmla="*/ 42617 w 3890413"/>
                <a:gd name="connsiteY32" fmla="*/ 2380068 h 3948462"/>
                <a:gd name="connsiteX33" fmla="*/ 1594841 w 3890413"/>
                <a:gd name="connsiteY33"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3176822 w 3890413"/>
                <a:gd name="connsiteY11" fmla="*/ 2844986 h 3948462"/>
                <a:gd name="connsiteX12" fmla="*/ 2397082 w 3890413"/>
                <a:gd name="connsiteY12" fmla="*/ 2564681 h 3948462"/>
                <a:gd name="connsiteX13" fmla="*/ 2396219 w 3890413"/>
                <a:gd name="connsiteY13" fmla="*/ 2558207 h 3948462"/>
                <a:gd name="connsiteX14" fmla="*/ 1746058 w 3890413"/>
                <a:gd name="connsiteY14" fmla="*/ 3093574 h 3948462"/>
                <a:gd name="connsiteX15" fmla="*/ 990519 w 3890413"/>
                <a:gd name="connsiteY15" fmla="*/ 2019783 h 3948462"/>
                <a:gd name="connsiteX16" fmla="*/ 1593790 w 3890413"/>
                <a:gd name="connsiteY16" fmla="*/ 967808 h 3948462"/>
                <a:gd name="connsiteX17" fmla="*/ 1746058 w 3890413"/>
                <a:gd name="connsiteY17" fmla="*/ 945992 h 3948462"/>
                <a:gd name="connsiteX18" fmla="*/ 2206475 w 3890413"/>
                <a:gd name="connsiteY18" fmla="*/ 1173924 h 3948462"/>
                <a:gd name="connsiteX19" fmla="*/ 2185910 w 3890413"/>
                <a:gd name="connsiteY19" fmla="*/ 877882 h 3948462"/>
                <a:gd name="connsiteX20" fmla="*/ 2656644 w 3890413"/>
                <a:gd name="connsiteY20" fmla="*/ 803138 h 3948462"/>
                <a:gd name="connsiteX21" fmla="*/ 2828567 w 3890413"/>
                <a:gd name="connsiteY21" fmla="*/ 2099525 h 3948462"/>
                <a:gd name="connsiteX22" fmla="*/ 3362812 w 3890413"/>
                <a:gd name="connsiteY22" fmla="*/ 2002360 h 3948462"/>
                <a:gd name="connsiteX23" fmla="*/ 3289926 w 3890413"/>
                <a:gd name="connsiteY23" fmla="*/ 1346695 h 3948462"/>
                <a:gd name="connsiteX24" fmla="*/ 3290031 w 3890413"/>
                <a:gd name="connsiteY24" fmla="*/ 1346798 h 3948462"/>
                <a:gd name="connsiteX25" fmla="*/ 1700745 w 3890413"/>
                <a:gd name="connsiteY25" fmla="*/ 575031 h 3948462"/>
                <a:gd name="connsiteX26" fmla="*/ 571995 w 3890413"/>
                <a:gd name="connsiteY26" fmla="*/ 2274165 h 3948462"/>
                <a:gd name="connsiteX27" fmla="*/ 2267548 w 3890413"/>
                <a:gd name="connsiteY27" fmla="*/ 3408286 h 3948462"/>
                <a:gd name="connsiteX28" fmla="*/ 3194376 w 3890413"/>
                <a:gd name="connsiteY28" fmla="*/ 3072653 h 3948462"/>
                <a:gd name="connsiteX29" fmla="*/ 3268026 w 3890413"/>
                <a:gd name="connsiteY29" fmla="*/ 3509545 h 3948462"/>
                <a:gd name="connsiteX30" fmla="*/ 2347298 w 3890413"/>
                <a:gd name="connsiteY30" fmla="*/ 3904041 h 3948462"/>
                <a:gd name="connsiteX31" fmla="*/ 42617 w 3890413"/>
                <a:gd name="connsiteY31" fmla="*/ 2380068 h 3948462"/>
                <a:gd name="connsiteX32" fmla="*/ 1594841 w 3890413"/>
                <a:gd name="connsiteY32"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3164582 w 3890413"/>
                <a:gd name="connsiteY10" fmla="*/ 2831059 h 3948462"/>
                <a:gd name="connsiteX11" fmla="*/ 2397082 w 3890413"/>
                <a:gd name="connsiteY11" fmla="*/ 2564681 h 3948462"/>
                <a:gd name="connsiteX12" fmla="*/ 2396219 w 3890413"/>
                <a:gd name="connsiteY12" fmla="*/ 2558207 h 3948462"/>
                <a:gd name="connsiteX13" fmla="*/ 1746058 w 3890413"/>
                <a:gd name="connsiteY13" fmla="*/ 3093574 h 3948462"/>
                <a:gd name="connsiteX14" fmla="*/ 990519 w 3890413"/>
                <a:gd name="connsiteY14" fmla="*/ 2019783 h 3948462"/>
                <a:gd name="connsiteX15" fmla="*/ 1593790 w 3890413"/>
                <a:gd name="connsiteY15" fmla="*/ 967808 h 3948462"/>
                <a:gd name="connsiteX16" fmla="*/ 1746058 w 3890413"/>
                <a:gd name="connsiteY16" fmla="*/ 945992 h 3948462"/>
                <a:gd name="connsiteX17" fmla="*/ 2206475 w 3890413"/>
                <a:gd name="connsiteY17" fmla="*/ 1173924 h 3948462"/>
                <a:gd name="connsiteX18" fmla="*/ 2185910 w 3890413"/>
                <a:gd name="connsiteY18" fmla="*/ 877882 h 3948462"/>
                <a:gd name="connsiteX19" fmla="*/ 2656644 w 3890413"/>
                <a:gd name="connsiteY19" fmla="*/ 803138 h 3948462"/>
                <a:gd name="connsiteX20" fmla="*/ 2828567 w 3890413"/>
                <a:gd name="connsiteY20" fmla="*/ 2099525 h 3948462"/>
                <a:gd name="connsiteX21" fmla="*/ 3362812 w 3890413"/>
                <a:gd name="connsiteY21" fmla="*/ 2002360 h 3948462"/>
                <a:gd name="connsiteX22" fmla="*/ 3289926 w 3890413"/>
                <a:gd name="connsiteY22" fmla="*/ 1346695 h 3948462"/>
                <a:gd name="connsiteX23" fmla="*/ 3290031 w 3890413"/>
                <a:gd name="connsiteY23" fmla="*/ 1346798 h 3948462"/>
                <a:gd name="connsiteX24" fmla="*/ 1700745 w 3890413"/>
                <a:gd name="connsiteY24" fmla="*/ 575031 h 3948462"/>
                <a:gd name="connsiteX25" fmla="*/ 571995 w 3890413"/>
                <a:gd name="connsiteY25" fmla="*/ 2274165 h 3948462"/>
                <a:gd name="connsiteX26" fmla="*/ 2267548 w 3890413"/>
                <a:gd name="connsiteY26" fmla="*/ 3408286 h 3948462"/>
                <a:gd name="connsiteX27" fmla="*/ 3194376 w 3890413"/>
                <a:gd name="connsiteY27" fmla="*/ 3072653 h 3948462"/>
                <a:gd name="connsiteX28" fmla="*/ 3268026 w 3890413"/>
                <a:gd name="connsiteY28" fmla="*/ 3509545 h 3948462"/>
                <a:gd name="connsiteX29" fmla="*/ 2347298 w 3890413"/>
                <a:gd name="connsiteY29" fmla="*/ 3904041 h 3948462"/>
                <a:gd name="connsiteX30" fmla="*/ 42617 w 3890413"/>
                <a:gd name="connsiteY30" fmla="*/ 2380068 h 3948462"/>
                <a:gd name="connsiteX31" fmla="*/ 1594841 w 3890413"/>
                <a:gd name="connsiteY31"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2396219 w 3890413"/>
                <a:gd name="connsiteY11" fmla="*/ 2558207 h 3948462"/>
                <a:gd name="connsiteX12" fmla="*/ 1746058 w 3890413"/>
                <a:gd name="connsiteY12" fmla="*/ 3093574 h 3948462"/>
                <a:gd name="connsiteX13" fmla="*/ 990519 w 3890413"/>
                <a:gd name="connsiteY13" fmla="*/ 2019783 h 3948462"/>
                <a:gd name="connsiteX14" fmla="*/ 1593790 w 3890413"/>
                <a:gd name="connsiteY14" fmla="*/ 967808 h 3948462"/>
                <a:gd name="connsiteX15" fmla="*/ 1746058 w 3890413"/>
                <a:gd name="connsiteY15" fmla="*/ 945992 h 3948462"/>
                <a:gd name="connsiteX16" fmla="*/ 2206475 w 3890413"/>
                <a:gd name="connsiteY16" fmla="*/ 1173924 h 3948462"/>
                <a:gd name="connsiteX17" fmla="*/ 2185910 w 3890413"/>
                <a:gd name="connsiteY17" fmla="*/ 877882 h 3948462"/>
                <a:gd name="connsiteX18" fmla="*/ 2656644 w 3890413"/>
                <a:gd name="connsiteY18" fmla="*/ 803138 h 3948462"/>
                <a:gd name="connsiteX19" fmla="*/ 2828567 w 3890413"/>
                <a:gd name="connsiteY19" fmla="*/ 2099525 h 3948462"/>
                <a:gd name="connsiteX20" fmla="*/ 3362812 w 3890413"/>
                <a:gd name="connsiteY20" fmla="*/ 2002360 h 3948462"/>
                <a:gd name="connsiteX21" fmla="*/ 3289926 w 3890413"/>
                <a:gd name="connsiteY21" fmla="*/ 1346695 h 3948462"/>
                <a:gd name="connsiteX22" fmla="*/ 3290031 w 3890413"/>
                <a:gd name="connsiteY22" fmla="*/ 1346798 h 3948462"/>
                <a:gd name="connsiteX23" fmla="*/ 1700745 w 3890413"/>
                <a:gd name="connsiteY23" fmla="*/ 575031 h 3948462"/>
                <a:gd name="connsiteX24" fmla="*/ 571995 w 3890413"/>
                <a:gd name="connsiteY24" fmla="*/ 2274165 h 3948462"/>
                <a:gd name="connsiteX25" fmla="*/ 2267548 w 3890413"/>
                <a:gd name="connsiteY25" fmla="*/ 3408286 h 3948462"/>
                <a:gd name="connsiteX26" fmla="*/ 3194376 w 3890413"/>
                <a:gd name="connsiteY26" fmla="*/ 3072653 h 3948462"/>
                <a:gd name="connsiteX27" fmla="*/ 3268026 w 3890413"/>
                <a:gd name="connsiteY27" fmla="*/ 3509545 h 3948462"/>
                <a:gd name="connsiteX28" fmla="*/ 2347298 w 3890413"/>
                <a:gd name="connsiteY28" fmla="*/ 3904041 h 3948462"/>
                <a:gd name="connsiteX29" fmla="*/ 42617 w 3890413"/>
                <a:gd name="connsiteY29" fmla="*/ 2380068 h 3948462"/>
                <a:gd name="connsiteX30" fmla="*/ 1594841 w 3890413"/>
                <a:gd name="connsiteY30"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2396219 w 3890413"/>
                <a:gd name="connsiteY11" fmla="*/ 2558207 h 3948462"/>
                <a:gd name="connsiteX12" fmla="*/ 1746058 w 3890413"/>
                <a:gd name="connsiteY12" fmla="*/ 3093574 h 3948462"/>
                <a:gd name="connsiteX13" fmla="*/ 990519 w 3890413"/>
                <a:gd name="connsiteY13" fmla="*/ 2019783 h 3948462"/>
                <a:gd name="connsiteX14" fmla="*/ 1593790 w 3890413"/>
                <a:gd name="connsiteY14" fmla="*/ 967808 h 3948462"/>
                <a:gd name="connsiteX15" fmla="*/ 1746058 w 3890413"/>
                <a:gd name="connsiteY15" fmla="*/ 945992 h 3948462"/>
                <a:gd name="connsiteX16" fmla="*/ 2206475 w 3890413"/>
                <a:gd name="connsiteY16" fmla="*/ 1173924 h 3948462"/>
                <a:gd name="connsiteX17" fmla="*/ 2185910 w 3890413"/>
                <a:gd name="connsiteY17" fmla="*/ 877882 h 3948462"/>
                <a:gd name="connsiteX18" fmla="*/ 2656644 w 3890413"/>
                <a:gd name="connsiteY18" fmla="*/ 803138 h 3948462"/>
                <a:gd name="connsiteX19" fmla="*/ 2828567 w 3890413"/>
                <a:gd name="connsiteY19" fmla="*/ 2099525 h 3948462"/>
                <a:gd name="connsiteX20" fmla="*/ 3362812 w 3890413"/>
                <a:gd name="connsiteY20" fmla="*/ 2002360 h 3948462"/>
                <a:gd name="connsiteX21" fmla="*/ 3289926 w 3890413"/>
                <a:gd name="connsiteY21" fmla="*/ 1346695 h 3948462"/>
                <a:gd name="connsiteX22" fmla="*/ 3290031 w 3890413"/>
                <a:gd name="connsiteY22" fmla="*/ 1346798 h 3948462"/>
                <a:gd name="connsiteX23" fmla="*/ 1700745 w 3890413"/>
                <a:gd name="connsiteY23" fmla="*/ 575031 h 3948462"/>
                <a:gd name="connsiteX24" fmla="*/ 571995 w 3890413"/>
                <a:gd name="connsiteY24" fmla="*/ 2274165 h 3948462"/>
                <a:gd name="connsiteX25" fmla="*/ 2267548 w 3890413"/>
                <a:gd name="connsiteY25" fmla="*/ 3408286 h 3948462"/>
                <a:gd name="connsiteX26" fmla="*/ 3194376 w 3890413"/>
                <a:gd name="connsiteY26" fmla="*/ 3072653 h 3948462"/>
                <a:gd name="connsiteX27" fmla="*/ 3268026 w 3890413"/>
                <a:gd name="connsiteY27" fmla="*/ 3509545 h 3948462"/>
                <a:gd name="connsiteX28" fmla="*/ 2347298 w 3890413"/>
                <a:gd name="connsiteY28" fmla="*/ 3904041 h 3948462"/>
                <a:gd name="connsiteX29" fmla="*/ 42617 w 3890413"/>
                <a:gd name="connsiteY29" fmla="*/ 2380068 h 3948462"/>
                <a:gd name="connsiteX30" fmla="*/ 1594841 w 3890413"/>
                <a:gd name="connsiteY30"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397082 w 3890413"/>
                <a:gd name="connsiteY10" fmla="*/ 2564681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25973 w 3890413"/>
                <a:gd name="connsiteY10" fmla="*/ 2529182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25973 w 3890413"/>
                <a:gd name="connsiteY10" fmla="*/ 2529182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25973 w 3890413"/>
                <a:gd name="connsiteY10" fmla="*/ 2529182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61464 w 3890413"/>
                <a:gd name="connsiteY10" fmla="*/ 251236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61464 w 3890413"/>
                <a:gd name="connsiteY10" fmla="*/ 251236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 name="connsiteX0" fmla="*/ 1853384 w 3890413"/>
                <a:gd name="connsiteY0" fmla="*/ 1371624 h 3948462"/>
                <a:gd name="connsiteX1" fmla="*/ 1768767 w 3890413"/>
                <a:gd name="connsiteY1" fmla="*/ 1390324 h 3948462"/>
                <a:gd name="connsiteX2" fmla="*/ 1517577 w 3890413"/>
                <a:gd name="connsiteY2" fmla="*/ 2042010 h 3948462"/>
                <a:gd name="connsiteX3" fmla="*/ 1928990 w 3890413"/>
                <a:gd name="connsiteY3" fmla="*/ 2639747 h 3948462"/>
                <a:gd name="connsiteX4" fmla="*/ 2318674 w 3890413"/>
                <a:gd name="connsiteY4" fmla="*/ 2006358 h 3948462"/>
                <a:gd name="connsiteX5" fmla="*/ 2293344 w 3890413"/>
                <a:gd name="connsiteY5" fmla="*/ 1834228 h 3948462"/>
                <a:gd name="connsiteX6" fmla="*/ 1853384 w 3890413"/>
                <a:gd name="connsiteY6" fmla="*/ 1371624 h 3948462"/>
                <a:gd name="connsiteX7" fmla="*/ 1594841 w 3890413"/>
                <a:gd name="connsiteY7" fmla="*/ 45653 h 3948462"/>
                <a:gd name="connsiteX8" fmla="*/ 3869632 w 3890413"/>
                <a:gd name="connsiteY8" fmla="*/ 1517323 h 3948462"/>
                <a:gd name="connsiteX9" fmla="*/ 3706266 w 3890413"/>
                <a:gd name="connsiteY9" fmla="*/ 2457195 h 3948462"/>
                <a:gd name="connsiteX10" fmla="*/ 2548384 w 3890413"/>
                <a:gd name="connsiteY10" fmla="*/ 2446988 h 3948462"/>
                <a:gd name="connsiteX11" fmla="*/ 1746058 w 3890413"/>
                <a:gd name="connsiteY11" fmla="*/ 3093574 h 3948462"/>
                <a:gd name="connsiteX12" fmla="*/ 990519 w 3890413"/>
                <a:gd name="connsiteY12" fmla="*/ 2019783 h 3948462"/>
                <a:gd name="connsiteX13" fmla="*/ 1593790 w 3890413"/>
                <a:gd name="connsiteY13" fmla="*/ 967808 h 3948462"/>
                <a:gd name="connsiteX14" fmla="*/ 1746058 w 3890413"/>
                <a:gd name="connsiteY14" fmla="*/ 945992 h 3948462"/>
                <a:gd name="connsiteX15" fmla="*/ 2206475 w 3890413"/>
                <a:gd name="connsiteY15" fmla="*/ 1173924 h 3948462"/>
                <a:gd name="connsiteX16" fmla="*/ 2185910 w 3890413"/>
                <a:gd name="connsiteY16" fmla="*/ 877882 h 3948462"/>
                <a:gd name="connsiteX17" fmla="*/ 2656644 w 3890413"/>
                <a:gd name="connsiteY17" fmla="*/ 803138 h 3948462"/>
                <a:gd name="connsiteX18" fmla="*/ 2828567 w 3890413"/>
                <a:gd name="connsiteY18" fmla="*/ 2099525 h 3948462"/>
                <a:gd name="connsiteX19" fmla="*/ 3362812 w 3890413"/>
                <a:gd name="connsiteY19" fmla="*/ 2002360 h 3948462"/>
                <a:gd name="connsiteX20" fmla="*/ 3289926 w 3890413"/>
                <a:gd name="connsiteY20" fmla="*/ 1346695 h 3948462"/>
                <a:gd name="connsiteX21" fmla="*/ 3290031 w 3890413"/>
                <a:gd name="connsiteY21" fmla="*/ 1346798 h 3948462"/>
                <a:gd name="connsiteX22" fmla="*/ 1700745 w 3890413"/>
                <a:gd name="connsiteY22" fmla="*/ 575031 h 3948462"/>
                <a:gd name="connsiteX23" fmla="*/ 571995 w 3890413"/>
                <a:gd name="connsiteY23" fmla="*/ 2274165 h 3948462"/>
                <a:gd name="connsiteX24" fmla="*/ 2267548 w 3890413"/>
                <a:gd name="connsiteY24" fmla="*/ 3408286 h 3948462"/>
                <a:gd name="connsiteX25" fmla="*/ 3194376 w 3890413"/>
                <a:gd name="connsiteY25" fmla="*/ 3072653 h 3948462"/>
                <a:gd name="connsiteX26" fmla="*/ 3268026 w 3890413"/>
                <a:gd name="connsiteY26" fmla="*/ 3509545 h 3948462"/>
                <a:gd name="connsiteX27" fmla="*/ 2347298 w 3890413"/>
                <a:gd name="connsiteY27" fmla="*/ 3904041 h 3948462"/>
                <a:gd name="connsiteX28" fmla="*/ 42617 w 3890413"/>
                <a:gd name="connsiteY28" fmla="*/ 2380068 h 3948462"/>
                <a:gd name="connsiteX29" fmla="*/ 1594841 w 3890413"/>
                <a:gd name="connsiteY29" fmla="*/ 45653 h 394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890413" h="3948462">
                  <a:moveTo>
                    <a:pt x="1853384" y="1371624"/>
                  </a:moveTo>
                  <a:lnTo>
                    <a:pt x="1768767" y="1390324"/>
                  </a:lnTo>
                  <a:cubicBezTo>
                    <a:pt x="1579409" y="1463487"/>
                    <a:pt x="1490873" y="1833773"/>
                    <a:pt x="1517577" y="2042010"/>
                  </a:cubicBezTo>
                  <a:cubicBezTo>
                    <a:pt x="1544281" y="2250247"/>
                    <a:pt x="1644086" y="2624290"/>
                    <a:pt x="1928990" y="2639747"/>
                  </a:cubicBezTo>
                  <a:cubicBezTo>
                    <a:pt x="2177093" y="2653207"/>
                    <a:pt x="2337423" y="2363017"/>
                    <a:pt x="2318674" y="2006358"/>
                  </a:cubicBezTo>
                  <a:cubicBezTo>
                    <a:pt x="2310210" y="1948950"/>
                    <a:pt x="2301678" y="1891436"/>
                    <a:pt x="2293344" y="1834228"/>
                  </a:cubicBezTo>
                  <a:cubicBezTo>
                    <a:pt x="2229725" y="1555945"/>
                    <a:pt x="2050691" y="1359067"/>
                    <a:pt x="1853384" y="1371624"/>
                  </a:cubicBezTo>
                  <a:close/>
                  <a:moveTo>
                    <a:pt x="1594841" y="45653"/>
                  </a:moveTo>
                  <a:cubicBezTo>
                    <a:pt x="2527821" y="-128041"/>
                    <a:pt x="3626282" y="158796"/>
                    <a:pt x="3869632" y="1517323"/>
                  </a:cubicBezTo>
                  <a:cubicBezTo>
                    <a:pt x="3939308" y="2058696"/>
                    <a:pt x="3820785" y="2251376"/>
                    <a:pt x="3706266" y="2457195"/>
                  </a:cubicBezTo>
                  <a:cubicBezTo>
                    <a:pt x="3132098" y="3124925"/>
                    <a:pt x="2589274" y="2611359"/>
                    <a:pt x="2548384" y="2446988"/>
                  </a:cubicBezTo>
                  <a:cubicBezTo>
                    <a:pt x="2411721" y="3024903"/>
                    <a:pt x="2005702" y="3164775"/>
                    <a:pt x="1746058" y="3093574"/>
                  </a:cubicBezTo>
                  <a:cubicBezTo>
                    <a:pt x="1486414" y="3022373"/>
                    <a:pt x="990519" y="2612821"/>
                    <a:pt x="990519" y="2019783"/>
                  </a:cubicBezTo>
                  <a:cubicBezTo>
                    <a:pt x="990519" y="1500875"/>
                    <a:pt x="1249504" y="1067935"/>
                    <a:pt x="1593790" y="967808"/>
                  </a:cubicBezTo>
                  <a:cubicBezTo>
                    <a:pt x="1642974" y="953504"/>
                    <a:pt x="1694009" y="949376"/>
                    <a:pt x="1746058" y="945992"/>
                  </a:cubicBezTo>
                  <a:cubicBezTo>
                    <a:pt x="2004670" y="929176"/>
                    <a:pt x="2081338" y="1030119"/>
                    <a:pt x="2206475" y="1173924"/>
                  </a:cubicBezTo>
                  <a:cubicBezTo>
                    <a:pt x="2194343" y="1061758"/>
                    <a:pt x="2187003" y="961165"/>
                    <a:pt x="2185910" y="877882"/>
                  </a:cubicBezTo>
                  <a:lnTo>
                    <a:pt x="2656644" y="803138"/>
                  </a:lnTo>
                  <a:lnTo>
                    <a:pt x="2828567" y="2099525"/>
                  </a:lnTo>
                  <a:cubicBezTo>
                    <a:pt x="2888366" y="2544108"/>
                    <a:pt x="3261961" y="2420799"/>
                    <a:pt x="3362812" y="2002360"/>
                  </a:cubicBezTo>
                  <a:cubicBezTo>
                    <a:pt x="3355320" y="1625023"/>
                    <a:pt x="3366534" y="1729632"/>
                    <a:pt x="3289926" y="1346695"/>
                  </a:cubicBezTo>
                  <a:lnTo>
                    <a:pt x="3290031" y="1346798"/>
                  </a:lnTo>
                  <a:cubicBezTo>
                    <a:pt x="3068547" y="637774"/>
                    <a:pt x="2419129" y="439933"/>
                    <a:pt x="1700745" y="575031"/>
                  </a:cubicBezTo>
                  <a:cubicBezTo>
                    <a:pt x="890947" y="727320"/>
                    <a:pt x="415476" y="1491783"/>
                    <a:pt x="571995" y="2274165"/>
                  </a:cubicBezTo>
                  <a:cubicBezTo>
                    <a:pt x="728513" y="3056546"/>
                    <a:pt x="1580131" y="3572543"/>
                    <a:pt x="2267548" y="3408286"/>
                  </a:cubicBezTo>
                  <a:cubicBezTo>
                    <a:pt x="2796517" y="3281890"/>
                    <a:pt x="2641988" y="3320887"/>
                    <a:pt x="3194376" y="3072653"/>
                  </a:cubicBezTo>
                  <a:cubicBezTo>
                    <a:pt x="3249441" y="3306078"/>
                    <a:pt x="3239115" y="3309742"/>
                    <a:pt x="3268026" y="3509545"/>
                  </a:cubicBezTo>
                  <a:cubicBezTo>
                    <a:pt x="3021841" y="3717756"/>
                    <a:pt x="2685602" y="3836362"/>
                    <a:pt x="2347298" y="3904041"/>
                  </a:cubicBezTo>
                  <a:cubicBezTo>
                    <a:pt x="1157336" y="4112956"/>
                    <a:pt x="289475" y="3581660"/>
                    <a:pt x="42617" y="2380068"/>
                  </a:cubicBezTo>
                  <a:cubicBezTo>
                    <a:pt x="-204242" y="1178477"/>
                    <a:pt x="661862" y="219348"/>
                    <a:pt x="1594841" y="45653"/>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0" name="Freeform 14">
              <a:extLst>
                <a:ext uri="{FF2B5EF4-FFF2-40B4-BE49-F238E27FC236}">
                  <a16:creationId xmlns:a16="http://schemas.microsoft.com/office/drawing/2014/main" id="{914E2E14-9B57-4A66-85E1-221EAEE1794D}"/>
                </a:ext>
              </a:extLst>
            </p:cNvPr>
            <p:cNvSpPr>
              <a:spLocks noChangeAspect="1"/>
            </p:cNvSpPr>
            <p:nvPr/>
          </p:nvSpPr>
          <p:spPr>
            <a:xfrm>
              <a:off x="8506880" y="2771935"/>
              <a:ext cx="315652" cy="359610"/>
            </a:xfrm>
            <a:custGeom>
              <a:avLst/>
              <a:gdLst/>
              <a:ahLst/>
              <a:cxnLst/>
              <a:rect l="l" t="t" r="r" b="b"/>
              <a:pathLst>
                <a:path w="3456727" h="3938119">
                  <a:moveTo>
                    <a:pt x="1728364" y="1961325"/>
                  </a:moveTo>
                  <a:cubicBezTo>
                    <a:pt x="1726089" y="2407152"/>
                    <a:pt x="1737463" y="2812034"/>
                    <a:pt x="1735188" y="3257861"/>
                  </a:cubicBezTo>
                  <a:cubicBezTo>
                    <a:pt x="2394830" y="3057694"/>
                    <a:pt x="2610919" y="2352560"/>
                    <a:pt x="2765594" y="1981796"/>
                  </a:cubicBezTo>
                  <a:close/>
                  <a:moveTo>
                    <a:pt x="1728362" y="682044"/>
                  </a:moveTo>
                  <a:cubicBezTo>
                    <a:pt x="1355324" y="868563"/>
                    <a:pt x="1166530" y="952725"/>
                    <a:pt x="609247" y="1002767"/>
                  </a:cubicBezTo>
                  <a:cubicBezTo>
                    <a:pt x="606972" y="1330312"/>
                    <a:pt x="631992" y="1623739"/>
                    <a:pt x="704780" y="1964933"/>
                  </a:cubicBezTo>
                  <a:lnTo>
                    <a:pt x="1728363" y="1971757"/>
                  </a:lnTo>
                  <a:cubicBezTo>
                    <a:pt x="1728363" y="1541853"/>
                    <a:pt x="1728362" y="1111948"/>
                    <a:pt x="1728362" y="682044"/>
                  </a:cubicBezTo>
                  <a:close/>
                  <a:moveTo>
                    <a:pt x="1723409" y="487996"/>
                  </a:moveTo>
                  <a:cubicBezTo>
                    <a:pt x="1725062" y="488690"/>
                    <a:pt x="1726712" y="489384"/>
                    <a:pt x="1728363" y="490064"/>
                  </a:cubicBezTo>
                  <a:cubicBezTo>
                    <a:pt x="1730015" y="489384"/>
                    <a:pt x="1731666" y="488690"/>
                    <a:pt x="1733319" y="487996"/>
                  </a:cubicBezTo>
                  <a:lnTo>
                    <a:pt x="1733319" y="492131"/>
                  </a:lnTo>
                  <a:cubicBezTo>
                    <a:pt x="2179467" y="679460"/>
                    <a:pt x="2405896" y="769409"/>
                    <a:pt x="2817789" y="813808"/>
                  </a:cubicBezTo>
                  <a:cubicBezTo>
                    <a:pt x="2971516" y="823489"/>
                    <a:pt x="3036247" y="875307"/>
                    <a:pt x="3033236" y="1061333"/>
                  </a:cubicBezTo>
                  <a:cubicBezTo>
                    <a:pt x="3015439" y="2441328"/>
                    <a:pt x="2363638" y="3359629"/>
                    <a:pt x="1733319" y="3448048"/>
                  </a:cubicBezTo>
                  <a:lnTo>
                    <a:pt x="1733319" y="3450123"/>
                  </a:lnTo>
                  <a:lnTo>
                    <a:pt x="1728363" y="3449086"/>
                  </a:lnTo>
                  <a:lnTo>
                    <a:pt x="1723409" y="3450123"/>
                  </a:lnTo>
                  <a:lnTo>
                    <a:pt x="1723409" y="3448048"/>
                  </a:lnTo>
                  <a:cubicBezTo>
                    <a:pt x="1093089" y="3359629"/>
                    <a:pt x="441289" y="2441328"/>
                    <a:pt x="423491" y="1061333"/>
                  </a:cubicBezTo>
                  <a:cubicBezTo>
                    <a:pt x="420479" y="875307"/>
                    <a:pt x="485211" y="823489"/>
                    <a:pt x="638937" y="813808"/>
                  </a:cubicBezTo>
                  <a:cubicBezTo>
                    <a:pt x="1050832" y="769409"/>
                    <a:pt x="1277261" y="679460"/>
                    <a:pt x="1723409" y="492131"/>
                  </a:cubicBezTo>
                  <a:close/>
                  <a:moveTo>
                    <a:pt x="1722802" y="306889"/>
                  </a:moveTo>
                  <a:lnTo>
                    <a:pt x="1722802" y="311530"/>
                  </a:lnTo>
                  <a:cubicBezTo>
                    <a:pt x="1222099" y="521767"/>
                    <a:pt x="967982" y="622713"/>
                    <a:pt x="505720" y="672542"/>
                  </a:cubicBezTo>
                  <a:cubicBezTo>
                    <a:pt x="333196" y="683408"/>
                    <a:pt x="260550" y="741561"/>
                    <a:pt x="263929" y="950334"/>
                  </a:cubicBezTo>
                  <a:cubicBezTo>
                    <a:pt x="283902" y="2499079"/>
                    <a:pt x="1015407" y="3529669"/>
                    <a:pt x="1722802" y="3628902"/>
                  </a:cubicBezTo>
                  <a:lnTo>
                    <a:pt x="1722802" y="3631230"/>
                  </a:lnTo>
                  <a:lnTo>
                    <a:pt x="1728365" y="3630065"/>
                  </a:lnTo>
                  <a:lnTo>
                    <a:pt x="1733925" y="3631230"/>
                  </a:lnTo>
                  <a:lnTo>
                    <a:pt x="1733925" y="3628902"/>
                  </a:lnTo>
                  <a:cubicBezTo>
                    <a:pt x="2441322" y="3529669"/>
                    <a:pt x="3172826" y="2499079"/>
                    <a:pt x="3192800" y="950334"/>
                  </a:cubicBezTo>
                  <a:cubicBezTo>
                    <a:pt x="3196179" y="741561"/>
                    <a:pt x="3123532" y="683408"/>
                    <a:pt x="2951007" y="672542"/>
                  </a:cubicBezTo>
                  <a:cubicBezTo>
                    <a:pt x="2488747" y="622713"/>
                    <a:pt x="2234630" y="521767"/>
                    <a:pt x="1733925" y="311530"/>
                  </a:cubicBezTo>
                  <a:lnTo>
                    <a:pt x="1733925" y="306889"/>
                  </a:lnTo>
                  <a:cubicBezTo>
                    <a:pt x="1732071" y="307669"/>
                    <a:pt x="1730218" y="308445"/>
                    <a:pt x="1728365" y="309209"/>
                  </a:cubicBezTo>
                  <a:cubicBezTo>
                    <a:pt x="1726510" y="308445"/>
                    <a:pt x="1724659" y="307669"/>
                    <a:pt x="1722802" y="306889"/>
                  </a:cubicBezTo>
                  <a:close/>
                  <a:moveTo>
                    <a:pt x="1721800" y="0"/>
                  </a:moveTo>
                  <a:cubicBezTo>
                    <a:pt x="1723991" y="923"/>
                    <a:pt x="1726176" y="1844"/>
                    <a:pt x="1728363" y="2749"/>
                  </a:cubicBezTo>
                  <a:cubicBezTo>
                    <a:pt x="1730551" y="1844"/>
                    <a:pt x="1732737" y="923"/>
                    <a:pt x="1734926" y="0"/>
                  </a:cubicBezTo>
                  <a:lnTo>
                    <a:pt x="1734926" y="5497"/>
                  </a:lnTo>
                  <a:cubicBezTo>
                    <a:pt x="2325825" y="254550"/>
                    <a:pt x="2625718" y="374136"/>
                    <a:pt x="3171248" y="433164"/>
                  </a:cubicBezTo>
                  <a:cubicBezTo>
                    <a:pt x="3374850" y="446035"/>
                    <a:pt x="3460584" y="514926"/>
                    <a:pt x="3456595" y="762245"/>
                  </a:cubicBezTo>
                  <a:cubicBezTo>
                    <a:pt x="3433024" y="2596936"/>
                    <a:pt x="2569749" y="3817807"/>
                    <a:pt x="1734926" y="3935360"/>
                  </a:cubicBezTo>
                  <a:lnTo>
                    <a:pt x="1734926" y="3938119"/>
                  </a:lnTo>
                  <a:lnTo>
                    <a:pt x="1728363" y="3936740"/>
                  </a:lnTo>
                  <a:lnTo>
                    <a:pt x="1721800" y="3938119"/>
                  </a:lnTo>
                  <a:lnTo>
                    <a:pt x="1721800" y="3935360"/>
                  </a:lnTo>
                  <a:cubicBezTo>
                    <a:pt x="886977" y="3817807"/>
                    <a:pt x="23703" y="2596936"/>
                    <a:pt x="132" y="762245"/>
                  </a:cubicBezTo>
                  <a:cubicBezTo>
                    <a:pt x="-3858" y="514926"/>
                    <a:pt x="81876" y="446035"/>
                    <a:pt x="285478" y="433164"/>
                  </a:cubicBezTo>
                  <a:cubicBezTo>
                    <a:pt x="831010" y="374136"/>
                    <a:pt x="1130903" y="254550"/>
                    <a:pt x="1721800" y="5497"/>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51" name="Rounded Rectangle 7">
              <a:extLst>
                <a:ext uri="{FF2B5EF4-FFF2-40B4-BE49-F238E27FC236}">
                  <a16:creationId xmlns:a16="http://schemas.microsoft.com/office/drawing/2014/main" id="{6065040D-3594-4BAC-A8C1-673E9B9D97CC}"/>
                </a:ext>
              </a:extLst>
            </p:cNvPr>
            <p:cNvSpPr>
              <a:spLocks noChangeAspect="1"/>
            </p:cNvSpPr>
            <p:nvPr/>
          </p:nvSpPr>
          <p:spPr>
            <a:xfrm>
              <a:off x="9655543" y="2519661"/>
              <a:ext cx="338578" cy="338540"/>
            </a:xfrm>
            <a:custGeom>
              <a:avLst/>
              <a:gdLst/>
              <a:ahLst/>
              <a:cxnLst/>
              <a:rect l="l" t="t" r="r" b="b"/>
              <a:pathLst>
                <a:path w="3960440" h="3960000">
                  <a:moveTo>
                    <a:pt x="2764687" y="782779"/>
                  </a:moveTo>
                  <a:cubicBezTo>
                    <a:pt x="2512183" y="782779"/>
                    <a:pt x="2307488" y="987475"/>
                    <a:pt x="2307487" y="1239980"/>
                  </a:cubicBezTo>
                  <a:cubicBezTo>
                    <a:pt x="2307487" y="1241985"/>
                    <a:pt x="2307500" y="1243987"/>
                    <a:pt x="2308092" y="1245978"/>
                  </a:cubicBezTo>
                  <a:lnTo>
                    <a:pt x="1570677" y="1632536"/>
                  </a:lnTo>
                  <a:cubicBezTo>
                    <a:pt x="1488749" y="1552118"/>
                    <a:pt x="1376387" y="1502860"/>
                    <a:pt x="1252520" y="1502859"/>
                  </a:cubicBezTo>
                  <a:cubicBezTo>
                    <a:pt x="1000014" y="1502859"/>
                    <a:pt x="795319" y="1707555"/>
                    <a:pt x="795319" y="1960060"/>
                  </a:cubicBezTo>
                  <a:cubicBezTo>
                    <a:pt x="795319" y="2212565"/>
                    <a:pt x="1000014" y="2417260"/>
                    <a:pt x="1252520" y="2417260"/>
                  </a:cubicBezTo>
                  <a:cubicBezTo>
                    <a:pt x="1361432" y="2417260"/>
                    <a:pt x="1461449" y="2379178"/>
                    <a:pt x="1538674" y="2313987"/>
                  </a:cubicBezTo>
                  <a:lnTo>
                    <a:pt x="2308734" y="2717656"/>
                  </a:lnTo>
                  <a:cubicBezTo>
                    <a:pt x="2314220" y="2964461"/>
                    <a:pt x="2516327" y="3162492"/>
                    <a:pt x="2764688" y="3162492"/>
                  </a:cubicBezTo>
                  <a:cubicBezTo>
                    <a:pt x="3017192" y="3162492"/>
                    <a:pt x="3221888" y="2957797"/>
                    <a:pt x="3221887" y="2705292"/>
                  </a:cubicBezTo>
                  <a:cubicBezTo>
                    <a:pt x="3221887" y="2452786"/>
                    <a:pt x="3017192" y="2248092"/>
                    <a:pt x="2764688" y="2248092"/>
                  </a:cubicBezTo>
                  <a:cubicBezTo>
                    <a:pt x="2638870" y="2248092"/>
                    <a:pt x="2524924" y="2298913"/>
                    <a:pt x="2442337" y="2381228"/>
                  </a:cubicBezTo>
                  <a:lnTo>
                    <a:pt x="1706164" y="1995322"/>
                  </a:lnTo>
                  <a:lnTo>
                    <a:pt x="1709074" y="1966451"/>
                  </a:lnTo>
                  <a:lnTo>
                    <a:pt x="2455698" y="1575067"/>
                  </a:lnTo>
                  <a:cubicBezTo>
                    <a:pt x="2536225" y="1651261"/>
                    <a:pt x="2645094" y="1697180"/>
                    <a:pt x="2764687" y="1697179"/>
                  </a:cubicBezTo>
                  <a:cubicBezTo>
                    <a:pt x="3017193" y="1697180"/>
                    <a:pt x="3221887" y="1492485"/>
                    <a:pt x="3221888" y="1239980"/>
                  </a:cubicBezTo>
                  <a:cubicBezTo>
                    <a:pt x="3221887" y="987475"/>
                    <a:pt x="3017193" y="782779"/>
                    <a:pt x="2764687" y="782779"/>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2" name="Rounded Rectangle 1">
              <a:extLst>
                <a:ext uri="{FF2B5EF4-FFF2-40B4-BE49-F238E27FC236}">
                  <a16:creationId xmlns:a16="http://schemas.microsoft.com/office/drawing/2014/main" id="{2612BCB4-6800-4D3F-84A7-B411A2B0064A}"/>
                </a:ext>
              </a:extLst>
            </p:cNvPr>
            <p:cNvSpPr>
              <a:spLocks noChangeAspect="1"/>
            </p:cNvSpPr>
            <p:nvPr/>
          </p:nvSpPr>
          <p:spPr>
            <a:xfrm rot="2648398">
              <a:off x="8942310" y="2514803"/>
              <a:ext cx="148930" cy="380894"/>
            </a:xfrm>
            <a:custGeom>
              <a:avLst/>
              <a:gdLst/>
              <a:ahLst/>
              <a:cxnLst/>
              <a:rect l="l" t="t" r="r" b="b"/>
              <a:pathLst>
                <a:path w="1862952" h="4764557">
                  <a:moveTo>
                    <a:pt x="289679" y="2004751"/>
                  </a:moveTo>
                  <a:cubicBezTo>
                    <a:pt x="458860" y="1838972"/>
                    <a:pt x="691283" y="1737733"/>
                    <a:pt x="946849" y="1740329"/>
                  </a:cubicBezTo>
                  <a:cubicBezTo>
                    <a:pt x="982916" y="1740695"/>
                    <a:pt x="1018481" y="1743119"/>
                    <a:pt x="1053366" y="1748014"/>
                  </a:cubicBezTo>
                  <a:cubicBezTo>
                    <a:pt x="1317748" y="1888655"/>
                    <a:pt x="1203170" y="2165630"/>
                    <a:pt x="978473" y="2204473"/>
                  </a:cubicBezTo>
                  <a:cubicBezTo>
                    <a:pt x="966642" y="2201190"/>
                    <a:pt x="954470" y="2200566"/>
                    <a:pt x="942176" y="2200441"/>
                  </a:cubicBezTo>
                  <a:cubicBezTo>
                    <a:pt x="697403" y="2197955"/>
                    <a:pt x="496962" y="2394367"/>
                    <a:pt x="494475" y="2639137"/>
                  </a:cubicBezTo>
                  <a:lnTo>
                    <a:pt x="482110" y="3856696"/>
                  </a:lnTo>
                  <a:cubicBezTo>
                    <a:pt x="479624" y="4101467"/>
                    <a:pt x="676035" y="4301910"/>
                    <a:pt x="920807" y="4304396"/>
                  </a:cubicBezTo>
                  <a:cubicBezTo>
                    <a:pt x="1043193" y="4305639"/>
                    <a:pt x="1154496" y="4257158"/>
                    <a:pt x="1235513" y="4177768"/>
                  </a:cubicBezTo>
                  <a:cubicBezTo>
                    <a:pt x="1316531" y="4098380"/>
                    <a:pt x="1367262" y="3988084"/>
                    <a:pt x="1368506" y="3865699"/>
                  </a:cubicBezTo>
                  <a:lnTo>
                    <a:pt x="1375662" y="3161156"/>
                  </a:lnTo>
                  <a:cubicBezTo>
                    <a:pt x="1504082" y="3167548"/>
                    <a:pt x="1792622" y="2981572"/>
                    <a:pt x="1861834" y="2783546"/>
                  </a:cubicBezTo>
                  <a:lnTo>
                    <a:pt x="1851019" y="3848423"/>
                  </a:lnTo>
                  <a:cubicBezTo>
                    <a:pt x="1848423" y="4103989"/>
                    <a:pt x="1742485" y="4334308"/>
                    <a:pt x="1573304" y="4500088"/>
                  </a:cubicBezTo>
                  <a:cubicBezTo>
                    <a:pt x="1404123" y="4665866"/>
                    <a:pt x="1171700" y="4767105"/>
                    <a:pt x="916134" y="4764509"/>
                  </a:cubicBezTo>
                  <a:cubicBezTo>
                    <a:pt x="405002" y="4759318"/>
                    <a:pt x="-5143" y="4340756"/>
                    <a:pt x="48" y="3829624"/>
                  </a:cubicBezTo>
                  <a:lnTo>
                    <a:pt x="11964" y="2656415"/>
                  </a:lnTo>
                  <a:cubicBezTo>
                    <a:pt x="14559" y="2400849"/>
                    <a:pt x="120498" y="2170529"/>
                    <a:pt x="289679" y="2004751"/>
                  </a:cubicBezTo>
                  <a:close/>
                  <a:moveTo>
                    <a:pt x="282968" y="271082"/>
                  </a:moveTo>
                  <a:cubicBezTo>
                    <a:pt x="450457" y="103594"/>
                    <a:pt x="681840" y="0"/>
                    <a:pt x="937419" y="0"/>
                  </a:cubicBezTo>
                  <a:cubicBezTo>
                    <a:pt x="1448577" y="0"/>
                    <a:pt x="1862952" y="414375"/>
                    <a:pt x="1862952" y="925533"/>
                  </a:cubicBezTo>
                  <a:lnTo>
                    <a:pt x="1862952" y="2098803"/>
                  </a:lnTo>
                  <a:cubicBezTo>
                    <a:pt x="1862952" y="2609961"/>
                    <a:pt x="1448577" y="3024336"/>
                    <a:pt x="937419" y="3024336"/>
                  </a:cubicBezTo>
                  <a:cubicBezTo>
                    <a:pt x="901350" y="3024336"/>
                    <a:pt x="865762" y="3022273"/>
                    <a:pt x="830829" y="3017733"/>
                  </a:cubicBezTo>
                  <a:cubicBezTo>
                    <a:pt x="565032" y="2879784"/>
                    <a:pt x="676792" y="2601660"/>
                    <a:pt x="901083" y="2560538"/>
                  </a:cubicBezTo>
                  <a:cubicBezTo>
                    <a:pt x="912947" y="2563700"/>
                    <a:pt x="925124" y="2564200"/>
                    <a:pt x="937419" y="2564200"/>
                  </a:cubicBezTo>
                  <a:cubicBezTo>
                    <a:pt x="1182204" y="2564200"/>
                    <a:pt x="1380640" y="2365763"/>
                    <a:pt x="1380641" y="2120980"/>
                  </a:cubicBezTo>
                  <a:lnTo>
                    <a:pt x="1380640" y="903358"/>
                  </a:lnTo>
                  <a:cubicBezTo>
                    <a:pt x="1380640" y="658574"/>
                    <a:pt x="1182204" y="460137"/>
                    <a:pt x="937419" y="460137"/>
                  </a:cubicBezTo>
                  <a:cubicBezTo>
                    <a:pt x="815027" y="460137"/>
                    <a:pt x="704222" y="509746"/>
                    <a:pt x="624015" y="589954"/>
                  </a:cubicBezTo>
                  <a:cubicBezTo>
                    <a:pt x="543808" y="670161"/>
                    <a:pt x="494199" y="780966"/>
                    <a:pt x="494199" y="903358"/>
                  </a:cubicBezTo>
                  <a:lnTo>
                    <a:pt x="494198" y="1607937"/>
                  </a:lnTo>
                  <a:cubicBezTo>
                    <a:pt x="365720" y="1602850"/>
                    <a:pt x="79084" y="1791747"/>
                    <a:pt x="11886" y="1990465"/>
                  </a:cubicBezTo>
                  <a:lnTo>
                    <a:pt x="11886" y="925533"/>
                  </a:lnTo>
                  <a:cubicBezTo>
                    <a:pt x="11886" y="669954"/>
                    <a:pt x="115480" y="438571"/>
                    <a:pt x="282968" y="271082"/>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3" name="Freeform 22">
              <a:extLst>
                <a:ext uri="{FF2B5EF4-FFF2-40B4-BE49-F238E27FC236}">
                  <a16:creationId xmlns:a16="http://schemas.microsoft.com/office/drawing/2014/main" id="{7806EA61-FF58-47E3-B6B3-7DE8F13A1EEA}"/>
                </a:ext>
              </a:extLst>
            </p:cNvPr>
            <p:cNvSpPr>
              <a:spLocks noChangeAspect="1"/>
            </p:cNvSpPr>
            <p:nvPr/>
          </p:nvSpPr>
          <p:spPr>
            <a:xfrm rot="8580000">
              <a:off x="8651645" y="4749636"/>
              <a:ext cx="318301" cy="317452"/>
            </a:xfrm>
            <a:custGeom>
              <a:avLst/>
              <a:gdLst/>
              <a:ahLst/>
              <a:cxnLst/>
              <a:rect l="l" t="t" r="r" b="b"/>
              <a:pathLst>
                <a:path w="3872365" h="3862045">
                  <a:moveTo>
                    <a:pt x="1786489" y="808318"/>
                  </a:moveTo>
                  <a:cubicBezTo>
                    <a:pt x="1525809" y="610106"/>
                    <a:pt x="1257124" y="397966"/>
                    <a:pt x="1040385" y="230829"/>
                  </a:cubicBezTo>
                  <a:cubicBezTo>
                    <a:pt x="1905215" y="-194386"/>
                    <a:pt x="2650439" y="24572"/>
                    <a:pt x="3162062" y="429660"/>
                  </a:cubicBezTo>
                  <a:cubicBezTo>
                    <a:pt x="3007351" y="875340"/>
                    <a:pt x="2905932" y="1443216"/>
                    <a:pt x="2745609" y="1410478"/>
                  </a:cubicBezTo>
                  <a:cubicBezTo>
                    <a:pt x="2633182" y="1430335"/>
                    <a:pt x="2220955" y="1138671"/>
                    <a:pt x="1786489" y="808318"/>
                  </a:cubicBezTo>
                  <a:close/>
                  <a:moveTo>
                    <a:pt x="2701004" y="2590217"/>
                  </a:moveTo>
                  <a:cubicBezTo>
                    <a:pt x="2682933" y="2576481"/>
                    <a:pt x="2672282" y="2559744"/>
                    <a:pt x="2670336" y="2539383"/>
                  </a:cubicBezTo>
                  <a:cubicBezTo>
                    <a:pt x="2587360" y="2376647"/>
                    <a:pt x="3042640" y="1246798"/>
                    <a:pt x="3299881" y="563773"/>
                  </a:cubicBezTo>
                  <a:cubicBezTo>
                    <a:pt x="3959368" y="1266493"/>
                    <a:pt x="3967860" y="2043171"/>
                    <a:pt x="3730056" y="2650875"/>
                  </a:cubicBezTo>
                  <a:cubicBezTo>
                    <a:pt x="3317547" y="2635434"/>
                    <a:pt x="2827499" y="2686366"/>
                    <a:pt x="2701004" y="2590217"/>
                  </a:cubicBezTo>
                  <a:close/>
                  <a:moveTo>
                    <a:pt x="19691" y="2248546"/>
                  </a:moveTo>
                  <a:cubicBezTo>
                    <a:pt x="-100797" y="1292396"/>
                    <a:pt x="348853" y="659059"/>
                    <a:pt x="898439" y="307194"/>
                  </a:cubicBezTo>
                  <a:cubicBezTo>
                    <a:pt x="1269469" y="598575"/>
                    <a:pt x="1773388" y="879352"/>
                    <a:pt x="1690237" y="1020281"/>
                  </a:cubicBezTo>
                  <a:cubicBezTo>
                    <a:pt x="1661713" y="1200709"/>
                    <a:pt x="629275" y="1847170"/>
                    <a:pt x="19691" y="2248546"/>
                  </a:cubicBezTo>
                  <a:close/>
                  <a:moveTo>
                    <a:pt x="1805382" y="3858278"/>
                  </a:moveTo>
                  <a:cubicBezTo>
                    <a:pt x="1676483" y="3404460"/>
                    <a:pt x="1433840" y="2881111"/>
                    <a:pt x="1583946" y="2815971"/>
                  </a:cubicBezTo>
                  <a:cubicBezTo>
                    <a:pt x="1713076" y="2686769"/>
                    <a:pt x="2928316" y="2770622"/>
                    <a:pt x="3657403" y="2804207"/>
                  </a:cubicBezTo>
                  <a:cubicBezTo>
                    <a:pt x="3192869" y="3648569"/>
                    <a:pt x="2456828" y="3896652"/>
                    <a:pt x="1805382" y="3858278"/>
                  </a:cubicBezTo>
                  <a:close/>
                  <a:moveTo>
                    <a:pt x="762284" y="3480575"/>
                  </a:moveTo>
                  <a:cubicBezTo>
                    <a:pt x="380940" y="3198297"/>
                    <a:pt x="161300" y="2806810"/>
                    <a:pt x="58293" y="2412172"/>
                  </a:cubicBezTo>
                  <a:cubicBezTo>
                    <a:pt x="450067" y="2149344"/>
                    <a:pt x="872820" y="1756853"/>
                    <a:pt x="981158" y="1879484"/>
                  </a:cubicBezTo>
                  <a:cubicBezTo>
                    <a:pt x="1143940" y="1962367"/>
                    <a:pt x="1439720" y="3144041"/>
                    <a:pt x="1633080" y="3847823"/>
                  </a:cubicBezTo>
                  <a:cubicBezTo>
                    <a:pt x="1278110" y="3779994"/>
                    <a:pt x="991090" y="3649942"/>
                    <a:pt x="762284" y="348057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4" name="Freeform: Shape 53">
              <a:extLst>
                <a:ext uri="{FF2B5EF4-FFF2-40B4-BE49-F238E27FC236}">
                  <a16:creationId xmlns:a16="http://schemas.microsoft.com/office/drawing/2014/main" id="{B99B57F1-325B-4FFB-91E0-0B240A518703}"/>
                </a:ext>
              </a:extLst>
            </p:cNvPr>
            <p:cNvSpPr/>
            <p:nvPr/>
          </p:nvSpPr>
          <p:spPr>
            <a:xfrm>
              <a:off x="8268788" y="3120081"/>
              <a:ext cx="291831" cy="251871"/>
            </a:xfrm>
            <a:custGeom>
              <a:avLst/>
              <a:gdLst>
                <a:gd name="connsiteX0" fmla="*/ 241139 w 366142"/>
                <a:gd name="connsiteY0" fmla="*/ 0 h 316007"/>
                <a:gd name="connsiteX1" fmla="*/ 306633 w 366142"/>
                <a:gd name="connsiteY1" fmla="*/ 31202 h 316007"/>
                <a:gd name="connsiteX2" fmla="*/ 349699 w 366142"/>
                <a:gd name="connsiteY2" fmla="*/ 10558 h 316007"/>
                <a:gd name="connsiteX3" fmla="*/ 325569 w 366142"/>
                <a:gd name="connsiteY3" fmla="*/ 59830 h 316007"/>
                <a:gd name="connsiteX4" fmla="*/ 366142 w 366142"/>
                <a:gd name="connsiteY4" fmla="*/ 52395 h 316007"/>
                <a:gd name="connsiteX5" fmla="*/ 334454 w 366142"/>
                <a:gd name="connsiteY5" fmla="*/ 94697 h 316007"/>
                <a:gd name="connsiteX6" fmla="*/ 316939 w 366142"/>
                <a:gd name="connsiteY6" fmla="*/ 174999 h 316007"/>
                <a:gd name="connsiteX7" fmla="*/ 184305 w 366142"/>
                <a:gd name="connsiteY7" fmla="*/ 311458 h 316007"/>
                <a:gd name="connsiteX8" fmla="*/ 27716 w 366142"/>
                <a:gd name="connsiteY8" fmla="*/ 295316 h 316007"/>
                <a:gd name="connsiteX9" fmla="*/ 0 w 366142"/>
                <a:gd name="connsiteY9" fmla="*/ 281129 h 316007"/>
                <a:gd name="connsiteX10" fmla="*/ 0 w 366142"/>
                <a:gd name="connsiteY10" fmla="*/ 268036 h 316007"/>
                <a:gd name="connsiteX11" fmla="*/ 23178 w 366142"/>
                <a:gd name="connsiteY11" fmla="*/ 266110 h 316007"/>
                <a:gd name="connsiteX12" fmla="*/ 108726 w 366142"/>
                <a:gd name="connsiteY12" fmla="*/ 240807 h 316007"/>
                <a:gd name="connsiteX13" fmla="*/ 20535 w 366142"/>
                <a:gd name="connsiteY13" fmla="*/ 200079 h 316007"/>
                <a:gd name="connsiteX14" fmla="*/ 70653 w 366142"/>
                <a:gd name="connsiteY14" fmla="*/ 194871 h 316007"/>
                <a:gd name="connsiteX15" fmla="*/ 20899 w 366142"/>
                <a:gd name="connsiteY15" fmla="*/ 168840 h 316007"/>
                <a:gd name="connsiteX16" fmla="*/ 0 w 366142"/>
                <a:gd name="connsiteY16" fmla="*/ 146258 h 316007"/>
                <a:gd name="connsiteX17" fmla="*/ 0 w 366142"/>
                <a:gd name="connsiteY17" fmla="*/ 116697 h 316007"/>
                <a:gd name="connsiteX18" fmla="*/ 14104 w 366142"/>
                <a:gd name="connsiteY18" fmla="*/ 121836 h 316007"/>
                <a:gd name="connsiteX19" fmla="*/ 40441 w 366142"/>
                <a:gd name="connsiteY19" fmla="*/ 126434 h 316007"/>
                <a:gd name="connsiteX20" fmla="*/ 20722 w 366142"/>
                <a:gd name="connsiteY20" fmla="*/ 8541 h 316007"/>
                <a:gd name="connsiteX21" fmla="*/ 168525 w 366142"/>
                <a:gd name="connsiteY21" fmla="*/ 104817 h 316007"/>
                <a:gd name="connsiteX22" fmla="*/ 165796 w 366142"/>
                <a:gd name="connsiteY22" fmla="*/ 68430 h 316007"/>
                <a:gd name="connsiteX23" fmla="*/ 241139 w 366142"/>
                <a:gd name="connsiteY23" fmla="*/ 0 h 316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142" h="316007">
                  <a:moveTo>
                    <a:pt x="241139" y="0"/>
                  </a:moveTo>
                  <a:cubicBezTo>
                    <a:pt x="265040" y="0"/>
                    <a:pt x="292051" y="14516"/>
                    <a:pt x="306633" y="31202"/>
                  </a:cubicBezTo>
                  <a:cubicBezTo>
                    <a:pt x="327151" y="29858"/>
                    <a:pt x="335397" y="19692"/>
                    <a:pt x="349699" y="10558"/>
                  </a:cubicBezTo>
                  <a:cubicBezTo>
                    <a:pt x="343170" y="29574"/>
                    <a:pt x="336047" y="54091"/>
                    <a:pt x="325569" y="59830"/>
                  </a:cubicBezTo>
                  <a:cubicBezTo>
                    <a:pt x="340338" y="61437"/>
                    <a:pt x="353079" y="55334"/>
                    <a:pt x="366142" y="52395"/>
                  </a:cubicBezTo>
                  <a:cubicBezTo>
                    <a:pt x="361514" y="66282"/>
                    <a:pt x="342655" y="74263"/>
                    <a:pt x="334454" y="94697"/>
                  </a:cubicBezTo>
                  <a:cubicBezTo>
                    <a:pt x="326254" y="115131"/>
                    <a:pt x="329982" y="126199"/>
                    <a:pt x="316939" y="174999"/>
                  </a:cubicBezTo>
                  <a:cubicBezTo>
                    <a:pt x="296102" y="242622"/>
                    <a:pt x="276174" y="279635"/>
                    <a:pt x="184305" y="311458"/>
                  </a:cubicBezTo>
                  <a:cubicBezTo>
                    <a:pt x="152057" y="320905"/>
                    <a:pt x="83508" y="315693"/>
                    <a:pt x="27716" y="295316"/>
                  </a:cubicBezTo>
                  <a:lnTo>
                    <a:pt x="0" y="281129"/>
                  </a:lnTo>
                  <a:lnTo>
                    <a:pt x="0" y="268036"/>
                  </a:lnTo>
                  <a:lnTo>
                    <a:pt x="23178" y="266110"/>
                  </a:lnTo>
                  <a:cubicBezTo>
                    <a:pt x="63548" y="261698"/>
                    <a:pt x="90116" y="254801"/>
                    <a:pt x="108726" y="240807"/>
                  </a:cubicBezTo>
                  <a:cubicBezTo>
                    <a:pt x="87700" y="241375"/>
                    <a:pt x="35310" y="244403"/>
                    <a:pt x="20535" y="200079"/>
                  </a:cubicBezTo>
                  <a:cubicBezTo>
                    <a:pt x="37583" y="203299"/>
                    <a:pt x="59856" y="197334"/>
                    <a:pt x="70653" y="194871"/>
                  </a:cubicBezTo>
                  <a:cubicBezTo>
                    <a:pt x="57204" y="189662"/>
                    <a:pt x="37595" y="181773"/>
                    <a:pt x="20899" y="168840"/>
                  </a:cubicBezTo>
                  <a:lnTo>
                    <a:pt x="0" y="146258"/>
                  </a:lnTo>
                  <a:lnTo>
                    <a:pt x="0" y="116697"/>
                  </a:lnTo>
                  <a:lnTo>
                    <a:pt x="14104" y="121836"/>
                  </a:lnTo>
                  <a:cubicBezTo>
                    <a:pt x="23887" y="123910"/>
                    <a:pt x="33812" y="125203"/>
                    <a:pt x="40441" y="126434"/>
                  </a:cubicBezTo>
                  <a:cubicBezTo>
                    <a:pt x="9945" y="103325"/>
                    <a:pt x="-5039" y="60063"/>
                    <a:pt x="20722" y="8541"/>
                  </a:cubicBezTo>
                  <a:cubicBezTo>
                    <a:pt x="76047" y="73391"/>
                    <a:pt x="116697" y="97001"/>
                    <a:pt x="168525" y="104817"/>
                  </a:cubicBezTo>
                  <a:cubicBezTo>
                    <a:pt x="166649" y="98530"/>
                    <a:pt x="164888" y="89662"/>
                    <a:pt x="165796" y="68430"/>
                  </a:cubicBezTo>
                  <a:cubicBezTo>
                    <a:pt x="166838" y="44047"/>
                    <a:pt x="190944" y="0"/>
                    <a:pt x="24113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55" name="Freeform: Shape 54">
              <a:extLst>
                <a:ext uri="{FF2B5EF4-FFF2-40B4-BE49-F238E27FC236}">
                  <a16:creationId xmlns:a16="http://schemas.microsoft.com/office/drawing/2014/main" id="{61CDE015-9AA0-4BE4-A6D9-52CC6CFD282D}"/>
                </a:ext>
              </a:extLst>
            </p:cNvPr>
            <p:cNvSpPr>
              <a:spLocks noChangeAspect="1"/>
            </p:cNvSpPr>
            <p:nvPr/>
          </p:nvSpPr>
          <p:spPr>
            <a:xfrm>
              <a:off x="10509375" y="4197069"/>
              <a:ext cx="172150" cy="348350"/>
            </a:xfrm>
            <a:custGeom>
              <a:avLst/>
              <a:gdLst>
                <a:gd name="connsiteX0" fmla="*/ 313271 w 432915"/>
                <a:gd name="connsiteY0" fmla="*/ 455355 h 455920"/>
                <a:gd name="connsiteX1" fmla="*/ 432915 w 432915"/>
                <a:gd name="connsiteY1" fmla="*/ 455355 h 455920"/>
                <a:gd name="connsiteX2" fmla="*/ 432915 w 432915"/>
                <a:gd name="connsiteY2" fmla="*/ 455920 h 455920"/>
                <a:gd name="connsiteX3" fmla="*/ 313271 w 432915"/>
                <a:gd name="connsiteY3" fmla="*/ 455920 h 455920"/>
                <a:gd name="connsiteX4" fmla="*/ 0 w 432915"/>
                <a:gd name="connsiteY4" fmla="*/ 455355 h 455920"/>
                <a:gd name="connsiteX5" fmla="*/ 228291 w 432915"/>
                <a:gd name="connsiteY5" fmla="*/ 455355 h 455920"/>
                <a:gd name="connsiteX6" fmla="*/ 228291 w 432915"/>
                <a:gd name="connsiteY6" fmla="*/ 455920 h 455920"/>
                <a:gd name="connsiteX7" fmla="*/ 0 w 432915"/>
                <a:gd name="connsiteY7" fmla="*/ 455920 h 455920"/>
                <a:gd name="connsiteX8" fmla="*/ 367184 w 432915"/>
                <a:gd name="connsiteY8" fmla="*/ 6 h 455920"/>
                <a:gd name="connsiteX9" fmla="*/ 399197 w 432915"/>
                <a:gd name="connsiteY9" fmla="*/ 2823 h 455920"/>
                <a:gd name="connsiteX10" fmla="*/ 393797 w 432915"/>
                <a:gd name="connsiteY10" fmla="*/ 69600 h 455920"/>
                <a:gd name="connsiteX11" fmla="*/ 313271 w 432915"/>
                <a:gd name="connsiteY11" fmla="*/ 96177 h 455920"/>
                <a:gd name="connsiteX12" fmla="*/ 313271 w 432915"/>
                <a:gd name="connsiteY12" fmla="*/ 140898 h 455920"/>
                <a:gd name="connsiteX13" fmla="*/ 391059 w 432915"/>
                <a:gd name="connsiteY13" fmla="*/ 140898 h 455920"/>
                <a:gd name="connsiteX14" fmla="*/ 385514 w 432915"/>
                <a:gd name="connsiteY14" fmla="*/ 215050 h 455920"/>
                <a:gd name="connsiteX15" fmla="*/ 313271 w 432915"/>
                <a:gd name="connsiteY15" fmla="*/ 216436 h 455920"/>
                <a:gd name="connsiteX16" fmla="*/ 313271 w 432915"/>
                <a:gd name="connsiteY16" fmla="*/ 455355 h 455920"/>
                <a:gd name="connsiteX17" fmla="*/ 228291 w 432915"/>
                <a:gd name="connsiteY17" fmla="*/ 455355 h 455920"/>
                <a:gd name="connsiteX18" fmla="*/ 228291 w 432915"/>
                <a:gd name="connsiteY18" fmla="*/ 216436 h 455920"/>
                <a:gd name="connsiteX19" fmla="*/ 173888 w 432915"/>
                <a:gd name="connsiteY19" fmla="*/ 216436 h 455920"/>
                <a:gd name="connsiteX20" fmla="*/ 173888 w 432915"/>
                <a:gd name="connsiteY20" fmla="*/ 140898 h 455920"/>
                <a:gd name="connsiteX21" fmla="*/ 228291 w 432915"/>
                <a:gd name="connsiteY21" fmla="*/ 140898 h 455920"/>
                <a:gd name="connsiteX22" fmla="*/ 228291 w 432915"/>
                <a:gd name="connsiteY22" fmla="*/ 90429 h 455920"/>
                <a:gd name="connsiteX23" fmla="*/ 228151 w 432915"/>
                <a:gd name="connsiteY23" fmla="*/ 89940 h 455920"/>
                <a:gd name="connsiteX24" fmla="*/ 324674 w 432915"/>
                <a:gd name="connsiteY24" fmla="*/ 971 h 455920"/>
                <a:gd name="connsiteX25" fmla="*/ 367184 w 432915"/>
                <a:gd name="connsiteY25" fmla="*/ 6 h 455920"/>
                <a:gd name="connsiteX0" fmla="*/ 313271 w 432915"/>
                <a:gd name="connsiteY0" fmla="*/ 455355 h 455920"/>
                <a:gd name="connsiteX1" fmla="*/ 432915 w 432915"/>
                <a:gd name="connsiteY1" fmla="*/ 455355 h 455920"/>
                <a:gd name="connsiteX2" fmla="*/ 313271 w 432915"/>
                <a:gd name="connsiteY2" fmla="*/ 455920 h 455920"/>
                <a:gd name="connsiteX3" fmla="*/ 313271 w 432915"/>
                <a:gd name="connsiteY3" fmla="*/ 455355 h 455920"/>
                <a:gd name="connsiteX4" fmla="*/ 0 w 432915"/>
                <a:gd name="connsiteY4" fmla="*/ 455355 h 455920"/>
                <a:gd name="connsiteX5" fmla="*/ 228291 w 432915"/>
                <a:gd name="connsiteY5" fmla="*/ 455355 h 455920"/>
                <a:gd name="connsiteX6" fmla="*/ 228291 w 432915"/>
                <a:gd name="connsiteY6" fmla="*/ 455920 h 455920"/>
                <a:gd name="connsiteX7" fmla="*/ 0 w 432915"/>
                <a:gd name="connsiteY7" fmla="*/ 455920 h 455920"/>
                <a:gd name="connsiteX8" fmla="*/ 0 w 432915"/>
                <a:gd name="connsiteY8" fmla="*/ 455355 h 455920"/>
                <a:gd name="connsiteX9" fmla="*/ 367184 w 432915"/>
                <a:gd name="connsiteY9" fmla="*/ 6 h 455920"/>
                <a:gd name="connsiteX10" fmla="*/ 399197 w 432915"/>
                <a:gd name="connsiteY10" fmla="*/ 2823 h 455920"/>
                <a:gd name="connsiteX11" fmla="*/ 393797 w 432915"/>
                <a:gd name="connsiteY11" fmla="*/ 69600 h 455920"/>
                <a:gd name="connsiteX12" fmla="*/ 313271 w 432915"/>
                <a:gd name="connsiteY12" fmla="*/ 96177 h 455920"/>
                <a:gd name="connsiteX13" fmla="*/ 313271 w 432915"/>
                <a:gd name="connsiteY13" fmla="*/ 140898 h 455920"/>
                <a:gd name="connsiteX14" fmla="*/ 391059 w 432915"/>
                <a:gd name="connsiteY14" fmla="*/ 140898 h 455920"/>
                <a:gd name="connsiteX15" fmla="*/ 385514 w 432915"/>
                <a:gd name="connsiteY15" fmla="*/ 215050 h 455920"/>
                <a:gd name="connsiteX16" fmla="*/ 313271 w 432915"/>
                <a:gd name="connsiteY16" fmla="*/ 216436 h 455920"/>
                <a:gd name="connsiteX17" fmla="*/ 313271 w 432915"/>
                <a:gd name="connsiteY17" fmla="*/ 455355 h 455920"/>
                <a:gd name="connsiteX18" fmla="*/ 228291 w 432915"/>
                <a:gd name="connsiteY18" fmla="*/ 455355 h 455920"/>
                <a:gd name="connsiteX19" fmla="*/ 228291 w 432915"/>
                <a:gd name="connsiteY19" fmla="*/ 216436 h 455920"/>
                <a:gd name="connsiteX20" fmla="*/ 173888 w 432915"/>
                <a:gd name="connsiteY20" fmla="*/ 216436 h 455920"/>
                <a:gd name="connsiteX21" fmla="*/ 173888 w 432915"/>
                <a:gd name="connsiteY21" fmla="*/ 140898 h 455920"/>
                <a:gd name="connsiteX22" fmla="*/ 228291 w 432915"/>
                <a:gd name="connsiteY22" fmla="*/ 140898 h 455920"/>
                <a:gd name="connsiteX23" fmla="*/ 228291 w 432915"/>
                <a:gd name="connsiteY23" fmla="*/ 90429 h 455920"/>
                <a:gd name="connsiteX24" fmla="*/ 228151 w 432915"/>
                <a:gd name="connsiteY24" fmla="*/ 89940 h 455920"/>
                <a:gd name="connsiteX25" fmla="*/ 324674 w 432915"/>
                <a:gd name="connsiteY25" fmla="*/ 971 h 455920"/>
                <a:gd name="connsiteX26" fmla="*/ 367184 w 432915"/>
                <a:gd name="connsiteY26" fmla="*/ 6 h 455920"/>
                <a:gd name="connsiteX0" fmla="*/ 313271 w 399197"/>
                <a:gd name="connsiteY0" fmla="*/ 455355 h 455920"/>
                <a:gd name="connsiteX1" fmla="*/ 313271 w 399197"/>
                <a:gd name="connsiteY1" fmla="*/ 455920 h 455920"/>
                <a:gd name="connsiteX2" fmla="*/ 313271 w 399197"/>
                <a:gd name="connsiteY2" fmla="*/ 455355 h 455920"/>
                <a:gd name="connsiteX3" fmla="*/ 0 w 399197"/>
                <a:gd name="connsiteY3" fmla="*/ 455355 h 455920"/>
                <a:gd name="connsiteX4" fmla="*/ 228291 w 399197"/>
                <a:gd name="connsiteY4" fmla="*/ 455355 h 455920"/>
                <a:gd name="connsiteX5" fmla="*/ 228291 w 399197"/>
                <a:gd name="connsiteY5" fmla="*/ 455920 h 455920"/>
                <a:gd name="connsiteX6" fmla="*/ 0 w 399197"/>
                <a:gd name="connsiteY6" fmla="*/ 455920 h 455920"/>
                <a:gd name="connsiteX7" fmla="*/ 0 w 399197"/>
                <a:gd name="connsiteY7" fmla="*/ 455355 h 455920"/>
                <a:gd name="connsiteX8" fmla="*/ 367184 w 399197"/>
                <a:gd name="connsiteY8" fmla="*/ 6 h 455920"/>
                <a:gd name="connsiteX9" fmla="*/ 399197 w 399197"/>
                <a:gd name="connsiteY9" fmla="*/ 2823 h 455920"/>
                <a:gd name="connsiteX10" fmla="*/ 393797 w 399197"/>
                <a:gd name="connsiteY10" fmla="*/ 69600 h 455920"/>
                <a:gd name="connsiteX11" fmla="*/ 313271 w 399197"/>
                <a:gd name="connsiteY11" fmla="*/ 96177 h 455920"/>
                <a:gd name="connsiteX12" fmla="*/ 313271 w 399197"/>
                <a:gd name="connsiteY12" fmla="*/ 140898 h 455920"/>
                <a:gd name="connsiteX13" fmla="*/ 391059 w 399197"/>
                <a:gd name="connsiteY13" fmla="*/ 140898 h 455920"/>
                <a:gd name="connsiteX14" fmla="*/ 385514 w 399197"/>
                <a:gd name="connsiteY14" fmla="*/ 215050 h 455920"/>
                <a:gd name="connsiteX15" fmla="*/ 313271 w 399197"/>
                <a:gd name="connsiteY15" fmla="*/ 216436 h 455920"/>
                <a:gd name="connsiteX16" fmla="*/ 313271 w 399197"/>
                <a:gd name="connsiteY16" fmla="*/ 455355 h 455920"/>
                <a:gd name="connsiteX17" fmla="*/ 228291 w 399197"/>
                <a:gd name="connsiteY17" fmla="*/ 455355 h 455920"/>
                <a:gd name="connsiteX18" fmla="*/ 228291 w 399197"/>
                <a:gd name="connsiteY18" fmla="*/ 216436 h 455920"/>
                <a:gd name="connsiteX19" fmla="*/ 173888 w 399197"/>
                <a:gd name="connsiteY19" fmla="*/ 216436 h 455920"/>
                <a:gd name="connsiteX20" fmla="*/ 173888 w 399197"/>
                <a:gd name="connsiteY20" fmla="*/ 140898 h 455920"/>
                <a:gd name="connsiteX21" fmla="*/ 228291 w 399197"/>
                <a:gd name="connsiteY21" fmla="*/ 140898 h 455920"/>
                <a:gd name="connsiteX22" fmla="*/ 228291 w 399197"/>
                <a:gd name="connsiteY22" fmla="*/ 90429 h 455920"/>
                <a:gd name="connsiteX23" fmla="*/ 228151 w 399197"/>
                <a:gd name="connsiteY23" fmla="*/ 89940 h 455920"/>
                <a:gd name="connsiteX24" fmla="*/ 324674 w 399197"/>
                <a:gd name="connsiteY24" fmla="*/ 971 h 455920"/>
                <a:gd name="connsiteX25" fmla="*/ 367184 w 399197"/>
                <a:gd name="connsiteY25" fmla="*/ 6 h 455920"/>
                <a:gd name="connsiteX0" fmla="*/ 313271 w 399197"/>
                <a:gd name="connsiteY0" fmla="*/ 455355 h 455920"/>
                <a:gd name="connsiteX1" fmla="*/ 313271 w 399197"/>
                <a:gd name="connsiteY1" fmla="*/ 455920 h 455920"/>
                <a:gd name="connsiteX2" fmla="*/ 313271 w 399197"/>
                <a:gd name="connsiteY2" fmla="*/ 455355 h 455920"/>
                <a:gd name="connsiteX3" fmla="*/ 0 w 399197"/>
                <a:gd name="connsiteY3" fmla="*/ 455920 h 455920"/>
                <a:gd name="connsiteX4" fmla="*/ 228291 w 399197"/>
                <a:gd name="connsiteY4" fmla="*/ 455355 h 455920"/>
                <a:gd name="connsiteX5" fmla="*/ 228291 w 399197"/>
                <a:gd name="connsiteY5" fmla="*/ 455920 h 455920"/>
                <a:gd name="connsiteX6" fmla="*/ 0 w 399197"/>
                <a:gd name="connsiteY6" fmla="*/ 455920 h 455920"/>
                <a:gd name="connsiteX7" fmla="*/ 367184 w 399197"/>
                <a:gd name="connsiteY7" fmla="*/ 6 h 455920"/>
                <a:gd name="connsiteX8" fmla="*/ 399197 w 399197"/>
                <a:gd name="connsiteY8" fmla="*/ 2823 h 455920"/>
                <a:gd name="connsiteX9" fmla="*/ 393797 w 399197"/>
                <a:gd name="connsiteY9" fmla="*/ 69600 h 455920"/>
                <a:gd name="connsiteX10" fmla="*/ 313271 w 399197"/>
                <a:gd name="connsiteY10" fmla="*/ 96177 h 455920"/>
                <a:gd name="connsiteX11" fmla="*/ 313271 w 399197"/>
                <a:gd name="connsiteY11" fmla="*/ 140898 h 455920"/>
                <a:gd name="connsiteX12" fmla="*/ 391059 w 399197"/>
                <a:gd name="connsiteY12" fmla="*/ 140898 h 455920"/>
                <a:gd name="connsiteX13" fmla="*/ 385514 w 399197"/>
                <a:gd name="connsiteY13" fmla="*/ 215050 h 455920"/>
                <a:gd name="connsiteX14" fmla="*/ 313271 w 399197"/>
                <a:gd name="connsiteY14" fmla="*/ 216436 h 455920"/>
                <a:gd name="connsiteX15" fmla="*/ 313271 w 399197"/>
                <a:gd name="connsiteY15" fmla="*/ 455355 h 455920"/>
                <a:gd name="connsiteX16" fmla="*/ 228291 w 399197"/>
                <a:gd name="connsiteY16" fmla="*/ 455355 h 455920"/>
                <a:gd name="connsiteX17" fmla="*/ 228291 w 399197"/>
                <a:gd name="connsiteY17" fmla="*/ 216436 h 455920"/>
                <a:gd name="connsiteX18" fmla="*/ 173888 w 399197"/>
                <a:gd name="connsiteY18" fmla="*/ 216436 h 455920"/>
                <a:gd name="connsiteX19" fmla="*/ 173888 w 399197"/>
                <a:gd name="connsiteY19" fmla="*/ 140898 h 455920"/>
                <a:gd name="connsiteX20" fmla="*/ 228291 w 399197"/>
                <a:gd name="connsiteY20" fmla="*/ 140898 h 455920"/>
                <a:gd name="connsiteX21" fmla="*/ 228291 w 399197"/>
                <a:gd name="connsiteY21" fmla="*/ 90429 h 455920"/>
                <a:gd name="connsiteX22" fmla="*/ 228151 w 399197"/>
                <a:gd name="connsiteY22" fmla="*/ 89940 h 455920"/>
                <a:gd name="connsiteX23" fmla="*/ 324674 w 399197"/>
                <a:gd name="connsiteY23" fmla="*/ 971 h 455920"/>
                <a:gd name="connsiteX24" fmla="*/ 367184 w 399197"/>
                <a:gd name="connsiteY24" fmla="*/ 6 h 455920"/>
                <a:gd name="connsiteX0" fmla="*/ 139383 w 225309"/>
                <a:gd name="connsiteY0" fmla="*/ 455355 h 455920"/>
                <a:gd name="connsiteX1" fmla="*/ 139383 w 225309"/>
                <a:gd name="connsiteY1" fmla="*/ 455920 h 455920"/>
                <a:gd name="connsiteX2" fmla="*/ 139383 w 225309"/>
                <a:gd name="connsiteY2" fmla="*/ 455355 h 455920"/>
                <a:gd name="connsiteX3" fmla="*/ 54403 w 225309"/>
                <a:gd name="connsiteY3" fmla="*/ 455920 h 455920"/>
                <a:gd name="connsiteX4" fmla="*/ 54403 w 225309"/>
                <a:gd name="connsiteY4" fmla="*/ 455355 h 455920"/>
                <a:gd name="connsiteX5" fmla="*/ 54403 w 225309"/>
                <a:gd name="connsiteY5" fmla="*/ 455920 h 455920"/>
                <a:gd name="connsiteX6" fmla="*/ 193296 w 225309"/>
                <a:gd name="connsiteY6" fmla="*/ 6 h 455920"/>
                <a:gd name="connsiteX7" fmla="*/ 225309 w 225309"/>
                <a:gd name="connsiteY7" fmla="*/ 2823 h 455920"/>
                <a:gd name="connsiteX8" fmla="*/ 219909 w 225309"/>
                <a:gd name="connsiteY8" fmla="*/ 69600 h 455920"/>
                <a:gd name="connsiteX9" fmla="*/ 139383 w 225309"/>
                <a:gd name="connsiteY9" fmla="*/ 96177 h 455920"/>
                <a:gd name="connsiteX10" fmla="*/ 139383 w 225309"/>
                <a:gd name="connsiteY10" fmla="*/ 140898 h 455920"/>
                <a:gd name="connsiteX11" fmla="*/ 217171 w 225309"/>
                <a:gd name="connsiteY11" fmla="*/ 140898 h 455920"/>
                <a:gd name="connsiteX12" fmla="*/ 211626 w 225309"/>
                <a:gd name="connsiteY12" fmla="*/ 215050 h 455920"/>
                <a:gd name="connsiteX13" fmla="*/ 139383 w 225309"/>
                <a:gd name="connsiteY13" fmla="*/ 216436 h 455920"/>
                <a:gd name="connsiteX14" fmla="*/ 139383 w 225309"/>
                <a:gd name="connsiteY14" fmla="*/ 455355 h 455920"/>
                <a:gd name="connsiteX15" fmla="*/ 54403 w 225309"/>
                <a:gd name="connsiteY15" fmla="*/ 455355 h 455920"/>
                <a:gd name="connsiteX16" fmla="*/ 54403 w 225309"/>
                <a:gd name="connsiteY16" fmla="*/ 216436 h 455920"/>
                <a:gd name="connsiteX17" fmla="*/ 0 w 225309"/>
                <a:gd name="connsiteY17" fmla="*/ 216436 h 455920"/>
                <a:gd name="connsiteX18" fmla="*/ 0 w 225309"/>
                <a:gd name="connsiteY18" fmla="*/ 140898 h 455920"/>
                <a:gd name="connsiteX19" fmla="*/ 54403 w 225309"/>
                <a:gd name="connsiteY19" fmla="*/ 140898 h 455920"/>
                <a:gd name="connsiteX20" fmla="*/ 54403 w 225309"/>
                <a:gd name="connsiteY20" fmla="*/ 90429 h 455920"/>
                <a:gd name="connsiteX21" fmla="*/ 54263 w 225309"/>
                <a:gd name="connsiteY21" fmla="*/ 89940 h 455920"/>
                <a:gd name="connsiteX22" fmla="*/ 150786 w 225309"/>
                <a:gd name="connsiteY22" fmla="*/ 971 h 455920"/>
                <a:gd name="connsiteX23" fmla="*/ 193296 w 225309"/>
                <a:gd name="connsiteY23" fmla="*/ 6 h 45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5309" h="455920">
                  <a:moveTo>
                    <a:pt x="139383" y="455355"/>
                  </a:moveTo>
                  <a:lnTo>
                    <a:pt x="139383" y="455920"/>
                  </a:lnTo>
                  <a:lnTo>
                    <a:pt x="139383" y="455355"/>
                  </a:lnTo>
                  <a:close/>
                  <a:moveTo>
                    <a:pt x="54403" y="455920"/>
                  </a:moveTo>
                  <a:lnTo>
                    <a:pt x="54403" y="455355"/>
                  </a:lnTo>
                  <a:lnTo>
                    <a:pt x="54403" y="455920"/>
                  </a:lnTo>
                  <a:close/>
                  <a:moveTo>
                    <a:pt x="193296" y="6"/>
                  </a:moveTo>
                  <a:cubicBezTo>
                    <a:pt x="204595" y="73"/>
                    <a:pt x="214144" y="770"/>
                    <a:pt x="225309" y="2823"/>
                  </a:cubicBezTo>
                  <a:cubicBezTo>
                    <a:pt x="225271" y="27274"/>
                    <a:pt x="222913" y="50194"/>
                    <a:pt x="219909" y="69600"/>
                  </a:cubicBezTo>
                  <a:cubicBezTo>
                    <a:pt x="188141" y="67117"/>
                    <a:pt x="138250" y="66776"/>
                    <a:pt x="139383" y="96177"/>
                  </a:cubicBezTo>
                  <a:lnTo>
                    <a:pt x="139383" y="140898"/>
                  </a:lnTo>
                  <a:lnTo>
                    <a:pt x="217171" y="140898"/>
                  </a:lnTo>
                  <a:lnTo>
                    <a:pt x="211626" y="215050"/>
                  </a:lnTo>
                  <a:lnTo>
                    <a:pt x="139383" y="216436"/>
                  </a:lnTo>
                  <a:lnTo>
                    <a:pt x="139383" y="455355"/>
                  </a:lnTo>
                  <a:lnTo>
                    <a:pt x="54403" y="455355"/>
                  </a:lnTo>
                  <a:lnTo>
                    <a:pt x="54403" y="216436"/>
                  </a:lnTo>
                  <a:lnTo>
                    <a:pt x="0" y="216436"/>
                  </a:lnTo>
                  <a:lnTo>
                    <a:pt x="0" y="140898"/>
                  </a:lnTo>
                  <a:lnTo>
                    <a:pt x="54403" y="140898"/>
                  </a:lnTo>
                  <a:lnTo>
                    <a:pt x="54403" y="90429"/>
                  </a:lnTo>
                  <a:cubicBezTo>
                    <a:pt x="54356" y="90266"/>
                    <a:pt x="54310" y="90103"/>
                    <a:pt x="54263" y="89940"/>
                  </a:cubicBezTo>
                  <a:cubicBezTo>
                    <a:pt x="54393" y="21715"/>
                    <a:pt x="104084" y="2174"/>
                    <a:pt x="150786" y="971"/>
                  </a:cubicBezTo>
                  <a:cubicBezTo>
                    <a:pt x="168948" y="503"/>
                    <a:pt x="181997" y="-60"/>
                    <a:pt x="193296" y="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56" name="Freeform: Shape 55">
              <a:extLst>
                <a:ext uri="{FF2B5EF4-FFF2-40B4-BE49-F238E27FC236}">
                  <a16:creationId xmlns:a16="http://schemas.microsoft.com/office/drawing/2014/main" id="{5C5435E4-A5D2-465D-AC14-AC1BE0EA5AAA}"/>
                </a:ext>
              </a:extLst>
            </p:cNvPr>
            <p:cNvSpPr/>
            <p:nvPr/>
          </p:nvSpPr>
          <p:spPr>
            <a:xfrm>
              <a:off x="8105957" y="3478924"/>
              <a:ext cx="284621" cy="282605"/>
            </a:xfrm>
            <a:custGeom>
              <a:avLst/>
              <a:gdLst>
                <a:gd name="connsiteX0" fmla="*/ 249204 w 299575"/>
                <a:gd name="connsiteY0" fmla="*/ 123541 h 297454"/>
                <a:gd name="connsiteX1" fmla="*/ 241250 w 299575"/>
                <a:gd name="connsiteY1" fmla="*/ 136266 h 297454"/>
                <a:gd name="connsiteX2" fmla="*/ 229055 w 299575"/>
                <a:gd name="connsiteY2" fmla="*/ 198302 h 297454"/>
                <a:gd name="connsiteX3" fmla="*/ 116648 w 299575"/>
                <a:gd name="connsiteY3" fmla="*/ 234888 h 297454"/>
                <a:gd name="connsiteX4" fmla="*/ 59914 w 299575"/>
                <a:gd name="connsiteY4" fmla="*/ 135736 h 297454"/>
                <a:gd name="connsiteX5" fmla="*/ 58324 w 299575"/>
                <a:gd name="connsiteY5" fmla="*/ 125662 h 297454"/>
                <a:gd name="connsiteX6" fmla="*/ 36585 w 299575"/>
                <a:gd name="connsiteY6" fmla="*/ 125131 h 297454"/>
                <a:gd name="connsiteX7" fmla="*/ 31813 w 299575"/>
                <a:gd name="connsiteY7" fmla="*/ 137857 h 297454"/>
                <a:gd name="connsiteX8" fmla="*/ 31813 w 299575"/>
                <a:gd name="connsiteY8" fmla="*/ 247082 h 297454"/>
                <a:gd name="connsiteX9" fmla="*/ 51961 w 299575"/>
                <a:gd name="connsiteY9" fmla="*/ 266701 h 297454"/>
                <a:gd name="connsiteX10" fmla="*/ 150052 w 299575"/>
                <a:gd name="connsiteY10" fmla="*/ 266701 h 297454"/>
                <a:gd name="connsiteX11" fmla="*/ 250794 w 299575"/>
                <a:gd name="connsiteY11" fmla="*/ 266701 h 297454"/>
                <a:gd name="connsiteX12" fmla="*/ 269352 w 299575"/>
                <a:gd name="connsiteY12" fmla="*/ 250264 h 297454"/>
                <a:gd name="connsiteX13" fmla="*/ 269352 w 299575"/>
                <a:gd name="connsiteY13" fmla="*/ 134675 h 297454"/>
                <a:gd name="connsiteX14" fmla="*/ 261863 w 299575"/>
                <a:gd name="connsiteY14" fmla="*/ 123541 h 297454"/>
                <a:gd name="connsiteX15" fmla="*/ 249204 w 299575"/>
                <a:gd name="connsiteY15" fmla="*/ 123541 h 297454"/>
                <a:gd name="connsiteX16" fmla="*/ 151642 w 299575"/>
                <a:gd name="connsiteY16" fmla="*/ 88016 h 297454"/>
                <a:gd name="connsiteX17" fmla="*/ 89076 w 299575"/>
                <a:gd name="connsiteY17" fmla="*/ 147931 h 297454"/>
                <a:gd name="connsiteX18" fmla="*/ 150582 w 299575"/>
                <a:gd name="connsiteY18" fmla="*/ 208377 h 297454"/>
                <a:gd name="connsiteX19" fmla="*/ 212088 w 299575"/>
                <a:gd name="connsiteY19" fmla="*/ 148461 h 297454"/>
                <a:gd name="connsiteX20" fmla="*/ 151642 w 299575"/>
                <a:gd name="connsiteY20" fmla="*/ 88016 h 297454"/>
                <a:gd name="connsiteX21" fmla="*/ 234357 w 299575"/>
                <a:gd name="connsiteY21" fmla="*/ 29162 h 297454"/>
                <a:gd name="connsiteX22" fmla="*/ 203605 w 299575"/>
                <a:gd name="connsiteY22" fmla="*/ 60444 h 297454"/>
                <a:gd name="connsiteX23" fmla="*/ 235948 w 299575"/>
                <a:gd name="connsiteY23" fmla="*/ 92258 h 297454"/>
                <a:gd name="connsiteX24" fmla="*/ 268822 w 299575"/>
                <a:gd name="connsiteY24" fmla="*/ 59914 h 297454"/>
                <a:gd name="connsiteX25" fmla="*/ 268822 w 299575"/>
                <a:gd name="connsiteY25" fmla="*/ 53552 h 297454"/>
                <a:gd name="connsiteX26" fmla="*/ 245492 w 299575"/>
                <a:gd name="connsiteY26" fmla="*/ 29162 h 297454"/>
                <a:gd name="connsiteX27" fmla="*/ 234357 w 299575"/>
                <a:gd name="connsiteY27" fmla="*/ 29162 h 297454"/>
                <a:gd name="connsiteX28" fmla="*/ 41887 w 299575"/>
                <a:gd name="connsiteY28" fmla="*/ 0 h 297454"/>
                <a:gd name="connsiteX29" fmla="*/ 258217 w 299575"/>
                <a:gd name="connsiteY29" fmla="*/ 0 h 297454"/>
                <a:gd name="connsiteX30" fmla="*/ 299575 w 299575"/>
                <a:gd name="connsiteY30" fmla="*/ 41887 h 297454"/>
                <a:gd name="connsiteX31" fmla="*/ 299575 w 299575"/>
                <a:gd name="connsiteY31" fmla="*/ 255567 h 297454"/>
                <a:gd name="connsiteX32" fmla="*/ 257687 w 299575"/>
                <a:gd name="connsiteY32" fmla="*/ 297454 h 297454"/>
                <a:gd name="connsiteX33" fmla="*/ 149522 w 299575"/>
                <a:gd name="connsiteY33" fmla="*/ 297454 h 297454"/>
                <a:gd name="connsiteX34" fmla="*/ 41357 w 299575"/>
                <a:gd name="connsiteY34" fmla="*/ 297454 h 297454"/>
                <a:gd name="connsiteX35" fmla="*/ 0 w 299575"/>
                <a:gd name="connsiteY35" fmla="*/ 256096 h 297454"/>
                <a:gd name="connsiteX36" fmla="*/ 0 w 299575"/>
                <a:gd name="connsiteY36" fmla="*/ 41357 h 297454"/>
                <a:gd name="connsiteX37" fmla="*/ 41887 w 299575"/>
                <a:gd name="connsiteY37" fmla="*/ 0 h 297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99575" h="297454">
                  <a:moveTo>
                    <a:pt x="249204" y="123541"/>
                  </a:moveTo>
                  <a:cubicBezTo>
                    <a:pt x="240190" y="123011"/>
                    <a:pt x="239659" y="128843"/>
                    <a:pt x="241250" y="136266"/>
                  </a:cubicBezTo>
                  <a:cubicBezTo>
                    <a:pt x="245492" y="158536"/>
                    <a:pt x="240720" y="179214"/>
                    <a:pt x="229055" y="198302"/>
                  </a:cubicBezTo>
                  <a:cubicBezTo>
                    <a:pt x="206255" y="234888"/>
                    <a:pt x="158536" y="250264"/>
                    <a:pt x="116648" y="234888"/>
                  </a:cubicBezTo>
                  <a:cubicBezTo>
                    <a:pt x="83774" y="222692"/>
                    <a:pt x="50901" y="185577"/>
                    <a:pt x="59914" y="135736"/>
                  </a:cubicBezTo>
                  <a:cubicBezTo>
                    <a:pt x="60444" y="132555"/>
                    <a:pt x="62565" y="127252"/>
                    <a:pt x="58324" y="125662"/>
                  </a:cubicBezTo>
                  <a:cubicBezTo>
                    <a:pt x="51431" y="122481"/>
                    <a:pt x="43477" y="123541"/>
                    <a:pt x="36585" y="125131"/>
                  </a:cubicBezTo>
                  <a:cubicBezTo>
                    <a:pt x="30222" y="126722"/>
                    <a:pt x="31813" y="133085"/>
                    <a:pt x="31813" y="137857"/>
                  </a:cubicBezTo>
                  <a:cubicBezTo>
                    <a:pt x="31813" y="174442"/>
                    <a:pt x="31813" y="210497"/>
                    <a:pt x="31813" y="247082"/>
                  </a:cubicBezTo>
                  <a:cubicBezTo>
                    <a:pt x="31813" y="262989"/>
                    <a:pt x="35524" y="266701"/>
                    <a:pt x="51961" y="266701"/>
                  </a:cubicBezTo>
                  <a:cubicBezTo>
                    <a:pt x="84835" y="266701"/>
                    <a:pt x="117178" y="266701"/>
                    <a:pt x="150052" y="266701"/>
                  </a:cubicBezTo>
                  <a:cubicBezTo>
                    <a:pt x="183456" y="266701"/>
                    <a:pt x="217390" y="266701"/>
                    <a:pt x="250794" y="266701"/>
                  </a:cubicBezTo>
                  <a:cubicBezTo>
                    <a:pt x="262459" y="266701"/>
                    <a:pt x="269352" y="261929"/>
                    <a:pt x="269352" y="250264"/>
                  </a:cubicBezTo>
                  <a:cubicBezTo>
                    <a:pt x="269352" y="211558"/>
                    <a:pt x="269352" y="173382"/>
                    <a:pt x="269352" y="134675"/>
                  </a:cubicBezTo>
                  <a:cubicBezTo>
                    <a:pt x="268822" y="126987"/>
                    <a:pt x="265773" y="124337"/>
                    <a:pt x="261863" y="123541"/>
                  </a:cubicBezTo>
                  <a:cubicBezTo>
                    <a:pt x="257952" y="122746"/>
                    <a:pt x="253180" y="123806"/>
                    <a:pt x="249204" y="123541"/>
                  </a:cubicBezTo>
                  <a:close/>
                  <a:moveTo>
                    <a:pt x="151642" y="88016"/>
                  </a:moveTo>
                  <a:cubicBezTo>
                    <a:pt x="116648" y="87486"/>
                    <a:pt x="89076" y="113997"/>
                    <a:pt x="89076" y="147931"/>
                  </a:cubicBezTo>
                  <a:cubicBezTo>
                    <a:pt x="89076" y="180805"/>
                    <a:pt x="117178" y="208377"/>
                    <a:pt x="150582" y="208377"/>
                  </a:cubicBezTo>
                  <a:cubicBezTo>
                    <a:pt x="183986" y="208377"/>
                    <a:pt x="212088" y="181335"/>
                    <a:pt x="212088" y="148461"/>
                  </a:cubicBezTo>
                  <a:cubicBezTo>
                    <a:pt x="212088" y="115058"/>
                    <a:pt x="185577" y="88546"/>
                    <a:pt x="151642" y="88016"/>
                  </a:cubicBezTo>
                  <a:close/>
                  <a:moveTo>
                    <a:pt x="234357" y="29162"/>
                  </a:moveTo>
                  <a:cubicBezTo>
                    <a:pt x="207846" y="29162"/>
                    <a:pt x="204135" y="32873"/>
                    <a:pt x="203605" y="60444"/>
                  </a:cubicBezTo>
                  <a:cubicBezTo>
                    <a:pt x="203605" y="90137"/>
                    <a:pt x="205195" y="92258"/>
                    <a:pt x="235948" y="92258"/>
                  </a:cubicBezTo>
                  <a:cubicBezTo>
                    <a:pt x="267762" y="92258"/>
                    <a:pt x="268822" y="91197"/>
                    <a:pt x="268822" y="59914"/>
                  </a:cubicBezTo>
                  <a:cubicBezTo>
                    <a:pt x="268822" y="57794"/>
                    <a:pt x="268822" y="55673"/>
                    <a:pt x="268822" y="53552"/>
                  </a:cubicBezTo>
                  <a:cubicBezTo>
                    <a:pt x="268822" y="35524"/>
                    <a:pt x="263519" y="29692"/>
                    <a:pt x="245492" y="29162"/>
                  </a:cubicBezTo>
                  <a:cubicBezTo>
                    <a:pt x="241781" y="29162"/>
                    <a:pt x="238069" y="29162"/>
                    <a:pt x="234357" y="29162"/>
                  </a:cubicBezTo>
                  <a:close/>
                  <a:moveTo>
                    <a:pt x="41887" y="0"/>
                  </a:moveTo>
                  <a:cubicBezTo>
                    <a:pt x="113998" y="0"/>
                    <a:pt x="186108" y="0"/>
                    <a:pt x="258217" y="0"/>
                  </a:cubicBezTo>
                  <a:cubicBezTo>
                    <a:pt x="284728" y="0"/>
                    <a:pt x="299575" y="14846"/>
                    <a:pt x="299575" y="41887"/>
                  </a:cubicBezTo>
                  <a:cubicBezTo>
                    <a:pt x="299575" y="112937"/>
                    <a:pt x="299575" y="184517"/>
                    <a:pt x="299575" y="255567"/>
                  </a:cubicBezTo>
                  <a:cubicBezTo>
                    <a:pt x="299575" y="283138"/>
                    <a:pt x="285789" y="297454"/>
                    <a:pt x="257687" y="297454"/>
                  </a:cubicBezTo>
                  <a:cubicBezTo>
                    <a:pt x="221632" y="297454"/>
                    <a:pt x="185577" y="297454"/>
                    <a:pt x="149522" y="297454"/>
                  </a:cubicBezTo>
                  <a:cubicBezTo>
                    <a:pt x="113467" y="297454"/>
                    <a:pt x="77412" y="297454"/>
                    <a:pt x="41357" y="297454"/>
                  </a:cubicBezTo>
                  <a:cubicBezTo>
                    <a:pt x="14315" y="297454"/>
                    <a:pt x="0" y="283138"/>
                    <a:pt x="0" y="256096"/>
                  </a:cubicBezTo>
                  <a:cubicBezTo>
                    <a:pt x="0" y="184517"/>
                    <a:pt x="0" y="112937"/>
                    <a:pt x="0" y="41357"/>
                  </a:cubicBezTo>
                  <a:cubicBezTo>
                    <a:pt x="0" y="14315"/>
                    <a:pt x="14846" y="0"/>
                    <a:pt x="4188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aphic 21">
            <a:extLst>
              <a:ext uri="{FF2B5EF4-FFF2-40B4-BE49-F238E27FC236}">
                <a16:creationId xmlns:a16="http://schemas.microsoft.com/office/drawing/2014/main" id="{136A6F70-EC0E-44A0-92BC-82B2BEB44690}"/>
              </a:ext>
            </a:extLst>
          </p:cNvPr>
          <p:cNvGrpSpPr/>
          <p:nvPr/>
        </p:nvGrpSpPr>
        <p:grpSpPr>
          <a:xfrm>
            <a:off x="9151902" y="3174330"/>
            <a:ext cx="687792" cy="883022"/>
            <a:chOff x="3425127" y="0"/>
            <a:chExt cx="5341746" cy="6858000"/>
          </a:xfrm>
        </p:grpSpPr>
        <p:sp>
          <p:nvSpPr>
            <p:cNvPr id="70" name="Freeform: Shape 69">
              <a:extLst>
                <a:ext uri="{FF2B5EF4-FFF2-40B4-BE49-F238E27FC236}">
                  <a16:creationId xmlns:a16="http://schemas.microsoft.com/office/drawing/2014/main" id="{299BCC67-341C-42B6-8A43-DD85BF186024}"/>
                </a:ext>
              </a:extLst>
            </p:cNvPr>
            <p:cNvSpPr/>
            <p:nvPr/>
          </p:nvSpPr>
          <p:spPr>
            <a:xfrm>
              <a:off x="3425013" y="0"/>
              <a:ext cx="5341478" cy="6856954"/>
            </a:xfrm>
            <a:custGeom>
              <a:avLst/>
              <a:gdLst>
                <a:gd name="connsiteX0" fmla="*/ 2688415 w 5341478"/>
                <a:gd name="connsiteY0" fmla="*/ 0 h 6856954"/>
                <a:gd name="connsiteX1" fmla="*/ 25123 w 5341478"/>
                <a:gd name="connsiteY1" fmla="*/ 1019550 h 6856954"/>
                <a:gd name="connsiteX2" fmla="*/ 25123 w 5341478"/>
                <a:gd name="connsiteY2" fmla="*/ 3846231 h 6856954"/>
                <a:gd name="connsiteX3" fmla="*/ 2642056 w 5341478"/>
                <a:gd name="connsiteY3" fmla="*/ 6856955 h 6856954"/>
                <a:gd name="connsiteX4" fmla="*/ 5338636 w 5341478"/>
                <a:gd name="connsiteY4" fmla="*/ 3952543 h 6856954"/>
                <a:gd name="connsiteX5" fmla="*/ 5338636 w 5341478"/>
                <a:gd name="connsiteY5" fmla="*/ 1048917 h 6856954"/>
                <a:gd name="connsiteX6" fmla="*/ 2688415 w 5341478"/>
                <a:gd name="connsiteY6" fmla="*/ 0 h 685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41478" h="6856954">
                  <a:moveTo>
                    <a:pt x="2688415" y="0"/>
                  </a:moveTo>
                  <a:cubicBezTo>
                    <a:pt x="2688415" y="0"/>
                    <a:pt x="956487" y="1166644"/>
                    <a:pt x="25123" y="1019550"/>
                  </a:cubicBezTo>
                  <a:cubicBezTo>
                    <a:pt x="-26116" y="2058707"/>
                    <a:pt x="15276" y="3058651"/>
                    <a:pt x="25123" y="3846231"/>
                  </a:cubicBezTo>
                  <a:cubicBezTo>
                    <a:pt x="54577" y="5744861"/>
                    <a:pt x="2642056" y="6856955"/>
                    <a:pt x="2642056" y="6856955"/>
                  </a:cubicBezTo>
                  <a:cubicBezTo>
                    <a:pt x="2642056" y="6856955"/>
                    <a:pt x="5064141" y="5921234"/>
                    <a:pt x="5338636" y="3952543"/>
                  </a:cubicBezTo>
                  <a:cubicBezTo>
                    <a:pt x="5328789" y="2980224"/>
                    <a:pt x="5348483" y="1950827"/>
                    <a:pt x="5338636" y="1048917"/>
                  </a:cubicBezTo>
                  <a:cubicBezTo>
                    <a:pt x="3593636" y="764663"/>
                    <a:pt x="2688415" y="0"/>
                    <a:pt x="2688415" y="0"/>
                  </a:cubicBezTo>
                  <a:close/>
                </a:path>
              </a:pathLst>
            </a:custGeom>
            <a:noFill/>
            <a:ln w="31750" cap="flat">
              <a:solidFill>
                <a:schemeClr val="accent1"/>
              </a:solid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F8AFCEAF-F4F5-4EF4-A7E9-9C9498ACDDF2}"/>
                </a:ext>
              </a:extLst>
            </p:cNvPr>
            <p:cNvSpPr/>
            <p:nvPr/>
          </p:nvSpPr>
          <p:spPr>
            <a:xfrm>
              <a:off x="3692070" y="321376"/>
              <a:ext cx="4817313" cy="6184138"/>
            </a:xfrm>
            <a:custGeom>
              <a:avLst/>
              <a:gdLst>
                <a:gd name="connsiteX0" fmla="*/ 2424582 w 4817313"/>
                <a:gd name="connsiteY0" fmla="*/ 0 h 6184138"/>
                <a:gd name="connsiteX1" fmla="*/ 22626 w 4817313"/>
                <a:gd name="connsiteY1" fmla="*/ 919512 h 6184138"/>
                <a:gd name="connsiteX2" fmla="*/ 22626 w 4817313"/>
                <a:gd name="connsiteY2" fmla="*/ 3468824 h 6184138"/>
                <a:gd name="connsiteX3" fmla="*/ 2382841 w 4817313"/>
                <a:gd name="connsiteY3" fmla="*/ 6184138 h 6184138"/>
                <a:gd name="connsiteX4" fmla="*/ 4814773 w 4817313"/>
                <a:gd name="connsiteY4" fmla="*/ 3564766 h 6184138"/>
                <a:gd name="connsiteX5" fmla="*/ 4814773 w 4817313"/>
                <a:gd name="connsiteY5" fmla="*/ 946003 h 6184138"/>
                <a:gd name="connsiteX6" fmla="*/ 2424582 w 4817313"/>
                <a:gd name="connsiteY6" fmla="*/ 0 h 618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7313" h="6184138">
                  <a:moveTo>
                    <a:pt x="2424582" y="0"/>
                  </a:moveTo>
                  <a:cubicBezTo>
                    <a:pt x="2424582" y="0"/>
                    <a:pt x="862578" y="1052141"/>
                    <a:pt x="22626" y="919512"/>
                  </a:cubicBezTo>
                  <a:cubicBezTo>
                    <a:pt x="-23559" y="1856714"/>
                    <a:pt x="13825" y="2758537"/>
                    <a:pt x="22626" y="3468824"/>
                  </a:cubicBezTo>
                  <a:cubicBezTo>
                    <a:pt x="49117" y="5181145"/>
                    <a:pt x="2382841" y="6184138"/>
                    <a:pt x="2382841" y="6184138"/>
                  </a:cubicBezTo>
                  <a:cubicBezTo>
                    <a:pt x="2382841" y="6184138"/>
                    <a:pt x="4567206" y="5340265"/>
                    <a:pt x="4814773" y="3564766"/>
                  </a:cubicBezTo>
                  <a:cubicBezTo>
                    <a:pt x="4805973" y="2687778"/>
                    <a:pt x="4823575" y="1759465"/>
                    <a:pt x="4814773" y="946003"/>
                  </a:cubicBezTo>
                  <a:cubicBezTo>
                    <a:pt x="3240919" y="689634"/>
                    <a:pt x="2424582" y="0"/>
                    <a:pt x="2424582" y="0"/>
                  </a:cubicBezTo>
                  <a:close/>
                </a:path>
              </a:pathLst>
            </a:custGeom>
            <a:solidFill>
              <a:schemeClr val="accent1"/>
            </a:solidFill>
            <a:ln w="8701"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5197606A-71FB-4B0F-8F14-0903161DE588}"/>
                </a:ext>
              </a:extLst>
            </p:cNvPr>
            <p:cNvSpPr/>
            <p:nvPr/>
          </p:nvSpPr>
          <p:spPr>
            <a:xfrm>
              <a:off x="5077582" y="3107623"/>
              <a:ext cx="1971904" cy="1813799"/>
            </a:xfrm>
            <a:custGeom>
              <a:avLst/>
              <a:gdLst>
                <a:gd name="connsiteX0" fmla="*/ 1970433 w 1971904"/>
                <a:gd name="connsiteY0" fmla="*/ 1441139 h 1813799"/>
                <a:gd name="connsiteX1" fmla="*/ 0 w 1971904"/>
                <a:gd name="connsiteY1" fmla="*/ 1441139 h 1813799"/>
                <a:gd name="connsiteX2" fmla="*/ 0 w 1971904"/>
                <a:gd name="connsiteY2" fmla="*/ 0 h 1813799"/>
                <a:gd name="connsiteX3" fmla="*/ 1970433 w 1971904"/>
                <a:gd name="connsiteY3" fmla="*/ 0 h 1813799"/>
                <a:gd name="connsiteX4" fmla="*/ 1970433 w 1971904"/>
                <a:gd name="connsiteY4" fmla="*/ 1441139 h 1813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904" h="1813799">
                  <a:moveTo>
                    <a:pt x="1970433" y="1441139"/>
                  </a:moveTo>
                  <a:cubicBezTo>
                    <a:pt x="1467194" y="1954225"/>
                    <a:pt x="555524" y="1921547"/>
                    <a:pt x="0" y="1441139"/>
                  </a:cubicBezTo>
                  <a:cubicBezTo>
                    <a:pt x="0" y="1079329"/>
                    <a:pt x="0" y="0"/>
                    <a:pt x="0" y="0"/>
                  </a:cubicBezTo>
                  <a:lnTo>
                    <a:pt x="1970433" y="0"/>
                  </a:lnTo>
                  <a:cubicBezTo>
                    <a:pt x="1970433" y="87"/>
                    <a:pt x="1973745" y="1079329"/>
                    <a:pt x="1970433" y="1441139"/>
                  </a:cubicBezTo>
                  <a:close/>
                </a:path>
              </a:pathLst>
            </a:custGeom>
            <a:solidFill>
              <a:srgbClr val="FFFFFF"/>
            </a:solidFill>
            <a:ln w="8701"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A038230-1B10-40D1-88FC-2BB96F9ABBB2}"/>
                </a:ext>
              </a:extLst>
            </p:cNvPr>
            <p:cNvSpPr/>
            <p:nvPr/>
          </p:nvSpPr>
          <p:spPr>
            <a:xfrm>
              <a:off x="5332382" y="1718072"/>
              <a:ext cx="1483576" cy="1261366"/>
            </a:xfrm>
            <a:custGeom>
              <a:avLst/>
              <a:gdLst>
                <a:gd name="connsiteX0" fmla="*/ 741832 w 1483576"/>
                <a:gd name="connsiteY0" fmla="*/ 0 h 1261366"/>
                <a:gd name="connsiteX1" fmla="*/ 741832 w 1483576"/>
                <a:gd name="connsiteY1" fmla="*/ 0 h 1261366"/>
                <a:gd name="connsiteX2" fmla="*/ 0 w 1483576"/>
                <a:gd name="connsiteY2" fmla="*/ 741745 h 1261366"/>
                <a:gd name="connsiteX3" fmla="*/ 0 w 1483576"/>
                <a:gd name="connsiteY3" fmla="*/ 1261367 h 1261366"/>
                <a:gd name="connsiteX4" fmla="*/ 292445 w 1483576"/>
                <a:gd name="connsiteY4" fmla="*/ 1261367 h 1261366"/>
                <a:gd name="connsiteX5" fmla="*/ 292445 w 1483576"/>
                <a:gd name="connsiteY5" fmla="*/ 735209 h 1261366"/>
                <a:gd name="connsiteX6" fmla="*/ 719698 w 1483576"/>
                <a:gd name="connsiteY6" fmla="*/ 307956 h 1261366"/>
                <a:gd name="connsiteX7" fmla="*/ 719698 w 1483576"/>
                <a:gd name="connsiteY7" fmla="*/ 307956 h 1261366"/>
                <a:gd name="connsiteX8" fmla="*/ 1146950 w 1483576"/>
                <a:gd name="connsiteY8" fmla="*/ 735209 h 1261366"/>
                <a:gd name="connsiteX9" fmla="*/ 1146950 w 1483576"/>
                <a:gd name="connsiteY9" fmla="*/ 1261367 h 1261366"/>
                <a:gd name="connsiteX10" fmla="*/ 1483576 w 1483576"/>
                <a:gd name="connsiteY10" fmla="*/ 1261367 h 1261366"/>
                <a:gd name="connsiteX11" fmla="*/ 1483576 w 1483576"/>
                <a:gd name="connsiteY11" fmla="*/ 741745 h 1261366"/>
                <a:gd name="connsiteX12" fmla="*/ 741832 w 1483576"/>
                <a:gd name="connsiteY12" fmla="*/ 0 h 126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3576" h="1261366">
                  <a:moveTo>
                    <a:pt x="741832" y="0"/>
                  </a:moveTo>
                  <a:lnTo>
                    <a:pt x="741832" y="0"/>
                  </a:lnTo>
                  <a:cubicBezTo>
                    <a:pt x="332182" y="0"/>
                    <a:pt x="0" y="332095"/>
                    <a:pt x="0" y="741745"/>
                  </a:cubicBezTo>
                  <a:lnTo>
                    <a:pt x="0" y="1261367"/>
                  </a:lnTo>
                  <a:lnTo>
                    <a:pt x="292445" y="1261367"/>
                  </a:lnTo>
                  <a:lnTo>
                    <a:pt x="292445" y="735209"/>
                  </a:lnTo>
                  <a:cubicBezTo>
                    <a:pt x="292445" y="499231"/>
                    <a:pt x="483720" y="307956"/>
                    <a:pt x="719698" y="307956"/>
                  </a:cubicBezTo>
                  <a:lnTo>
                    <a:pt x="719698" y="307956"/>
                  </a:lnTo>
                  <a:cubicBezTo>
                    <a:pt x="955676" y="307956"/>
                    <a:pt x="1146950" y="499231"/>
                    <a:pt x="1146950" y="735209"/>
                  </a:cubicBezTo>
                  <a:lnTo>
                    <a:pt x="1146950" y="1261367"/>
                  </a:lnTo>
                  <a:lnTo>
                    <a:pt x="1483576" y="1261367"/>
                  </a:lnTo>
                  <a:lnTo>
                    <a:pt x="1483576" y="741745"/>
                  </a:lnTo>
                  <a:cubicBezTo>
                    <a:pt x="1483664" y="332095"/>
                    <a:pt x="1151569" y="0"/>
                    <a:pt x="741832" y="0"/>
                  </a:cubicBezTo>
                  <a:close/>
                </a:path>
              </a:pathLst>
            </a:custGeom>
            <a:solidFill>
              <a:srgbClr val="FFFFFF"/>
            </a:solidFill>
            <a:ln w="8701"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4FCB2FB4-751A-4CF8-AB19-A88C8FA55DA2}"/>
                </a:ext>
              </a:extLst>
            </p:cNvPr>
            <p:cNvSpPr/>
            <p:nvPr/>
          </p:nvSpPr>
          <p:spPr>
            <a:xfrm>
              <a:off x="5864640" y="3547424"/>
              <a:ext cx="405205" cy="796469"/>
            </a:xfrm>
            <a:custGeom>
              <a:avLst/>
              <a:gdLst>
                <a:gd name="connsiteX0" fmla="*/ 353618 w 405205"/>
                <a:gd name="connsiteY0" fmla="*/ 639528 h 796469"/>
                <a:gd name="connsiteX1" fmla="*/ 310135 w 405205"/>
                <a:gd name="connsiteY1" fmla="*/ 639528 h 796469"/>
                <a:gd name="connsiteX2" fmla="*/ 311529 w 405205"/>
                <a:gd name="connsiteY2" fmla="*/ 628026 h 796469"/>
                <a:gd name="connsiteX3" fmla="*/ 311529 w 405205"/>
                <a:gd name="connsiteY3" fmla="*/ 570861 h 796469"/>
                <a:gd name="connsiteX4" fmla="*/ 261685 w 405205"/>
                <a:gd name="connsiteY4" fmla="*/ 521016 h 796469"/>
                <a:gd name="connsiteX5" fmla="*/ 261423 w 405205"/>
                <a:gd name="connsiteY5" fmla="*/ 521016 h 796469"/>
                <a:gd name="connsiteX6" fmla="*/ 261423 w 405205"/>
                <a:gd name="connsiteY6" fmla="*/ 396492 h 796469"/>
                <a:gd name="connsiteX7" fmla="*/ 405206 w 405205"/>
                <a:gd name="connsiteY7" fmla="*/ 202603 h 796469"/>
                <a:gd name="connsiteX8" fmla="*/ 202603 w 405205"/>
                <a:gd name="connsiteY8" fmla="*/ 0 h 796469"/>
                <a:gd name="connsiteX9" fmla="*/ 0 w 405205"/>
                <a:gd name="connsiteY9" fmla="*/ 202603 h 796469"/>
                <a:gd name="connsiteX10" fmla="*/ 143783 w 405205"/>
                <a:gd name="connsiteY10" fmla="*/ 396492 h 796469"/>
                <a:gd name="connsiteX11" fmla="*/ 143783 w 405205"/>
                <a:gd name="connsiteY11" fmla="*/ 521016 h 796469"/>
                <a:gd name="connsiteX12" fmla="*/ 143521 w 405205"/>
                <a:gd name="connsiteY12" fmla="*/ 521016 h 796469"/>
                <a:gd name="connsiteX13" fmla="*/ 93677 w 405205"/>
                <a:gd name="connsiteY13" fmla="*/ 570861 h 796469"/>
                <a:gd name="connsiteX14" fmla="*/ 93677 w 405205"/>
                <a:gd name="connsiteY14" fmla="*/ 628026 h 796469"/>
                <a:gd name="connsiteX15" fmla="*/ 95071 w 405205"/>
                <a:gd name="connsiteY15" fmla="*/ 639528 h 796469"/>
                <a:gd name="connsiteX16" fmla="*/ 51587 w 405205"/>
                <a:gd name="connsiteY16" fmla="*/ 639528 h 796469"/>
                <a:gd name="connsiteX17" fmla="*/ 21785 w 405205"/>
                <a:gd name="connsiteY17" fmla="*/ 669330 h 796469"/>
                <a:gd name="connsiteX18" fmla="*/ 21785 w 405205"/>
                <a:gd name="connsiteY18" fmla="*/ 766667 h 796469"/>
                <a:gd name="connsiteX19" fmla="*/ 51587 w 405205"/>
                <a:gd name="connsiteY19" fmla="*/ 796469 h 796469"/>
                <a:gd name="connsiteX20" fmla="*/ 353705 w 405205"/>
                <a:gd name="connsiteY20" fmla="*/ 796469 h 796469"/>
                <a:gd name="connsiteX21" fmla="*/ 383508 w 405205"/>
                <a:gd name="connsiteY21" fmla="*/ 766667 h 796469"/>
                <a:gd name="connsiteX22" fmla="*/ 383508 w 405205"/>
                <a:gd name="connsiteY22" fmla="*/ 669330 h 796469"/>
                <a:gd name="connsiteX23" fmla="*/ 353618 w 405205"/>
                <a:gd name="connsiteY23" fmla="*/ 639528 h 79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5205" h="796469">
                  <a:moveTo>
                    <a:pt x="353618" y="639528"/>
                  </a:moveTo>
                  <a:lnTo>
                    <a:pt x="310135" y="639528"/>
                  </a:lnTo>
                  <a:cubicBezTo>
                    <a:pt x="311006" y="635781"/>
                    <a:pt x="311529" y="631947"/>
                    <a:pt x="311529" y="628026"/>
                  </a:cubicBezTo>
                  <a:lnTo>
                    <a:pt x="311529" y="570861"/>
                  </a:lnTo>
                  <a:cubicBezTo>
                    <a:pt x="311529" y="543324"/>
                    <a:pt x="289221" y="521016"/>
                    <a:pt x="261685" y="521016"/>
                  </a:cubicBezTo>
                  <a:lnTo>
                    <a:pt x="261423" y="521016"/>
                  </a:lnTo>
                  <a:lnTo>
                    <a:pt x="261423" y="396492"/>
                  </a:lnTo>
                  <a:cubicBezTo>
                    <a:pt x="344643" y="371308"/>
                    <a:pt x="405206" y="294014"/>
                    <a:pt x="405206" y="202603"/>
                  </a:cubicBezTo>
                  <a:cubicBezTo>
                    <a:pt x="405206" y="90714"/>
                    <a:pt x="314492" y="0"/>
                    <a:pt x="202603" y="0"/>
                  </a:cubicBezTo>
                  <a:cubicBezTo>
                    <a:pt x="90714" y="0"/>
                    <a:pt x="0" y="90714"/>
                    <a:pt x="0" y="202603"/>
                  </a:cubicBezTo>
                  <a:cubicBezTo>
                    <a:pt x="0" y="294014"/>
                    <a:pt x="60563" y="371308"/>
                    <a:pt x="143783" y="396492"/>
                  </a:cubicBezTo>
                  <a:lnTo>
                    <a:pt x="143783" y="521016"/>
                  </a:lnTo>
                  <a:lnTo>
                    <a:pt x="143521" y="521016"/>
                  </a:lnTo>
                  <a:cubicBezTo>
                    <a:pt x="115985" y="521016"/>
                    <a:pt x="93677" y="543324"/>
                    <a:pt x="93677" y="570861"/>
                  </a:cubicBezTo>
                  <a:lnTo>
                    <a:pt x="93677" y="628026"/>
                  </a:lnTo>
                  <a:cubicBezTo>
                    <a:pt x="93677" y="632034"/>
                    <a:pt x="94199" y="635868"/>
                    <a:pt x="95071" y="639528"/>
                  </a:cubicBezTo>
                  <a:lnTo>
                    <a:pt x="51587" y="639528"/>
                  </a:lnTo>
                  <a:cubicBezTo>
                    <a:pt x="35118" y="639528"/>
                    <a:pt x="21785" y="652861"/>
                    <a:pt x="21785" y="669330"/>
                  </a:cubicBezTo>
                  <a:lnTo>
                    <a:pt x="21785" y="766667"/>
                  </a:lnTo>
                  <a:cubicBezTo>
                    <a:pt x="21785" y="783137"/>
                    <a:pt x="35118" y="796469"/>
                    <a:pt x="51587" y="796469"/>
                  </a:cubicBezTo>
                  <a:lnTo>
                    <a:pt x="353705" y="796469"/>
                  </a:lnTo>
                  <a:cubicBezTo>
                    <a:pt x="370175" y="796469"/>
                    <a:pt x="383508" y="783137"/>
                    <a:pt x="383508" y="766667"/>
                  </a:cubicBezTo>
                  <a:lnTo>
                    <a:pt x="383508" y="669330"/>
                  </a:lnTo>
                  <a:cubicBezTo>
                    <a:pt x="383333" y="652861"/>
                    <a:pt x="370001" y="639528"/>
                    <a:pt x="353618" y="639528"/>
                  </a:cubicBezTo>
                  <a:close/>
                </a:path>
              </a:pathLst>
            </a:custGeom>
            <a:solidFill>
              <a:schemeClr val="accent1"/>
            </a:solidFill>
            <a:ln w="8701" cap="flat">
              <a:noFill/>
              <a:prstDash val="solid"/>
              <a:miter/>
            </a:ln>
          </p:spPr>
          <p:txBody>
            <a:bodyPr rtlCol="0" anchor="ctr"/>
            <a:lstStyle/>
            <a:p>
              <a:endParaRPr lang="en-US"/>
            </a:p>
          </p:txBody>
        </p:sp>
      </p:grpSp>
      <p:pic>
        <p:nvPicPr>
          <p:cNvPr id="58" name="Picture 57">
            <a:extLst>
              <a:ext uri="{FF2B5EF4-FFF2-40B4-BE49-F238E27FC236}">
                <a16:creationId xmlns:a16="http://schemas.microsoft.com/office/drawing/2014/main" id="{C7660EDA-2A71-4F9D-8D29-62F8655CDEF5}"/>
              </a:ext>
            </a:extLst>
          </p:cNvPr>
          <p:cNvPicPr>
            <a:picLocks noChangeAspect="1"/>
          </p:cNvPicPr>
          <p:nvPr/>
        </p:nvPicPr>
        <p:blipFill rotWithShape="1">
          <a:blip r:embed="rId2">
            <a:extLst>
              <a:ext uri="{28A0092B-C50C-407E-A947-70E740481C1C}">
                <a14:useLocalDpi xmlns:a14="http://schemas.microsoft.com/office/drawing/2010/main" val="0"/>
              </a:ext>
            </a:extLst>
          </a:blip>
          <a:srcRect l="4645" t="3419"/>
          <a:stretch/>
        </p:blipFill>
        <p:spPr>
          <a:xfrm>
            <a:off x="506026" y="1065320"/>
            <a:ext cx="6596363" cy="55425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446721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CF5BDA4-10C7-46A6-AC30-523A3FC438AC}"/>
              </a:ext>
            </a:extLst>
          </p:cNvPr>
          <p:cNvSpPr txBox="1"/>
          <p:nvPr/>
        </p:nvSpPr>
        <p:spPr>
          <a:xfrm>
            <a:off x="6982172" y="2550405"/>
            <a:ext cx="4636517" cy="1569660"/>
          </a:xfrm>
          <a:prstGeom prst="rect">
            <a:avLst/>
          </a:prstGeom>
          <a:noFill/>
        </p:spPr>
        <p:txBody>
          <a:bodyPr wrap="square" rtlCol="0" anchor="ctr">
            <a:spAutoFit/>
          </a:bodyPr>
          <a:lstStyle/>
          <a:p>
            <a:pPr algn="ctr"/>
            <a:r>
              <a:rPr lang="en-US" altLang="ko-KR" sz="4800" b="1" dirty="0">
                <a:solidFill>
                  <a:schemeClr val="bg1"/>
                </a:solidFill>
                <a:latin typeface="+mj-lt"/>
                <a:cs typeface="Arial" pitchFamily="34" charset="0"/>
              </a:rPr>
              <a:t>Information Security</a:t>
            </a:r>
            <a:endParaRPr lang="ko-KR" altLang="en-US" sz="4800" b="1" dirty="0">
              <a:solidFill>
                <a:schemeClr val="bg1"/>
              </a:solidFill>
              <a:latin typeface="+mj-lt"/>
              <a:cs typeface="Arial" pitchFamily="34" charset="0"/>
            </a:endParaRPr>
          </a:p>
        </p:txBody>
      </p:sp>
      <p:grpSp>
        <p:nvGrpSpPr>
          <p:cNvPr id="5" name="Group 4">
            <a:extLst>
              <a:ext uri="{FF2B5EF4-FFF2-40B4-BE49-F238E27FC236}">
                <a16:creationId xmlns:a16="http://schemas.microsoft.com/office/drawing/2014/main" id="{BA7A764B-1D8C-4E54-8B32-1F52A76F485E}"/>
              </a:ext>
            </a:extLst>
          </p:cNvPr>
          <p:cNvGrpSpPr/>
          <p:nvPr/>
        </p:nvGrpSpPr>
        <p:grpSpPr>
          <a:xfrm>
            <a:off x="6184408" y="2011796"/>
            <a:ext cx="4939943" cy="1831270"/>
            <a:chOff x="631482" y="1537137"/>
            <a:chExt cx="4939943" cy="1831270"/>
          </a:xfrm>
        </p:grpSpPr>
        <p:sp>
          <p:nvSpPr>
            <p:cNvPr id="7" name="TextBox 6">
              <a:extLst>
                <a:ext uri="{FF2B5EF4-FFF2-40B4-BE49-F238E27FC236}">
                  <a16:creationId xmlns:a16="http://schemas.microsoft.com/office/drawing/2014/main" id="{01624378-939A-4A7B-AB02-CD136801D4ED}"/>
                </a:ext>
              </a:extLst>
            </p:cNvPr>
            <p:cNvSpPr txBox="1"/>
            <p:nvPr/>
          </p:nvSpPr>
          <p:spPr>
            <a:xfrm>
              <a:off x="631482" y="2044968"/>
              <a:ext cx="1292103" cy="1323439"/>
            </a:xfrm>
            <a:prstGeom prst="rect">
              <a:avLst/>
            </a:prstGeom>
            <a:noFill/>
          </p:spPr>
          <p:txBody>
            <a:bodyPr wrap="square" lIns="108000" rIns="108000" rtlCol="0">
              <a:spAutoFit/>
            </a:bodyPr>
            <a:lstStyle/>
            <a:p>
              <a:pPr algn="r"/>
              <a:r>
                <a:rPr lang="en-US" altLang="ko-KR" sz="8000" b="1" dirty="0">
                  <a:solidFill>
                    <a:srgbClr val="FFFF00">
                      <a:alpha val="40000"/>
                    </a:srgbClr>
                  </a:solidFill>
                  <a:cs typeface="Arial" pitchFamily="34" charset="0"/>
                </a:rPr>
                <a:t>02</a:t>
              </a:r>
              <a:endParaRPr lang="ko-KR" altLang="en-US" sz="8000" b="1" dirty="0">
                <a:solidFill>
                  <a:srgbClr val="FFFF00">
                    <a:alpha val="40000"/>
                  </a:srgbClr>
                </a:solidFill>
                <a:cs typeface="Arial" pitchFamily="34" charset="0"/>
              </a:endParaRPr>
            </a:p>
          </p:txBody>
        </p:sp>
        <p:sp>
          <p:nvSpPr>
            <p:cNvPr id="10" name="TextBox 9">
              <a:extLst>
                <a:ext uri="{FF2B5EF4-FFF2-40B4-BE49-F238E27FC236}">
                  <a16:creationId xmlns:a16="http://schemas.microsoft.com/office/drawing/2014/main" id="{21846C42-3E93-4139-AD07-65E9411A1B3A}"/>
                </a:ext>
              </a:extLst>
            </p:cNvPr>
            <p:cNvSpPr txBox="1"/>
            <p:nvPr/>
          </p:nvSpPr>
          <p:spPr>
            <a:xfrm>
              <a:off x="1923585" y="1537137"/>
              <a:ext cx="3647840" cy="338554"/>
            </a:xfrm>
            <a:prstGeom prst="rect">
              <a:avLst/>
            </a:prstGeom>
            <a:noFill/>
          </p:spPr>
          <p:txBody>
            <a:bodyPr wrap="square" rtlCol="0" anchor="ctr">
              <a:spAutoFit/>
            </a:bodyPr>
            <a:lstStyle/>
            <a:p>
              <a:pPr algn="l"/>
              <a:endParaRPr lang="en-GB" sz="1600" b="0" i="0" u="none" strike="noStrike" baseline="0" dirty="0">
                <a:solidFill>
                  <a:schemeClr val="bg1"/>
                </a:solidFill>
                <a:latin typeface="Rooney-Regular"/>
              </a:endParaRPr>
            </a:p>
          </p:txBody>
        </p:sp>
      </p:grpSp>
    </p:spTree>
    <p:extLst>
      <p:ext uri="{BB962C8B-B14F-4D97-AF65-F5344CB8AC3E}">
        <p14:creationId xmlns:p14="http://schemas.microsoft.com/office/powerpoint/2010/main" val="23534170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Understanding Security</a:t>
            </a:r>
          </a:p>
        </p:txBody>
      </p:sp>
      <p:sp>
        <p:nvSpPr>
          <p:cNvPr id="4" name="TextBox 3">
            <a:extLst>
              <a:ext uri="{FF2B5EF4-FFF2-40B4-BE49-F238E27FC236}">
                <a16:creationId xmlns:a16="http://schemas.microsoft.com/office/drawing/2014/main" id="{042C95E0-D49E-40DD-BB3A-C76C9D225EB9}"/>
              </a:ext>
            </a:extLst>
          </p:cNvPr>
          <p:cNvSpPr txBox="1"/>
          <p:nvPr/>
        </p:nvSpPr>
        <p:spPr>
          <a:xfrm>
            <a:off x="1026851" y="1849100"/>
            <a:ext cx="10138298" cy="3477875"/>
          </a:xfrm>
          <a:prstGeom prst="rect">
            <a:avLst/>
          </a:prstGeom>
          <a:noFill/>
        </p:spPr>
        <p:txBody>
          <a:bodyPr wrap="square">
            <a:spAutoFit/>
          </a:bodyPr>
          <a:lstStyle/>
          <a:p>
            <a:pPr marL="285750" indent="-285750" algn="just">
              <a:buBlip>
                <a:blip r:embed="rId2"/>
              </a:buBlip>
            </a:pPr>
            <a:r>
              <a:rPr lang="en-GB" sz="2000" b="0" i="0" u="none" strike="noStrike" baseline="0" dirty="0">
                <a:solidFill>
                  <a:srgbClr val="211808"/>
                </a:solidFill>
                <a:latin typeface="Rooney-Regular"/>
              </a:rPr>
              <a:t>What is </a:t>
            </a:r>
            <a:r>
              <a:rPr lang="en-GB" sz="2000" b="0" i="1" u="none" strike="noStrike" baseline="0" dirty="0">
                <a:solidFill>
                  <a:srgbClr val="211808"/>
                </a:solidFill>
                <a:latin typeface="Rooney-RegularItalic"/>
              </a:rPr>
              <a:t>security</a:t>
            </a:r>
            <a:r>
              <a:rPr lang="en-GB" sz="2000" b="0" i="0" u="none" strike="noStrike" baseline="0" dirty="0">
                <a:solidFill>
                  <a:srgbClr val="211808"/>
                </a:solidFill>
                <a:latin typeface="Rooney-Regular"/>
              </a:rPr>
              <a:t>? The word comes from the Latin, meaning </a:t>
            </a:r>
            <a:r>
              <a:rPr lang="en-GB" sz="2000" b="0" i="1" u="none" strike="noStrike" baseline="0" dirty="0">
                <a:solidFill>
                  <a:srgbClr val="211808"/>
                </a:solidFill>
                <a:latin typeface="Rooney-RegularItalic"/>
              </a:rPr>
              <a:t>free from care</a:t>
            </a:r>
            <a:r>
              <a:rPr lang="en-GB" sz="2000" b="0" i="0" u="none" strike="noStrike" baseline="0" dirty="0">
                <a:solidFill>
                  <a:srgbClr val="211808"/>
                </a:solidFill>
                <a:latin typeface="Rooney-Regular"/>
              </a:rPr>
              <a:t>. </a:t>
            </a:r>
          </a:p>
          <a:p>
            <a:pPr marL="285750" indent="-285750" algn="just">
              <a:buBlip>
                <a:blip r:embed="rId2"/>
              </a:buBlip>
            </a:pPr>
            <a:r>
              <a:rPr lang="en-GB" sz="2000" b="0" i="0" u="none" strike="noStrike" baseline="0" dirty="0">
                <a:solidFill>
                  <a:srgbClr val="211808"/>
                </a:solidFill>
                <a:latin typeface="Rooney-Regular"/>
              </a:rPr>
              <a:t>Sometimes security is defined as </a:t>
            </a:r>
            <a:r>
              <a:rPr lang="en-GB" sz="2000" b="0" i="1" u="none" strike="noStrike" baseline="0" dirty="0">
                <a:solidFill>
                  <a:srgbClr val="211808"/>
                </a:solidFill>
                <a:latin typeface="Rooney-RegularItalic"/>
              </a:rPr>
              <a:t>the state of being free from danger</a:t>
            </a:r>
            <a:r>
              <a:rPr lang="en-GB" sz="2000" b="0" i="0" u="none" strike="noStrike" baseline="0" dirty="0">
                <a:solidFill>
                  <a:srgbClr val="211808"/>
                </a:solidFill>
                <a:latin typeface="Rooney-Regular"/>
              </a:rPr>
              <a:t>, which is the </a:t>
            </a:r>
            <a:r>
              <a:rPr lang="en-GB" sz="2000" b="0" i="1" u="none" strike="noStrike" baseline="0" dirty="0">
                <a:solidFill>
                  <a:srgbClr val="211808"/>
                </a:solidFill>
                <a:latin typeface="Rooney-RegularItalic"/>
              </a:rPr>
              <a:t>goal </a:t>
            </a:r>
            <a:r>
              <a:rPr lang="en-GB" sz="2000" b="0" i="0" u="none" strike="noStrike" baseline="0" dirty="0">
                <a:solidFill>
                  <a:srgbClr val="211808"/>
                </a:solidFill>
                <a:latin typeface="Rooney-Regular"/>
              </a:rPr>
              <a:t>of security. </a:t>
            </a:r>
          </a:p>
          <a:p>
            <a:pPr marL="285750" indent="-285750" algn="just">
              <a:buBlip>
                <a:blip r:embed="rId2"/>
              </a:buBlip>
            </a:pPr>
            <a:r>
              <a:rPr lang="en-GB" sz="2000" b="0" i="0" u="none" strike="noStrike" baseline="0" dirty="0">
                <a:solidFill>
                  <a:srgbClr val="211808"/>
                </a:solidFill>
                <a:latin typeface="Rooney-Regular"/>
              </a:rPr>
              <a:t>It is also defined as the </a:t>
            </a:r>
            <a:r>
              <a:rPr lang="en-GB" sz="2000" b="0" i="1" u="none" strike="noStrike" baseline="0" dirty="0">
                <a:solidFill>
                  <a:srgbClr val="211808"/>
                </a:solidFill>
                <a:latin typeface="Rooney-RegularItalic"/>
              </a:rPr>
              <a:t>measures taken to ensure safety</a:t>
            </a:r>
            <a:r>
              <a:rPr lang="en-GB" sz="2000" b="0" i="0" u="none" strike="noStrike" baseline="0" dirty="0">
                <a:solidFill>
                  <a:srgbClr val="211808"/>
                </a:solidFill>
                <a:latin typeface="Rooney-Regular"/>
              </a:rPr>
              <a:t>, which is the </a:t>
            </a:r>
            <a:r>
              <a:rPr lang="en-GB" sz="2000" b="0" i="1" u="none" strike="noStrike" baseline="0" dirty="0">
                <a:solidFill>
                  <a:srgbClr val="211808"/>
                </a:solidFill>
                <a:latin typeface="Rooney-RegularItalic"/>
              </a:rPr>
              <a:t>process </a:t>
            </a:r>
            <a:r>
              <a:rPr lang="en-GB" sz="2000" b="0" i="0" u="none" strike="noStrike" baseline="0" dirty="0">
                <a:solidFill>
                  <a:srgbClr val="211808"/>
                </a:solidFill>
                <a:latin typeface="Rooney-Regular"/>
              </a:rPr>
              <a:t>of security. </a:t>
            </a:r>
          </a:p>
          <a:p>
            <a:pPr marL="285750" indent="-285750" algn="just">
              <a:buBlip>
                <a:blip r:embed="rId2"/>
              </a:buBlip>
            </a:pPr>
            <a:r>
              <a:rPr lang="en-GB" sz="2000" b="0" i="0" u="none" strike="noStrike" baseline="0" dirty="0">
                <a:solidFill>
                  <a:srgbClr val="211808"/>
                </a:solidFill>
                <a:latin typeface="Rooney-Regular"/>
              </a:rPr>
              <a:t>Since complete security can never be fully achieved, the focus of security is more often on the process instead of the goal. In this light, security can be defined as the </a:t>
            </a:r>
            <a:r>
              <a:rPr lang="en-GB" sz="2000" b="0" i="1" u="none" strike="noStrike" baseline="0" dirty="0">
                <a:solidFill>
                  <a:srgbClr val="211808"/>
                </a:solidFill>
                <a:latin typeface="Rooney-RegularItalic"/>
              </a:rPr>
              <a:t>necessary steps to protect from harm</a:t>
            </a:r>
            <a:r>
              <a:rPr lang="en-GB" sz="2000" b="0" i="0" u="none" strike="noStrike" baseline="0" dirty="0">
                <a:solidFill>
                  <a:srgbClr val="211808"/>
                </a:solidFill>
                <a:latin typeface="Rooney-Regular"/>
              </a:rPr>
              <a:t>. </a:t>
            </a:r>
          </a:p>
          <a:p>
            <a:pPr marL="285750" indent="-285750" algn="just">
              <a:buBlip>
                <a:blip r:embed="rId2"/>
              </a:buBlip>
            </a:pPr>
            <a:r>
              <a:rPr lang="en-GB" sz="2000" b="0" i="0" u="none" strike="noStrike" baseline="0" dirty="0">
                <a:solidFill>
                  <a:srgbClr val="211808"/>
                </a:solidFill>
                <a:latin typeface="Rooney-Regular"/>
              </a:rPr>
              <a:t>It is important to understand the relationship between </a:t>
            </a:r>
            <a:r>
              <a:rPr lang="en-GB" sz="2000" b="0" i="1" u="none" strike="noStrike" baseline="0" dirty="0">
                <a:solidFill>
                  <a:srgbClr val="211808"/>
                </a:solidFill>
                <a:latin typeface="Rooney-RegularItalic"/>
              </a:rPr>
              <a:t>security </a:t>
            </a:r>
            <a:r>
              <a:rPr lang="en-GB" sz="2000" b="0" i="0" u="none" strike="noStrike" baseline="0" dirty="0">
                <a:solidFill>
                  <a:srgbClr val="211808"/>
                </a:solidFill>
                <a:latin typeface="Rooney-Regular"/>
              </a:rPr>
              <a:t>and </a:t>
            </a:r>
            <a:r>
              <a:rPr lang="en-GB" sz="2000" b="0" i="1" u="none" strike="noStrike" baseline="0" dirty="0">
                <a:solidFill>
                  <a:srgbClr val="211808"/>
                </a:solidFill>
                <a:latin typeface="Rooney-RegularItalic"/>
              </a:rPr>
              <a:t>convenience</a:t>
            </a:r>
            <a:r>
              <a:rPr lang="en-GB" sz="2000" b="0" i="0" u="none" strike="noStrike" baseline="0" dirty="0">
                <a:solidFill>
                  <a:srgbClr val="211808"/>
                </a:solidFill>
                <a:latin typeface="Rooney-Regular"/>
              </a:rPr>
              <a:t>. As security is increased, convenience is often decreased. </a:t>
            </a:r>
          </a:p>
          <a:p>
            <a:pPr marL="285750" indent="-285750" algn="just">
              <a:buBlip>
                <a:blip r:embed="rId2"/>
              </a:buBlip>
            </a:pPr>
            <a:r>
              <a:rPr lang="en-GB" sz="2000" b="0" i="0" u="none" strike="noStrike" baseline="0" dirty="0">
                <a:solidFill>
                  <a:srgbClr val="211808"/>
                </a:solidFill>
                <a:latin typeface="Rooney-Regular"/>
              </a:rPr>
              <a:t>That is, the more secure something is, the less convenient it may become to use (security is said to be </a:t>
            </a:r>
            <a:r>
              <a:rPr lang="en-GB" sz="2000" b="0" i="1" u="none" strike="noStrike" baseline="0" dirty="0">
                <a:solidFill>
                  <a:srgbClr val="211808"/>
                </a:solidFill>
                <a:latin typeface="Rooney-RegularItalic"/>
              </a:rPr>
              <a:t>inversely proportional </a:t>
            </a:r>
            <a:r>
              <a:rPr lang="en-GB" sz="2000" b="0" i="0" u="none" strike="noStrike" baseline="0" dirty="0">
                <a:solidFill>
                  <a:srgbClr val="211808"/>
                </a:solidFill>
                <a:latin typeface="Rooney-Regular"/>
              </a:rPr>
              <a:t>to convenience).</a:t>
            </a:r>
            <a:endParaRPr lang="en-GB" sz="2400" dirty="0"/>
          </a:p>
        </p:txBody>
      </p:sp>
      <p:pic>
        <p:nvPicPr>
          <p:cNvPr id="5" name="Picture 4">
            <a:extLst>
              <a:ext uri="{FF2B5EF4-FFF2-40B4-BE49-F238E27FC236}">
                <a16:creationId xmlns:a16="http://schemas.microsoft.com/office/drawing/2014/main" id="{5107ACF1-D173-43A5-AAE0-A6F7AB35C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2975" y="5069150"/>
            <a:ext cx="2324100" cy="1690092"/>
          </a:xfrm>
          <a:prstGeom prst="rect">
            <a:avLst/>
          </a:prstGeom>
        </p:spPr>
      </p:pic>
    </p:spTree>
    <p:extLst>
      <p:ext uri="{BB962C8B-B14F-4D97-AF65-F5344CB8AC3E}">
        <p14:creationId xmlns:p14="http://schemas.microsoft.com/office/powerpoint/2010/main" val="35010791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Defining Information Security</a:t>
            </a:r>
          </a:p>
        </p:txBody>
      </p:sp>
      <p:sp>
        <p:nvSpPr>
          <p:cNvPr id="4" name="TextBox 3">
            <a:extLst>
              <a:ext uri="{FF2B5EF4-FFF2-40B4-BE49-F238E27FC236}">
                <a16:creationId xmlns:a16="http://schemas.microsoft.com/office/drawing/2014/main" id="{042C95E0-D49E-40DD-BB3A-C76C9D225EB9}"/>
              </a:ext>
            </a:extLst>
          </p:cNvPr>
          <p:cNvSpPr txBox="1"/>
          <p:nvPr/>
        </p:nvSpPr>
        <p:spPr>
          <a:xfrm>
            <a:off x="1026851" y="1849100"/>
            <a:ext cx="10138298" cy="4678204"/>
          </a:xfrm>
          <a:prstGeom prst="rect">
            <a:avLst/>
          </a:prstGeom>
          <a:noFill/>
        </p:spPr>
        <p:txBody>
          <a:bodyPr wrap="square">
            <a:spAutoFit/>
          </a:bodyPr>
          <a:lstStyle/>
          <a:p>
            <a:pPr marL="285750" indent="-285750" algn="just">
              <a:buBlip>
                <a:blip r:embed="rId2"/>
              </a:buBlip>
            </a:pPr>
            <a:r>
              <a:rPr lang="en-GB" sz="2000" dirty="0">
                <a:solidFill>
                  <a:srgbClr val="211808"/>
                </a:solidFill>
                <a:latin typeface="Rooney-Regular"/>
              </a:rPr>
              <a:t>S</a:t>
            </a:r>
            <a:r>
              <a:rPr lang="en-GB" sz="2000" b="0" i="0" u="none" strike="noStrike" baseline="0" dirty="0">
                <a:solidFill>
                  <a:srgbClr val="211808"/>
                </a:solidFill>
                <a:latin typeface="Rooney-Regular"/>
              </a:rPr>
              <a:t>everal terms are used when describing security in an IT environment: </a:t>
            </a:r>
            <a:r>
              <a:rPr lang="en-GB" sz="2000" b="0" i="1" u="none" strike="noStrike" baseline="0" dirty="0">
                <a:solidFill>
                  <a:srgbClr val="211808"/>
                </a:solidFill>
                <a:latin typeface="Rooney-RegularItalic"/>
              </a:rPr>
              <a:t>computer security, IT security, cybersecurity, </a:t>
            </a:r>
            <a:r>
              <a:rPr lang="en-GB" sz="2000" b="0" i="0" u="none" strike="noStrike" baseline="0" dirty="0">
                <a:solidFill>
                  <a:srgbClr val="211808"/>
                </a:solidFill>
                <a:latin typeface="Rooney-Regular"/>
              </a:rPr>
              <a:t>and </a:t>
            </a:r>
            <a:r>
              <a:rPr lang="en-GB" sz="2000" b="0" i="1" u="none" strike="noStrike" baseline="0" dirty="0">
                <a:solidFill>
                  <a:srgbClr val="211808"/>
                </a:solidFill>
                <a:latin typeface="Rooney-RegularItalic"/>
              </a:rPr>
              <a:t>information assurance</a:t>
            </a:r>
            <a:r>
              <a:rPr lang="en-GB" sz="2000" b="0" i="0" u="none" strike="noStrike" baseline="0" dirty="0">
                <a:solidFill>
                  <a:srgbClr val="211808"/>
                </a:solidFill>
                <a:latin typeface="Rooney-Regular"/>
              </a:rPr>
              <a:t>, to name just a few. </a:t>
            </a:r>
          </a:p>
          <a:p>
            <a:pPr marL="285750" indent="-285750" algn="just">
              <a:buBlip>
                <a:blip r:embed="rId2"/>
              </a:buBlip>
            </a:pPr>
            <a:r>
              <a:rPr lang="en-GB" sz="2000" b="0" i="0" u="none" strike="noStrike" baseline="0" dirty="0">
                <a:solidFill>
                  <a:srgbClr val="211808"/>
                </a:solidFill>
                <a:latin typeface="Rooney-Regular"/>
              </a:rPr>
              <a:t>Whereas each has its share of proponents and slight variations of meanings, the term </a:t>
            </a:r>
            <a:r>
              <a:rPr lang="en-GB" sz="2000" b="0" i="1" u="none" strike="noStrike" baseline="0" dirty="0">
                <a:solidFill>
                  <a:srgbClr val="211808"/>
                </a:solidFill>
                <a:latin typeface="Rooney-RegularItalic"/>
              </a:rPr>
              <a:t>information security </a:t>
            </a:r>
            <a:r>
              <a:rPr lang="en-GB" sz="2000" b="0" i="0" u="none" strike="noStrike" baseline="0" dirty="0">
                <a:solidFill>
                  <a:srgbClr val="211808"/>
                </a:solidFill>
                <a:latin typeface="Rooney-Regular"/>
              </a:rPr>
              <a:t>may be the most appropriate because it is the broadest: protecting information from harm.</a:t>
            </a:r>
          </a:p>
          <a:p>
            <a:pPr marL="285750" indent="-285750" algn="just">
              <a:buBlip>
                <a:blip r:embed="rId2"/>
              </a:buBlip>
            </a:pPr>
            <a:r>
              <a:rPr lang="en-GB" sz="2000" b="0" i="0" u="none" strike="noStrike" baseline="0" dirty="0">
                <a:solidFill>
                  <a:srgbClr val="211808"/>
                </a:solidFill>
                <a:latin typeface="Rooney-Regular"/>
              </a:rPr>
              <a:t>Information security is often used to describe the tasks of securing information that is in a digital format, whether it be manipulated by a microprocessor (such as on a personal computer), preserved on a storage device (like a hard drive or USB flash drive), or transmitted over a network (such as a local area network or the Internet). </a:t>
            </a:r>
          </a:p>
          <a:p>
            <a:pPr marL="285750" indent="-285750" algn="just">
              <a:buBlip>
                <a:blip r:embed="rId2"/>
              </a:buBlip>
            </a:pPr>
            <a:r>
              <a:rPr lang="en-GB" sz="2000" b="0" i="0" u="none" strike="noStrike" baseline="0" dirty="0">
                <a:solidFill>
                  <a:srgbClr val="211808"/>
                </a:solidFill>
                <a:latin typeface="Rooney-Regular"/>
              </a:rPr>
              <a:t>Information security cannot completely prevent successful attacks or guarantee that a system is totally secure, </a:t>
            </a:r>
          </a:p>
          <a:p>
            <a:pPr marL="285750" indent="-285750" algn="just">
              <a:buBlip>
                <a:blip r:embed="rId2"/>
              </a:buBlip>
            </a:pPr>
            <a:r>
              <a:rPr lang="en-GB" sz="2000" b="0" i="0" u="none" strike="noStrike" baseline="0" dirty="0">
                <a:solidFill>
                  <a:srgbClr val="211808"/>
                </a:solidFill>
                <a:latin typeface="Rooney-Regular"/>
              </a:rPr>
              <a:t>The goal of information security is to ensure that protective measures are properly implemented to ward off attacks and prevent the total collapse of the system when a successful attack does occur. </a:t>
            </a:r>
          </a:p>
          <a:p>
            <a:pPr marL="285750" indent="-285750" algn="just">
              <a:buBlip>
                <a:blip r:embed="rId2"/>
              </a:buBlip>
            </a:pPr>
            <a:r>
              <a:rPr lang="en-GB" sz="2000" b="0" i="0" u="none" strike="noStrike" baseline="0" dirty="0">
                <a:solidFill>
                  <a:srgbClr val="211808"/>
                </a:solidFill>
                <a:latin typeface="Rooney-Regular"/>
              </a:rPr>
              <a:t>Thus, information security is first </a:t>
            </a:r>
            <a:r>
              <a:rPr lang="en-GB" sz="2000" b="0" i="1" u="none" strike="noStrike" baseline="0" dirty="0">
                <a:solidFill>
                  <a:srgbClr val="211808"/>
                </a:solidFill>
                <a:latin typeface="Rooney-RegularItalic"/>
              </a:rPr>
              <a:t>protection</a:t>
            </a:r>
            <a:r>
              <a:rPr lang="en-GB" sz="2000" b="0" i="0" u="none" strike="noStrike" baseline="0" dirty="0">
                <a:solidFill>
                  <a:srgbClr val="211808"/>
                </a:solidFill>
                <a:latin typeface="Rooney-Regular"/>
              </a:rPr>
              <a:t>. </a:t>
            </a:r>
            <a:endParaRPr lang="en-GB" sz="2000" dirty="0"/>
          </a:p>
        </p:txBody>
      </p:sp>
    </p:spTree>
    <p:extLst>
      <p:ext uri="{BB962C8B-B14F-4D97-AF65-F5344CB8AC3E}">
        <p14:creationId xmlns:p14="http://schemas.microsoft.com/office/powerpoint/2010/main" val="41926706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Defining Information Security</a:t>
            </a:r>
          </a:p>
        </p:txBody>
      </p:sp>
      <p:sp>
        <p:nvSpPr>
          <p:cNvPr id="4" name="TextBox 3">
            <a:extLst>
              <a:ext uri="{FF2B5EF4-FFF2-40B4-BE49-F238E27FC236}">
                <a16:creationId xmlns:a16="http://schemas.microsoft.com/office/drawing/2014/main" id="{042C95E0-D49E-40DD-BB3A-C76C9D225EB9}"/>
              </a:ext>
            </a:extLst>
          </p:cNvPr>
          <p:cNvSpPr txBox="1"/>
          <p:nvPr/>
        </p:nvSpPr>
        <p:spPr>
          <a:xfrm>
            <a:off x="1026851" y="1849100"/>
            <a:ext cx="10138298" cy="1200329"/>
          </a:xfrm>
          <a:prstGeom prst="rect">
            <a:avLst/>
          </a:prstGeom>
          <a:noFill/>
        </p:spPr>
        <p:txBody>
          <a:bodyPr wrap="square">
            <a:spAutoFit/>
          </a:bodyPr>
          <a:lstStyle/>
          <a:p>
            <a:pPr marL="285750" indent="-285750" algn="just">
              <a:buBlip>
                <a:blip r:embed="rId2"/>
              </a:buBlip>
            </a:pPr>
            <a:r>
              <a:rPr lang="en-GB" b="0" i="0" u="none" strike="noStrike" baseline="0" dirty="0">
                <a:solidFill>
                  <a:srgbClr val="211808"/>
                </a:solidFill>
                <a:latin typeface="Rooney-Regular"/>
              </a:rPr>
              <a:t>Second, information security is intended to protect </a:t>
            </a:r>
            <a:r>
              <a:rPr lang="en-GB" b="0" i="1" u="none" strike="noStrike" baseline="0" dirty="0">
                <a:solidFill>
                  <a:srgbClr val="211808"/>
                </a:solidFill>
                <a:latin typeface="Rooney-RegularItalic"/>
              </a:rPr>
              <a:t>information </a:t>
            </a:r>
            <a:r>
              <a:rPr lang="en-GB" b="0" i="0" u="none" strike="noStrike" baseline="0" dirty="0">
                <a:solidFill>
                  <a:srgbClr val="211808"/>
                </a:solidFill>
                <a:latin typeface="Rooney-Regular"/>
              </a:rPr>
              <a:t>that provides value to people and enterprises. </a:t>
            </a:r>
          </a:p>
          <a:p>
            <a:pPr marL="285750" indent="-285750" algn="just">
              <a:buBlip>
                <a:blip r:embed="rId2"/>
              </a:buBlip>
            </a:pPr>
            <a:r>
              <a:rPr lang="en-GB" b="0" i="0" u="none" strike="noStrike" baseline="0" dirty="0">
                <a:solidFill>
                  <a:srgbClr val="211808"/>
                </a:solidFill>
                <a:latin typeface="Rooney-Regular"/>
              </a:rPr>
              <a:t>There are three protections that must be extended over information: </a:t>
            </a:r>
            <a:r>
              <a:rPr lang="en-GB" b="0" i="1" u="none" strike="noStrike" baseline="0" dirty="0">
                <a:solidFill>
                  <a:srgbClr val="211808"/>
                </a:solidFill>
                <a:latin typeface="Rooney-RegularItalic"/>
              </a:rPr>
              <a:t>confidentiality, integrity, and availability</a:t>
            </a:r>
            <a:endParaRPr lang="en-GB" dirty="0"/>
          </a:p>
        </p:txBody>
      </p:sp>
      <p:sp>
        <p:nvSpPr>
          <p:cNvPr id="5" name="Rounded Rectangle 1">
            <a:extLst>
              <a:ext uri="{FF2B5EF4-FFF2-40B4-BE49-F238E27FC236}">
                <a16:creationId xmlns:a16="http://schemas.microsoft.com/office/drawing/2014/main" id="{FE2C5294-E8FA-4A29-B3DC-98C046BA864F}"/>
              </a:ext>
            </a:extLst>
          </p:cNvPr>
          <p:cNvSpPr/>
          <p:nvPr/>
        </p:nvSpPr>
        <p:spPr>
          <a:xfrm>
            <a:off x="2008313" y="3200409"/>
            <a:ext cx="2236415" cy="3555498"/>
          </a:xfrm>
          <a:prstGeom prst="roundRect">
            <a:avLst>
              <a:gd name="adj" fmla="val 6084"/>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 name="Rounded Rectangle 8">
            <a:extLst>
              <a:ext uri="{FF2B5EF4-FFF2-40B4-BE49-F238E27FC236}">
                <a16:creationId xmlns:a16="http://schemas.microsoft.com/office/drawing/2014/main" id="{4FF9DD23-DE78-4DA2-9F88-07D3C26F76C4}"/>
              </a:ext>
            </a:extLst>
          </p:cNvPr>
          <p:cNvSpPr/>
          <p:nvPr/>
        </p:nvSpPr>
        <p:spPr>
          <a:xfrm>
            <a:off x="2008313" y="3117738"/>
            <a:ext cx="2236415" cy="581397"/>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8" name="그룹 20">
            <a:extLst>
              <a:ext uri="{FF2B5EF4-FFF2-40B4-BE49-F238E27FC236}">
                <a16:creationId xmlns:a16="http://schemas.microsoft.com/office/drawing/2014/main" id="{704FBD6E-9690-42DD-A6C2-2ABF94F2EF72}"/>
              </a:ext>
            </a:extLst>
          </p:cNvPr>
          <p:cNvGrpSpPr/>
          <p:nvPr/>
        </p:nvGrpSpPr>
        <p:grpSpPr>
          <a:xfrm>
            <a:off x="2193048" y="3223769"/>
            <a:ext cx="1860385" cy="3056766"/>
            <a:chOff x="908446" y="1929951"/>
            <a:chExt cx="2244328" cy="3180796"/>
          </a:xfrm>
        </p:grpSpPr>
        <p:sp>
          <p:nvSpPr>
            <p:cNvPr id="9" name="TextBox 8">
              <a:extLst>
                <a:ext uri="{FF2B5EF4-FFF2-40B4-BE49-F238E27FC236}">
                  <a16:creationId xmlns:a16="http://schemas.microsoft.com/office/drawing/2014/main" id="{5ED11B24-D2E9-4BE1-816A-A90612DC7D04}"/>
                </a:ext>
              </a:extLst>
            </p:cNvPr>
            <p:cNvSpPr txBox="1"/>
            <p:nvPr/>
          </p:nvSpPr>
          <p:spPr>
            <a:xfrm>
              <a:off x="916359" y="1929951"/>
              <a:ext cx="2236415" cy="369332"/>
            </a:xfrm>
            <a:prstGeom prst="rect">
              <a:avLst/>
            </a:prstGeom>
            <a:noFill/>
          </p:spPr>
          <p:txBody>
            <a:bodyPr wrap="square" rtlCol="0">
              <a:spAutoFit/>
            </a:bodyPr>
            <a:lstStyle/>
            <a:p>
              <a:pPr algn="ctr"/>
              <a:r>
                <a:rPr lang="en-US" altLang="ko-KR" b="1" dirty="0">
                  <a:latin typeface="Calibri" pitchFamily="34" charset="0"/>
                  <a:cs typeface="Calibri" pitchFamily="34" charset="0"/>
                </a:rPr>
                <a:t>Confidentiality</a:t>
              </a:r>
              <a:endParaRPr lang="ko-KR" altLang="en-US" b="1" dirty="0">
                <a:latin typeface="Calibri" pitchFamily="34" charset="0"/>
                <a:cs typeface="Calibri" pitchFamily="34" charset="0"/>
              </a:endParaRPr>
            </a:p>
          </p:txBody>
        </p:sp>
        <p:sp>
          <p:nvSpPr>
            <p:cNvPr id="10" name="TextBox 9">
              <a:extLst>
                <a:ext uri="{FF2B5EF4-FFF2-40B4-BE49-F238E27FC236}">
                  <a16:creationId xmlns:a16="http://schemas.microsoft.com/office/drawing/2014/main" id="{A3C01B83-98EB-4F9D-8A00-45C75746F458}"/>
                </a:ext>
              </a:extLst>
            </p:cNvPr>
            <p:cNvSpPr txBox="1"/>
            <p:nvPr/>
          </p:nvSpPr>
          <p:spPr>
            <a:xfrm>
              <a:off x="908446" y="2708761"/>
              <a:ext cx="2236415" cy="2401986"/>
            </a:xfrm>
            <a:prstGeom prst="rect">
              <a:avLst/>
            </a:prstGeom>
            <a:noFill/>
          </p:spPr>
          <p:txBody>
            <a:bodyPr wrap="square" rtlCol="0">
              <a:spAutoFit/>
            </a:bodyPr>
            <a:lstStyle/>
            <a:p>
              <a:pPr algn="just"/>
              <a:r>
                <a:rPr lang="en-GB" sz="1200" b="1" i="0" u="none" strike="noStrike" baseline="0" dirty="0">
                  <a:latin typeface="OpenSans-Bold"/>
                </a:rPr>
                <a:t>Confidentiality </a:t>
              </a:r>
              <a:r>
                <a:rPr lang="en-GB" sz="1200" b="0" i="0" u="none" strike="noStrike" baseline="0" dirty="0">
                  <a:latin typeface="Rooney-Regular"/>
                </a:rPr>
                <a:t>ensure that only authorized parties can view the information. Providing confidentiality can involve several different security tools, ranging from software to scramble the credit card number stored on the web server to door locks to prevent access to those servers.</a:t>
              </a:r>
              <a:endParaRPr lang="en-US" altLang="ko-KR" sz="1000" dirty="0"/>
            </a:p>
          </p:txBody>
        </p:sp>
      </p:grpSp>
      <p:sp>
        <p:nvSpPr>
          <p:cNvPr id="11" name="Rounded Rectangle 15">
            <a:extLst>
              <a:ext uri="{FF2B5EF4-FFF2-40B4-BE49-F238E27FC236}">
                <a16:creationId xmlns:a16="http://schemas.microsoft.com/office/drawing/2014/main" id="{2BE671AA-0668-40B0-ACAC-6547DFCD7B7D}"/>
              </a:ext>
            </a:extLst>
          </p:cNvPr>
          <p:cNvSpPr/>
          <p:nvPr/>
        </p:nvSpPr>
        <p:spPr>
          <a:xfrm>
            <a:off x="4706145" y="3200408"/>
            <a:ext cx="2236415" cy="3555497"/>
          </a:xfrm>
          <a:prstGeom prst="roundRect">
            <a:avLst>
              <a:gd name="adj" fmla="val 6084"/>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2" name="Rounded Rectangle 8">
            <a:extLst>
              <a:ext uri="{FF2B5EF4-FFF2-40B4-BE49-F238E27FC236}">
                <a16:creationId xmlns:a16="http://schemas.microsoft.com/office/drawing/2014/main" id="{006E3731-F6CD-4684-8C2E-170B4EB751FC}"/>
              </a:ext>
            </a:extLst>
          </p:cNvPr>
          <p:cNvSpPr/>
          <p:nvPr/>
        </p:nvSpPr>
        <p:spPr>
          <a:xfrm>
            <a:off x="4706145" y="3123070"/>
            <a:ext cx="2236415" cy="581397"/>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6" name="TextBox 15">
            <a:extLst>
              <a:ext uri="{FF2B5EF4-FFF2-40B4-BE49-F238E27FC236}">
                <a16:creationId xmlns:a16="http://schemas.microsoft.com/office/drawing/2014/main" id="{E1E782FE-8954-4B9E-8AEF-BAF995372156}"/>
              </a:ext>
            </a:extLst>
          </p:cNvPr>
          <p:cNvSpPr txBox="1"/>
          <p:nvPr/>
        </p:nvSpPr>
        <p:spPr>
          <a:xfrm>
            <a:off x="4897439" y="3972211"/>
            <a:ext cx="1853826" cy="2308324"/>
          </a:xfrm>
          <a:prstGeom prst="rect">
            <a:avLst/>
          </a:prstGeom>
          <a:noFill/>
        </p:spPr>
        <p:txBody>
          <a:bodyPr wrap="square" rtlCol="0">
            <a:spAutoFit/>
          </a:bodyPr>
          <a:lstStyle/>
          <a:p>
            <a:pPr algn="just"/>
            <a:r>
              <a:rPr lang="en-GB" sz="1200" b="1" i="0" u="none" strike="noStrike" baseline="0" dirty="0">
                <a:latin typeface="OpenSans-Bold"/>
              </a:rPr>
              <a:t>Integrity </a:t>
            </a:r>
            <a:r>
              <a:rPr lang="en-GB" sz="1200" b="0" i="0" u="none" strike="noStrike" baseline="0" dirty="0">
                <a:latin typeface="Rooney-Regular"/>
              </a:rPr>
              <a:t>ensures that the information is correct and no unauthorized person or malicious software has altered the data. In the example of the online purchase, an attacker who could change the amount of a purchase from $10,000.00 to $1.00 would violate the integrity of the information.</a:t>
            </a:r>
            <a:endParaRPr lang="en-US" altLang="ko-KR" sz="1000" dirty="0"/>
          </a:p>
        </p:txBody>
      </p:sp>
      <p:sp>
        <p:nvSpPr>
          <p:cNvPr id="17" name="Rounded Rectangle 24">
            <a:extLst>
              <a:ext uri="{FF2B5EF4-FFF2-40B4-BE49-F238E27FC236}">
                <a16:creationId xmlns:a16="http://schemas.microsoft.com/office/drawing/2014/main" id="{A0B269D4-299E-4A8A-B156-011621B9E49D}"/>
              </a:ext>
            </a:extLst>
          </p:cNvPr>
          <p:cNvSpPr/>
          <p:nvPr/>
        </p:nvSpPr>
        <p:spPr>
          <a:xfrm>
            <a:off x="7403977" y="3200409"/>
            <a:ext cx="2236415" cy="3555496"/>
          </a:xfrm>
          <a:prstGeom prst="roundRect">
            <a:avLst>
              <a:gd name="adj" fmla="val 6084"/>
            </a:avLst>
          </a:prstGeom>
          <a:solidFill>
            <a:schemeClr val="bg1"/>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8" name="Rounded Rectangle 8">
            <a:extLst>
              <a:ext uri="{FF2B5EF4-FFF2-40B4-BE49-F238E27FC236}">
                <a16:creationId xmlns:a16="http://schemas.microsoft.com/office/drawing/2014/main" id="{7F55500D-9FB4-4EFC-88BC-E4DF7500CC21}"/>
              </a:ext>
            </a:extLst>
          </p:cNvPr>
          <p:cNvSpPr/>
          <p:nvPr/>
        </p:nvSpPr>
        <p:spPr>
          <a:xfrm>
            <a:off x="7403977" y="3123070"/>
            <a:ext cx="2236415" cy="581397"/>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3"/>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2" name="TextBox 21">
            <a:extLst>
              <a:ext uri="{FF2B5EF4-FFF2-40B4-BE49-F238E27FC236}">
                <a16:creationId xmlns:a16="http://schemas.microsoft.com/office/drawing/2014/main" id="{077675BF-4D3A-4A27-A462-9A4EE42975B1}"/>
              </a:ext>
            </a:extLst>
          </p:cNvPr>
          <p:cNvSpPr txBox="1"/>
          <p:nvPr/>
        </p:nvSpPr>
        <p:spPr>
          <a:xfrm>
            <a:off x="7595271" y="3778108"/>
            <a:ext cx="1853826" cy="2970044"/>
          </a:xfrm>
          <a:prstGeom prst="rect">
            <a:avLst/>
          </a:prstGeom>
          <a:noFill/>
        </p:spPr>
        <p:txBody>
          <a:bodyPr wrap="square" rtlCol="0">
            <a:spAutoFit/>
          </a:bodyPr>
          <a:lstStyle/>
          <a:p>
            <a:pPr algn="just"/>
            <a:r>
              <a:rPr lang="en-GB" sz="1100" b="1" i="0" u="none" strike="noStrike" baseline="0" dirty="0">
                <a:latin typeface="OpenSans-Bold"/>
              </a:rPr>
              <a:t>Availability </a:t>
            </a:r>
            <a:r>
              <a:rPr lang="en-GB" sz="1100" b="0" i="0" u="none" strike="noStrike" baseline="0" dirty="0">
                <a:latin typeface="Rooney-Regular"/>
              </a:rPr>
              <a:t>ensures that data is accessible to authorized users. This means that the information cannot be “locked up” so tight that no one can access it. It also means that attackers have not performed an attack so that the data cannot be reached. In this example the total number of items ordered as the result of an online purchase must be made available to an employee in a warehouse so that the correct items can be shipped to the customer.</a:t>
            </a:r>
            <a:endParaRPr lang="en-US" altLang="ko-KR" sz="900" dirty="0"/>
          </a:p>
        </p:txBody>
      </p:sp>
      <p:sp>
        <p:nvSpPr>
          <p:cNvPr id="26" name="TextBox 25">
            <a:extLst>
              <a:ext uri="{FF2B5EF4-FFF2-40B4-BE49-F238E27FC236}">
                <a16:creationId xmlns:a16="http://schemas.microsoft.com/office/drawing/2014/main" id="{E59E1655-5BB4-408C-824D-24DFDFE911F5}"/>
              </a:ext>
            </a:extLst>
          </p:cNvPr>
          <p:cNvSpPr txBox="1"/>
          <p:nvPr/>
        </p:nvSpPr>
        <p:spPr>
          <a:xfrm>
            <a:off x="4897439" y="3223770"/>
            <a:ext cx="1853826" cy="369332"/>
          </a:xfrm>
          <a:prstGeom prst="rect">
            <a:avLst/>
          </a:prstGeom>
          <a:noFill/>
        </p:spPr>
        <p:txBody>
          <a:bodyPr wrap="square" rtlCol="0">
            <a:spAutoFit/>
          </a:bodyPr>
          <a:lstStyle/>
          <a:p>
            <a:pPr algn="ctr"/>
            <a:r>
              <a:rPr lang="en-US" altLang="ko-KR" b="1" dirty="0">
                <a:latin typeface="Calibri" pitchFamily="34" charset="0"/>
                <a:cs typeface="Calibri" pitchFamily="34" charset="0"/>
              </a:rPr>
              <a:t>Integrity</a:t>
            </a:r>
            <a:endParaRPr lang="ko-KR" altLang="en-US" b="1" dirty="0">
              <a:latin typeface="Calibri" pitchFamily="34" charset="0"/>
              <a:cs typeface="Calibri" pitchFamily="34" charset="0"/>
            </a:endParaRPr>
          </a:p>
        </p:txBody>
      </p:sp>
      <p:sp>
        <p:nvSpPr>
          <p:cNvPr id="27" name="TextBox 26">
            <a:extLst>
              <a:ext uri="{FF2B5EF4-FFF2-40B4-BE49-F238E27FC236}">
                <a16:creationId xmlns:a16="http://schemas.microsoft.com/office/drawing/2014/main" id="{4209203A-4990-4FCF-B0FE-D320C46EE49D}"/>
              </a:ext>
            </a:extLst>
          </p:cNvPr>
          <p:cNvSpPr txBox="1"/>
          <p:nvPr/>
        </p:nvSpPr>
        <p:spPr>
          <a:xfrm>
            <a:off x="7595271" y="3244334"/>
            <a:ext cx="1853826" cy="369332"/>
          </a:xfrm>
          <a:prstGeom prst="rect">
            <a:avLst/>
          </a:prstGeom>
          <a:noFill/>
        </p:spPr>
        <p:txBody>
          <a:bodyPr wrap="square" rtlCol="0">
            <a:spAutoFit/>
          </a:bodyPr>
          <a:lstStyle/>
          <a:p>
            <a:pPr algn="ctr"/>
            <a:r>
              <a:rPr lang="en-US" altLang="ko-KR" b="1" dirty="0">
                <a:latin typeface="Calibri" pitchFamily="34" charset="0"/>
                <a:cs typeface="Calibri" pitchFamily="34" charset="0"/>
              </a:rPr>
              <a:t>Availability</a:t>
            </a:r>
            <a:endParaRPr lang="ko-KR" altLang="en-US" b="1" dirty="0">
              <a:latin typeface="Calibri" pitchFamily="34" charset="0"/>
              <a:cs typeface="Calibri" pitchFamily="34" charset="0"/>
            </a:endParaRPr>
          </a:p>
        </p:txBody>
      </p:sp>
    </p:spTree>
    <p:extLst>
      <p:ext uri="{BB962C8B-B14F-4D97-AF65-F5344CB8AC3E}">
        <p14:creationId xmlns:p14="http://schemas.microsoft.com/office/powerpoint/2010/main" val="41758949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Defining Information Security</a:t>
            </a:r>
          </a:p>
        </p:txBody>
      </p:sp>
      <p:sp>
        <p:nvSpPr>
          <p:cNvPr id="4" name="TextBox 3">
            <a:extLst>
              <a:ext uri="{FF2B5EF4-FFF2-40B4-BE49-F238E27FC236}">
                <a16:creationId xmlns:a16="http://schemas.microsoft.com/office/drawing/2014/main" id="{042C95E0-D49E-40DD-BB3A-C76C9D225EB9}"/>
              </a:ext>
            </a:extLst>
          </p:cNvPr>
          <p:cNvSpPr txBox="1"/>
          <p:nvPr/>
        </p:nvSpPr>
        <p:spPr>
          <a:xfrm>
            <a:off x="1026851" y="1849100"/>
            <a:ext cx="10138298" cy="2031325"/>
          </a:xfrm>
          <a:prstGeom prst="rect">
            <a:avLst/>
          </a:prstGeom>
          <a:noFill/>
        </p:spPr>
        <p:txBody>
          <a:bodyPr wrap="square">
            <a:spAutoFit/>
          </a:bodyPr>
          <a:lstStyle/>
          <a:p>
            <a:pPr marL="285750" indent="-285750" algn="just">
              <a:buBlip>
                <a:blip r:embed="rId2"/>
              </a:buBlip>
            </a:pPr>
            <a:r>
              <a:rPr lang="en-GB" sz="1800" b="0" i="0" u="none" strike="noStrike" baseline="0" dirty="0">
                <a:solidFill>
                  <a:srgbClr val="211808"/>
                </a:solidFill>
                <a:latin typeface="Rooney-Regular"/>
              </a:rPr>
              <a:t>The third objective of information security is to protect the integrity, confidentiality, and availability of information </a:t>
            </a:r>
            <a:r>
              <a:rPr lang="en-GB" sz="1800" b="0" i="1" u="none" strike="noStrike" baseline="0" dirty="0">
                <a:solidFill>
                  <a:srgbClr val="211808"/>
                </a:solidFill>
                <a:latin typeface="Rooney-RegularItalic"/>
              </a:rPr>
              <a:t>on the devices that store, manipulate, and transmit the information</a:t>
            </a:r>
            <a:r>
              <a:rPr lang="en-GB" sz="1800" b="0" i="0" u="none" strike="noStrike" baseline="0" dirty="0">
                <a:solidFill>
                  <a:srgbClr val="211808"/>
                </a:solidFill>
                <a:latin typeface="Rooney-Regular"/>
              </a:rPr>
              <a:t>. </a:t>
            </a:r>
          </a:p>
          <a:p>
            <a:pPr marL="285750" indent="-285750" algn="just">
              <a:buBlip>
                <a:blip r:embed="rId2"/>
              </a:buBlip>
            </a:pPr>
            <a:r>
              <a:rPr lang="en-GB" sz="1800" b="0" i="0" u="none" strike="noStrike" baseline="0" dirty="0">
                <a:solidFill>
                  <a:srgbClr val="211808"/>
                </a:solidFill>
                <a:latin typeface="Rooney-Regular"/>
              </a:rPr>
              <a:t>This protection is achieved through a process that is a combination of three entities. Product, people and procedure . </a:t>
            </a:r>
          </a:p>
          <a:p>
            <a:pPr marL="285750" indent="-285750" algn="just">
              <a:buBlip>
                <a:blip r:embed="rId2"/>
              </a:buBlip>
            </a:pPr>
            <a:r>
              <a:rPr lang="en-GB" sz="1800" b="0" i="0" u="none" strike="noStrike" baseline="0" dirty="0">
                <a:solidFill>
                  <a:srgbClr val="211808"/>
                </a:solidFill>
                <a:latin typeface="Rooney-Regular"/>
              </a:rPr>
              <a:t>Thus, information security may be defined as </a:t>
            </a:r>
            <a:r>
              <a:rPr lang="en-GB" sz="1800" b="0" i="1" u="none" strike="noStrike" baseline="0" dirty="0">
                <a:solidFill>
                  <a:srgbClr val="211808"/>
                </a:solidFill>
                <a:latin typeface="Rooney-RegularItalic"/>
              </a:rPr>
              <a:t>that which protects the integrity, confidentiality, and availability of information through products, people, and procedures on the devices that store, manipulate, and transmit the information</a:t>
            </a:r>
            <a:r>
              <a:rPr lang="en-GB" sz="1800" b="0" i="0" u="none" strike="noStrike" baseline="0" dirty="0">
                <a:solidFill>
                  <a:srgbClr val="211808"/>
                </a:solidFill>
                <a:latin typeface="Rooney-Regular"/>
              </a:rPr>
              <a:t>.</a:t>
            </a:r>
            <a:endParaRPr lang="en-GB" dirty="0"/>
          </a:p>
        </p:txBody>
      </p:sp>
      <p:pic>
        <p:nvPicPr>
          <p:cNvPr id="7" name="Picture 6">
            <a:extLst>
              <a:ext uri="{FF2B5EF4-FFF2-40B4-BE49-F238E27FC236}">
                <a16:creationId xmlns:a16="http://schemas.microsoft.com/office/drawing/2014/main" id="{C65A75BB-54BF-4F07-BE52-9B2FB0EC27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6589" y="4005753"/>
            <a:ext cx="6835140" cy="2255520"/>
          </a:xfrm>
          <a:prstGeom prst="rect">
            <a:avLst/>
          </a:prstGeom>
        </p:spPr>
      </p:pic>
    </p:spTree>
    <p:extLst>
      <p:ext uri="{BB962C8B-B14F-4D97-AF65-F5344CB8AC3E}">
        <p14:creationId xmlns:p14="http://schemas.microsoft.com/office/powerpoint/2010/main" val="37097312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21A30B-980C-44D5-B35D-9F216CFFE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3680" y="809940"/>
            <a:ext cx="6644640" cy="56997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608477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Information Security Terminology</a:t>
            </a:r>
          </a:p>
        </p:txBody>
      </p:sp>
      <p:sp>
        <p:nvSpPr>
          <p:cNvPr id="4" name="TextBox 3">
            <a:extLst>
              <a:ext uri="{FF2B5EF4-FFF2-40B4-BE49-F238E27FC236}">
                <a16:creationId xmlns:a16="http://schemas.microsoft.com/office/drawing/2014/main" id="{042C95E0-D49E-40DD-BB3A-C76C9D225EB9}"/>
              </a:ext>
            </a:extLst>
          </p:cNvPr>
          <p:cNvSpPr txBox="1"/>
          <p:nvPr/>
        </p:nvSpPr>
        <p:spPr>
          <a:xfrm>
            <a:off x="1026851" y="1942645"/>
            <a:ext cx="10138298" cy="3416320"/>
          </a:xfrm>
          <a:prstGeom prst="rect">
            <a:avLst/>
          </a:prstGeom>
          <a:noFill/>
        </p:spPr>
        <p:txBody>
          <a:bodyPr wrap="square">
            <a:spAutoFit/>
          </a:bodyPr>
          <a:lstStyle/>
          <a:p>
            <a:pPr marL="285750" indent="-285750" algn="just">
              <a:buBlip>
                <a:blip r:embed="rId2"/>
              </a:buBlip>
            </a:pPr>
            <a:r>
              <a:rPr lang="en-GB" sz="2400" b="0" i="0" u="none" strike="noStrike" baseline="0" dirty="0">
                <a:solidFill>
                  <a:srgbClr val="211808"/>
                </a:solidFill>
                <a:latin typeface="Rooney-Regular"/>
              </a:rPr>
              <a:t>The following scenario helps to illustrate information security terms and how they are used.</a:t>
            </a:r>
          </a:p>
          <a:p>
            <a:pPr marL="285750" indent="-285750" algn="just">
              <a:buBlip>
                <a:blip r:embed="rId2"/>
              </a:buBlip>
            </a:pPr>
            <a:r>
              <a:rPr lang="en-GB" sz="2400" b="0" i="0" u="none" strike="noStrike" baseline="0" dirty="0">
                <a:solidFill>
                  <a:srgbClr val="211808"/>
                </a:solidFill>
                <a:latin typeface="Rooney-Regular"/>
              </a:rPr>
              <a:t>Suppose that Ellie wants to purchase a new motorized Italian scooter to ride from her apartment to school and work. </a:t>
            </a:r>
          </a:p>
          <a:p>
            <a:pPr marL="285750" indent="-285750" algn="just">
              <a:buBlip>
                <a:blip r:embed="rId2"/>
              </a:buBlip>
            </a:pPr>
            <a:r>
              <a:rPr lang="en-GB" sz="2400" b="0" i="0" u="none" strike="noStrike" baseline="0" dirty="0">
                <a:solidFill>
                  <a:srgbClr val="211808"/>
                </a:solidFill>
                <a:latin typeface="Rooney-Regular"/>
              </a:rPr>
              <a:t>However, because several scooters have been  stolen near her apartment she is concerned about its protection. </a:t>
            </a:r>
          </a:p>
          <a:p>
            <a:pPr marL="285750" indent="-285750" algn="just">
              <a:buBlip>
                <a:blip r:embed="rId2"/>
              </a:buBlip>
            </a:pPr>
            <a:r>
              <a:rPr lang="en-GB" sz="2400" b="0" i="0" u="none" strike="noStrike" baseline="0" dirty="0">
                <a:solidFill>
                  <a:srgbClr val="211808"/>
                </a:solidFill>
                <a:latin typeface="Rooney-Regular"/>
              </a:rPr>
              <a:t>Although she parks the scooter in the gated parking lot in front of her apartment, a hole in the fence surrounding the apartment complex makes it possible for someone to access the parking lot without restriction.</a:t>
            </a:r>
            <a:endParaRPr lang="en-GB" sz="2800" dirty="0"/>
          </a:p>
        </p:txBody>
      </p:sp>
    </p:spTree>
    <p:extLst>
      <p:ext uri="{BB962C8B-B14F-4D97-AF65-F5344CB8AC3E}">
        <p14:creationId xmlns:p14="http://schemas.microsoft.com/office/powerpoint/2010/main" val="10339067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E23CCB-A9AD-425C-8CEE-6BD457B79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540" y="321520"/>
            <a:ext cx="9037466" cy="3657766"/>
          </a:xfrm>
          <a:prstGeom prst="rect">
            <a:avLst/>
          </a:prstGeom>
        </p:spPr>
      </p:pic>
      <p:pic>
        <p:nvPicPr>
          <p:cNvPr id="5" name="Picture 4">
            <a:extLst>
              <a:ext uri="{FF2B5EF4-FFF2-40B4-BE49-F238E27FC236}">
                <a16:creationId xmlns:a16="http://schemas.microsoft.com/office/drawing/2014/main" id="{5B3732E5-312B-48B6-8E25-DBCC26F87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8140" y="3979286"/>
            <a:ext cx="5483922" cy="2623627"/>
          </a:xfrm>
          <a:prstGeom prst="rect">
            <a:avLst/>
          </a:prstGeom>
        </p:spPr>
      </p:pic>
    </p:spTree>
    <p:extLst>
      <p:ext uri="{BB962C8B-B14F-4D97-AF65-F5344CB8AC3E}">
        <p14:creationId xmlns:p14="http://schemas.microsoft.com/office/powerpoint/2010/main" val="2490583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EF5480-1A85-4FCD-BF83-47B6AE3593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430"/>
            <a:ext cx="11630926" cy="6707570"/>
          </a:xfrm>
          <a:prstGeom prst="rect">
            <a:avLst/>
          </a:prstGeom>
        </p:spPr>
      </p:pic>
    </p:spTree>
    <p:extLst>
      <p:ext uri="{BB962C8B-B14F-4D97-AF65-F5344CB8AC3E}">
        <p14:creationId xmlns:p14="http://schemas.microsoft.com/office/powerpoint/2010/main" val="12872296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70000" lnSpcReduction="20000"/>
          </a:bodyPr>
          <a:lstStyle/>
          <a:p>
            <a:r>
              <a:rPr lang="en-GB" b="1" dirty="0"/>
              <a:t>Understanding the Importance of Information Security</a:t>
            </a:r>
          </a:p>
        </p:txBody>
      </p:sp>
      <p:sp>
        <p:nvSpPr>
          <p:cNvPr id="4" name="TextBox 3">
            <a:extLst>
              <a:ext uri="{FF2B5EF4-FFF2-40B4-BE49-F238E27FC236}">
                <a16:creationId xmlns:a16="http://schemas.microsoft.com/office/drawing/2014/main" id="{042C95E0-D49E-40DD-BB3A-C76C9D225EB9}"/>
              </a:ext>
            </a:extLst>
          </p:cNvPr>
          <p:cNvSpPr txBox="1"/>
          <p:nvPr/>
        </p:nvSpPr>
        <p:spPr>
          <a:xfrm>
            <a:off x="710214" y="1418863"/>
            <a:ext cx="10138298" cy="3785652"/>
          </a:xfrm>
          <a:prstGeom prst="rect">
            <a:avLst/>
          </a:prstGeom>
          <a:noFill/>
        </p:spPr>
        <p:txBody>
          <a:bodyPr wrap="square">
            <a:spAutoFit/>
          </a:bodyPr>
          <a:lstStyle/>
          <a:p>
            <a:pPr marL="285750" indent="-285750" algn="just">
              <a:buBlip>
                <a:blip r:embed="rId2"/>
              </a:buBlip>
            </a:pPr>
            <a:r>
              <a:rPr lang="en-GB" sz="2400" b="0" i="0" u="none" strike="noStrike" baseline="0" dirty="0">
                <a:solidFill>
                  <a:srgbClr val="211808"/>
                </a:solidFill>
                <a:latin typeface="Rooney-Regular"/>
              </a:rPr>
              <a:t>Information security is important to enterprises as well as to individuals. That is because information security can be helpful in </a:t>
            </a:r>
          </a:p>
          <a:p>
            <a:pPr marL="742950" lvl="1" indent="-285750" algn="just">
              <a:buBlip>
                <a:blip r:embed="rId2"/>
              </a:buBlip>
            </a:pPr>
            <a:r>
              <a:rPr lang="en-GB" sz="2400" dirty="0">
                <a:solidFill>
                  <a:srgbClr val="211808"/>
                </a:solidFill>
                <a:latin typeface="Rooney-Regular"/>
              </a:rPr>
              <a:t>P</a:t>
            </a:r>
            <a:r>
              <a:rPr lang="en-GB" sz="2400" b="0" i="0" u="none" strike="noStrike" baseline="0" dirty="0">
                <a:solidFill>
                  <a:srgbClr val="211808"/>
                </a:solidFill>
                <a:latin typeface="Rooney-Regular"/>
              </a:rPr>
              <a:t>reventing data theft (preventing data from being stolen is often cited by enterprises as a primary objective of their information security.)</a:t>
            </a:r>
          </a:p>
          <a:p>
            <a:pPr marL="742950" lvl="1" indent="-285750" algn="just">
              <a:buBlip>
                <a:blip r:embed="rId2"/>
              </a:buBlip>
            </a:pPr>
            <a:r>
              <a:rPr lang="en-GB" sz="2400" dirty="0">
                <a:solidFill>
                  <a:srgbClr val="211808"/>
                </a:solidFill>
                <a:latin typeface="Rooney-Regular"/>
              </a:rPr>
              <a:t>T</a:t>
            </a:r>
            <a:r>
              <a:rPr lang="en-GB" sz="2400" b="0" i="0" u="none" strike="noStrike" baseline="0" dirty="0">
                <a:solidFill>
                  <a:srgbClr val="211808"/>
                </a:solidFill>
                <a:latin typeface="Rooney-Regular"/>
              </a:rPr>
              <a:t>hwarting identity theft (</a:t>
            </a:r>
            <a:r>
              <a:rPr lang="en-GB" sz="2400" b="0" i="1" u="none" strike="noStrike" baseline="0" dirty="0">
                <a:solidFill>
                  <a:srgbClr val="211808"/>
                </a:solidFill>
                <a:latin typeface="Rooney-RegularItalic"/>
              </a:rPr>
              <a:t>Identity theft </a:t>
            </a:r>
            <a:r>
              <a:rPr lang="en-GB" sz="2400" b="0" i="0" u="none" strike="noStrike" baseline="0" dirty="0">
                <a:solidFill>
                  <a:srgbClr val="211808"/>
                </a:solidFill>
                <a:latin typeface="Rooney-Regular"/>
              </a:rPr>
              <a:t>involves stealing another person’s personal information)</a:t>
            </a:r>
          </a:p>
          <a:p>
            <a:pPr marL="742950" lvl="1" indent="-285750" algn="just">
              <a:buBlip>
                <a:blip r:embed="rId2"/>
              </a:buBlip>
            </a:pPr>
            <a:r>
              <a:rPr lang="en-GB" sz="2400" dirty="0">
                <a:solidFill>
                  <a:srgbClr val="211808"/>
                </a:solidFill>
                <a:latin typeface="Rooney-Regular"/>
              </a:rPr>
              <a:t>A</a:t>
            </a:r>
            <a:r>
              <a:rPr lang="en-GB" sz="2400" b="0" i="0" u="none" strike="noStrike" baseline="0" dirty="0">
                <a:solidFill>
                  <a:srgbClr val="211808"/>
                </a:solidFill>
                <a:latin typeface="Rooney-Regular"/>
              </a:rPr>
              <a:t>voiding the legal consequences of not securing information (federal and state laws have been enacted to protect the privacy of electronic data.)</a:t>
            </a:r>
          </a:p>
          <a:p>
            <a:pPr marL="742950" lvl="1" indent="-285750" algn="just">
              <a:buBlip>
                <a:blip r:embed="rId2"/>
              </a:buBlip>
            </a:pPr>
            <a:r>
              <a:rPr lang="en-GB" sz="2400" dirty="0">
                <a:solidFill>
                  <a:srgbClr val="211808"/>
                </a:solidFill>
                <a:latin typeface="Rooney-Regular"/>
              </a:rPr>
              <a:t>M</a:t>
            </a:r>
            <a:r>
              <a:rPr lang="en-GB" sz="2400" b="0" i="0" u="none" strike="noStrike" baseline="0" dirty="0">
                <a:solidFill>
                  <a:srgbClr val="211808"/>
                </a:solidFill>
                <a:latin typeface="Rooney-Regular"/>
              </a:rPr>
              <a:t>aintaining productivity (Cleaning up after an attack diverts time, money, and other resources away from normal activities.)</a:t>
            </a:r>
          </a:p>
        </p:txBody>
      </p:sp>
    </p:spTree>
    <p:extLst>
      <p:ext uri="{BB962C8B-B14F-4D97-AF65-F5344CB8AC3E}">
        <p14:creationId xmlns:p14="http://schemas.microsoft.com/office/powerpoint/2010/main" val="3643708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D0AC5A-E28C-3500-3E83-6925D7864AEB}"/>
              </a:ext>
            </a:extLst>
          </p:cNvPr>
          <p:cNvSpPr>
            <a:spLocks noGrp="1"/>
          </p:cNvSpPr>
          <p:nvPr>
            <p:ph type="sldNum" sz="quarter" idx="12"/>
          </p:nvPr>
        </p:nvSpPr>
        <p:spPr/>
        <p:txBody>
          <a:bodyPr/>
          <a:lstStyle/>
          <a:p>
            <a:fld id="{48F63A3B-78C7-47BE-AE5E-E10140E04643}" type="slidenum">
              <a:rPr lang="en-US" smtClean="0"/>
              <a:t>25</a:t>
            </a:fld>
            <a:endParaRPr lang="en-US" dirty="0"/>
          </a:p>
        </p:txBody>
      </p:sp>
      <p:pic>
        <p:nvPicPr>
          <p:cNvPr id="4" name="Picture 3">
            <a:extLst>
              <a:ext uri="{FF2B5EF4-FFF2-40B4-BE49-F238E27FC236}">
                <a16:creationId xmlns:a16="http://schemas.microsoft.com/office/drawing/2014/main" id="{F25CF6E3-EB7F-0899-1283-25AB51629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0042" y="136525"/>
            <a:ext cx="7671916" cy="65849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12827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CF5BDA4-10C7-46A6-AC30-523A3FC438AC}"/>
              </a:ext>
            </a:extLst>
          </p:cNvPr>
          <p:cNvSpPr txBox="1"/>
          <p:nvPr/>
        </p:nvSpPr>
        <p:spPr>
          <a:xfrm>
            <a:off x="6982172" y="2181073"/>
            <a:ext cx="4636517" cy="2308324"/>
          </a:xfrm>
          <a:prstGeom prst="rect">
            <a:avLst/>
          </a:prstGeom>
          <a:noFill/>
        </p:spPr>
        <p:txBody>
          <a:bodyPr wrap="square" rtlCol="0" anchor="ctr">
            <a:spAutoFit/>
          </a:bodyPr>
          <a:lstStyle/>
          <a:p>
            <a:pPr algn="ctr"/>
            <a:r>
              <a:rPr lang="en-US" altLang="ko-KR" sz="4800" b="1" dirty="0">
                <a:solidFill>
                  <a:schemeClr val="bg1"/>
                </a:solidFill>
                <a:latin typeface="+mj-lt"/>
                <a:cs typeface="Arial" pitchFamily="34" charset="0"/>
              </a:rPr>
              <a:t>Types and Attributes of Threat Actors</a:t>
            </a:r>
            <a:endParaRPr lang="ko-KR" altLang="en-US" sz="4800" b="1" dirty="0">
              <a:solidFill>
                <a:schemeClr val="bg1"/>
              </a:solidFill>
              <a:latin typeface="+mj-lt"/>
              <a:cs typeface="Arial" pitchFamily="34" charset="0"/>
            </a:endParaRPr>
          </a:p>
        </p:txBody>
      </p:sp>
      <p:grpSp>
        <p:nvGrpSpPr>
          <p:cNvPr id="5" name="Group 4">
            <a:extLst>
              <a:ext uri="{FF2B5EF4-FFF2-40B4-BE49-F238E27FC236}">
                <a16:creationId xmlns:a16="http://schemas.microsoft.com/office/drawing/2014/main" id="{BA7A764B-1D8C-4E54-8B32-1F52A76F485E}"/>
              </a:ext>
            </a:extLst>
          </p:cNvPr>
          <p:cNvGrpSpPr/>
          <p:nvPr/>
        </p:nvGrpSpPr>
        <p:grpSpPr>
          <a:xfrm>
            <a:off x="6184408" y="2011796"/>
            <a:ext cx="4939943" cy="1831270"/>
            <a:chOff x="631482" y="1537137"/>
            <a:chExt cx="4939943" cy="1831270"/>
          </a:xfrm>
        </p:grpSpPr>
        <p:sp>
          <p:nvSpPr>
            <p:cNvPr id="7" name="TextBox 6">
              <a:extLst>
                <a:ext uri="{FF2B5EF4-FFF2-40B4-BE49-F238E27FC236}">
                  <a16:creationId xmlns:a16="http://schemas.microsoft.com/office/drawing/2014/main" id="{01624378-939A-4A7B-AB02-CD136801D4ED}"/>
                </a:ext>
              </a:extLst>
            </p:cNvPr>
            <p:cNvSpPr txBox="1"/>
            <p:nvPr/>
          </p:nvSpPr>
          <p:spPr>
            <a:xfrm>
              <a:off x="631482" y="2044968"/>
              <a:ext cx="1292103" cy="1323439"/>
            </a:xfrm>
            <a:prstGeom prst="rect">
              <a:avLst/>
            </a:prstGeom>
            <a:noFill/>
          </p:spPr>
          <p:txBody>
            <a:bodyPr wrap="square" lIns="108000" rIns="108000" rtlCol="0">
              <a:spAutoFit/>
            </a:bodyPr>
            <a:lstStyle/>
            <a:p>
              <a:pPr algn="r"/>
              <a:r>
                <a:rPr lang="en-US" altLang="ko-KR" sz="8000" b="1" dirty="0">
                  <a:solidFill>
                    <a:srgbClr val="FFFF00">
                      <a:alpha val="40000"/>
                    </a:srgbClr>
                  </a:solidFill>
                  <a:cs typeface="Arial" pitchFamily="34" charset="0"/>
                </a:rPr>
                <a:t>03</a:t>
              </a:r>
              <a:endParaRPr lang="ko-KR" altLang="en-US" sz="8000" b="1" dirty="0">
                <a:solidFill>
                  <a:srgbClr val="FFFF00">
                    <a:alpha val="40000"/>
                  </a:srgbClr>
                </a:solidFill>
                <a:cs typeface="Arial" pitchFamily="34" charset="0"/>
              </a:endParaRPr>
            </a:p>
          </p:txBody>
        </p:sp>
        <p:sp>
          <p:nvSpPr>
            <p:cNvPr id="10" name="TextBox 9">
              <a:extLst>
                <a:ext uri="{FF2B5EF4-FFF2-40B4-BE49-F238E27FC236}">
                  <a16:creationId xmlns:a16="http://schemas.microsoft.com/office/drawing/2014/main" id="{21846C42-3E93-4139-AD07-65E9411A1B3A}"/>
                </a:ext>
              </a:extLst>
            </p:cNvPr>
            <p:cNvSpPr txBox="1"/>
            <p:nvPr/>
          </p:nvSpPr>
          <p:spPr>
            <a:xfrm>
              <a:off x="1923585" y="1537137"/>
              <a:ext cx="3647840" cy="338554"/>
            </a:xfrm>
            <a:prstGeom prst="rect">
              <a:avLst/>
            </a:prstGeom>
            <a:noFill/>
          </p:spPr>
          <p:txBody>
            <a:bodyPr wrap="square" rtlCol="0" anchor="ctr">
              <a:spAutoFit/>
            </a:bodyPr>
            <a:lstStyle/>
            <a:p>
              <a:pPr algn="l"/>
              <a:endParaRPr lang="en-GB" sz="1600" b="0" i="0" u="none" strike="noStrike" baseline="0" dirty="0">
                <a:solidFill>
                  <a:schemeClr val="bg1"/>
                </a:solidFill>
                <a:latin typeface="Rooney-Regular"/>
              </a:endParaRPr>
            </a:p>
          </p:txBody>
        </p:sp>
      </p:grpSp>
    </p:spTree>
    <p:extLst>
      <p:ext uri="{BB962C8B-B14F-4D97-AF65-F5344CB8AC3E}">
        <p14:creationId xmlns:p14="http://schemas.microsoft.com/office/powerpoint/2010/main" val="26888789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Threat Actors</a:t>
            </a:r>
          </a:p>
        </p:txBody>
      </p:sp>
      <p:sp>
        <p:nvSpPr>
          <p:cNvPr id="4" name="TextBox 3">
            <a:extLst>
              <a:ext uri="{FF2B5EF4-FFF2-40B4-BE49-F238E27FC236}">
                <a16:creationId xmlns:a16="http://schemas.microsoft.com/office/drawing/2014/main" id="{042C95E0-D49E-40DD-BB3A-C76C9D225EB9}"/>
              </a:ext>
            </a:extLst>
          </p:cNvPr>
          <p:cNvSpPr txBox="1"/>
          <p:nvPr/>
        </p:nvSpPr>
        <p:spPr>
          <a:xfrm>
            <a:off x="346229" y="1348800"/>
            <a:ext cx="11388408" cy="5509200"/>
          </a:xfrm>
          <a:prstGeom prst="rect">
            <a:avLst/>
          </a:prstGeom>
          <a:noFill/>
        </p:spPr>
        <p:txBody>
          <a:bodyPr wrap="square">
            <a:spAutoFit/>
          </a:bodyPr>
          <a:lstStyle/>
          <a:p>
            <a:pPr marL="285750" indent="-285750" algn="just">
              <a:buBlip>
                <a:blip r:embed="rId2"/>
              </a:buBlip>
            </a:pPr>
            <a:r>
              <a:rPr lang="en-GB" sz="2200" b="0" i="0" u="none" strike="noStrike" baseline="0" dirty="0">
                <a:latin typeface="Rooney-Regular"/>
              </a:rPr>
              <a:t>Threat actor is a generic term used to describe individuals who launch attacks against other users and their computers (another generic word is simply attackers).</a:t>
            </a:r>
          </a:p>
          <a:p>
            <a:pPr marL="285750" indent="-285750" algn="just">
              <a:buBlip>
                <a:blip r:embed="rId2"/>
              </a:buBlip>
            </a:pPr>
            <a:r>
              <a:rPr lang="en-GB" sz="2200" b="0" i="0" u="none" strike="noStrike" baseline="0" dirty="0">
                <a:latin typeface="Rooney-Regular"/>
              </a:rPr>
              <a:t>The </a:t>
            </a:r>
            <a:r>
              <a:rPr lang="en-GB" sz="2200" b="1" i="0" u="none" strike="noStrike" baseline="0" dirty="0">
                <a:latin typeface="OpenSans-Bold"/>
              </a:rPr>
              <a:t>attributes</a:t>
            </a:r>
            <a:r>
              <a:rPr lang="en-GB" sz="2200" b="0" i="0" u="none" strike="noStrike" baseline="0" dirty="0">
                <a:latin typeface="Rooney-Regular"/>
              </a:rPr>
              <a:t>, or characteristic features, of the different groups of threat actors can vary widely. </a:t>
            </a:r>
          </a:p>
          <a:p>
            <a:pPr marL="742950" lvl="1" indent="-285750" algn="just">
              <a:buBlip>
                <a:blip r:embed="rId2"/>
              </a:buBlip>
            </a:pPr>
            <a:r>
              <a:rPr lang="en-GB" sz="2200" b="0" i="0" u="none" strike="noStrike" baseline="0" dirty="0">
                <a:latin typeface="Rooney-Regular"/>
              </a:rPr>
              <a:t>Some groups are very </a:t>
            </a:r>
            <a:r>
              <a:rPr lang="en-GB" sz="2200" b="1" i="0" u="none" strike="noStrike" baseline="0" dirty="0">
                <a:latin typeface="OpenSans-Bold"/>
              </a:rPr>
              <a:t>sophisticated </a:t>
            </a:r>
            <a:r>
              <a:rPr lang="en-GB" sz="2200" b="0" i="0" u="none" strike="noStrike" baseline="0" dirty="0">
                <a:latin typeface="Rooney-Regular"/>
              </a:rPr>
              <a:t>(have developed a high degree of</a:t>
            </a:r>
            <a:r>
              <a:rPr lang="en-GB" sz="2200" dirty="0">
                <a:latin typeface="Rooney-Regular"/>
              </a:rPr>
              <a:t> </a:t>
            </a:r>
            <a:r>
              <a:rPr lang="en-GB" sz="2200" b="0" i="0" u="none" strike="noStrike" baseline="0" dirty="0">
                <a:latin typeface="Rooney-Regular"/>
              </a:rPr>
              <a:t>complexity) and have created a massive network of resources. while others are simply individuals just seeing what they can do. </a:t>
            </a:r>
          </a:p>
          <a:p>
            <a:pPr marL="742950" lvl="1" indent="-285750" algn="just">
              <a:buBlip>
                <a:blip r:embed="rId2"/>
              </a:buBlip>
            </a:pPr>
            <a:r>
              <a:rPr lang="en-GB" sz="2200" b="0" i="0" u="none" strike="noStrike" baseline="0" dirty="0">
                <a:latin typeface="Rooney-Regular"/>
              </a:rPr>
              <a:t>In addition, some groups have deep </a:t>
            </a:r>
            <a:r>
              <a:rPr lang="en-GB" sz="2200" b="1" i="0" u="none" strike="noStrike" baseline="0" dirty="0">
                <a:latin typeface="OpenSans-Bold"/>
              </a:rPr>
              <a:t>funding and resources </a:t>
            </a:r>
            <a:r>
              <a:rPr lang="en-GB" sz="2200" b="0" i="0" u="none" strike="noStrike" baseline="0" dirty="0">
                <a:latin typeface="Rooney-Regular"/>
              </a:rPr>
              <a:t>while others have none. </a:t>
            </a:r>
          </a:p>
          <a:p>
            <a:pPr marL="742950" lvl="1" indent="-285750" algn="just">
              <a:buBlip>
                <a:blip r:embed="rId2"/>
              </a:buBlip>
            </a:pPr>
            <a:r>
              <a:rPr lang="en-GB" sz="2200" b="0" i="0" u="none" strike="noStrike" baseline="0" dirty="0">
                <a:latin typeface="Rooney-Regular"/>
              </a:rPr>
              <a:t>And whereas some groups of threat actors may work within the enterprise (</a:t>
            </a:r>
            <a:r>
              <a:rPr lang="en-GB" sz="2200" b="1" i="0" u="none" strike="noStrike" baseline="0" dirty="0">
                <a:latin typeface="OpenSans-Bold"/>
              </a:rPr>
              <a:t>internal</a:t>
            </a:r>
            <a:r>
              <a:rPr lang="en-GB" sz="2200" b="0" i="0" u="none" strike="noStrike" baseline="0" dirty="0">
                <a:latin typeface="Rooney-Regular"/>
              </a:rPr>
              <a:t>) others are strictly </a:t>
            </a:r>
            <a:r>
              <a:rPr lang="en-GB" sz="2200" b="1" i="0" u="none" strike="noStrike" baseline="0" dirty="0">
                <a:latin typeface="OpenSans-Bold"/>
              </a:rPr>
              <a:t>external</a:t>
            </a:r>
            <a:r>
              <a:rPr lang="en-GB" sz="2200" b="0" i="0" u="none" strike="noStrike" baseline="0" dirty="0">
                <a:latin typeface="Rooney-Regular"/>
              </a:rPr>
              <a:t>. </a:t>
            </a:r>
          </a:p>
          <a:p>
            <a:pPr marL="742950" lvl="1" indent="-285750" algn="just">
              <a:buBlip>
                <a:blip r:embed="rId2"/>
              </a:buBlip>
            </a:pPr>
            <a:r>
              <a:rPr lang="en-GB" sz="2200" b="0" i="0" u="none" strike="noStrike" baseline="0" dirty="0">
                <a:latin typeface="Rooney-Regular"/>
              </a:rPr>
              <a:t>Finally, the </a:t>
            </a:r>
            <a:r>
              <a:rPr lang="en-GB" sz="2200" b="1" i="0" u="none" strike="noStrike" baseline="0" dirty="0">
                <a:latin typeface="OpenSans-Bold"/>
              </a:rPr>
              <a:t>intent and motivation</a:t>
            </a:r>
            <a:r>
              <a:rPr lang="en-GB" sz="2200" dirty="0">
                <a:latin typeface="Rooney-Regular"/>
              </a:rPr>
              <a:t> </a:t>
            </a:r>
            <a:r>
              <a:rPr lang="en-GB" sz="2200" b="0" i="0" u="none" strike="noStrike" baseline="0" dirty="0">
                <a:latin typeface="Rooney-Regular"/>
              </a:rPr>
              <a:t>the reason “why” behind the attacks of the threat actors vary widely. </a:t>
            </a:r>
          </a:p>
          <a:p>
            <a:pPr marL="285750" indent="-285750" algn="just">
              <a:buBlip>
                <a:blip r:embed="rId2"/>
              </a:buBlip>
            </a:pPr>
            <a:r>
              <a:rPr lang="en-GB" sz="2200" b="0" i="0" u="none" strike="noStrike" baseline="0" dirty="0">
                <a:latin typeface="Rooney-Regular"/>
              </a:rPr>
              <a:t>In the past, the term </a:t>
            </a:r>
            <a:r>
              <a:rPr lang="en-GB" sz="2200" b="0" i="1" u="none" strike="noStrike" baseline="0" dirty="0">
                <a:latin typeface="Rooney-RegularItalic"/>
              </a:rPr>
              <a:t>hacker </a:t>
            </a:r>
            <a:r>
              <a:rPr lang="en-GB" sz="2200" b="0" i="0" u="none" strike="noStrike" baseline="0" dirty="0">
                <a:latin typeface="Rooney-Regular"/>
              </a:rPr>
              <a:t>referred to a person who used advanced computer skills to attack computers, and variations of that term were also introduced (</a:t>
            </a:r>
            <a:r>
              <a:rPr lang="en-GB" sz="2200" b="0" i="1" u="none" strike="noStrike" baseline="0" dirty="0">
                <a:latin typeface="Rooney-RegularItalic"/>
              </a:rPr>
              <a:t>black hat hackers, white hat hackers, </a:t>
            </a:r>
            <a:r>
              <a:rPr lang="en-GB" sz="2200" b="0" i="1" u="none" strike="noStrike" baseline="0" dirty="0" err="1">
                <a:latin typeface="Rooney-RegularItalic"/>
              </a:rPr>
              <a:t>gray</a:t>
            </a:r>
            <a:r>
              <a:rPr lang="en-GB" sz="2200" b="0" i="1" u="none" strike="noStrike" baseline="0" dirty="0">
                <a:latin typeface="Rooney-RegularItalic"/>
              </a:rPr>
              <a:t> hat hackers</a:t>
            </a:r>
            <a:r>
              <a:rPr lang="en-GB" sz="2200" b="0" i="0" u="none" strike="noStrike" baseline="0" dirty="0">
                <a:latin typeface="Rooney-Regular"/>
              </a:rPr>
              <a:t>). </a:t>
            </a:r>
          </a:p>
          <a:p>
            <a:pPr marL="285750" indent="-285750" algn="just">
              <a:buBlip>
                <a:blip r:embed="rId2"/>
              </a:buBlip>
            </a:pPr>
            <a:r>
              <a:rPr lang="en-GB" sz="2200" b="0" i="0" u="none" strike="noStrike" baseline="0" dirty="0">
                <a:latin typeface="Rooney-Regular"/>
              </a:rPr>
              <a:t>However, that term did not accurately reflect the different motives and goals of the attackers. </a:t>
            </a:r>
            <a:endParaRPr lang="en-GB" sz="2200" dirty="0"/>
          </a:p>
        </p:txBody>
      </p:sp>
    </p:spTree>
    <p:extLst>
      <p:ext uri="{BB962C8B-B14F-4D97-AF65-F5344CB8AC3E}">
        <p14:creationId xmlns:p14="http://schemas.microsoft.com/office/powerpoint/2010/main" val="44550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2FFBFC-A33A-DFB9-9726-8AE24544214C}"/>
              </a:ext>
            </a:extLst>
          </p:cNvPr>
          <p:cNvSpPr>
            <a:spLocks noGrp="1"/>
          </p:cNvSpPr>
          <p:nvPr>
            <p:ph type="sldNum" sz="quarter" idx="12"/>
          </p:nvPr>
        </p:nvSpPr>
        <p:spPr/>
        <p:txBody>
          <a:bodyPr/>
          <a:lstStyle/>
          <a:p>
            <a:fld id="{48F63A3B-78C7-47BE-AE5E-E10140E04643}" type="slidenum">
              <a:rPr lang="en-US" smtClean="0"/>
              <a:t>28</a:t>
            </a:fld>
            <a:endParaRPr lang="en-US" dirty="0"/>
          </a:p>
        </p:txBody>
      </p:sp>
      <p:pic>
        <p:nvPicPr>
          <p:cNvPr id="4" name="Picture 3">
            <a:extLst>
              <a:ext uri="{FF2B5EF4-FFF2-40B4-BE49-F238E27FC236}">
                <a16:creationId xmlns:a16="http://schemas.microsoft.com/office/drawing/2014/main" id="{F3E7300C-D96F-C953-912F-A2BBB2B524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0716" y="168055"/>
            <a:ext cx="6830568" cy="67214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905719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9D53EF-AAFF-4D04-B628-3906F03F852D}"/>
              </a:ext>
            </a:extLst>
          </p:cNvPr>
          <p:cNvSpPr>
            <a:spLocks noGrp="1"/>
          </p:cNvSpPr>
          <p:nvPr>
            <p:ph type="sldNum" sz="quarter" idx="12"/>
          </p:nvPr>
        </p:nvSpPr>
        <p:spPr/>
        <p:txBody>
          <a:bodyPr/>
          <a:lstStyle/>
          <a:p>
            <a:fld id="{48F63A3B-78C7-47BE-AE5E-E10140E04643}" type="slidenum">
              <a:rPr lang="en-US" smtClean="0"/>
              <a:t>29</a:t>
            </a:fld>
            <a:endParaRPr lang="en-US" dirty="0"/>
          </a:p>
        </p:txBody>
      </p:sp>
      <p:sp>
        <p:nvSpPr>
          <p:cNvPr id="3" name="Rectangle 1">
            <a:extLst>
              <a:ext uri="{FF2B5EF4-FFF2-40B4-BE49-F238E27FC236}">
                <a16:creationId xmlns:a16="http://schemas.microsoft.com/office/drawing/2014/main" id="{27D34709-A32C-4838-A097-DCD9A9949239}"/>
              </a:ext>
            </a:extLst>
          </p:cNvPr>
          <p:cNvSpPr>
            <a:spLocks noChangeArrowheads="1"/>
          </p:cNvSpPr>
          <p:nvPr/>
        </p:nvSpPr>
        <p:spPr bwMode="auto">
          <a:xfrm>
            <a:off x="1408385" y="1167751"/>
            <a:ext cx="1025809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Script Kiddies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are amateur hackers with little technical knowledge.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They rely on </a:t>
            </a:r>
            <a:r>
              <a:rPr kumimoji="0" lang="en-US" altLang="en-US" sz="1800" b="1" i="0" u="none" strike="noStrike" cap="none" normalizeH="0" baseline="0" dirty="0">
                <a:ln>
                  <a:noFill/>
                </a:ln>
                <a:solidFill>
                  <a:schemeClr val="tx1"/>
                </a:solidFill>
                <a:effectLst/>
                <a:latin typeface="Arial" panose="020B0604020202020204" pitchFamily="34" charset="0"/>
              </a:rPr>
              <a:t>free attack tools</a:t>
            </a:r>
            <a:r>
              <a:rPr kumimoji="0" lang="en-US" altLang="en-US" sz="1800" b="0" i="0" u="none" strike="noStrike" cap="none" normalizeH="0" baseline="0" dirty="0">
                <a:ln>
                  <a:noFill/>
                </a:ln>
                <a:solidFill>
                  <a:schemeClr val="tx1"/>
                </a:solidFill>
                <a:effectLst/>
                <a:latin typeface="Arial" panose="020B0604020202020204" pitchFamily="34" charset="0"/>
              </a:rPr>
              <a:t> from the internet to launch attacks.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Hacktivists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hackers are </a:t>
            </a:r>
            <a:r>
              <a:rPr kumimoji="0" lang="en-US" altLang="en-US" sz="1800" b="1" i="0" u="none" strike="noStrike" cap="none" normalizeH="0" baseline="0" dirty="0">
                <a:ln>
                  <a:noFill/>
                </a:ln>
                <a:solidFill>
                  <a:schemeClr val="tx1"/>
                </a:solidFill>
                <a:effectLst/>
                <a:latin typeface="Arial" panose="020B0604020202020204" pitchFamily="34" charset="0"/>
              </a:rPr>
              <a:t>driven by beliefs or ideology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They often </a:t>
            </a:r>
            <a:r>
              <a:rPr kumimoji="0" lang="en-US" altLang="en-US" sz="1800" b="1" i="0" u="none" strike="noStrike" cap="none" normalizeH="0" baseline="0" dirty="0">
                <a:ln>
                  <a:noFill/>
                </a:ln>
                <a:solidFill>
                  <a:schemeClr val="tx1"/>
                </a:solidFill>
                <a:effectLst/>
                <a:latin typeface="Arial" panose="020B0604020202020204" pitchFamily="34" charset="0"/>
              </a:rPr>
              <a:t>deface websites</a:t>
            </a:r>
            <a:r>
              <a:rPr kumimoji="0" lang="en-US" altLang="en-US" sz="1800" b="0" i="0" u="none" strike="noStrike" cap="none" normalizeH="0" baseline="0" dirty="0">
                <a:ln>
                  <a:noFill/>
                </a:ln>
                <a:solidFill>
                  <a:schemeClr val="tx1"/>
                </a:solidFill>
                <a:effectLst/>
                <a:latin typeface="Arial" panose="020B0604020202020204" pitchFamily="34" charset="0"/>
              </a:rPr>
              <a:t> to make political or social statements.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Nation-State Actors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Governments use these hackers to </a:t>
            </a:r>
            <a:r>
              <a:rPr kumimoji="0" lang="en-US" altLang="en-US" sz="1800" b="1" i="0" u="none" strike="noStrike" cap="none" normalizeH="0" baseline="0" dirty="0">
                <a:ln>
                  <a:noFill/>
                </a:ln>
                <a:solidFill>
                  <a:schemeClr val="tx1"/>
                </a:solidFill>
                <a:effectLst/>
                <a:latin typeface="Arial" panose="020B0604020202020204" pitchFamily="34" charset="0"/>
              </a:rPr>
              <a:t>attack other countries</a:t>
            </a:r>
            <a:r>
              <a:rPr kumimoji="0" lang="en-US" altLang="en-US" sz="1800" b="0" i="0" u="none" strike="noStrike" cap="none" normalizeH="0" baseline="0" dirty="0">
                <a:ln>
                  <a:noFill/>
                </a:ln>
                <a:solidFill>
                  <a:schemeClr val="tx1"/>
                </a:solidFill>
                <a:effectLst/>
                <a:latin typeface="Arial" panose="020B0604020202020204" pitchFamily="34" charset="0"/>
              </a:rPr>
              <a:t> or even their own citizens.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Their goal is often </a:t>
            </a:r>
            <a:r>
              <a:rPr kumimoji="0" lang="en-US" altLang="en-US" sz="1800" b="1" i="0" u="none" strike="noStrike" cap="none" normalizeH="0" baseline="0" dirty="0">
                <a:ln>
                  <a:noFill/>
                </a:ln>
                <a:solidFill>
                  <a:schemeClr val="tx1"/>
                </a:solidFill>
                <a:effectLst/>
                <a:latin typeface="Arial" panose="020B0604020202020204" pitchFamily="34" charset="0"/>
              </a:rPr>
              <a:t>financial damage, espionage, or reputation harm</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Insiders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are </a:t>
            </a:r>
            <a:r>
              <a:rPr kumimoji="0" lang="en-US" altLang="en-US" sz="1800" b="1" i="0" u="none" strike="noStrike" cap="none" normalizeH="0" baseline="0" dirty="0">
                <a:ln>
                  <a:noFill/>
                </a:ln>
                <a:solidFill>
                  <a:schemeClr val="tx1"/>
                </a:solidFill>
                <a:effectLst/>
                <a:latin typeface="Arial" panose="020B0604020202020204" pitchFamily="34" charset="0"/>
              </a:rPr>
              <a:t>employees, contractors, or business partners</a:t>
            </a:r>
            <a:r>
              <a:rPr kumimoji="0" lang="en-US" altLang="en-US" sz="1800" b="0" i="0" u="none" strike="noStrike" cap="none" normalizeH="0" baseline="0" dirty="0">
                <a:ln>
                  <a:noFill/>
                </a:ln>
                <a:solidFill>
                  <a:schemeClr val="tx1"/>
                </a:solidFill>
                <a:effectLst/>
                <a:latin typeface="Arial" panose="020B0604020202020204" pitchFamily="34" charset="0"/>
              </a:rPr>
              <a:t> who misuse their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They may </a:t>
            </a:r>
            <a:r>
              <a:rPr kumimoji="0" lang="en-US" altLang="en-US" sz="1800" b="1" i="0" u="none" strike="noStrike" cap="none" normalizeH="0" baseline="0" dirty="0">
                <a:ln>
                  <a:noFill/>
                </a:ln>
                <a:solidFill>
                  <a:schemeClr val="tx1"/>
                </a:solidFill>
                <a:effectLst/>
                <a:latin typeface="Arial" panose="020B0604020202020204" pitchFamily="34" charset="0"/>
              </a:rPr>
              <a:t>steal data, commit fraud, or sabotage systems</a:t>
            </a:r>
            <a:r>
              <a:rPr kumimoji="0" lang="en-US" altLang="en-US" sz="1800" b="0" i="0" u="none" strike="noStrike" cap="none" normalizeH="0" baseline="0" dirty="0">
                <a:ln>
                  <a:noFill/>
                </a:ln>
                <a:solidFill>
                  <a:schemeClr val="tx1"/>
                </a:solidFill>
                <a:effectLst/>
                <a:latin typeface="Arial" panose="020B0604020202020204" pitchFamily="34" charset="0"/>
              </a:rPr>
              <a:t> due to personal grudges, bribery, or blackmail.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1FD9D469-932B-4851-A731-B92690873522}"/>
              </a:ext>
            </a:extLst>
          </p:cNvPr>
          <p:cNvSpPr txBox="1"/>
          <p:nvPr/>
        </p:nvSpPr>
        <p:spPr>
          <a:xfrm>
            <a:off x="4153161" y="450889"/>
            <a:ext cx="4457439" cy="523220"/>
          </a:xfrm>
          <a:prstGeom prst="rect">
            <a:avLst/>
          </a:prstGeom>
          <a:noFill/>
        </p:spPr>
        <p:txBody>
          <a:bodyPr wrap="none" rtlCol="0">
            <a:spAutoFit/>
          </a:bodyPr>
          <a:lstStyle/>
          <a:p>
            <a:pPr algn="ctr"/>
            <a:r>
              <a:rPr lang="en-US" sz="2800" b="1" dirty="0"/>
              <a:t>Types of Cyber Threat Actors</a:t>
            </a:r>
          </a:p>
        </p:txBody>
      </p:sp>
    </p:spTree>
    <p:extLst>
      <p:ext uri="{BB962C8B-B14F-4D97-AF65-F5344CB8AC3E}">
        <p14:creationId xmlns:p14="http://schemas.microsoft.com/office/powerpoint/2010/main" val="194697146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39" y="227611"/>
            <a:ext cx="11573197" cy="724247"/>
          </a:xfrm>
        </p:spPr>
        <p:txBody>
          <a:bodyPr>
            <a:normAutofit fontScale="92500" lnSpcReduction="10000"/>
          </a:bodyPr>
          <a:lstStyle/>
          <a:p>
            <a:r>
              <a:rPr lang="en-GB" b="1" dirty="0"/>
              <a:t>Threat Actors</a:t>
            </a:r>
          </a:p>
        </p:txBody>
      </p:sp>
      <p:sp>
        <p:nvSpPr>
          <p:cNvPr id="4" name="TextBox 3">
            <a:extLst>
              <a:ext uri="{FF2B5EF4-FFF2-40B4-BE49-F238E27FC236}">
                <a16:creationId xmlns:a16="http://schemas.microsoft.com/office/drawing/2014/main" id="{042C95E0-D49E-40DD-BB3A-C76C9D225EB9}"/>
              </a:ext>
            </a:extLst>
          </p:cNvPr>
          <p:cNvSpPr txBox="1"/>
          <p:nvPr/>
        </p:nvSpPr>
        <p:spPr>
          <a:xfrm>
            <a:off x="161439" y="951858"/>
            <a:ext cx="11573197" cy="5940088"/>
          </a:xfrm>
          <a:prstGeom prst="rect">
            <a:avLst/>
          </a:prstGeom>
          <a:noFill/>
        </p:spPr>
        <p:txBody>
          <a:bodyPr wrap="square">
            <a:spAutoFit/>
          </a:bodyPr>
          <a:lstStyle/>
          <a:p>
            <a:pPr marL="285750" indent="-285750" algn="just">
              <a:buBlip>
                <a:blip r:embed="rId2"/>
              </a:buBlip>
            </a:pPr>
            <a:r>
              <a:rPr lang="en-GB" sz="2000" b="0" i="0" u="none" strike="noStrike" baseline="0" dirty="0">
                <a:latin typeface="Rooney-Regular"/>
              </a:rPr>
              <a:t>Today threat actors are recognized in more distinct categories, such as script kiddies, </a:t>
            </a:r>
            <a:r>
              <a:rPr lang="en-GB" sz="2000" b="0" i="0" u="none" strike="noStrike" baseline="0" dirty="0" err="1">
                <a:latin typeface="Rooney-Regular"/>
              </a:rPr>
              <a:t>hactivists</a:t>
            </a:r>
            <a:r>
              <a:rPr lang="en-GB" sz="2000" b="0" i="0" u="none" strike="noStrike" baseline="0" dirty="0">
                <a:latin typeface="Rooney-Regular"/>
              </a:rPr>
              <a:t>, nation state actors, insiders, and others.</a:t>
            </a:r>
          </a:p>
          <a:p>
            <a:pPr marL="285750" indent="-285750" algn="just">
              <a:buBlip>
                <a:blip r:embed="rId2"/>
              </a:buBlip>
            </a:pPr>
            <a:r>
              <a:rPr lang="en-GB" sz="2000" b="1" i="0" u="none" strike="noStrike" baseline="0" dirty="0">
                <a:latin typeface="GnuolaneRg-Regular"/>
              </a:rPr>
              <a:t>Script Kiddies</a:t>
            </a:r>
            <a:r>
              <a:rPr lang="en-GB" sz="2000" b="1" dirty="0">
                <a:latin typeface="Rooney-Regular"/>
              </a:rPr>
              <a:t>: </a:t>
            </a:r>
            <a:r>
              <a:rPr lang="en-GB" sz="2000" i="0" u="none" strike="noStrike" baseline="0" dirty="0">
                <a:latin typeface="OpenSans-Bold"/>
              </a:rPr>
              <a:t>Script kiddies </a:t>
            </a:r>
            <a:r>
              <a:rPr lang="en-GB" sz="2000" b="0" i="0" u="none" strike="noStrike" baseline="0" dirty="0">
                <a:latin typeface="Rooney-Regular"/>
              </a:rPr>
              <a:t>are individuals who want to attack computers yet they lack the knowledge of computers and networks needed to do so. Script kiddies instead do their work by downloading freely available automated attack software (called </a:t>
            </a:r>
            <a:r>
              <a:rPr lang="en-GB" sz="2000" b="1" i="0" u="none" strike="noStrike" baseline="0" dirty="0">
                <a:latin typeface="OpenSans-Bold"/>
              </a:rPr>
              <a:t>open-source intelligence </a:t>
            </a:r>
            <a:r>
              <a:rPr lang="en-GB" sz="2000" b="0" i="0" u="none" strike="noStrike" baseline="0" dirty="0">
                <a:latin typeface="Rooney-Regular"/>
              </a:rPr>
              <a:t>or </a:t>
            </a:r>
            <a:r>
              <a:rPr lang="en-GB" sz="2000" b="0" i="1" u="none" strike="noStrike" baseline="0" dirty="0">
                <a:latin typeface="Rooney-RegularItalic"/>
              </a:rPr>
              <a:t>scripts</a:t>
            </a:r>
            <a:r>
              <a:rPr lang="en-GB" sz="2000" b="0" i="0" u="none" strike="noStrike" baseline="0" dirty="0">
                <a:latin typeface="Rooney-Regular"/>
              </a:rPr>
              <a:t>) from websites and using it to perform malicious acts.</a:t>
            </a:r>
            <a:endParaRPr lang="en-GB" sz="2000" dirty="0">
              <a:latin typeface="Rooney-Regular"/>
            </a:endParaRPr>
          </a:p>
          <a:p>
            <a:pPr marL="285750" indent="-285750" algn="just">
              <a:buBlip>
                <a:blip r:embed="rId2"/>
              </a:buBlip>
            </a:pPr>
            <a:r>
              <a:rPr lang="en-GB" sz="2000" b="1" i="0" u="none" strike="noStrike" baseline="0" dirty="0" err="1">
                <a:latin typeface="GnuolaneRg-Regular"/>
              </a:rPr>
              <a:t>Hactivists</a:t>
            </a:r>
            <a:r>
              <a:rPr lang="en-GB" sz="2000" b="1" i="0" u="none" strike="noStrike" baseline="0" dirty="0">
                <a:latin typeface="GnuolaneRg-Regular"/>
              </a:rPr>
              <a:t>: </a:t>
            </a:r>
            <a:r>
              <a:rPr lang="en-GB" sz="2000" b="0" i="0" u="none" strike="noStrike" baseline="0" dirty="0">
                <a:latin typeface="Rooney-Regular"/>
              </a:rPr>
              <a:t>A group that is strongly motivated by ideology (for the sake of their principles or beliefs) is </a:t>
            </a:r>
            <a:r>
              <a:rPr lang="en-GB" sz="2000" i="0" u="none" strike="noStrike" baseline="0" dirty="0" err="1">
                <a:latin typeface="OpenSans-Bold"/>
              </a:rPr>
              <a:t>hactivists</a:t>
            </a:r>
            <a:r>
              <a:rPr lang="en-GB" sz="2000" b="0" i="0" u="none" strike="noStrike" baseline="0" dirty="0">
                <a:latin typeface="Rooney-Regular"/>
              </a:rPr>
              <a:t>. </a:t>
            </a:r>
          </a:p>
          <a:p>
            <a:pPr marL="742950" lvl="1" indent="-285750" algn="just">
              <a:buBlip>
                <a:blip r:embed="rId2"/>
              </a:buBlip>
            </a:pPr>
            <a:r>
              <a:rPr lang="en-GB" sz="2000" b="0" i="0" u="none" strike="noStrike" baseline="0" dirty="0" err="1">
                <a:latin typeface="Rooney-Regular"/>
              </a:rPr>
              <a:t>Hactivists</a:t>
            </a:r>
            <a:r>
              <a:rPr lang="en-GB" sz="2000" b="0" i="0" u="none" strike="noStrike" baseline="0" dirty="0">
                <a:latin typeface="Rooney-Regular"/>
              </a:rPr>
              <a:t> (a combination of the words </a:t>
            </a:r>
            <a:r>
              <a:rPr lang="en-GB" sz="2000" b="0" i="1" u="none" strike="noStrike" baseline="0" dirty="0">
                <a:latin typeface="Rooney-RegularItalic"/>
              </a:rPr>
              <a:t>hack </a:t>
            </a:r>
            <a:r>
              <a:rPr lang="en-GB" sz="2000" b="0" i="0" u="none" strike="noStrike" baseline="0" dirty="0">
                <a:latin typeface="Rooney-Regular"/>
              </a:rPr>
              <a:t>and </a:t>
            </a:r>
            <a:r>
              <a:rPr lang="en-GB" sz="2000" b="0" i="1" u="none" strike="noStrike" baseline="0" dirty="0">
                <a:latin typeface="Rooney-RegularItalic"/>
              </a:rPr>
              <a:t>activism</a:t>
            </a:r>
            <a:r>
              <a:rPr lang="en-GB" sz="2000" b="0" i="0" u="none" strike="noStrike" baseline="0" dirty="0">
                <a:latin typeface="Rooney-Regular"/>
              </a:rPr>
              <a:t>) are generally not considered to be a well-defined and well-organized group of threat agents. </a:t>
            </a:r>
          </a:p>
          <a:p>
            <a:pPr marL="742950" lvl="1" indent="-285750" algn="just">
              <a:buBlip>
                <a:blip r:embed="rId2"/>
              </a:buBlip>
            </a:pPr>
            <a:r>
              <a:rPr lang="en-GB" sz="2000" b="0" i="0" u="none" strike="noStrike" baseline="0" dirty="0">
                <a:latin typeface="Rooney-Regular"/>
              </a:rPr>
              <a:t>Attacks by </a:t>
            </a:r>
            <a:r>
              <a:rPr lang="en-GB" sz="2000" b="0" i="0" u="none" strike="noStrike" baseline="0" dirty="0" err="1">
                <a:latin typeface="Rooney-Regular"/>
              </a:rPr>
              <a:t>hactivists</a:t>
            </a:r>
            <a:r>
              <a:rPr lang="en-GB" sz="2000" b="0" i="0" u="none" strike="noStrike" baseline="0" dirty="0">
                <a:latin typeface="Rooney-Regular"/>
              </a:rPr>
              <a:t> can involve breaking into a website and changing the contents on the site as a means of making a political statement.</a:t>
            </a:r>
            <a:endParaRPr lang="en-GB" sz="2000" dirty="0">
              <a:latin typeface="Rooney-Regular"/>
            </a:endParaRPr>
          </a:p>
          <a:p>
            <a:pPr marL="285750" indent="-285750" algn="just">
              <a:buBlip>
                <a:blip r:embed="rId2"/>
              </a:buBlip>
            </a:pPr>
            <a:r>
              <a:rPr lang="en-GB" sz="2000" b="1" i="0" u="none" strike="noStrike" baseline="0" dirty="0">
                <a:latin typeface="GnuolaneRg-Regular"/>
              </a:rPr>
              <a:t>Nation State Actors: </a:t>
            </a:r>
            <a:r>
              <a:rPr lang="en-GB" sz="2000" b="0" i="0" u="none" strike="noStrike" baseline="0" dirty="0">
                <a:latin typeface="Rooney-Regular"/>
              </a:rPr>
              <a:t>Instead of using an army to march across the battlefield to strike an adversary, governments are increasingly employing their own using state-sponsored attackers for launching computer attacks against their foes. These are known as </a:t>
            </a:r>
            <a:r>
              <a:rPr lang="en-GB" sz="2000" b="1" i="0" u="none" strike="noStrike" baseline="0" dirty="0">
                <a:latin typeface="OpenSans-Bold"/>
              </a:rPr>
              <a:t>nation state actors</a:t>
            </a:r>
            <a:r>
              <a:rPr lang="en-GB" sz="2000" b="0" i="0" u="none" strike="noStrike" baseline="0" dirty="0">
                <a:latin typeface="Rooney-Regular"/>
              </a:rPr>
              <a:t>. </a:t>
            </a:r>
          </a:p>
          <a:p>
            <a:pPr marL="742950" lvl="1" indent="-285750" algn="just">
              <a:buBlip>
                <a:blip r:embed="rId2"/>
              </a:buBlip>
            </a:pPr>
            <a:r>
              <a:rPr lang="en-GB" sz="2000" b="0" i="0" u="none" strike="noStrike" baseline="0" dirty="0">
                <a:latin typeface="Rooney-Regular"/>
              </a:rPr>
              <a:t>Their foes may be foreign governments or even citizens of its own nation that the government considers hostile or threatening. </a:t>
            </a:r>
          </a:p>
          <a:p>
            <a:pPr marL="742950" lvl="1" indent="-285750" algn="just">
              <a:buBlip>
                <a:blip r:embed="rId2"/>
              </a:buBlip>
            </a:pPr>
            <a:r>
              <a:rPr lang="en-GB" sz="2000" b="0" i="0" u="none" strike="noStrike" baseline="0" dirty="0">
                <a:latin typeface="Rooney-Regular"/>
              </a:rPr>
              <a:t>A growing number of attacks from nation states actors are directed toward businesses in foreign countries with the goal of causing financial harm or damage to the enterprise’s reputation.</a:t>
            </a:r>
            <a:endParaRPr lang="en-GB" sz="2000" dirty="0"/>
          </a:p>
        </p:txBody>
      </p:sp>
    </p:spTree>
    <p:extLst>
      <p:ext uri="{BB962C8B-B14F-4D97-AF65-F5344CB8AC3E}">
        <p14:creationId xmlns:p14="http://schemas.microsoft.com/office/powerpoint/2010/main" val="3639426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Threat Actors</a:t>
            </a:r>
          </a:p>
        </p:txBody>
      </p:sp>
      <p:sp>
        <p:nvSpPr>
          <p:cNvPr id="4" name="TextBox 3">
            <a:extLst>
              <a:ext uri="{FF2B5EF4-FFF2-40B4-BE49-F238E27FC236}">
                <a16:creationId xmlns:a16="http://schemas.microsoft.com/office/drawing/2014/main" id="{042C95E0-D49E-40DD-BB3A-C76C9D225EB9}"/>
              </a:ext>
            </a:extLst>
          </p:cNvPr>
          <p:cNvSpPr txBox="1"/>
          <p:nvPr/>
        </p:nvSpPr>
        <p:spPr>
          <a:xfrm>
            <a:off x="366285" y="1498761"/>
            <a:ext cx="11459430" cy="4524315"/>
          </a:xfrm>
          <a:prstGeom prst="rect">
            <a:avLst/>
          </a:prstGeom>
          <a:noFill/>
        </p:spPr>
        <p:txBody>
          <a:bodyPr wrap="square">
            <a:spAutoFit/>
          </a:bodyPr>
          <a:lstStyle/>
          <a:p>
            <a:pPr marL="285750" indent="-285750" algn="just">
              <a:buBlip>
                <a:blip r:embed="rId2"/>
              </a:buBlip>
            </a:pPr>
            <a:r>
              <a:rPr lang="en-GB" sz="2400" b="0" i="0" u="none" strike="noStrike" baseline="0" dirty="0">
                <a:latin typeface="Rooney-Regular"/>
              </a:rPr>
              <a:t>Today threat actors are recognized in more distinct categories, such as script kiddies, </a:t>
            </a:r>
            <a:r>
              <a:rPr lang="en-GB" sz="2400" b="0" i="0" u="none" strike="noStrike" baseline="0" dirty="0" err="1">
                <a:latin typeface="Rooney-Regular"/>
              </a:rPr>
              <a:t>hactivists</a:t>
            </a:r>
            <a:r>
              <a:rPr lang="en-GB" sz="2400" b="0" i="0" u="none" strike="noStrike" baseline="0" dirty="0">
                <a:latin typeface="Rooney-Regular"/>
              </a:rPr>
              <a:t>, nation state actors, insiders, and others.</a:t>
            </a:r>
          </a:p>
          <a:p>
            <a:pPr marL="285750" indent="-285750" algn="just">
              <a:buBlip>
                <a:blip r:embed="rId2"/>
              </a:buBlip>
            </a:pPr>
            <a:r>
              <a:rPr lang="en-GB" sz="2400" b="1" i="0" u="none" strike="noStrike" baseline="0" dirty="0">
                <a:latin typeface="GnuolaneRg-Regular"/>
              </a:rPr>
              <a:t>Insiders: </a:t>
            </a:r>
            <a:r>
              <a:rPr lang="en-GB" sz="2400" b="0" i="0" u="none" strike="noStrike" baseline="0" dirty="0">
                <a:latin typeface="Rooney-Regular"/>
              </a:rPr>
              <a:t>Another serious threat to an enterprise comes from its own employees, contractors, and business partners, called </a:t>
            </a:r>
            <a:r>
              <a:rPr lang="en-GB" sz="2400" b="1" i="0" u="none" strike="noStrike" baseline="0" dirty="0">
                <a:latin typeface="OpenSans-Bold"/>
              </a:rPr>
              <a:t>insiders</a:t>
            </a:r>
            <a:r>
              <a:rPr lang="en-GB" sz="2400" b="0" i="0" u="none" strike="noStrike" baseline="0" dirty="0">
                <a:latin typeface="Rooney-Regular"/>
              </a:rPr>
              <a:t>. </a:t>
            </a:r>
          </a:p>
          <a:p>
            <a:pPr marL="742950" lvl="1" indent="-285750" algn="just">
              <a:buBlip>
                <a:blip r:embed="rId2"/>
              </a:buBlip>
            </a:pPr>
            <a:r>
              <a:rPr lang="en-GB" sz="2400" b="0" i="0" u="none" strike="noStrike" baseline="0" dirty="0">
                <a:latin typeface="Rooney-Regular"/>
              </a:rPr>
              <a:t>For example, a healthcare worker disgruntled about being passed over for a promotion might illegally gather health records on</a:t>
            </a:r>
            <a:r>
              <a:rPr lang="en-GB" sz="2400" dirty="0">
                <a:latin typeface="Rooney-Regular"/>
              </a:rPr>
              <a:t> </a:t>
            </a:r>
            <a:r>
              <a:rPr lang="en-GB" sz="2400" b="0" i="0" u="none" strike="noStrike" baseline="0" dirty="0">
                <a:latin typeface="Rooney-Regular"/>
              </a:rPr>
              <a:t>celebrities and sell them to the media, or a securities trader who loses billions of dollars on bad stock bets could use her knowledge of the bank’s computer security system to conceal the losses through fake transactions</a:t>
            </a:r>
            <a:r>
              <a:rPr lang="en-GB" sz="2400" dirty="0">
                <a:latin typeface="Rooney-Regular"/>
              </a:rPr>
              <a:t>. </a:t>
            </a:r>
          </a:p>
          <a:p>
            <a:pPr marL="742950" lvl="1" indent="-285750" algn="just">
              <a:buBlip>
                <a:blip r:embed="rId2"/>
              </a:buBlip>
            </a:pPr>
            <a:r>
              <a:rPr lang="en-GB" sz="2400" b="0" i="0" u="none" strike="noStrike" baseline="0" dirty="0">
                <a:latin typeface="Rooney-Regular"/>
              </a:rPr>
              <a:t>Although some insider attacks consist of sabotage (from employees who have been formally reprimanded or demoted) or the result of bribery or blackmail, most insider attackers involve the theft of data.</a:t>
            </a:r>
          </a:p>
        </p:txBody>
      </p:sp>
    </p:spTree>
    <p:extLst>
      <p:ext uri="{BB962C8B-B14F-4D97-AF65-F5344CB8AC3E}">
        <p14:creationId xmlns:p14="http://schemas.microsoft.com/office/powerpoint/2010/main" val="39232162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46D4B5-DF9F-466A-B718-CAB96A9C8DD4}"/>
              </a:ext>
            </a:extLst>
          </p:cNvPr>
          <p:cNvSpPr>
            <a:spLocks noGrp="1"/>
          </p:cNvSpPr>
          <p:nvPr>
            <p:ph type="body" sz="quarter" idx="10"/>
          </p:nvPr>
        </p:nvSpPr>
        <p:spPr/>
        <p:txBody>
          <a:bodyPr>
            <a:normAutofit fontScale="92500" lnSpcReduction="10000"/>
          </a:bodyPr>
          <a:lstStyle/>
          <a:p>
            <a:r>
              <a:rPr lang="en-GB" b="1" dirty="0"/>
              <a:t>Other Threat Actors</a:t>
            </a:r>
          </a:p>
        </p:txBody>
      </p:sp>
      <p:pic>
        <p:nvPicPr>
          <p:cNvPr id="4" name="Picture 3">
            <a:extLst>
              <a:ext uri="{FF2B5EF4-FFF2-40B4-BE49-F238E27FC236}">
                <a16:creationId xmlns:a16="http://schemas.microsoft.com/office/drawing/2014/main" id="{F479F075-649A-495F-8774-B6A72E928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357" y="914399"/>
            <a:ext cx="10719140" cy="59436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138386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CF5BDA4-10C7-46A6-AC30-523A3FC438AC}"/>
              </a:ext>
            </a:extLst>
          </p:cNvPr>
          <p:cNvSpPr txBox="1"/>
          <p:nvPr/>
        </p:nvSpPr>
        <p:spPr>
          <a:xfrm>
            <a:off x="6982172" y="2550405"/>
            <a:ext cx="4636517" cy="1569660"/>
          </a:xfrm>
          <a:prstGeom prst="rect">
            <a:avLst/>
          </a:prstGeom>
          <a:noFill/>
        </p:spPr>
        <p:txBody>
          <a:bodyPr wrap="square" rtlCol="0" anchor="ctr">
            <a:spAutoFit/>
          </a:bodyPr>
          <a:lstStyle/>
          <a:p>
            <a:pPr algn="ctr"/>
            <a:r>
              <a:rPr lang="en-US" altLang="ko-KR" sz="4800" b="1" dirty="0">
                <a:solidFill>
                  <a:schemeClr val="bg1"/>
                </a:solidFill>
                <a:latin typeface="+mj-lt"/>
                <a:cs typeface="Arial" pitchFamily="34" charset="0"/>
              </a:rPr>
              <a:t>Defend against Attacks</a:t>
            </a:r>
            <a:endParaRPr lang="ko-KR" altLang="en-US" sz="4800" b="1" dirty="0">
              <a:solidFill>
                <a:schemeClr val="bg1"/>
              </a:solidFill>
              <a:latin typeface="+mj-lt"/>
              <a:cs typeface="Arial" pitchFamily="34" charset="0"/>
            </a:endParaRPr>
          </a:p>
        </p:txBody>
      </p:sp>
      <p:grpSp>
        <p:nvGrpSpPr>
          <p:cNvPr id="5" name="Group 4">
            <a:extLst>
              <a:ext uri="{FF2B5EF4-FFF2-40B4-BE49-F238E27FC236}">
                <a16:creationId xmlns:a16="http://schemas.microsoft.com/office/drawing/2014/main" id="{BA7A764B-1D8C-4E54-8B32-1F52A76F485E}"/>
              </a:ext>
            </a:extLst>
          </p:cNvPr>
          <p:cNvGrpSpPr/>
          <p:nvPr/>
        </p:nvGrpSpPr>
        <p:grpSpPr>
          <a:xfrm>
            <a:off x="6184408" y="2011796"/>
            <a:ext cx="4939943" cy="1831270"/>
            <a:chOff x="631482" y="1537137"/>
            <a:chExt cx="4939943" cy="1831270"/>
          </a:xfrm>
        </p:grpSpPr>
        <p:sp>
          <p:nvSpPr>
            <p:cNvPr id="7" name="TextBox 6">
              <a:extLst>
                <a:ext uri="{FF2B5EF4-FFF2-40B4-BE49-F238E27FC236}">
                  <a16:creationId xmlns:a16="http://schemas.microsoft.com/office/drawing/2014/main" id="{01624378-939A-4A7B-AB02-CD136801D4ED}"/>
                </a:ext>
              </a:extLst>
            </p:cNvPr>
            <p:cNvSpPr txBox="1"/>
            <p:nvPr/>
          </p:nvSpPr>
          <p:spPr>
            <a:xfrm>
              <a:off x="631482" y="2044968"/>
              <a:ext cx="1292103" cy="1323439"/>
            </a:xfrm>
            <a:prstGeom prst="rect">
              <a:avLst/>
            </a:prstGeom>
            <a:noFill/>
          </p:spPr>
          <p:txBody>
            <a:bodyPr wrap="square" lIns="108000" rIns="108000" rtlCol="0">
              <a:spAutoFit/>
            </a:bodyPr>
            <a:lstStyle/>
            <a:p>
              <a:pPr algn="r"/>
              <a:r>
                <a:rPr lang="en-US" altLang="ko-KR" sz="8000" b="1" dirty="0">
                  <a:solidFill>
                    <a:srgbClr val="FFFF00">
                      <a:alpha val="40000"/>
                    </a:srgbClr>
                  </a:solidFill>
                  <a:cs typeface="Arial" pitchFamily="34" charset="0"/>
                </a:rPr>
                <a:t>04</a:t>
              </a:r>
              <a:endParaRPr lang="ko-KR" altLang="en-US" sz="8000" b="1" dirty="0">
                <a:solidFill>
                  <a:srgbClr val="FFFF00">
                    <a:alpha val="40000"/>
                  </a:srgbClr>
                </a:solidFill>
                <a:cs typeface="Arial" pitchFamily="34" charset="0"/>
              </a:endParaRPr>
            </a:p>
          </p:txBody>
        </p:sp>
        <p:sp>
          <p:nvSpPr>
            <p:cNvPr id="10" name="TextBox 9">
              <a:extLst>
                <a:ext uri="{FF2B5EF4-FFF2-40B4-BE49-F238E27FC236}">
                  <a16:creationId xmlns:a16="http://schemas.microsoft.com/office/drawing/2014/main" id="{21846C42-3E93-4139-AD07-65E9411A1B3A}"/>
                </a:ext>
              </a:extLst>
            </p:cNvPr>
            <p:cNvSpPr txBox="1"/>
            <p:nvPr/>
          </p:nvSpPr>
          <p:spPr>
            <a:xfrm>
              <a:off x="1923585" y="1537137"/>
              <a:ext cx="3647840" cy="338554"/>
            </a:xfrm>
            <a:prstGeom prst="rect">
              <a:avLst/>
            </a:prstGeom>
            <a:noFill/>
          </p:spPr>
          <p:txBody>
            <a:bodyPr wrap="square" rtlCol="0" anchor="ctr">
              <a:spAutoFit/>
            </a:bodyPr>
            <a:lstStyle/>
            <a:p>
              <a:pPr algn="l"/>
              <a:endParaRPr lang="en-GB" sz="1600" b="0" i="0" u="none" strike="noStrike" baseline="0" dirty="0">
                <a:solidFill>
                  <a:schemeClr val="bg1"/>
                </a:solidFill>
                <a:latin typeface="Rooney-Regular"/>
              </a:endParaRPr>
            </a:p>
          </p:txBody>
        </p:sp>
      </p:grpSp>
    </p:spTree>
    <p:extLst>
      <p:ext uri="{BB962C8B-B14F-4D97-AF65-F5344CB8AC3E}">
        <p14:creationId xmlns:p14="http://schemas.microsoft.com/office/powerpoint/2010/main" val="41015725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Defending against Attacks</a:t>
            </a:r>
          </a:p>
        </p:txBody>
      </p:sp>
      <p:sp>
        <p:nvSpPr>
          <p:cNvPr id="4" name="TextBox 3">
            <a:extLst>
              <a:ext uri="{FF2B5EF4-FFF2-40B4-BE49-F238E27FC236}">
                <a16:creationId xmlns:a16="http://schemas.microsoft.com/office/drawing/2014/main" id="{042C95E0-D49E-40DD-BB3A-C76C9D225EB9}"/>
              </a:ext>
            </a:extLst>
          </p:cNvPr>
          <p:cNvSpPr txBox="1"/>
          <p:nvPr/>
        </p:nvSpPr>
        <p:spPr>
          <a:xfrm>
            <a:off x="337351" y="1498761"/>
            <a:ext cx="11397286" cy="4708981"/>
          </a:xfrm>
          <a:prstGeom prst="rect">
            <a:avLst/>
          </a:prstGeom>
          <a:noFill/>
        </p:spPr>
        <p:txBody>
          <a:bodyPr wrap="square">
            <a:spAutoFit/>
          </a:bodyPr>
          <a:lstStyle/>
          <a:p>
            <a:pPr marL="285750" indent="-285750" algn="just">
              <a:buBlip>
                <a:blip r:embed="rId2"/>
              </a:buBlip>
            </a:pPr>
            <a:r>
              <a:rPr lang="en-GB" sz="2000" b="1" i="0" u="none" strike="noStrike" baseline="0" dirty="0">
                <a:latin typeface="Rooney-Regular"/>
              </a:rPr>
              <a:t>Fundamental Security Principles: </a:t>
            </a:r>
            <a:r>
              <a:rPr lang="en-GB" sz="2000" b="0" i="0" u="none" strike="noStrike" baseline="0" dirty="0">
                <a:latin typeface="Rooney-Regular"/>
              </a:rPr>
              <a:t>Although multiple </a:t>
            </a:r>
            <a:r>
              <a:rPr lang="en-GB" sz="2000" b="0" i="0" u="none" strike="noStrike" baseline="0" dirty="0" err="1">
                <a:latin typeface="Rooney-Regular"/>
              </a:rPr>
              <a:t>defenses</a:t>
            </a:r>
            <a:r>
              <a:rPr lang="en-GB" sz="2000" b="0" i="0" u="none" strike="noStrike" baseline="0" dirty="0">
                <a:latin typeface="Rooney-Regular"/>
              </a:rPr>
              <a:t> may be necessary to withstand an attack, these </a:t>
            </a:r>
            <a:r>
              <a:rPr lang="en-GB" sz="2000" b="0" i="0" u="none" strike="noStrike" baseline="0" dirty="0" err="1">
                <a:latin typeface="Rooney-Regular"/>
              </a:rPr>
              <a:t>defenses</a:t>
            </a:r>
            <a:r>
              <a:rPr lang="en-GB" sz="2000" b="0" i="0" u="none" strike="noStrike" baseline="0" dirty="0">
                <a:latin typeface="Rooney-Regular"/>
              </a:rPr>
              <a:t> should be based on five fundamental security principles: </a:t>
            </a:r>
          </a:p>
          <a:p>
            <a:pPr marL="742950" lvl="1" indent="-285750" algn="just">
              <a:buBlip>
                <a:blip r:embed="rId2"/>
              </a:buBlip>
            </a:pPr>
            <a:r>
              <a:rPr lang="en-GB" sz="2000" b="1" i="0" u="none" strike="noStrike" baseline="0" dirty="0">
                <a:latin typeface="Rooney-Regular"/>
              </a:rPr>
              <a:t>Layering</a:t>
            </a:r>
            <a:r>
              <a:rPr lang="en-GB" sz="2000" b="0" i="0" u="none" strike="noStrike" baseline="0" dirty="0">
                <a:latin typeface="Rooney-Regular"/>
              </a:rPr>
              <a:t> (</a:t>
            </a:r>
            <a:r>
              <a:rPr lang="en-GB" sz="2000" b="0" i="0" u="none" strike="noStrike" baseline="0" dirty="0">
                <a:solidFill>
                  <a:srgbClr val="211808"/>
                </a:solidFill>
                <a:latin typeface="Rooney-Regular"/>
              </a:rPr>
              <a:t>layered approach has the advantage of creating a barrier of multiple </a:t>
            </a:r>
            <a:r>
              <a:rPr lang="en-GB" sz="2000" b="0" i="0" u="none" strike="noStrike" baseline="0" dirty="0" err="1">
                <a:solidFill>
                  <a:srgbClr val="211808"/>
                </a:solidFill>
                <a:latin typeface="Rooney-Regular"/>
              </a:rPr>
              <a:t>defenses</a:t>
            </a:r>
            <a:r>
              <a:rPr lang="en-GB" sz="2000" b="0" i="0" u="none" strike="noStrike" baseline="0" dirty="0">
                <a:solidFill>
                  <a:srgbClr val="211808"/>
                </a:solidFill>
                <a:latin typeface="Rooney-Regular"/>
              </a:rPr>
              <a:t> that can be coordinated to thwart a variety of attacks.</a:t>
            </a:r>
            <a:r>
              <a:rPr lang="en-GB" sz="2000" b="0" i="0" u="none" strike="noStrike" baseline="0" dirty="0">
                <a:latin typeface="Rooney-Regular"/>
              </a:rPr>
              <a:t>)</a:t>
            </a:r>
          </a:p>
          <a:p>
            <a:pPr marL="742950" lvl="1" indent="-285750" algn="just">
              <a:buBlip>
                <a:blip r:embed="rId2"/>
              </a:buBlip>
            </a:pPr>
            <a:r>
              <a:rPr lang="en-GB" sz="2000" b="1" dirty="0">
                <a:latin typeface="Rooney-Regular"/>
              </a:rPr>
              <a:t>L</a:t>
            </a:r>
            <a:r>
              <a:rPr lang="en-GB" sz="2000" b="1" i="0" u="none" strike="noStrike" baseline="0" dirty="0">
                <a:latin typeface="Rooney-Regular"/>
              </a:rPr>
              <a:t>imiting</a:t>
            </a:r>
            <a:r>
              <a:rPr lang="en-GB" sz="2000" b="0" i="0" u="none" strike="noStrike" baseline="0" dirty="0">
                <a:latin typeface="Rooney-Regular"/>
              </a:rPr>
              <a:t> (Limiting access to information reduces the threat against it. This means that only those personnel who must use the data should have access to it.)</a:t>
            </a:r>
          </a:p>
          <a:p>
            <a:pPr marL="742950" lvl="1" indent="-285750" algn="just">
              <a:buBlip>
                <a:blip r:embed="rId2"/>
              </a:buBlip>
            </a:pPr>
            <a:r>
              <a:rPr lang="en-GB" sz="2000" b="1" i="0" u="none" strike="noStrike" baseline="0" dirty="0">
                <a:latin typeface="Rooney-Regular"/>
              </a:rPr>
              <a:t>Diversity</a:t>
            </a:r>
            <a:r>
              <a:rPr lang="en-GB" sz="2000" b="0" i="0" u="none" strike="noStrike" baseline="0" dirty="0">
                <a:latin typeface="Rooney-Regular"/>
              </a:rPr>
              <a:t> (Diversity is closely related to layering. Just as it is important to protect data with layers of security, the layers also must be different (diverse). This means that if attackers penetrate one layer, they cannot use the same techniques to break through all other layers.)</a:t>
            </a:r>
          </a:p>
          <a:p>
            <a:pPr marL="742950" lvl="1" indent="-285750" algn="just">
              <a:buBlip>
                <a:blip r:embed="rId2"/>
              </a:buBlip>
            </a:pPr>
            <a:r>
              <a:rPr lang="en-GB" sz="2000" b="1" i="0" u="none" strike="noStrike" baseline="0" dirty="0">
                <a:latin typeface="Rooney-Regular"/>
              </a:rPr>
              <a:t>Obscurity</a:t>
            </a:r>
            <a:r>
              <a:rPr lang="en-GB" sz="2000" b="0" i="0" u="none" strike="noStrike" baseline="0" dirty="0">
                <a:latin typeface="Rooney-Regular"/>
              </a:rPr>
              <a:t> (obscurity in information security would be not revealing the type of computer, version of operating system, or brand of software that is used)</a:t>
            </a:r>
          </a:p>
          <a:p>
            <a:pPr marL="742950" lvl="1" indent="-285750" algn="just">
              <a:buBlip>
                <a:blip r:embed="rId2"/>
              </a:buBlip>
            </a:pPr>
            <a:r>
              <a:rPr lang="en-GB" sz="2000" b="1" i="0" u="none" strike="noStrike" baseline="0" dirty="0">
                <a:latin typeface="Rooney-Regular"/>
              </a:rPr>
              <a:t>Simplicity</a:t>
            </a:r>
            <a:r>
              <a:rPr lang="en-GB" sz="2000" b="0" i="0" u="none" strike="noStrike" baseline="0" dirty="0">
                <a:latin typeface="Rooney-Regular"/>
              </a:rPr>
              <a:t> (</a:t>
            </a:r>
            <a:r>
              <a:rPr lang="en-GB" sz="2000" b="0" i="0" u="none" strike="noStrike" baseline="0" dirty="0">
                <a:solidFill>
                  <a:srgbClr val="211808"/>
                </a:solidFill>
                <a:latin typeface="Rooney-Regular"/>
              </a:rPr>
              <a:t>Complex security systems can be hard to understand, troubleshoot, and even feel secure about. As much as possible, a secure system should be simple for those on the inside to understand and use. In short, keeping a system simple from the inside, but complex on the outside</a:t>
            </a:r>
            <a:r>
              <a:rPr lang="en-GB" sz="2000" b="0" i="0" u="none" strike="noStrike" baseline="0" dirty="0">
                <a:latin typeface="Rooney-Regular"/>
              </a:rPr>
              <a:t>).</a:t>
            </a:r>
          </a:p>
          <a:p>
            <a:pPr marL="285750" indent="-285750" algn="just">
              <a:buBlip>
                <a:blip r:embed="rId2"/>
              </a:buBlip>
            </a:pPr>
            <a:r>
              <a:rPr lang="en-GB" sz="2000" b="0" i="0" u="none" strike="noStrike" baseline="0" dirty="0">
                <a:latin typeface="Rooney-Regular"/>
              </a:rPr>
              <a:t>These principles provide a foundation for building a secure system.</a:t>
            </a:r>
          </a:p>
        </p:txBody>
      </p:sp>
    </p:spTree>
    <p:extLst>
      <p:ext uri="{BB962C8B-B14F-4D97-AF65-F5344CB8AC3E}">
        <p14:creationId xmlns:p14="http://schemas.microsoft.com/office/powerpoint/2010/main" val="402508672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8EF26-7AD5-4E7F-95B3-9A57CF80C483}"/>
              </a:ext>
            </a:extLst>
          </p:cNvPr>
          <p:cNvSpPr txBox="1"/>
          <p:nvPr/>
        </p:nvSpPr>
        <p:spPr>
          <a:xfrm>
            <a:off x="1" y="4879959"/>
            <a:ext cx="12191999" cy="1015663"/>
          </a:xfrm>
          <a:prstGeom prst="rect">
            <a:avLst/>
          </a:prstGeom>
          <a:noFill/>
        </p:spPr>
        <p:txBody>
          <a:bodyPr wrap="square" rtlCol="0" anchor="ctr">
            <a:spAutoFit/>
          </a:bodyPr>
          <a:lstStyle/>
          <a:p>
            <a:pPr algn="ctr"/>
            <a:r>
              <a:rPr lang="en-US" altLang="ko-KR" sz="6000" dirty="0">
                <a:solidFill>
                  <a:schemeClr val="bg1"/>
                </a:solidFill>
                <a:cs typeface="Arial" pitchFamily="34" charset="0"/>
              </a:rPr>
              <a:t>THANK YOU</a:t>
            </a:r>
            <a:endParaRPr lang="ko-KR" altLang="en-US" sz="6000" dirty="0">
              <a:solidFill>
                <a:schemeClr val="bg1"/>
              </a:solidFill>
              <a:cs typeface="Arial" pitchFamily="34" charset="0"/>
            </a:endParaRPr>
          </a:p>
        </p:txBody>
      </p:sp>
    </p:spTree>
    <p:extLst>
      <p:ext uri="{BB962C8B-B14F-4D97-AF65-F5344CB8AC3E}">
        <p14:creationId xmlns:p14="http://schemas.microsoft.com/office/powerpoint/2010/main" val="8216565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Cover and End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7903</TotalTime>
  <Words>3004</Words>
  <Application>Microsoft Office PowerPoint</Application>
  <PresentationFormat>Widescreen</PresentationFormat>
  <Paragraphs>189</Paragraphs>
  <Slides>35</Slides>
  <Notes>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35</vt:i4>
      </vt:variant>
    </vt:vector>
  </HeadingPairs>
  <TitlesOfParts>
    <vt:vector size="46" baseType="lpstr">
      <vt:lpstr>Arial</vt:lpstr>
      <vt:lpstr>Calibri</vt:lpstr>
      <vt:lpstr>Calibri Light</vt:lpstr>
      <vt:lpstr>GnuolaneRg-Regular</vt:lpstr>
      <vt:lpstr>OpenSans-Bold</vt:lpstr>
      <vt:lpstr>Rooney-Regular</vt:lpstr>
      <vt:lpstr>Rooney-RegularItalic</vt:lpstr>
      <vt:lpstr>Cover and End Slide Master</vt:lpstr>
      <vt:lpstr>Contents Slide Master</vt:lpstr>
      <vt:lpstr>Section Break Slide Master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zulqarnain hassan</cp:lastModifiedBy>
  <cp:revision>180</cp:revision>
  <dcterms:created xsi:type="dcterms:W3CDTF">2020-01-20T05:08:25Z</dcterms:created>
  <dcterms:modified xsi:type="dcterms:W3CDTF">2025-04-11T06:59:21Z</dcterms:modified>
</cp:coreProperties>
</file>