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8"/>
  </p:notesMasterIdLst>
  <p:sldIdLst>
    <p:sldId id="258" r:id="rId2"/>
    <p:sldId id="295" r:id="rId3"/>
    <p:sldId id="297" r:id="rId4"/>
    <p:sldId id="298" r:id="rId5"/>
    <p:sldId id="299" r:id="rId6"/>
    <p:sldId id="300" r:id="rId7"/>
    <p:sldId id="301" r:id="rId8"/>
    <p:sldId id="302" r:id="rId9"/>
    <p:sldId id="303" r:id="rId10"/>
    <p:sldId id="304" r:id="rId11"/>
    <p:sldId id="306" r:id="rId12"/>
    <p:sldId id="307" r:id="rId13"/>
    <p:sldId id="308" r:id="rId14"/>
    <p:sldId id="309" r:id="rId15"/>
    <p:sldId id="310" r:id="rId16"/>
    <p:sldId id="311" r:id="rId17"/>
    <p:sldId id="312" r:id="rId18"/>
    <p:sldId id="315" r:id="rId19"/>
    <p:sldId id="314" r:id="rId20"/>
    <p:sldId id="305" r:id="rId21"/>
    <p:sldId id="320" r:id="rId22"/>
    <p:sldId id="324" r:id="rId23"/>
    <p:sldId id="322" r:id="rId24"/>
    <p:sldId id="323" r:id="rId25"/>
    <p:sldId id="325" r:id="rId26"/>
    <p:sldId id="327" r:id="rId27"/>
    <p:sldId id="328" r:id="rId28"/>
    <p:sldId id="329" r:id="rId29"/>
    <p:sldId id="330" r:id="rId30"/>
    <p:sldId id="331" r:id="rId31"/>
    <p:sldId id="332" r:id="rId32"/>
    <p:sldId id="333" r:id="rId33"/>
    <p:sldId id="368" r:id="rId34"/>
    <p:sldId id="335" r:id="rId35"/>
    <p:sldId id="341" r:id="rId36"/>
    <p:sldId id="342" r:id="rId37"/>
    <p:sldId id="343" r:id="rId38"/>
    <p:sldId id="336" r:id="rId39"/>
    <p:sldId id="344" r:id="rId40"/>
    <p:sldId id="345" r:id="rId41"/>
    <p:sldId id="347" r:id="rId42"/>
    <p:sldId id="348" r:id="rId43"/>
    <p:sldId id="349" r:id="rId44"/>
    <p:sldId id="350" r:id="rId45"/>
    <p:sldId id="351" r:id="rId46"/>
    <p:sldId id="353" r:id="rId47"/>
    <p:sldId id="359" r:id="rId48"/>
    <p:sldId id="279" r:id="rId49"/>
    <p:sldId id="357" r:id="rId50"/>
    <p:sldId id="358" r:id="rId51"/>
    <p:sldId id="360" r:id="rId52"/>
    <p:sldId id="361" r:id="rId53"/>
    <p:sldId id="363" r:id="rId54"/>
    <p:sldId id="366" r:id="rId55"/>
    <p:sldId id="367" r:id="rId56"/>
    <p:sldId id="296" r:id="rId5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861" autoAdjust="0"/>
  </p:normalViewPr>
  <p:slideViewPr>
    <p:cSldViewPr>
      <p:cViewPr varScale="1">
        <p:scale>
          <a:sx n="60" d="100"/>
          <a:sy n="60" d="100"/>
        </p:scale>
        <p:origin x="84" y="23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8.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vl1pPr>
          </a:lstStyle>
          <a:p>
            <a:pPr>
              <a:defRPr/>
            </a:pPr>
            <a:fld id="{63385BF9-FEF1-4000-87A2-60C3F3690606}" type="datetimeFigureOut">
              <a:rPr lang="en-US"/>
              <a:pPr>
                <a:defRPr/>
              </a:pPr>
              <a:t>11/11/2022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CA2C6D71-139B-449A-8E74-79C8B206633A}"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122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E37D1D3-2D36-479B-9D18-AA000C9A966C}" type="slidenum">
              <a:rPr lang="en-US" altLang="en-US" smtClean="0"/>
              <a:pPr/>
              <a:t>2</a:t>
            </a:fld>
            <a:endParaRPr lang="en-US" alt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43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143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02DE8E5-A892-4E4D-A58F-1E6ED31FA11A}" type="slidenum">
              <a:rPr lang="en-US" altLang="en-US" smtClean="0"/>
              <a:pPr/>
              <a:t>3</a:t>
            </a:fld>
            <a:endParaRPr lang="en-US" alt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6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b="1" dirty="0" smtClean="0"/>
          </a:p>
        </p:txBody>
      </p:sp>
      <p:sp>
        <p:nvSpPr>
          <p:cNvPr id="163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AB13907-FECB-4649-9547-4EC9940BD49D}" type="slidenum">
              <a:rPr lang="en-US" altLang="en-US" smtClean="0"/>
              <a:pPr/>
              <a:t>4</a:t>
            </a:fld>
            <a:endParaRPr lang="en-US" altLang="en-US"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Why used static???</a:t>
            </a:r>
          </a:p>
          <a:p>
            <a:r>
              <a:rPr lang="en-US" altLang="en-US" b="1" i="1" smtClean="0"/>
              <a:t>Static method can be invoked without the need for creating an instance of a class</a:t>
            </a:r>
          </a:p>
          <a:p>
            <a:r>
              <a:rPr lang="en-US" altLang="en-US" smtClean="0"/>
              <a:t>we are creating static methods so that we don't need to create instance for calling methods.</a:t>
            </a:r>
          </a:p>
          <a:p>
            <a:endParaRPr lang="en-US" altLang="en-US" smtClean="0"/>
          </a:p>
        </p:txBody>
      </p:sp>
      <p:sp>
        <p:nvSpPr>
          <p:cNvPr id="194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FC8D6DB-FC8B-497B-98FF-5829F8F97B86}" type="slidenum">
              <a:rPr lang="en-US" altLang="en-US" smtClean="0"/>
              <a:pPr/>
              <a:t>6</a:t>
            </a:fld>
            <a:endParaRPr lang="en-US" altLang="en-US"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a:defRPr/>
            </a:pPr>
            <a:endParaRPr lang="en-US" altLang="en-US" dirty="0" smtClean="0"/>
          </a:p>
        </p:txBody>
      </p:sp>
      <p:sp>
        <p:nvSpPr>
          <p:cNvPr id="235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3043A19-238B-460A-AB4E-1FF52CE5326C}" type="slidenum">
              <a:rPr lang="en-US" altLang="en-US" smtClean="0"/>
              <a:pPr/>
              <a:t>9</a:t>
            </a:fld>
            <a:endParaRPr lang="en-US" altLang="en-US"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a:defRPr/>
            </a:pPr>
            <a:endParaRPr lang="en-US" dirty="0"/>
          </a:p>
        </p:txBody>
      </p:sp>
      <p:sp>
        <p:nvSpPr>
          <p:cNvPr id="256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D79EE7D-731C-45D6-8BD5-06709CBAAF97}" type="slidenum">
              <a:rPr lang="en-US" altLang="en-US" smtClean="0"/>
              <a:pPr/>
              <a:t>10</a:t>
            </a:fld>
            <a:endParaRPr lang="en-US" altLang="en-US"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276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3FB7EF6-FCE4-4B1A-807F-5FED39ABA3B1}" type="slidenum">
              <a:rPr lang="en-US" altLang="en-US" smtClean="0"/>
              <a:pPr/>
              <a:t>11</a:t>
            </a:fld>
            <a:endParaRPr lang="en-US" altLang="en-US"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8675" name="Notes Placeholder 2"/>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a:defRPr/>
            </a:pPr>
            <a:r>
              <a:rPr lang="en-US" altLang="en-US" dirty="0" smtClean="0"/>
              <a:t>Example of Method Overloading with </a:t>
            </a:r>
            <a:r>
              <a:rPr lang="en-US" altLang="en-US" dirty="0" err="1" smtClean="0"/>
              <a:t>TypePromotion</a:t>
            </a:r>
            <a:endParaRPr lang="en-US" altLang="en-US" dirty="0" smtClean="0"/>
          </a:p>
          <a:p>
            <a:pPr>
              <a:defRPr/>
            </a:pPr>
            <a:r>
              <a:rPr lang="en-US" altLang="en-US" dirty="0" smtClean="0"/>
              <a:t>40</a:t>
            </a:r>
          </a:p>
          <a:p>
            <a:pPr>
              <a:defRPr/>
            </a:pPr>
            <a:r>
              <a:rPr lang="en-US" altLang="en-US" dirty="0" smtClean="0"/>
              <a:t>60</a:t>
            </a:r>
          </a:p>
          <a:p>
            <a:pPr>
              <a:defRPr/>
            </a:pPr>
            <a:r>
              <a:rPr lang="en-US" altLang="en-US" dirty="0" smtClean="0"/>
              <a:t>Output ??? If double used instead of long??</a:t>
            </a:r>
          </a:p>
          <a:p>
            <a:pPr>
              <a:defRPr/>
            </a:pPr>
            <a:r>
              <a:rPr lang="en-US" altLang="en-US" dirty="0" smtClean="0"/>
              <a:t>40.0</a:t>
            </a:r>
          </a:p>
          <a:p>
            <a:pPr>
              <a:defRPr/>
            </a:pPr>
            <a:r>
              <a:rPr lang="en-US" altLang="en-US" dirty="0" smtClean="0"/>
              <a:t>60</a:t>
            </a:r>
          </a:p>
          <a:p>
            <a:pPr>
              <a:defRPr/>
            </a:pPr>
            <a:endParaRPr lang="en-US" altLang="en-US" dirty="0" smtClean="0"/>
          </a:p>
        </p:txBody>
      </p:sp>
      <p:sp>
        <p:nvSpPr>
          <p:cNvPr id="297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44A5FC0-5977-4E81-A12B-D4420842B63D}" type="slidenum">
              <a:rPr lang="en-US" altLang="en-US" smtClean="0"/>
              <a:pPr/>
              <a:t>12</a:t>
            </a:fld>
            <a:endParaRPr lang="en-US" altLang="en-US"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int arg method invoked</a:t>
            </a:r>
          </a:p>
          <a:p>
            <a:r>
              <a:rPr lang="en-US" altLang="en-US" smtClean="0"/>
              <a:t>40</a:t>
            </a:r>
          </a:p>
          <a:p>
            <a:r>
              <a:rPr lang="en-US" altLang="en-US" smtClean="0"/>
              <a:t>What if sequence of sum methods changed ? Which one will be called?  </a:t>
            </a:r>
            <a:r>
              <a:rPr lang="en-US" altLang="en-US" b="1" smtClean="0"/>
              <a:t>Same result</a:t>
            </a:r>
          </a:p>
        </p:txBody>
      </p:sp>
      <p:sp>
        <p:nvSpPr>
          <p:cNvPr id="3174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67385F9-6600-478C-BE6D-ED092128CB01}" type="slidenum">
              <a:rPr lang="en-US" altLang="en-US" smtClean="0"/>
              <a:pPr/>
              <a:t>13</a:t>
            </a:fld>
            <a:endParaRPr lang="en-US" altLang="en-US"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337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101785E-6DEA-479B-8B80-A5EC83CEB3DB}" type="slidenum">
              <a:rPr lang="en-US" altLang="en-US" smtClean="0"/>
              <a:pPr/>
              <a:t>14</a:t>
            </a:fld>
            <a:endParaRPr lang="en-US" altLang="en-US"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The main advantage of method overriding is that </a:t>
            </a:r>
            <a:r>
              <a:rPr lang="en-US" altLang="en-US" b="1" smtClean="0"/>
              <a:t>the class can give its own specific implementation to a inherited method without even modifying the parent class code</a:t>
            </a:r>
            <a:endParaRPr lang="en-US" altLang="en-US" smtClean="0"/>
          </a:p>
        </p:txBody>
      </p:sp>
      <p:sp>
        <p:nvSpPr>
          <p:cNvPr id="378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80EE1C3-C19E-40DB-B5C2-FBD91E443D4F}" type="slidenum">
              <a:rPr lang="en-US" altLang="en-US" smtClean="0"/>
              <a:pPr/>
              <a:t>17</a:t>
            </a:fld>
            <a:endParaRPr lang="en-US" altLang="en-US"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399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6C3CAE4-FA5C-410F-9A9B-FFDB260A702F}" type="slidenum">
              <a:rPr lang="en-US" altLang="en-US" smtClean="0"/>
              <a:pPr/>
              <a:t>18</a:t>
            </a:fld>
            <a:endParaRPr lang="en-US" altLang="en-US"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440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0EF29A8-85B0-4FF2-95F6-3A5099F13F38}" type="slidenum">
              <a:rPr lang="en-US" altLang="en-US" smtClean="0"/>
              <a:pPr/>
              <a:t>19</a:t>
            </a:fld>
            <a:endParaRPr lang="en-US" altLang="en-US"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460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001FCDB-EC16-42BF-9769-257637D787AA}" type="slidenum">
              <a:rPr lang="en-US" altLang="en-US" smtClean="0"/>
              <a:pPr/>
              <a:t>20</a:t>
            </a:fld>
            <a:endParaRPr lang="en-US" altLang="en-US"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512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F5DD61A-7460-4F36-A970-3042EAE544AA}" type="slidenum">
              <a:rPr lang="en-US" altLang="en-US" smtClean="0"/>
              <a:pPr/>
              <a:t>21</a:t>
            </a:fld>
            <a:endParaRPr lang="en-US" altLang="en-US"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In object-oriented programming, a </a:t>
            </a:r>
            <a:r>
              <a:rPr lang="en-US" altLang="en-US" b="1" smtClean="0">
                <a:solidFill>
                  <a:srgbClr val="FF0000"/>
                </a:solidFill>
              </a:rPr>
              <a:t>covariant return type </a:t>
            </a:r>
            <a:r>
              <a:rPr lang="en-US" altLang="en-US" smtClean="0"/>
              <a:t>of a method is </a:t>
            </a:r>
            <a:r>
              <a:rPr lang="en-US" altLang="en-US" b="1" smtClean="0"/>
              <a:t>one that can be replaced by a "narrower" type when the method is overridden in a</a:t>
            </a:r>
            <a:r>
              <a:rPr lang="en-US" altLang="en-US" smtClean="0"/>
              <a:t> subclass. ... This usually implies that the return types of the overriding methods will be subtypes of the return type of the overridden method.</a:t>
            </a:r>
          </a:p>
        </p:txBody>
      </p:sp>
      <p:sp>
        <p:nvSpPr>
          <p:cNvPr id="532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224AF1C-F0DC-432F-98DA-2D37546E43F1}" type="slidenum">
              <a:rPr lang="en-US" altLang="en-US" smtClean="0"/>
              <a:pPr/>
              <a:t>22</a:t>
            </a:fld>
            <a:endParaRPr lang="en-US" altLang="en-US"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smtClean="0"/>
              <a:t>https://freefeast.info/difference-between/difference-between-runtime-polymorphism-and-compile-time-polymorphism/</a:t>
            </a:r>
          </a:p>
          <a:p>
            <a:r>
              <a:rPr lang="en-US" altLang="en-US" dirty="0" smtClean="0"/>
              <a:t>https://beginnersbook.com/2013/04/runtime-compile-time-polymorphism/</a:t>
            </a:r>
          </a:p>
          <a:p>
            <a:endParaRPr lang="en-US" altLang="en-US" dirty="0" smtClean="0"/>
          </a:p>
        </p:txBody>
      </p:sp>
      <p:sp>
        <p:nvSpPr>
          <p:cNvPr id="5530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057DCC5-07E5-4F0D-81F1-007F8955F9CE}" type="slidenum">
              <a:rPr lang="en-US" altLang="en-US" smtClean="0"/>
              <a:pPr/>
              <a:t>23</a:t>
            </a:fld>
            <a:endParaRPr lang="en-US" altLang="en-US"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normAutofit/>
          </a:bodyPr>
          <a:lstStyle/>
          <a:p>
            <a:pPr>
              <a:defRPr/>
            </a:pPr>
            <a:endParaRPr lang="en-US" altLang="en-US" dirty="0" smtClean="0"/>
          </a:p>
        </p:txBody>
      </p:sp>
      <p:sp>
        <p:nvSpPr>
          <p:cNvPr id="5939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5171244-36C8-4021-82F1-71E9ADEB80BF}" type="slidenum">
              <a:rPr lang="en-US" altLang="en-US" smtClean="0"/>
              <a:pPr/>
              <a:t>26</a:t>
            </a:fld>
            <a:endParaRPr lang="en-US" altLang="en-US"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634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EDDDBE6-C11E-4FB4-A4B6-CA37D94392F1}" type="slidenum">
              <a:rPr lang="en-US" altLang="en-US" smtClean="0"/>
              <a:pPr/>
              <a:t>27</a:t>
            </a:fld>
            <a:endParaRPr lang="en-US" altLang="en-US"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655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9654D8B-4FDC-49F0-9505-534F86773FE1}" type="slidenum">
              <a:rPr lang="en-US" altLang="en-US" smtClean="0"/>
              <a:pPr/>
              <a:t>28</a:t>
            </a:fld>
            <a:endParaRPr lang="en-US" altLang="en-US"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86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686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6B8139E-2FC2-4B11-BC06-86497CC325ED}" type="slidenum">
              <a:rPr lang="en-US" altLang="en-US" smtClean="0"/>
              <a:pPr/>
              <a:t>30</a:t>
            </a:fld>
            <a:endParaRPr lang="en-US" altLang="en-US"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06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706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D81B69D-0678-41F4-AB84-BABC22C774F0}" type="slidenum">
              <a:rPr lang="en-US" altLang="en-US" smtClean="0"/>
              <a:pPr/>
              <a:t>31</a:t>
            </a:fld>
            <a:endParaRPr lang="en-US" altLang="en-US"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60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860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BBB8A30-D7BB-4DAC-A4D5-205A56455BB4}" type="slidenum">
              <a:rPr lang="en-US" altLang="en-US" smtClean="0"/>
              <a:pPr/>
              <a:t>35</a:t>
            </a:fld>
            <a:endParaRPr lang="en-US" altLang="en-US"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01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901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4C98713-BD1D-445B-BF13-793D1214A47E}" type="slidenum">
              <a:rPr lang="en-US" altLang="en-US" smtClean="0"/>
              <a:pPr/>
              <a:t>38</a:t>
            </a:fld>
            <a:endParaRPr lang="en-US" altLang="en-US"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1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smtClean="0"/>
              <a:t> </a:t>
            </a:r>
            <a:r>
              <a:rPr lang="en-US" altLang="en-US" b="1" smtClean="0"/>
              <a:t>Permanent Account</a:t>
            </a:r>
            <a:r>
              <a:rPr lang="en-US" altLang="en-US" smtClean="0"/>
              <a:t> </a:t>
            </a:r>
            <a:r>
              <a:rPr lang="en-US" altLang="en-US" b="1" smtClean="0"/>
              <a:t>Number</a:t>
            </a:r>
            <a:r>
              <a:rPr lang="en-US" altLang="en-US" smtClean="0"/>
              <a:t> is provided by Income tax department to every income tax payer. </a:t>
            </a:r>
          </a:p>
        </p:txBody>
      </p:sp>
      <p:sp>
        <p:nvSpPr>
          <p:cNvPr id="921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5D1A511-F274-4A1F-A45F-24FFF3E18B21}" type="slidenum">
              <a:rPr lang="en-US" altLang="en-US" smtClean="0"/>
              <a:pPr/>
              <a:t>39</a:t>
            </a:fld>
            <a:endParaRPr lang="en-US" altLang="en-US"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421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9421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8994B3B-CC79-47D2-959D-362EF63E32CF}" type="slidenum">
              <a:rPr lang="en-US" altLang="en-US" smtClean="0"/>
              <a:pPr/>
              <a:t>40</a:t>
            </a:fld>
            <a:endParaRPr lang="en-US" altLang="en-US"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625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9626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CBDBE16-61C8-4CC6-A0AB-68C161459148}" type="slidenum">
              <a:rPr lang="en-US" altLang="en-US" smtClean="0"/>
              <a:pPr/>
              <a:t>41</a:t>
            </a:fld>
            <a:endParaRPr lang="en-US" altLang="en-US"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830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9830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6F07016E-4E44-411C-9D41-390933680FDD}" type="slidenum">
              <a:rPr lang="en-US" altLang="en-US" smtClean="0"/>
              <a:pPr/>
              <a:t>42</a:t>
            </a:fld>
            <a:endParaRPr lang="en-US" altLang="en-US"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035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10035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4B9E629-3845-4C11-B625-5B3451A1C76B}" type="slidenum">
              <a:rPr lang="en-US" altLang="en-US" smtClean="0"/>
              <a:pPr/>
              <a:t>43</a:t>
            </a:fld>
            <a:endParaRPr lang="en-US" altLang="en-US"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smtClean="0"/>
              <a:t>For example, when you consider the case of e-mail, complex details such as what happens as soon as you send an e-mail, the protocol your e-mail server uses are hidden from the user. Therefore, to send an e-mail you just need to type the content, mention the address of the receiver, and click send.</a:t>
            </a:r>
          </a:p>
        </p:txBody>
      </p:sp>
      <p:sp>
        <p:nvSpPr>
          <p:cNvPr id="10240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1221FDA7-D9C5-4DA1-8971-CCB14BA51D4F}" type="slidenum">
              <a:rPr lang="en-US" altLang="en-US" smtClean="0"/>
              <a:pPr/>
              <a:t>44</a:t>
            </a:fld>
            <a:endParaRPr lang="en-US" altLang="en-US"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54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1054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B68224C-2E48-436E-A0D5-D575A1FCD307}" type="slidenum">
              <a:rPr lang="en-US" altLang="en-US" smtClean="0"/>
              <a:pPr/>
              <a:t>46</a:t>
            </a:fld>
            <a:endParaRPr lang="en-US" altLang="en-US"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75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smtClean="0"/>
          </a:p>
        </p:txBody>
      </p:sp>
      <p:sp>
        <p:nvSpPr>
          <p:cNvPr id="10752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9CF758D-02FD-41F9-BAAD-B0080A311627}" type="slidenum">
              <a:rPr lang="en-US" altLang="en-US" smtClean="0"/>
              <a:pPr/>
              <a:t>47</a:t>
            </a:fld>
            <a:endParaRPr lang="en-US" altLang="en-US"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95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1095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C2CE0A1-C2CF-4683-9070-F0DECADB4C0C}" type="slidenum">
              <a:rPr lang="en-US" altLang="en-US" smtClean="0"/>
              <a:pPr/>
              <a:t>48</a:t>
            </a:fld>
            <a:endParaRPr lang="en-US" altLang="en-US"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16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b="1" dirty="0" smtClean="0"/>
          </a:p>
        </p:txBody>
      </p:sp>
      <p:sp>
        <p:nvSpPr>
          <p:cNvPr id="11162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E44CD85-8A9A-48AC-B5BF-3AAEB58711EB}" type="slidenum">
              <a:rPr lang="en-US" altLang="en-US" smtClean="0"/>
              <a:pPr/>
              <a:t>49</a:t>
            </a:fld>
            <a:endParaRPr lang="en-US" altLang="en-US"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36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11366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43BE841-6026-4B4A-9BC4-281E28447F58}" type="slidenum">
              <a:rPr lang="en-US" altLang="en-US" smtClean="0"/>
              <a:pPr/>
              <a:t>50</a:t>
            </a:fld>
            <a:endParaRPr lang="en-US" altLang="en-US" smtClean="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57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1157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BB5D83C-52BD-4909-A093-02331CF54809}" type="slidenum">
              <a:rPr lang="en-US" altLang="en-US" smtClean="0"/>
              <a:pPr/>
              <a:t>51</a:t>
            </a:fld>
            <a:endParaRPr lang="en-US" altLang="en-US" smtClean="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1208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E01BDC4-4FF1-4AD4-A654-FB078B19CF21}" type="slidenum">
              <a:rPr lang="en-US" altLang="en-US" smtClean="0"/>
              <a:pPr/>
              <a:t>53</a:t>
            </a:fld>
            <a:endParaRPr lang="en-US" altLang="en-US" smtClean="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8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dirty="0" smtClean="0"/>
          </a:p>
        </p:txBody>
      </p:sp>
      <p:sp>
        <p:nvSpPr>
          <p:cNvPr id="1228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2ED3381-F544-48A3-9510-FCD0A6FF0BF6}" type="slidenum">
              <a:rPr lang="en-US" altLang="en-US" smtClean="0"/>
              <a:pPr/>
              <a:t>54</a:t>
            </a:fld>
            <a:endParaRPr lang="en-US" altLang="en-US" smtClean="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1.xml"/><Relationship Id="rId1" Type="http://schemas.openxmlformats.org/officeDocument/2006/relationships/themeOverride" Target="../theme/themeOverride4.xml"/><Relationship Id="rId4" Type="http://schemas.openxmlformats.org/officeDocument/2006/relationships/image" Target="../media/image1.jpe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ight Triangle 3"/>
          <p:cNvSpPr/>
          <p:nvPr/>
        </p:nvSpPr>
        <p:spPr>
          <a:xfrm>
            <a:off x="0" y="4664075"/>
            <a:ext cx="9150350" cy="0"/>
          </a:xfrm>
          <a:prstGeom prst="rtTriangle">
            <a:avLst/>
          </a:prstGeom>
          <a:gradFill flip="none" rotWithShape="1">
            <a:gsLst>
              <a:gs pos="0">
                <a:schemeClr val="accent1">
                  <a:shade val="35000"/>
                  <a:satMod val="170000"/>
                  <a:alpha val="100000"/>
                </a:schemeClr>
              </a:gs>
              <a:gs pos="55000">
                <a:schemeClr val="accent1">
                  <a:tint val="90000"/>
                  <a:satMod val="150000"/>
                  <a:alpha val="100000"/>
                </a:schemeClr>
              </a:gs>
              <a:gs pos="100000">
                <a:schemeClr val="accent1">
                  <a:shade val="35000"/>
                  <a:satMod val="170000"/>
                  <a:alpha val="100000"/>
                </a:schemeClr>
              </a:gs>
            </a:gsLst>
            <a:lin ang="3000000" scaled="1"/>
            <a:tileRect/>
          </a:gradFill>
          <a:ln w="12700" cap="rnd" cmpd="thickThin"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nvGrpSpPr>
          <p:cNvPr id="5" name="Group 15"/>
          <p:cNvGrpSpPr>
            <a:grpSpLocks/>
          </p:cNvGrpSpPr>
          <p:nvPr/>
        </p:nvGrpSpPr>
        <p:grpSpPr bwMode="auto">
          <a:xfrm>
            <a:off x="-3175" y="4953000"/>
            <a:ext cx="9147175" cy="1911350"/>
            <a:chOff x="-3765" y="4832896"/>
            <a:chExt cx="9147765" cy="2032192"/>
          </a:xfrm>
        </p:grpSpPr>
        <p:sp>
          <p:nvSpPr>
            <p:cNvPr id="6" name="Freeform 5"/>
            <p:cNvSpPr>
              <a:spLocks/>
            </p:cNvSpPr>
            <p:nvPr/>
          </p:nvSpPr>
          <p:spPr bwMode="auto">
            <a:xfrm>
              <a:off x="1687032" y="4832896"/>
              <a:ext cx="7456968" cy="518176"/>
            </a:xfrm>
            <a:custGeom>
              <a:avLst>
                <a:gd name="A1" fmla="val 0"/>
                <a:gd name="A2" fmla="val 0"/>
                <a:gd name="A3" fmla="val 0"/>
                <a:gd name="A4" fmla="val 0"/>
                <a:gd name="A5" fmla="val 0"/>
                <a:gd name="A6" fmla="val 0"/>
                <a:gd name="A7" fmla="val 0"/>
                <a:gd name="A8" fmla="val 0"/>
              </a:avLst>
              <a:gdLst/>
              <a:ahLst/>
              <a:cxnLst>
                <a:cxn ang="0">
                  <a:pos x="4697" y="0"/>
                </a:cxn>
                <a:cxn ang="0">
                  <a:pos x="4697" y="367"/>
                </a:cxn>
                <a:cxn ang="0">
                  <a:pos x="0" y="218"/>
                </a:cxn>
                <a:cxn ang="0">
                  <a:pos x="4697" y="0"/>
                </a:cxn>
              </a:cxnLst>
              <a:rect l="0" t="0" r="0" b="0"/>
              <a:pathLst>
                <a:path w="4697" h="367">
                  <a:moveTo>
                    <a:pt x="4697" y="0"/>
                  </a:moveTo>
                  <a:lnTo>
                    <a:pt x="4697" y="367"/>
                  </a:lnTo>
                  <a:lnTo>
                    <a:pt x="0" y="218"/>
                  </a:lnTo>
                  <a:lnTo>
                    <a:pt x="4697" y="0"/>
                  </a:lnTo>
                  <a:close/>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7" name="Freeform 18"/>
            <p:cNvSpPr>
              <a:spLocks/>
            </p:cNvSpPr>
            <p:nvPr/>
          </p:nvSpPr>
          <p:spPr bwMode="auto">
            <a:xfrm>
              <a:off x="35926" y="5135025"/>
              <a:ext cx="9108074" cy="838869"/>
            </a:xfrm>
            <a:custGeom>
              <a:avLst/>
              <a:gdLst>
                <a:gd name="T0" fmla="*/ 0 w 5760"/>
                <a:gd name="T1" fmla="*/ 0 h 528"/>
                <a:gd name="T2" fmla="*/ 2147483646 w 5760"/>
                <a:gd name="T3" fmla="*/ 0 h 528"/>
                <a:gd name="T4" fmla="*/ 2147483646 w 5760"/>
                <a:gd name="T5" fmla="*/ 2147483646 h 528"/>
                <a:gd name="T6" fmla="*/ 2147483646 w 5760"/>
                <a:gd name="T7" fmla="*/ 0 h 528"/>
                <a:gd name="T8" fmla="*/ 0 60000 65536"/>
                <a:gd name="T9" fmla="*/ 0 60000 65536"/>
                <a:gd name="T10" fmla="*/ 0 60000 65536"/>
                <a:gd name="T11" fmla="*/ 0 60000 65536"/>
                <a:gd name="T12" fmla="*/ 0 w 5760"/>
                <a:gd name="T13" fmla="*/ 0 h 528"/>
                <a:gd name="T14" fmla="*/ 5760 w 5760"/>
                <a:gd name="T15" fmla="*/ 528 h 528"/>
              </a:gdLst>
              <a:ahLst/>
              <a:cxnLst>
                <a:cxn ang="T8">
                  <a:pos x="T0" y="T1"/>
                </a:cxn>
                <a:cxn ang="T9">
                  <a:pos x="T2" y="T3"/>
                </a:cxn>
                <a:cxn ang="T10">
                  <a:pos x="T4" y="T5"/>
                </a:cxn>
                <a:cxn ang="T11">
                  <a:pos x="T6" y="T7"/>
                </a:cxn>
              </a:cxnLst>
              <a:rect l="T12" t="T13" r="T14" b="T15"/>
              <a:pathLst>
                <a:path w="5760" h="528">
                  <a:moveTo>
                    <a:pt x="0" y="0"/>
                  </a:moveTo>
                  <a:lnTo>
                    <a:pt x="5760" y="0"/>
                  </a:lnTo>
                  <a:lnTo>
                    <a:pt x="5760" y="528"/>
                  </a:lnTo>
                  <a:lnTo>
                    <a:pt x="48" y="0"/>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8" name="Freeform 7"/>
            <p:cNvSpPr>
              <a:spLocks/>
            </p:cNvSpPr>
            <p:nvPr/>
          </p:nvSpPr>
          <p:spPr bwMode="auto">
            <a:xfrm>
              <a:off x="0" y="4883888"/>
              <a:ext cx="9144000" cy="1981200"/>
            </a:xfrm>
            <a:custGeom>
              <a:avLst>
                <a:gd name="A1" fmla="val 0"/>
                <a:gd name="A2" fmla="val 0"/>
                <a:gd name="A3" fmla="val 0"/>
                <a:gd name="A4" fmla="val 0"/>
                <a:gd name="A5" fmla="val 0"/>
                <a:gd name="A6" fmla="val 0"/>
                <a:gd name="A7" fmla="val 0"/>
                <a:gd name="A8" fmla="val 0"/>
              </a:avLst>
              <a:gdLst/>
              <a:ahLst/>
              <a:cxnLst>
                <a:cxn ang="0">
                  <a:pos x="0" y="0"/>
                </a:cxn>
                <a:cxn ang="0">
                  <a:pos x="0" y="1248"/>
                </a:cxn>
                <a:cxn ang="0">
                  <a:pos x="5760" y="1248"/>
                </a:cxn>
                <a:cxn ang="0">
                  <a:pos x="5760" y="528"/>
                </a:cxn>
                <a:cxn ang="0">
                  <a:pos x="0" y="0"/>
                </a:cxn>
              </a:cxnLst>
              <a:rect l="0" t="0" r="0" b="0"/>
              <a:pathLst>
                <a:path w="5760" h="1248">
                  <a:moveTo>
                    <a:pt x="0" y="0"/>
                  </a:moveTo>
                  <a:lnTo>
                    <a:pt x="0" y="1248"/>
                  </a:lnTo>
                  <a:lnTo>
                    <a:pt x="5760" y="1248"/>
                  </a:lnTo>
                  <a:lnTo>
                    <a:pt x="5760" y="528"/>
                  </a:lnTo>
                  <a:lnTo>
                    <a:pt x="0" y="0"/>
                  </a:lnTo>
                  <a:close/>
                </a:path>
              </a:pathLst>
            </a:custGeom>
            <a:blipFill>
              <a:blip r:embed="rId2"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10" name="Straight Connector 9"/>
            <p:cNvCxnSpPr/>
            <p:nvPr/>
          </p:nvCxnSpPr>
          <p:spPr>
            <a:xfrm>
              <a:off x="-3765" y="4880373"/>
              <a:ext cx="9147765" cy="83994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grpSp>
      <p:sp>
        <p:nvSpPr>
          <p:cNvPr id="9" name="Title 8"/>
          <p:cNvSpPr>
            <a:spLocks noGrp="1"/>
          </p:cNvSpPr>
          <p:nvPr>
            <p:ph type="ctrTitle"/>
          </p:nvPr>
        </p:nvSpPr>
        <p:spPr>
          <a:xfrm>
            <a:off x="685800" y="1752601"/>
            <a:ext cx="7772400" cy="1829761"/>
          </a:xfrm>
        </p:spPr>
        <p:txBody>
          <a:bodyPr anchor="b"/>
          <a:lstStyle>
            <a:lvl1pPr algn="r">
              <a:defRPr sz="4800" b="1">
                <a:solidFill>
                  <a:schemeClr val="tx2"/>
                </a:solidFill>
                <a:effectLst>
                  <a:outerShdw blurRad="31750" dist="25400" dir="5400000" algn="tl" rotWithShape="0">
                    <a:srgbClr val="000000">
                      <a:alpha val="25000"/>
                    </a:srgbClr>
                  </a:outerShdw>
                </a:effectLst>
                <a:latin typeface="Arial" pitchFamily="34" charset="0"/>
                <a:cs typeface="Arial" pitchFamily="34" charset="0"/>
              </a:defRPr>
            </a:lvl1pPr>
            <a:extLst/>
          </a:lstStyle>
          <a:p>
            <a:r>
              <a:rPr lang="en-US" dirty="0" smtClean="0"/>
              <a:t>Click to edit Master title style</a:t>
            </a:r>
            <a:endParaRPr lang="en-US" dirty="0"/>
          </a:p>
        </p:txBody>
      </p:sp>
      <p:sp>
        <p:nvSpPr>
          <p:cNvPr id="17" name="Subtitle 16"/>
          <p:cNvSpPr>
            <a:spLocks noGrp="1"/>
          </p:cNvSpPr>
          <p:nvPr>
            <p:ph type="subTitle" idx="1"/>
          </p:nvPr>
        </p:nvSpPr>
        <p:spPr>
          <a:xfrm>
            <a:off x="685800" y="3611607"/>
            <a:ext cx="7772400" cy="1199704"/>
          </a:xfrm>
        </p:spPr>
        <p:txBody>
          <a:bodyPr lIns="45720" rIns="45720"/>
          <a:lstStyle>
            <a:lvl1pPr marL="0" marR="64008" indent="0" algn="r">
              <a:buNone/>
              <a:defRPr>
                <a:solidFill>
                  <a:schemeClr val="tx2"/>
                </a:solidFill>
                <a:latin typeface="Arial" pitchFamily="34" charset="0"/>
                <a:cs typeface="Arial" pitchFamily="34" charset="0"/>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lang="en-US" dirty="0" smtClean="0"/>
              <a:t>Click to edit Master subtitle style</a:t>
            </a:r>
            <a:endParaRPr lang="en-US" dirty="0"/>
          </a:p>
        </p:txBody>
      </p:sp>
      <p:sp>
        <p:nvSpPr>
          <p:cNvPr id="11" name="Date Placeholder 29"/>
          <p:cNvSpPr>
            <a:spLocks noGrp="1"/>
          </p:cNvSpPr>
          <p:nvPr>
            <p:ph type="dt" sz="half" idx="10"/>
          </p:nvPr>
        </p:nvSpPr>
        <p:spPr/>
        <p:txBody>
          <a:bodyPr/>
          <a:lstStyle>
            <a:lvl1pPr>
              <a:defRPr>
                <a:solidFill>
                  <a:srgbClr val="FFFFFF"/>
                </a:solidFill>
              </a:defRPr>
            </a:lvl1pPr>
            <a:extLst/>
          </a:lstStyle>
          <a:p>
            <a:pPr>
              <a:defRPr/>
            </a:pPr>
            <a:fld id="{03D6F359-4503-48C5-9809-4CBD696D9B0D}" type="datetimeFigureOut">
              <a:rPr lang="en-US"/>
              <a:pPr>
                <a:defRPr/>
              </a:pPr>
              <a:t>11/11/2022</a:t>
            </a:fld>
            <a:endParaRPr lang="en-US"/>
          </a:p>
        </p:txBody>
      </p:sp>
      <p:sp>
        <p:nvSpPr>
          <p:cNvPr id="12" name="Footer Placeholder 18"/>
          <p:cNvSpPr>
            <a:spLocks noGrp="1"/>
          </p:cNvSpPr>
          <p:nvPr>
            <p:ph type="ftr" sz="quarter" idx="11"/>
          </p:nvPr>
        </p:nvSpPr>
        <p:spPr/>
        <p:txBody>
          <a:bodyPr/>
          <a:lstStyle>
            <a:lvl1pPr>
              <a:defRPr>
                <a:solidFill>
                  <a:schemeClr val="accent1">
                    <a:tint val="20000"/>
                  </a:schemeClr>
                </a:solidFill>
              </a:defRPr>
            </a:lvl1pPr>
            <a:extLst/>
          </a:lstStyle>
          <a:p>
            <a:pPr>
              <a:defRPr/>
            </a:pPr>
            <a:endParaRPr lang="en-US"/>
          </a:p>
        </p:txBody>
      </p:sp>
      <p:sp>
        <p:nvSpPr>
          <p:cNvPr id="13" name="Slide Number Placeholder 26"/>
          <p:cNvSpPr>
            <a:spLocks noGrp="1"/>
          </p:cNvSpPr>
          <p:nvPr>
            <p:ph type="sldNum" sz="quarter" idx="12"/>
          </p:nvPr>
        </p:nvSpPr>
        <p:spPr/>
        <p:txBody>
          <a:bodyPr/>
          <a:lstStyle>
            <a:lvl1pPr>
              <a:defRPr>
                <a:solidFill>
                  <a:srgbClr val="FFFFFF"/>
                </a:solidFill>
              </a:defRPr>
            </a:lvl1pPr>
          </a:lstStyle>
          <a:p>
            <a:pPr>
              <a:defRPr/>
            </a:pPr>
            <a:fld id="{7A7A3CCC-A5A7-4D37-840E-90B3652568EE}" type="slidenum">
              <a:rPr lang="en-US"/>
              <a:pPr>
                <a:defRPr/>
              </a:pPr>
              <a:t>‹#›</a:t>
            </a:fld>
            <a:endParaRPr lang="en-US"/>
          </a:p>
        </p:txBody>
      </p:sp>
    </p:spTree>
    <p:extLst>
      <p:ext uri="{BB962C8B-B14F-4D97-AF65-F5344CB8AC3E}">
        <p14:creationId xmlns:p14="http://schemas.microsoft.com/office/powerpoint/2010/main" val="2968467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a:defRPr>
                <a:latin typeface="Arial" pitchFamily="34" charset="0"/>
                <a:cs typeface="Arial" pitchFamily="34" charset="0"/>
              </a:defRPr>
            </a:lvl1pPr>
            <a:lvl2pPr>
              <a:defRPr>
                <a:latin typeface="Arial" pitchFamily="34" charset="0"/>
                <a:cs typeface="Arial" pitchFamily="34" charset="0"/>
              </a:defRPr>
            </a:lvl2pPr>
            <a:lvl3pPr>
              <a:defRPr>
                <a:latin typeface="Arial" pitchFamily="34" charset="0"/>
                <a:cs typeface="Arial" pitchFamily="34" charset="0"/>
              </a:defRPr>
            </a:lvl3pPr>
            <a:lvl4pPr>
              <a:defRPr>
                <a:latin typeface="Arial" pitchFamily="34" charset="0"/>
                <a:cs typeface="Arial" pitchFamily="34" charset="0"/>
              </a:defRPr>
            </a:lvl4pPr>
            <a:lvl5pPr>
              <a:defRPr>
                <a:latin typeface="Arial" pitchFamily="34" charset="0"/>
                <a:cs typeface="Arial" pitchFamily="34" charset="0"/>
              </a:defRPr>
            </a:lvl5pPr>
            <a:extLst/>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Title 6"/>
          <p:cNvSpPr>
            <a:spLocks noGrp="1"/>
          </p:cNvSpPr>
          <p:nvPr>
            <p:ph type="title"/>
          </p:nvPr>
        </p:nvSpPr>
        <p:spPr/>
        <p:txBody>
          <a:bodyPr rtlCol="0"/>
          <a:lstStyle>
            <a:lvl1pPr>
              <a:defRPr>
                <a:latin typeface="Arial" pitchFamily="34" charset="0"/>
                <a:cs typeface="Arial" pitchFamily="34" charset="0"/>
              </a:defRPr>
            </a:lvl1pPr>
            <a:extLst/>
          </a:lstStyle>
          <a:p>
            <a:r>
              <a:rPr lang="en-US" dirty="0" smtClean="0"/>
              <a:t>Click to edit Master title style</a:t>
            </a:r>
            <a:endParaRPr lang="en-US" dirty="0"/>
          </a:p>
        </p:txBody>
      </p:sp>
      <p:sp>
        <p:nvSpPr>
          <p:cNvPr id="4" name="Date Placeholder 9"/>
          <p:cNvSpPr>
            <a:spLocks noGrp="1"/>
          </p:cNvSpPr>
          <p:nvPr>
            <p:ph type="dt" sz="half" idx="10"/>
          </p:nvPr>
        </p:nvSpPr>
        <p:spPr/>
        <p:txBody>
          <a:bodyPr/>
          <a:lstStyle>
            <a:lvl1pPr>
              <a:defRPr/>
            </a:lvl1pPr>
          </a:lstStyle>
          <a:p>
            <a:pPr>
              <a:defRPr/>
            </a:pPr>
            <a:fld id="{40557B99-2845-493C-A565-BCA12B624E09}" type="datetimeFigureOut">
              <a:rPr lang="en-US"/>
              <a:pPr>
                <a:defRPr/>
              </a:pPr>
              <a:t>11/11/2022</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3D11B645-B51D-4143-8F43-AD8329FF985E}" type="slidenum">
              <a:rPr lang="en-US"/>
              <a:pPr>
                <a:defRPr/>
              </a:pPr>
              <a:t>‹#›</a:t>
            </a:fld>
            <a:endParaRPr lang="en-US"/>
          </a:p>
        </p:txBody>
      </p:sp>
    </p:spTree>
    <p:extLst>
      <p:ext uri="{BB962C8B-B14F-4D97-AF65-F5344CB8AC3E}">
        <p14:creationId xmlns:p14="http://schemas.microsoft.com/office/powerpoint/2010/main" val="34951574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4" name="Chevron 3"/>
          <p:cNvSpPr/>
          <p:nvPr/>
        </p:nvSpPr>
        <p:spPr>
          <a:xfrm>
            <a:off x="3636963" y="3005138"/>
            <a:ext cx="182562"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a:p>
        </p:txBody>
      </p:sp>
      <p:sp>
        <p:nvSpPr>
          <p:cNvPr id="5" name="Chevron 4"/>
          <p:cNvSpPr/>
          <p:nvPr/>
        </p:nvSpPr>
        <p:spPr>
          <a:xfrm>
            <a:off x="3449638" y="3005138"/>
            <a:ext cx="184150"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a:p>
        </p:txBody>
      </p:sp>
      <p:sp>
        <p:nvSpPr>
          <p:cNvPr id="2" name="Title 1"/>
          <p:cNvSpPr>
            <a:spLocks noGrp="1"/>
          </p:cNvSpPr>
          <p:nvPr>
            <p:ph type="title"/>
          </p:nvPr>
        </p:nvSpPr>
        <p:spPr>
          <a:xfrm>
            <a:off x="722376" y="1059712"/>
            <a:ext cx="7772400" cy="1828800"/>
          </a:xfrm>
        </p:spPr>
        <p:txBody>
          <a:bodyPr anchor="b"/>
          <a:lstStyle>
            <a:lvl1pPr algn="r">
              <a:buNone/>
              <a:defRPr sz="4800" b="1" cap="none" baseline="0">
                <a:effectLst>
                  <a:outerShdw blurRad="31750" dist="25400" dir="5400000" algn="tl" rotWithShape="0">
                    <a:srgbClr val="000000">
                      <a:alpha val="25000"/>
                    </a:srgbClr>
                  </a:outerShdw>
                </a:effectLst>
              </a:defRPr>
            </a:lvl1pPr>
            <a:extLst/>
          </a:lstStyle>
          <a:p>
            <a:r>
              <a:rPr lang="en-US" smtClean="0"/>
              <a:t>Click to edit Master title style</a:t>
            </a:r>
            <a:endParaRPr lang="en-US"/>
          </a:p>
        </p:txBody>
      </p:sp>
      <p:sp>
        <p:nvSpPr>
          <p:cNvPr id="3" name="Text Placeholder 2"/>
          <p:cNvSpPr>
            <a:spLocks noGrp="1"/>
          </p:cNvSpPr>
          <p:nvPr>
            <p:ph type="body" idx="1"/>
          </p:nvPr>
        </p:nvSpPr>
        <p:spPr>
          <a:xfrm>
            <a:off x="3922713" y="2931712"/>
            <a:ext cx="4572000" cy="1454888"/>
          </a:xfrm>
        </p:spPr>
        <p:txBody>
          <a:bodyPr/>
          <a:lstStyle>
            <a:lvl1pPr marL="0" indent="0" algn="l">
              <a:buNone/>
              <a:defRPr sz="23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a:r>
              <a:rPr lang="en-US" smtClean="0"/>
              <a:t>Click to edit Master text styles</a:t>
            </a:r>
          </a:p>
        </p:txBody>
      </p:sp>
      <p:sp>
        <p:nvSpPr>
          <p:cNvPr id="6" name="Date Placeholder 3"/>
          <p:cNvSpPr>
            <a:spLocks noGrp="1"/>
          </p:cNvSpPr>
          <p:nvPr>
            <p:ph type="dt" sz="half" idx="10"/>
          </p:nvPr>
        </p:nvSpPr>
        <p:spPr/>
        <p:txBody>
          <a:bodyPr/>
          <a:lstStyle>
            <a:lvl1pPr>
              <a:defRPr/>
            </a:lvl1pPr>
            <a:extLst/>
          </a:lstStyle>
          <a:p>
            <a:pPr>
              <a:defRPr/>
            </a:pPr>
            <a:fld id="{F17E27BC-7243-4837-80CB-02B13D6F1EEC}" type="datetimeFigureOut">
              <a:rPr lang="en-US"/>
              <a:pPr>
                <a:defRPr/>
              </a:pPr>
              <a:t>11/11/2022</a:t>
            </a:fld>
            <a:endParaRPr lang="en-US"/>
          </a:p>
        </p:txBody>
      </p:sp>
      <p:sp>
        <p:nvSpPr>
          <p:cNvPr id="7" name="Footer Placeholder 4"/>
          <p:cNvSpPr>
            <a:spLocks noGrp="1"/>
          </p:cNvSpPr>
          <p:nvPr>
            <p:ph type="ftr" sz="quarter" idx="11"/>
          </p:nvPr>
        </p:nvSpPr>
        <p:spPr/>
        <p:txBody>
          <a:bodyPr/>
          <a:lstStyle>
            <a:lvl1pPr>
              <a:defRPr/>
            </a:lvl1pPr>
            <a:extLst/>
          </a:lstStyle>
          <a:p>
            <a:pPr>
              <a:defRPr/>
            </a:pPr>
            <a:endParaRPr lang="en-US"/>
          </a:p>
        </p:txBody>
      </p:sp>
      <p:sp>
        <p:nvSpPr>
          <p:cNvPr id="8" name="Slide Number Placeholder 5"/>
          <p:cNvSpPr>
            <a:spLocks noGrp="1"/>
          </p:cNvSpPr>
          <p:nvPr>
            <p:ph type="sldNum" sz="quarter" idx="12"/>
          </p:nvPr>
        </p:nvSpPr>
        <p:spPr/>
        <p:txBody>
          <a:bodyPr/>
          <a:lstStyle>
            <a:lvl1pPr>
              <a:defRPr/>
            </a:lvl1pPr>
          </a:lstStyle>
          <a:p>
            <a:pPr>
              <a:defRPr/>
            </a:pPr>
            <a:fld id="{2792122E-884B-4DA4-84EC-326E472B54D4}" type="slidenum">
              <a:rPr lang="en-US"/>
              <a:pPr>
                <a:defRPr/>
              </a:pPr>
              <a:t>‹#›</a:t>
            </a:fld>
            <a:endParaRPr lang="en-US"/>
          </a:p>
        </p:txBody>
      </p:sp>
    </p:spTree>
    <p:extLst>
      <p:ext uri="{BB962C8B-B14F-4D97-AF65-F5344CB8AC3E}">
        <p14:creationId xmlns:p14="http://schemas.microsoft.com/office/powerpoint/2010/main" val="291561512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481328"/>
            <a:ext cx="4038600" cy="4525963"/>
          </a:xfrm>
        </p:spPr>
        <p:txBody>
          <a:bodyPr/>
          <a:lstStyle>
            <a:lvl1pPr>
              <a:defRPr sz="2800"/>
            </a:lvl1pPr>
            <a:lvl2pPr>
              <a:defRPr sz="2400"/>
            </a:lvl2pPr>
            <a:lvl3pPr>
              <a:defRPr sz="2000"/>
            </a:lvl3pPr>
            <a:lvl4pPr>
              <a:defRPr sz="1800"/>
            </a:lvl4pPr>
            <a:lvl5pPr>
              <a:defRPr sz="18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8" name="Title 7"/>
          <p:cNvSpPr>
            <a:spLocks noGrp="1"/>
          </p:cNvSpPr>
          <p:nvPr>
            <p:ph type="title"/>
          </p:nvPr>
        </p:nvSpPr>
        <p:spPr/>
        <p:txBody>
          <a:bodyPr rtlCol="0"/>
          <a:lstStyle/>
          <a:p>
            <a:r>
              <a:rPr lang="en-US" smtClean="0"/>
              <a:t>Click to edit Master title style</a:t>
            </a:r>
            <a:endParaRPr lang="en-US"/>
          </a:p>
        </p:txBody>
      </p:sp>
      <p:sp>
        <p:nvSpPr>
          <p:cNvPr id="5" name="Date Placeholder 4"/>
          <p:cNvSpPr>
            <a:spLocks noGrp="1"/>
          </p:cNvSpPr>
          <p:nvPr>
            <p:ph type="dt" sz="half" idx="10"/>
          </p:nvPr>
        </p:nvSpPr>
        <p:spPr/>
        <p:txBody>
          <a:bodyPr/>
          <a:lstStyle>
            <a:lvl1pPr>
              <a:defRPr/>
            </a:lvl1pPr>
            <a:extLst/>
          </a:lstStyle>
          <a:p>
            <a:pPr>
              <a:defRPr/>
            </a:pPr>
            <a:fld id="{B7DC440C-F343-4972-AACD-7567F844DC3C}" type="datetimeFigureOut">
              <a:rPr lang="en-US"/>
              <a:pPr>
                <a:defRPr/>
              </a:pPr>
              <a:t>11/11/2022</a:t>
            </a:fld>
            <a:endParaRPr lang="en-US"/>
          </a:p>
        </p:txBody>
      </p:sp>
      <p:sp>
        <p:nvSpPr>
          <p:cNvPr id="6" name="Footer Placeholder 5"/>
          <p:cNvSpPr>
            <a:spLocks noGrp="1"/>
          </p:cNvSpPr>
          <p:nvPr>
            <p:ph type="ftr" sz="quarter" idx="11"/>
          </p:nvPr>
        </p:nvSpPr>
        <p:spPr/>
        <p:txBody>
          <a:bodyPr/>
          <a:lstStyle>
            <a:lvl1pPr>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45583001-A8F1-4791-9B5B-08134281CA17}" type="slidenum">
              <a:rPr lang="en-US"/>
              <a:pPr>
                <a:defRPr/>
              </a:pPr>
              <a:t>‹#›</a:t>
            </a:fld>
            <a:endParaRPr lang="en-US"/>
          </a:p>
        </p:txBody>
      </p:sp>
    </p:spTree>
    <p:extLst>
      <p:ext uri="{BB962C8B-B14F-4D97-AF65-F5344CB8AC3E}">
        <p14:creationId xmlns:p14="http://schemas.microsoft.com/office/powerpoint/2010/main" val="4014893589"/>
      </p:ext>
    </p:extLst>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lstStyle>
            <a:lvl1pPr>
              <a:defRPr/>
            </a:lvl1pPr>
            <a:extLst/>
          </a:lstStyle>
          <a:p>
            <a:r>
              <a:rPr lang="en-US" smtClean="0"/>
              <a:t>Click to edit Master title style</a:t>
            </a:r>
            <a:endParaRPr lang="en-US"/>
          </a:p>
        </p:txBody>
      </p:sp>
      <p:sp>
        <p:nvSpPr>
          <p:cNvPr id="3" name="Text Placeholder 2"/>
          <p:cNvSpPr>
            <a:spLocks noGrp="1"/>
          </p:cNvSpPr>
          <p:nvPr>
            <p:ph type="body" idx="1"/>
          </p:nvPr>
        </p:nvSpPr>
        <p:spPr>
          <a:xfrm>
            <a:off x="457200" y="5410200"/>
            <a:ext cx="4040188"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4" name="Text Placeholder 3"/>
          <p:cNvSpPr>
            <a:spLocks noGrp="1"/>
          </p:cNvSpPr>
          <p:nvPr>
            <p:ph type="body" sz="half" idx="3"/>
          </p:nvPr>
        </p:nvSpPr>
        <p:spPr>
          <a:xfrm>
            <a:off x="4645026" y="5410200"/>
            <a:ext cx="4041775" cy="762000"/>
          </a:xfrm>
          <a:solidFill>
            <a:schemeClr val="accent1"/>
          </a:solidFill>
          <a:ln w="9652">
            <a:solidFill>
              <a:schemeClr val="accent1"/>
            </a:solidFill>
            <a:miter lim="800000"/>
          </a:ln>
        </p:spPr>
        <p:txBody>
          <a:bodyPr lIns="182880" anchor="ctr"/>
          <a:lstStyle>
            <a:lvl1pPr marL="0" indent="0">
              <a:buNone/>
              <a:defRPr sz="2400" b="0">
                <a:solidFill>
                  <a:schemeClr val="bg1"/>
                </a:solidFill>
              </a:defRPr>
            </a:lvl1pPr>
            <a:lvl2pPr>
              <a:buNone/>
              <a:defRPr sz="2000" b="1"/>
            </a:lvl2pPr>
            <a:lvl3pPr>
              <a:buNone/>
              <a:defRPr sz="1800" b="1"/>
            </a:lvl3pPr>
            <a:lvl4pPr>
              <a:buNone/>
              <a:defRPr sz="1600" b="1"/>
            </a:lvl4pPr>
            <a:lvl5pPr>
              <a:buNone/>
              <a:defRPr sz="1600" b="1"/>
            </a:lvl5pPr>
            <a:extLst/>
          </a:lstStyle>
          <a:p>
            <a:pPr lvl="0"/>
            <a:r>
              <a:rPr lang="en-US" smtClean="0"/>
              <a:t>Click to edit Master text styles</a:t>
            </a:r>
          </a:p>
        </p:txBody>
      </p:sp>
      <p:sp>
        <p:nvSpPr>
          <p:cNvPr id="5" name="Content Placeholder 4"/>
          <p:cNvSpPr>
            <a:spLocks noGrp="1"/>
          </p:cNvSpPr>
          <p:nvPr>
            <p:ph sz="quarter" idx="2"/>
          </p:nvPr>
        </p:nvSpPr>
        <p:spPr>
          <a:xfrm>
            <a:off x="457200" y="1444294"/>
            <a:ext cx="4040188" cy="3941763"/>
          </a:xfrm>
          <a:ln>
            <a:noFill/>
            <a:prstDash val="sysDash"/>
            <a:miter lim="800000"/>
          </a:ln>
        </p:spPr>
        <p:txBody>
          <a:bodyPr/>
          <a:lstStyle>
            <a:lvl1pPr>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Content Placeholder 5"/>
          <p:cNvSpPr>
            <a:spLocks noGrp="1"/>
          </p:cNvSpPr>
          <p:nvPr>
            <p:ph sz="quarter" idx="4"/>
          </p:nvPr>
        </p:nvSpPr>
        <p:spPr>
          <a:xfrm>
            <a:off x="4645025" y="1444294"/>
            <a:ext cx="4041775" cy="3941763"/>
          </a:xfrm>
          <a:ln>
            <a:noFill/>
            <a:prstDash val="sysDash"/>
            <a:miter lim="800000"/>
          </a:ln>
        </p:spPr>
        <p:txBody>
          <a:bodyPr/>
          <a:lstStyle>
            <a:lvl1pPr>
              <a:spcBef>
                <a:spcPts val="0"/>
              </a:spcBef>
              <a:defRPr sz="2400"/>
            </a:lvl1pPr>
            <a:lvl2pPr>
              <a:defRPr sz="2000"/>
            </a:lvl2pPr>
            <a:lvl3pPr>
              <a:defRPr sz="1800"/>
            </a:lvl3pPr>
            <a:lvl4pPr>
              <a:defRPr sz="1600"/>
            </a:lvl4pPr>
            <a:lvl5pPr>
              <a:defRPr sz="16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extLst/>
          </a:lstStyle>
          <a:p>
            <a:pPr>
              <a:defRPr/>
            </a:pPr>
            <a:fld id="{40FC8522-59AD-41E3-91CE-6E133BFF859A}" type="datetimeFigureOut">
              <a:rPr lang="en-US"/>
              <a:pPr>
                <a:defRPr/>
              </a:pPr>
              <a:t>11/11/2022</a:t>
            </a:fld>
            <a:endParaRPr lang="en-US"/>
          </a:p>
        </p:txBody>
      </p:sp>
      <p:sp>
        <p:nvSpPr>
          <p:cNvPr id="8" name="Footer Placeholder 7"/>
          <p:cNvSpPr>
            <a:spLocks noGrp="1"/>
          </p:cNvSpPr>
          <p:nvPr>
            <p:ph type="ftr" sz="quarter" idx="11"/>
          </p:nvPr>
        </p:nvSpPr>
        <p:spPr/>
        <p:txBody>
          <a:bodyPr/>
          <a:lstStyle>
            <a:lvl1pPr>
              <a:defRPr/>
            </a:lvl1pPr>
            <a:extLst/>
          </a:lstStyle>
          <a:p>
            <a:pPr>
              <a:defRPr/>
            </a:pPr>
            <a:endParaRPr lang="en-US"/>
          </a:p>
        </p:txBody>
      </p:sp>
      <p:sp>
        <p:nvSpPr>
          <p:cNvPr id="9" name="Slide Number Placeholder 8"/>
          <p:cNvSpPr>
            <a:spLocks noGrp="1"/>
          </p:cNvSpPr>
          <p:nvPr>
            <p:ph type="sldNum" sz="quarter" idx="12"/>
          </p:nvPr>
        </p:nvSpPr>
        <p:spPr/>
        <p:txBody>
          <a:bodyPr/>
          <a:lstStyle>
            <a:lvl1pPr>
              <a:defRPr/>
            </a:lvl1pPr>
          </a:lstStyle>
          <a:p>
            <a:pPr>
              <a:defRPr/>
            </a:pPr>
            <a:fld id="{DEEB3380-9471-4348-81D8-899401B344EE}" type="slidenum">
              <a:rPr lang="en-US"/>
              <a:pPr>
                <a:defRPr/>
              </a:pPr>
              <a:t>‹#›</a:t>
            </a:fld>
            <a:endParaRPr lang="en-US"/>
          </a:p>
        </p:txBody>
      </p:sp>
    </p:spTree>
    <p:extLst>
      <p:ext uri="{BB962C8B-B14F-4D97-AF65-F5344CB8AC3E}">
        <p14:creationId xmlns:p14="http://schemas.microsoft.com/office/powerpoint/2010/main" val="659236902"/>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 name="Title 5"/>
          <p:cNvSpPr>
            <a:spLocks noGrp="1"/>
          </p:cNvSpPr>
          <p:nvPr>
            <p:ph type="title"/>
          </p:nvPr>
        </p:nvSpPr>
        <p:spPr/>
        <p:txBody>
          <a:bodyPr rtlCol="0"/>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extLst/>
          </a:lstStyle>
          <a:p>
            <a:pPr>
              <a:defRPr/>
            </a:pPr>
            <a:fld id="{8F414905-BD2B-4428-83C2-A180A8A2001C}" type="datetimeFigureOut">
              <a:rPr lang="en-US"/>
              <a:pPr>
                <a:defRPr/>
              </a:pPr>
              <a:t>11/11/2022</a:t>
            </a:fld>
            <a:endParaRPr lang="en-US"/>
          </a:p>
        </p:txBody>
      </p:sp>
      <p:sp>
        <p:nvSpPr>
          <p:cNvPr id="4" name="Footer Placeholder 3"/>
          <p:cNvSpPr>
            <a:spLocks noGrp="1"/>
          </p:cNvSpPr>
          <p:nvPr>
            <p:ph type="ftr" sz="quarter" idx="11"/>
          </p:nvPr>
        </p:nvSpPr>
        <p:spPr/>
        <p:txBody>
          <a:bodyPr/>
          <a:lstStyle>
            <a:lvl1pPr>
              <a:defRPr/>
            </a:lvl1pPr>
            <a:extLst/>
          </a:lstStyle>
          <a:p>
            <a:pPr>
              <a:defRPr/>
            </a:pPr>
            <a:endParaRPr lang="en-US"/>
          </a:p>
        </p:txBody>
      </p:sp>
      <p:sp>
        <p:nvSpPr>
          <p:cNvPr id="5" name="Slide Number Placeholder 4"/>
          <p:cNvSpPr>
            <a:spLocks noGrp="1"/>
          </p:cNvSpPr>
          <p:nvPr>
            <p:ph type="sldNum" sz="quarter" idx="12"/>
          </p:nvPr>
        </p:nvSpPr>
        <p:spPr/>
        <p:txBody>
          <a:bodyPr/>
          <a:lstStyle>
            <a:lvl1pPr>
              <a:defRPr/>
            </a:lvl1pPr>
          </a:lstStyle>
          <a:p>
            <a:pPr>
              <a:defRPr/>
            </a:pPr>
            <a:fld id="{FCA16EF6-B18B-486C-9B56-CC9EB6DE217D}" type="slidenum">
              <a:rPr lang="en-US"/>
              <a:pPr>
                <a:defRPr/>
              </a:pPr>
              <a:t>‹#›</a:t>
            </a:fld>
            <a:endParaRPr lang="en-US"/>
          </a:p>
        </p:txBody>
      </p:sp>
    </p:spTree>
    <p:extLst>
      <p:ext uri="{BB962C8B-B14F-4D97-AF65-F5344CB8AC3E}">
        <p14:creationId xmlns:p14="http://schemas.microsoft.com/office/powerpoint/2010/main" val="163641735"/>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5646E955-5E73-45C6-9B4D-7C8D006DEA12}" type="datetimeFigureOut">
              <a:rPr lang="en-US"/>
              <a:pPr>
                <a:defRPr/>
              </a:pPr>
              <a:t>11/11/2022</a:t>
            </a:fld>
            <a:endParaRPr lang="en-US"/>
          </a:p>
        </p:txBody>
      </p:sp>
      <p:sp>
        <p:nvSpPr>
          <p:cNvPr id="3" name="Footer Placeholder 21"/>
          <p:cNvSpPr>
            <a:spLocks noGrp="1"/>
          </p:cNvSpPr>
          <p:nvPr>
            <p:ph type="ftr" sz="quarter" idx="11"/>
          </p:nvPr>
        </p:nvSpPr>
        <p:spPr/>
        <p:txBody>
          <a:bodyPr/>
          <a:lstStyle>
            <a:lvl1pPr>
              <a:defRPr/>
            </a:lvl1pPr>
          </a:lstStyle>
          <a:p>
            <a:pPr>
              <a:defRPr/>
            </a:pPr>
            <a:endParaRPr lang="en-US"/>
          </a:p>
        </p:txBody>
      </p:sp>
      <p:sp>
        <p:nvSpPr>
          <p:cNvPr id="4" name="Slide Number Placeholder 17"/>
          <p:cNvSpPr>
            <a:spLocks noGrp="1"/>
          </p:cNvSpPr>
          <p:nvPr>
            <p:ph type="sldNum" sz="quarter" idx="12"/>
          </p:nvPr>
        </p:nvSpPr>
        <p:spPr/>
        <p:txBody>
          <a:bodyPr/>
          <a:lstStyle>
            <a:lvl1pPr>
              <a:defRPr/>
            </a:lvl1pPr>
          </a:lstStyle>
          <a:p>
            <a:pPr>
              <a:defRPr/>
            </a:pPr>
            <a:fld id="{676257BB-1CDB-4506-A340-651EF165159A}" type="slidenum">
              <a:rPr lang="en-US"/>
              <a:pPr>
                <a:defRPr/>
              </a:pPr>
              <a:t>‹#›</a:t>
            </a:fld>
            <a:endParaRPr lang="en-US"/>
          </a:p>
        </p:txBody>
      </p:sp>
    </p:spTree>
    <p:extLst>
      <p:ext uri="{BB962C8B-B14F-4D97-AF65-F5344CB8AC3E}">
        <p14:creationId xmlns:p14="http://schemas.microsoft.com/office/powerpoint/2010/main" val="33323486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914400" y="4876800"/>
            <a:ext cx="7481776" cy="457200"/>
          </a:xfrm>
        </p:spPr>
        <p:txBody>
          <a:bodyPr anchor="t">
            <a:noAutofit/>
            <a:sp3d prstMaterial="softEdge">
              <a:bevelT w="0" h="0"/>
            </a:sp3d>
          </a:bodyPr>
          <a:lstStyle>
            <a:lvl1pPr algn="r">
              <a:buNone/>
              <a:defRPr sz="2500" b="0">
                <a:solidFill>
                  <a:schemeClr val="accent1"/>
                </a:solidFill>
                <a:effectLst/>
              </a:defRPr>
            </a:lvl1pPr>
            <a:extLst/>
          </a:lstStyle>
          <a:p>
            <a:r>
              <a:rPr lang="en-US" smtClean="0"/>
              <a:t>Click to edit Master title style</a:t>
            </a:r>
            <a:endParaRPr lang="en-US"/>
          </a:p>
        </p:txBody>
      </p:sp>
      <p:sp>
        <p:nvSpPr>
          <p:cNvPr id="3" name="Text Placeholder 2"/>
          <p:cNvSpPr>
            <a:spLocks noGrp="1"/>
          </p:cNvSpPr>
          <p:nvPr>
            <p:ph type="body" idx="2"/>
          </p:nvPr>
        </p:nvSpPr>
        <p:spPr>
          <a:xfrm>
            <a:off x="4419600" y="5355102"/>
            <a:ext cx="3974592" cy="914400"/>
          </a:xfrm>
        </p:spPr>
        <p:txBody>
          <a:bodyPr/>
          <a:lstStyle>
            <a:lvl1pPr marL="0" indent="0" algn="r">
              <a:buNone/>
              <a:defRPr sz="1600"/>
            </a:lvl1pPr>
            <a:lvl2pPr>
              <a:buNone/>
              <a:defRPr sz="1200"/>
            </a:lvl2pPr>
            <a:lvl3pPr>
              <a:buNone/>
              <a:defRPr sz="1000"/>
            </a:lvl3pPr>
            <a:lvl4pPr>
              <a:buNone/>
              <a:defRPr sz="900"/>
            </a:lvl4pPr>
            <a:lvl5pPr>
              <a:buNone/>
              <a:defRPr sz="900"/>
            </a:lvl5pPr>
            <a:extLst/>
          </a:lstStyle>
          <a:p>
            <a:pPr lvl="0"/>
            <a:r>
              <a:rPr lang="en-US" smtClean="0"/>
              <a:t>Click to edit Master text styles</a:t>
            </a:r>
          </a:p>
        </p:txBody>
      </p:sp>
      <p:sp>
        <p:nvSpPr>
          <p:cNvPr id="4" name="Content Placeholder 3"/>
          <p:cNvSpPr>
            <a:spLocks noGrp="1"/>
          </p:cNvSpPr>
          <p:nvPr>
            <p:ph sz="half" idx="1"/>
          </p:nvPr>
        </p:nvSpPr>
        <p:spPr>
          <a:xfrm>
            <a:off x="914400" y="274320"/>
            <a:ext cx="7479792" cy="4572000"/>
          </a:xfrm>
        </p:spPr>
        <p:txBody>
          <a:bodyPr/>
          <a:lstStyle>
            <a:lvl1pPr>
              <a:defRPr sz="3200"/>
            </a:lvl1pPr>
            <a:lvl2pPr>
              <a:defRPr sz="2800"/>
            </a:lvl2pPr>
            <a:lvl3pPr>
              <a:defRPr sz="2400"/>
            </a:lvl3pPr>
            <a:lvl4pPr>
              <a:defRPr sz="2000"/>
            </a:lvl4pPr>
            <a:lvl5pPr>
              <a:defRPr sz="2000"/>
            </a:lvl5pPr>
            <a:extLs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extLst/>
          </a:lstStyle>
          <a:p>
            <a:pPr>
              <a:defRPr/>
            </a:pPr>
            <a:fld id="{D1585D33-3C37-4D71-B1E4-437972322082}" type="datetimeFigureOut">
              <a:rPr lang="en-US"/>
              <a:pPr>
                <a:defRPr/>
              </a:pPr>
              <a:t>11/11/2022</a:t>
            </a:fld>
            <a:endParaRPr lang="en-US"/>
          </a:p>
        </p:txBody>
      </p:sp>
      <p:sp>
        <p:nvSpPr>
          <p:cNvPr id="6" name="Footer Placeholder 5"/>
          <p:cNvSpPr>
            <a:spLocks noGrp="1"/>
          </p:cNvSpPr>
          <p:nvPr>
            <p:ph type="ftr" sz="quarter" idx="11"/>
          </p:nvPr>
        </p:nvSpPr>
        <p:spPr/>
        <p:txBody>
          <a:bodyPr/>
          <a:lstStyle>
            <a:lvl1pPr>
              <a:defRPr/>
            </a:lvl1pPr>
            <a:extLst/>
          </a:lstStyle>
          <a:p>
            <a:pPr>
              <a:defRPr/>
            </a:pPr>
            <a:endParaRPr lang="en-US"/>
          </a:p>
        </p:txBody>
      </p:sp>
      <p:sp>
        <p:nvSpPr>
          <p:cNvPr id="7" name="Slide Number Placeholder 6"/>
          <p:cNvSpPr>
            <a:spLocks noGrp="1"/>
          </p:cNvSpPr>
          <p:nvPr>
            <p:ph type="sldNum" sz="quarter" idx="12"/>
          </p:nvPr>
        </p:nvSpPr>
        <p:spPr/>
        <p:txBody>
          <a:bodyPr/>
          <a:lstStyle>
            <a:lvl1pPr>
              <a:defRPr/>
            </a:lvl1pPr>
          </a:lstStyle>
          <a:p>
            <a:pPr>
              <a:defRPr/>
            </a:pPr>
            <a:fld id="{708E4CB8-F311-4088-AF29-996A097FEE3E}" type="slidenum">
              <a:rPr lang="en-US"/>
              <a:pPr>
                <a:defRPr/>
              </a:pPr>
              <a:t>‹#›</a:t>
            </a:fld>
            <a:endParaRPr lang="en-US"/>
          </a:p>
        </p:txBody>
      </p:sp>
    </p:spTree>
    <p:extLst>
      <p:ext uri="{BB962C8B-B14F-4D97-AF65-F5344CB8AC3E}">
        <p14:creationId xmlns:p14="http://schemas.microsoft.com/office/powerpoint/2010/main" val="3474291930"/>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5" name="Freeform 4"/>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6" name="Freeform 15"/>
          <p:cNvSpPr>
            <a:spLocks/>
          </p:cNvSpPr>
          <p:nvPr/>
        </p:nvSpPr>
        <p:spPr bwMode="auto">
          <a:xfrm>
            <a:off x="485775" y="5938838"/>
            <a:ext cx="3690938" cy="933450"/>
          </a:xfrm>
          <a:custGeom>
            <a:avLst/>
            <a:gdLst>
              <a:gd name="T0" fmla="*/ 0 w 5591"/>
              <a:gd name="T1" fmla="*/ 0 h 588"/>
              <a:gd name="T2" fmla="*/ 2147483646 w 5591"/>
              <a:gd name="T3" fmla="*/ 0 h 588"/>
              <a:gd name="T4" fmla="*/ 2147483646 w 5591"/>
              <a:gd name="T5" fmla="*/ 2147483646 h 588"/>
              <a:gd name="T6" fmla="*/ 2147483646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7" name="Right Triangle 6"/>
          <p:cNvSpPr>
            <a:spLocks/>
          </p:cNvSpPr>
          <p:nvPr/>
        </p:nvSpPr>
        <p:spPr bwMode="auto">
          <a:xfrm>
            <a:off x="-6042" y="5791253"/>
            <a:ext cx="3402314" cy="1080868"/>
          </a:xfrm>
          <a:prstGeom prst="rtTriangle">
            <a:avLst/>
          </a:prstGeom>
          <a:blipFill>
            <a:blip r:embed="rId4"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8" name="Straight Connector 7"/>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Chevron 8"/>
          <p:cNvSpPr/>
          <p:nvPr/>
        </p:nvSpPr>
        <p:spPr>
          <a:xfrm>
            <a:off x="8664575"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a:p>
        </p:txBody>
      </p:sp>
      <p:sp>
        <p:nvSpPr>
          <p:cNvPr id="10" name="Chevron 9"/>
          <p:cNvSpPr/>
          <p:nvPr/>
        </p:nvSpPr>
        <p:spPr>
          <a:xfrm>
            <a:off x="8477250" y="4987925"/>
            <a:ext cx="182563" cy="228600"/>
          </a:xfrm>
          <a:prstGeom prst="chevron">
            <a:avLst>
              <a:gd name="adj" fmla="val 50000"/>
            </a:avLst>
          </a:prstGeom>
          <a:gradFill flip="none" rotWithShape="1">
            <a:gsLst>
              <a:gs pos="0">
                <a:schemeClr val="accent1">
                  <a:shade val="60000"/>
                  <a:satMod val="125000"/>
                </a:schemeClr>
              </a:gs>
              <a:gs pos="72000">
                <a:schemeClr val="accent1">
                  <a:tint val="90000"/>
                  <a:satMod val="138000"/>
                </a:schemeClr>
              </a:gs>
              <a:gs pos="100000">
                <a:schemeClr val="accent1">
                  <a:tint val="76000"/>
                  <a:satMod val="136000"/>
                </a:schemeClr>
              </a:gs>
            </a:gsLst>
            <a:lin ang="16200000" scaled="0"/>
          </a:gradFill>
          <a:ln w="3175" cap="rnd" cmpd="sng" algn="ctr">
            <a:solidFill>
              <a:schemeClr val="accent1">
                <a:shade val="50000"/>
              </a:schemeClr>
            </a:solidFill>
            <a:prstDash val="solid"/>
          </a:ln>
          <a:effectLst>
            <a:outerShdw blurRad="50800" dist="25400" dir="5400000">
              <a:srgbClr val="000000">
                <a:alpha val="46000"/>
              </a:srgbClr>
            </a:outerShdw>
          </a:effectLst>
        </p:spPr>
        <p:style>
          <a:lnRef idx="1">
            <a:schemeClr val="accent1"/>
          </a:lnRef>
          <a:fillRef idx="3">
            <a:schemeClr val="accent1"/>
          </a:fillRef>
          <a:effectRef idx="2">
            <a:schemeClr val="accent1"/>
          </a:effectRef>
          <a:fontRef idx="minor">
            <a:schemeClr val="lt1"/>
          </a:fontRef>
        </p:style>
        <p:txBody>
          <a:bodyPr anchor="ctr"/>
          <a:lstStyle/>
          <a:p>
            <a:pPr eaLnBrk="1" fontAlgn="auto" hangingPunct="1">
              <a:spcBef>
                <a:spcPts val="0"/>
              </a:spcBef>
              <a:spcAft>
                <a:spcPts val="0"/>
              </a:spcAft>
              <a:defRPr/>
            </a:pPr>
            <a:endParaRPr lang="en-US"/>
          </a:p>
        </p:txBody>
      </p:sp>
      <p:sp>
        <p:nvSpPr>
          <p:cNvPr id="4" name="Text Placeholder 3"/>
          <p:cNvSpPr>
            <a:spLocks noGrp="1"/>
          </p:cNvSpPr>
          <p:nvPr>
            <p:ph type="body" sz="half" idx="2"/>
          </p:nvPr>
        </p:nvSpPr>
        <p:spPr>
          <a:xfrm>
            <a:off x="1141232" y="5443402"/>
            <a:ext cx="7162800" cy="648232"/>
          </a:xfrm>
          <a:noFill/>
        </p:spPr>
        <p:txBody>
          <a:bodyPr tIns="0"/>
          <a:lstStyle>
            <a:lvl1pPr marL="0" marR="18288" indent="0" algn="r">
              <a:buNone/>
              <a:defRPr sz="1400"/>
            </a:lvl1pPr>
            <a:lvl2pPr>
              <a:defRPr sz="1200"/>
            </a:lvl2pPr>
            <a:lvl3pPr>
              <a:defRPr sz="1000"/>
            </a:lvl3pPr>
            <a:lvl4pPr>
              <a:defRPr sz="900"/>
            </a:lvl4pPr>
            <a:lvl5pPr>
              <a:defRPr sz="900"/>
            </a:lvl5pPr>
            <a:extLst/>
          </a:lstStyle>
          <a:p>
            <a:pPr lvl="0"/>
            <a:r>
              <a:rPr lang="en-US" smtClean="0"/>
              <a:t>Click to edit Master text styles</a:t>
            </a:r>
          </a:p>
        </p:txBody>
      </p:sp>
      <p:sp>
        <p:nvSpPr>
          <p:cNvPr id="3" name="Picture Placeholder 2"/>
          <p:cNvSpPr>
            <a:spLocks noGrp="1"/>
          </p:cNvSpPr>
          <p:nvPr>
            <p:ph type="pic" idx="1"/>
          </p:nvPr>
        </p:nvSpPr>
        <p:spPr>
          <a:xfrm>
            <a:off x="228600" y="189968"/>
            <a:ext cx="8686800" cy="4389120"/>
          </a:xfrm>
          <a:prstGeom prst="rect">
            <a:avLst/>
          </a:prstGeom>
          <a:solidFill>
            <a:schemeClr val="bg2"/>
          </a:solidFill>
          <a:ln>
            <a:solidFill>
              <a:schemeClr val="bg1"/>
            </a:solidFill>
          </a:ln>
          <a:effectLst>
            <a:innerShdw blurRad="95250">
              <a:srgbClr val="000000"/>
            </a:innerShdw>
          </a:effectLst>
        </p:spPr>
        <p:txBody>
          <a:bodyPr>
            <a:normAutofit/>
          </a:bodyPr>
          <a:lstStyle>
            <a:lvl1pPr marL="0" indent="0">
              <a:buNone/>
              <a:defRPr sz="3200"/>
            </a:lvl1pPr>
            <a:extLst/>
          </a:lstStyle>
          <a:p>
            <a:pPr lvl="0"/>
            <a:r>
              <a:rPr lang="en-US" noProof="0" smtClean="0"/>
              <a:t>Click icon to add picture</a:t>
            </a:r>
            <a:endParaRPr lang="en-US" noProof="0" dirty="0"/>
          </a:p>
        </p:txBody>
      </p:sp>
      <p:sp>
        <p:nvSpPr>
          <p:cNvPr id="2" name="Title 1"/>
          <p:cNvSpPr>
            <a:spLocks noGrp="1"/>
          </p:cNvSpPr>
          <p:nvPr>
            <p:ph type="title"/>
          </p:nvPr>
        </p:nvSpPr>
        <p:spPr>
          <a:xfrm>
            <a:off x="228600" y="4865122"/>
            <a:ext cx="8075432" cy="562672"/>
          </a:xfrm>
          <a:noFill/>
        </p:spPr>
        <p:txBody>
          <a:bodyPr anchor="t">
            <a:sp3d prstMaterial="softEdge"/>
          </a:bodyPr>
          <a:lstStyle>
            <a:lvl1pPr marR="0" algn="r">
              <a:buNone/>
              <a:defRPr sz="3000" b="0">
                <a:solidFill>
                  <a:schemeClr val="accent1"/>
                </a:solidFill>
                <a:effectLst>
                  <a:outerShdw blurRad="50800" dist="25000" dir="5400000" algn="t" rotWithShape="0">
                    <a:prstClr val="black">
                      <a:alpha val="45000"/>
                    </a:prstClr>
                  </a:outerShdw>
                </a:effectLst>
              </a:defRPr>
            </a:lvl1pPr>
            <a:extLst/>
          </a:lstStyle>
          <a:p>
            <a:r>
              <a:rPr lang="en-US" smtClean="0"/>
              <a:t>Click to edit Master title style</a:t>
            </a:r>
            <a:endParaRPr lang="en-US"/>
          </a:p>
        </p:txBody>
      </p:sp>
      <p:sp>
        <p:nvSpPr>
          <p:cNvPr id="11" name="Date Placeholder 4"/>
          <p:cNvSpPr>
            <a:spLocks noGrp="1"/>
          </p:cNvSpPr>
          <p:nvPr>
            <p:ph type="dt" sz="half" idx="10"/>
          </p:nvPr>
        </p:nvSpPr>
        <p:spPr/>
        <p:txBody>
          <a:bodyPr/>
          <a:lstStyle>
            <a:lvl1pPr>
              <a:defRPr>
                <a:solidFill>
                  <a:schemeClr val="tx1"/>
                </a:solidFill>
              </a:defRPr>
            </a:lvl1pPr>
            <a:extLst/>
          </a:lstStyle>
          <a:p>
            <a:pPr>
              <a:defRPr/>
            </a:pPr>
            <a:fld id="{275A568A-528F-4269-979E-CCA7DFE1AEAE}" type="datetimeFigureOut">
              <a:rPr lang="en-US"/>
              <a:pPr>
                <a:defRPr/>
              </a:pPr>
              <a:t>11/11/2022</a:t>
            </a:fld>
            <a:endParaRPr lang="en-US"/>
          </a:p>
        </p:txBody>
      </p:sp>
      <p:sp>
        <p:nvSpPr>
          <p:cNvPr id="12" name="Footer Placeholder 5"/>
          <p:cNvSpPr>
            <a:spLocks noGrp="1"/>
          </p:cNvSpPr>
          <p:nvPr>
            <p:ph type="ftr" sz="quarter" idx="11"/>
          </p:nvPr>
        </p:nvSpPr>
        <p:spPr/>
        <p:txBody>
          <a:bodyPr/>
          <a:lstStyle>
            <a:lvl1pPr>
              <a:defRPr>
                <a:solidFill>
                  <a:schemeClr val="tx1"/>
                </a:solidFill>
              </a:defRPr>
            </a:lvl1pPr>
            <a:extLst/>
          </a:lstStyle>
          <a:p>
            <a:pPr>
              <a:defRPr/>
            </a:pPr>
            <a:endParaRPr lang="en-US"/>
          </a:p>
        </p:txBody>
      </p:sp>
      <p:sp>
        <p:nvSpPr>
          <p:cNvPr id="13" name="Slide Number Placeholder 6"/>
          <p:cNvSpPr>
            <a:spLocks noGrp="1"/>
          </p:cNvSpPr>
          <p:nvPr>
            <p:ph type="sldNum" sz="quarter" idx="12"/>
          </p:nvPr>
        </p:nvSpPr>
        <p:spPr/>
        <p:txBody>
          <a:bodyPr/>
          <a:lstStyle>
            <a:lvl1pPr>
              <a:defRPr/>
            </a:lvl1pPr>
          </a:lstStyle>
          <a:p>
            <a:pPr>
              <a:defRPr/>
            </a:pPr>
            <a:fld id="{1CFF7F7B-710F-403D-9FC6-03AA67E29A0C}" type="slidenum">
              <a:rPr lang="en-US"/>
              <a:pPr>
                <a:defRPr/>
              </a:pPr>
              <a:t>‹#›</a:t>
            </a:fld>
            <a:endParaRPr lang="en-US"/>
          </a:p>
        </p:txBody>
      </p:sp>
    </p:spTree>
    <p:extLst>
      <p:ext uri="{BB962C8B-B14F-4D97-AF65-F5344CB8AC3E}">
        <p14:creationId xmlns:p14="http://schemas.microsoft.com/office/powerpoint/2010/main" val="1606584392"/>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481329"/>
            <a:ext cx="8229600" cy="438607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AB5CCF49-A668-477A-9F6F-E47A56C0B2CA}" type="datetimeFigureOut">
              <a:rPr lang="en-US"/>
              <a:pPr>
                <a:defRPr/>
              </a:pPr>
              <a:t>11/11/2022</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EA56AE8B-3C1B-4B2D-BC4B-D57184D1B1E7}" type="slidenum">
              <a:rPr lang="en-US"/>
              <a:pPr>
                <a:defRPr/>
              </a:pPr>
              <a:t>‹#›</a:t>
            </a:fld>
            <a:endParaRPr lang="en-US"/>
          </a:p>
        </p:txBody>
      </p:sp>
    </p:spTree>
    <p:extLst>
      <p:ext uri="{BB962C8B-B14F-4D97-AF65-F5344CB8AC3E}">
        <p14:creationId xmlns:p14="http://schemas.microsoft.com/office/powerpoint/2010/main" val="958540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44013" y="274640"/>
            <a:ext cx="1777470" cy="5592761"/>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41"/>
            <a:ext cx="6324600" cy="559276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9"/>
          <p:cNvSpPr>
            <a:spLocks noGrp="1"/>
          </p:cNvSpPr>
          <p:nvPr>
            <p:ph type="dt" sz="half" idx="10"/>
          </p:nvPr>
        </p:nvSpPr>
        <p:spPr/>
        <p:txBody>
          <a:bodyPr/>
          <a:lstStyle>
            <a:lvl1pPr>
              <a:defRPr/>
            </a:lvl1pPr>
          </a:lstStyle>
          <a:p>
            <a:pPr>
              <a:defRPr/>
            </a:pPr>
            <a:fld id="{1F60E58E-A989-4F9E-AE8D-8C3D9058574C}" type="datetimeFigureOut">
              <a:rPr lang="en-US"/>
              <a:pPr>
                <a:defRPr/>
              </a:pPr>
              <a:t>11/11/2022</a:t>
            </a:fld>
            <a:endParaRPr lang="en-US"/>
          </a:p>
        </p:txBody>
      </p:sp>
      <p:sp>
        <p:nvSpPr>
          <p:cNvPr id="5" name="Footer Placeholder 21"/>
          <p:cNvSpPr>
            <a:spLocks noGrp="1"/>
          </p:cNvSpPr>
          <p:nvPr>
            <p:ph type="ftr" sz="quarter" idx="11"/>
          </p:nvPr>
        </p:nvSpPr>
        <p:spPr/>
        <p:txBody>
          <a:bodyPr/>
          <a:lstStyle>
            <a:lvl1pPr>
              <a:defRPr/>
            </a:lvl1pPr>
          </a:lstStyle>
          <a:p>
            <a:pPr>
              <a:defRPr/>
            </a:pPr>
            <a:endParaRPr lang="en-US"/>
          </a:p>
        </p:txBody>
      </p:sp>
      <p:sp>
        <p:nvSpPr>
          <p:cNvPr id="6" name="Slide Number Placeholder 17"/>
          <p:cNvSpPr>
            <a:spLocks noGrp="1"/>
          </p:cNvSpPr>
          <p:nvPr>
            <p:ph type="sldNum" sz="quarter" idx="12"/>
          </p:nvPr>
        </p:nvSpPr>
        <p:spPr/>
        <p:txBody>
          <a:bodyPr/>
          <a:lstStyle>
            <a:lvl1pPr>
              <a:defRPr/>
            </a:lvl1pPr>
          </a:lstStyle>
          <a:p>
            <a:pPr>
              <a:defRPr/>
            </a:pPr>
            <a:fld id="{FAD85651-9E8F-4866-9786-D21B977C8F22}" type="slidenum">
              <a:rPr lang="en-US"/>
              <a:pPr>
                <a:defRPr/>
              </a:pPr>
              <a:t>‹#›</a:t>
            </a:fld>
            <a:endParaRPr lang="en-US"/>
          </a:p>
        </p:txBody>
      </p:sp>
    </p:spTree>
    <p:extLst>
      <p:ext uri="{BB962C8B-B14F-4D97-AF65-F5344CB8AC3E}">
        <p14:creationId xmlns:p14="http://schemas.microsoft.com/office/powerpoint/2010/main" val="33159694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Freeform 12"/>
          <p:cNvSpPr>
            <a:spLocks/>
          </p:cNvSpPr>
          <p:nvPr/>
        </p:nvSpPr>
        <p:spPr bwMode="auto">
          <a:xfrm>
            <a:off x="500063" y="5945188"/>
            <a:ext cx="4940300" cy="920750"/>
          </a:xfrm>
          <a:custGeom>
            <a:avLst>
              <a:gd name="A1" fmla="val 0"/>
              <a:gd name="A2" fmla="val 0"/>
              <a:gd name="A3" fmla="val 0"/>
              <a:gd name="A4" fmla="val 0"/>
              <a:gd name="A5" fmla="val 0"/>
              <a:gd name="A6" fmla="val 0"/>
              <a:gd name="A7" fmla="val 0"/>
              <a:gd name="A8" fmla="val 0"/>
            </a:avLst>
            <a:gdLst/>
            <a:ahLst/>
            <a:cxnLst>
              <a:cxn ang="0">
                <a:pos x="0" y="0"/>
              </a:cxn>
              <a:cxn ang="0">
                <a:pos x="5760" y="0"/>
              </a:cxn>
              <a:cxn ang="0">
                <a:pos x="5760" y="528"/>
              </a:cxn>
              <a:cxn ang="0">
                <a:pos x="48" y="0"/>
              </a:cxn>
            </a:cxnLst>
            <a:rect l="0" t="0" r="0" b="0"/>
            <a:pathLst>
              <a:path w="7485" h="337">
                <a:moveTo>
                  <a:pt x="0" y="2"/>
                </a:moveTo>
                <a:lnTo>
                  <a:pt x="7485" y="337"/>
                </a:lnTo>
                <a:lnTo>
                  <a:pt x="5558" y="337"/>
                </a:lnTo>
                <a:lnTo>
                  <a:pt x="1" y="0"/>
                </a:lnTo>
              </a:path>
            </a:pathLst>
          </a:custGeom>
          <a:solidFill>
            <a:schemeClr val="accent1">
              <a:tint val="65000"/>
              <a:satMod val="115000"/>
              <a:alpha val="40000"/>
            </a:schemeClr>
          </a:solidFill>
          <a:ln w="9525" cap="flat" cmpd="sng" algn="ctr">
            <a:noFill/>
            <a:prstDash val="solid"/>
            <a:round/>
            <a:headEnd type="none" w="med" len="med"/>
            <a:tailEnd type="none" w="med" len="med"/>
          </a:ln>
          <a:effectLst/>
        </p:spPr>
        <p:txBody>
          <a:bodyPr/>
          <a:lstStyle/>
          <a:p>
            <a:pPr eaLnBrk="1" fontAlgn="auto" hangingPunct="1">
              <a:spcBef>
                <a:spcPts val="0"/>
              </a:spcBef>
              <a:spcAft>
                <a:spcPts val="0"/>
              </a:spcAft>
              <a:defRPr/>
            </a:pPr>
            <a:endParaRPr lang="en-US">
              <a:latin typeface="+mn-lt"/>
              <a:cs typeface="+mn-cs"/>
            </a:endParaRPr>
          </a:p>
        </p:txBody>
      </p:sp>
      <p:sp>
        <p:nvSpPr>
          <p:cNvPr id="1027" name="Freeform 11"/>
          <p:cNvSpPr>
            <a:spLocks/>
          </p:cNvSpPr>
          <p:nvPr/>
        </p:nvSpPr>
        <p:spPr bwMode="auto">
          <a:xfrm>
            <a:off x="485775" y="5938838"/>
            <a:ext cx="3690938" cy="933450"/>
          </a:xfrm>
          <a:custGeom>
            <a:avLst/>
            <a:gdLst>
              <a:gd name="T0" fmla="*/ 0 w 5591"/>
              <a:gd name="T1" fmla="*/ 0 h 588"/>
              <a:gd name="T2" fmla="*/ 2147483646 w 5591"/>
              <a:gd name="T3" fmla="*/ 0 h 588"/>
              <a:gd name="T4" fmla="*/ 2147483646 w 5591"/>
              <a:gd name="T5" fmla="*/ 2147483646 h 588"/>
              <a:gd name="T6" fmla="*/ 2147483646 w 5591"/>
              <a:gd name="T7" fmla="*/ 0 h 588"/>
              <a:gd name="T8" fmla="*/ 0 60000 65536"/>
              <a:gd name="T9" fmla="*/ 0 60000 65536"/>
              <a:gd name="T10" fmla="*/ 0 60000 65536"/>
              <a:gd name="T11" fmla="*/ 0 60000 65536"/>
              <a:gd name="T12" fmla="*/ 0 w 5591"/>
              <a:gd name="T13" fmla="*/ 0 h 588"/>
              <a:gd name="T14" fmla="*/ 5591 w 5591"/>
              <a:gd name="T15" fmla="*/ 588 h 588"/>
            </a:gdLst>
            <a:ahLst/>
            <a:cxnLst>
              <a:cxn ang="T8">
                <a:pos x="T0" y="T1"/>
              </a:cxn>
              <a:cxn ang="T9">
                <a:pos x="T2" y="T3"/>
              </a:cxn>
              <a:cxn ang="T10">
                <a:pos x="T4" y="T5"/>
              </a:cxn>
              <a:cxn ang="T11">
                <a:pos x="T6" y="T7"/>
              </a:cxn>
            </a:cxnLst>
            <a:rect l="T12" t="T13" r="T14" b="T15"/>
            <a:pathLst>
              <a:path w="5591" h="588">
                <a:moveTo>
                  <a:pt x="0" y="0"/>
                </a:moveTo>
                <a:lnTo>
                  <a:pt x="5591" y="585"/>
                </a:lnTo>
                <a:lnTo>
                  <a:pt x="4415" y="588"/>
                </a:lnTo>
                <a:lnTo>
                  <a:pt x="12" y="4"/>
                </a:lnTo>
              </a:path>
            </a:pathLst>
          </a:custGeom>
          <a:solidFill>
            <a:srgbClr val="000000"/>
          </a:solidFill>
          <a:ln>
            <a:noFill/>
          </a:ln>
          <a:extLst>
            <a:ext uri="{91240B29-F687-4F45-9708-019B960494DF}">
              <a14:hiddenLine xmlns:a14="http://schemas.microsoft.com/office/drawing/2010/main" w="9525" cap="flat" cmpd="sng" algn="ctr">
                <a:solidFill>
                  <a:srgbClr val="000000"/>
                </a:solidFill>
                <a:prstDash val="solid"/>
                <a:round/>
                <a:headEnd type="none" w="med" len="med"/>
                <a:tailEnd type="none" w="med" len="med"/>
              </a14:hiddenLine>
            </a:ext>
          </a:extLst>
        </p:spPr>
        <p:txBody>
          <a:bodyPr/>
          <a:lstStyle/>
          <a:p>
            <a:endParaRPr lang="en-US"/>
          </a:p>
        </p:txBody>
      </p:sp>
      <p:sp>
        <p:nvSpPr>
          <p:cNvPr id="14" name="Right Triangle 13"/>
          <p:cNvSpPr>
            <a:spLocks/>
          </p:cNvSpPr>
          <p:nvPr/>
        </p:nvSpPr>
        <p:spPr bwMode="auto">
          <a:xfrm>
            <a:off x="-6042" y="5791253"/>
            <a:ext cx="3402314" cy="1080868"/>
          </a:xfrm>
          <a:prstGeom prst="rtTriangle">
            <a:avLst/>
          </a:prstGeom>
          <a:blipFill>
            <a:blip r:embed="rId13" cstate="print">
              <a:alphaModFix amt="50000"/>
            </a:blip>
            <a:tile tx="0" ty="0" sx="50000" sy="50000" flip="none" algn="t"/>
          </a:blipFill>
          <a:ln w="12700" cap="rnd" cmpd="thickThin" algn="ctr">
            <a:noFill/>
            <a:prstDash val="solid"/>
          </a:ln>
          <a:effectLst>
            <a:fillOverlay blend="mult">
              <a:gradFill flip="none" rotWithShape="1">
                <a:gsLst>
                  <a:gs pos="0">
                    <a:schemeClr val="accent1">
                      <a:shade val="20000"/>
                      <a:satMod val="176000"/>
                      <a:alpha val="100000"/>
                    </a:schemeClr>
                  </a:gs>
                  <a:gs pos="18000">
                    <a:schemeClr val="accent1">
                      <a:shade val="48000"/>
                      <a:satMod val="153000"/>
                      <a:alpha val="100000"/>
                    </a:schemeClr>
                  </a:gs>
                  <a:gs pos="43000">
                    <a:schemeClr val="accent1">
                      <a:tint val="86000"/>
                      <a:satMod val="149000"/>
                      <a:alpha val="100000"/>
                    </a:schemeClr>
                  </a:gs>
                  <a:gs pos="45000">
                    <a:schemeClr val="accent1">
                      <a:tint val="85000"/>
                      <a:satMod val="150000"/>
                      <a:alpha val="100000"/>
                    </a:schemeClr>
                  </a:gs>
                  <a:gs pos="50000">
                    <a:schemeClr val="accent1">
                      <a:tint val="86000"/>
                      <a:satMod val="149000"/>
                      <a:alpha val="100000"/>
                    </a:schemeClr>
                  </a:gs>
                  <a:gs pos="79000">
                    <a:schemeClr val="accent1">
                      <a:shade val="53000"/>
                      <a:satMod val="150000"/>
                      <a:alpha val="100000"/>
                    </a:schemeClr>
                  </a:gs>
                  <a:gs pos="100000">
                    <a:schemeClr val="accent1">
                      <a:shade val="25000"/>
                      <a:satMod val="170000"/>
                      <a:alpha val="100000"/>
                    </a:schemeClr>
                  </a:gs>
                </a:gsLst>
                <a:lin ang="450000" scaled="1"/>
                <a:tileRect/>
              </a:gradFill>
            </a:fillOverlay>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15" name="Straight Connector 14"/>
          <p:cNvCxnSpPr/>
          <p:nvPr/>
        </p:nvCxnSpPr>
        <p:spPr>
          <a:xfrm>
            <a:off x="-9237" y="5787738"/>
            <a:ext cx="3405509" cy="1084383"/>
          </a:xfrm>
          <a:prstGeom prst="line">
            <a:avLst/>
          </a:prstGeom>
          <a:noFill/>
          <a:ln w="12065" cap="flat" cmpd="sng" algn="ctr">
            <a:gradFill>
              <a:gsLst>
                <a:gs pos="45000">
                  <a:schemeClr val="accent1">
                    <a:tint val="70000"/>
                    <a:satMod val="110000"/>
                  </a:schemeClr>
                </a:gs>
                <a:gs pos="15000">
                  <a:schemeClr val="accent1">
                    <a:shade val="40000"/>
                    <a:satMod val="110000"/>
                  </a:schemeClr>
                </a:gs>
              </a:gsLst>
              <a:lin ang="5400000" scaled="1"/>
            </a:gradFill>
            <a:prstDash val="solid"/>
            <a:miter lim="800000"/>
          </a:ln>
          <a:effectLst/>
        </p:spPr>
        <p:style>
          <a:lnRef idx="2">
            <a:schemeClr val="accent1"/>
          </a:lnRef>
          <a:fillRef idx="0">
            <a:schemeClr val="accent1"/>
          </a:fillRef>
          <a:effectRef idx="1">
            <a:schemeClr val="accent1"/>
          </a:effectRef>
          <a:fontRef idx="minor">
            <a:schemeClr val="tx1"/>
          </a:fontRef>
        </p:style>
      </p:cxnSp>
      <p:sp>
        <p:nvSpPr>
          <p:cNvPr id="9" name="Title Placeholder 8"/>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scene3d>
            <a:sp3d prstMaterial="softEdge">
              <a:bevelT w="25400" h="25400"/>
            </a:sp3d>
          </a:bodyPr>
          <a:lstStyle/>
          <a:p>
            <a:r>
              <a:rPr lang="en-US" dirty="0" smtClean="0"/>
              <a:t>Click to edit Master title style</a:t>
            </a:r>
            <a:endParaRPr lang="en-US" dirty="0"/>
          </a:p>
        </p:txBody>
      </p:sp>
      <p:sp>
        <p:nvSpPr>
          <p:cNvPr id="1033" name="Text Placeholder 29"/>
          <p:cNvSpPr>
            <a:spLocks noGrp="1"/>
          </p:cNvSpPr>
          <p:nvPr>
            <p:ph type="body" idx="1"/>
          </p:nvPr>
        </p:nvSpPr>
        <p:spPr bwMode="auto">
          <a:xfrm>
            <a:off x="457200" y="1481138"/>
            <a:ext cx="82296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 name="Date Placeholder 9"/>
          <p:cNvSpPr>
            <a:spLocks noGrp="1"/>
          </p:cNvSpPr>
          <p:nvPr>
            <p:ph type="dt" sz="half" idx="2"/>
          </p:nvPr>
        </p:nvSpPr>
        <p:spPr>
          <a:xfrm>
            <a:off x="6727825" y="6408738"/>
            <a:ext cx="1919288" cy="365125"/>
          </a:xfrm>
          <a:prstGeom prst="rect">
            <a:avLst/>
          </a:prstGeom>
        </p:spPr>
        <p:txBody>
          <a:bodyPr vert="horz" anchor="b"/>
          <a:lstStyle>
            <a:lvl1pPr algn="l" eaLnBrk="1" fontAlgn="auto" latinLnBrk="0" hangingPunct="1">
              <a:spcBef>
                <a:spcPts val="0"/>
              </a:spcBef>
              <a:spcAft>
                <a:spcPts val="0"/>
              </a:spcAft>
              <a:defRPr kumimoji="0" sz="1000">
                <a:solidFill>
                  <a:schemeClr val="tx1"/>
                </a:solidFill>
                <a:latin typeface="+mn-lt"/>
                <a:cs typeface="+mn-cs"/>
              </a:defRPr>
            </a:lvl1pPr>
            <a:extLst/>
          </a:lstStyle>
          <a:p>
            <a:pPr>
              <a:defRPr/>
            </a:pPr>
            <a:fld id="{45B381FB-28CE-4234-805A-C941B48D2C48}" type="datetimeFigureOut">
              <a:rPr lang="en-US"/>
              <a:pPr>
                <a:defRPr/>
              </a:pPr>
              <a:t>11/11/2022</a:t>
            </a:fld>
            <a:endParaRPr lang="en-US"/>
          </a:p>
        </p:txBody>
      </p:sp>
      <p:sp>
        <p:nvSpPr>
          <p:cNvPr id="22" name="Footer Placeholder 21"/>
          <p:cNvSpPr>
            <a:spLocks noGrp="1"/>
          </p:cNvSpPr>
          <p:nvPr>
            <p:ph type="ftr" sz="quarter" idx="3"/>
          </p:nvPr>
        </p:nvSpPr>
        <p:spPr>
          <a:xfrm>
            <a:off x="4379913" y="6408738"/>
            <a:ext cx="2351087" cy="365125"/>
          </a:xfrm>
          <a:prstGeom prst="rect">
            <a:avLst/>
          </a:prstGeom>
        </p:spPr>
        <p:txBody>
          <a:bodyPr vert="horz" anchor="b"/>
          <a:lstStyle>
            <a:lvl1pPr algn="r" eaLnBrk="1" fontAlgn="auto" latinLnBrk="0" hangingPunct="1">
              <a:spcBef>
                <a:spcPts val="0"/>
              </a:spcBef>
              <a:spcAft>
                <a:spcPts val="0"/>
              </a:spcAft>
              <a:defRPr kumimoji="0" sz="1000">
                <a:solidFill>
                  <a:schemeClr val="tx1"/>
                </a:solidFill>
                <a:latin typeface="+mn-lt"/>
                <a:cs typeface="+mn-cs"/>
              </a:defRPr>
            </a:lvl1pPr>
            <a:extLst/>
          </a:lstStyle>
          <a:p>
            <a:pPr>
              <a:defRPr/>
            </a:pPr>
            <a:endParaRPr lang="en-US"/>
          </a:p>
        </p:txBody>
      </p:sp>
      <p:sp>
        <p:nvSpPr>
          <p:cNvPr id="18" name="Slide Number Placeholder 17"/>
          <p:cNvSpPr>
            <a:spLocks noGrp="1"/>
          </p:cNvSpPr>
          <p:nvPr>
            <p:ph type="sldNum" sz="quarter" idx="4"/>
          </p:nvPr>
        </p:nvSpPr>
        <p:spPr>
          <a:xfrm>
            <a:off x="8647113" y="6408738"/>
            <a:ext cx="366712" cy="365125"/>
          </a:xfrm>
          <a:prstGeom prst="rect">
            <a:avLst/>
          </a:prstGeom>
        </p:spPr>
        <p:txBody>
          <a:bodyPr vert="horz" wrap="square" lIns="91440" tIns="45720" rIns="91440" bIns="45720" numCol="1" anchor="b" anchorCtr="0" compatLnSpc="1">
            <a:prstTxWarp prst="textNoShape">
              <a:avLst/>
            </a:prstTxWarp>
          </a:bodyPr>
          <a:lstStyle>
            <a:lvl1pPr algn="r" eaLnBrk="1" hangingPunct="1">
              <a:defRPr sz="1000">
                <a:latin typeface="Lucida Sans Unicode" panose="020B0602030504020204" pitchFamily="34" charset="0"/>
              </a:defRPr>
            </a:lvl1pPr>
          </a:lstStyle>
          <a:p>
            <a:pPr>
              <a:defRPr/>
            </a:pPr>
            <a:fld id="{5A87FCEF-5CC4-4701-887D-C33F7BD4FF8A}"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971" r:id="rId1"/>
    <p:sldLayoutId id="2147483967" r:id="rId2"/>
    <p:sldLayoutId id="2147483972" r:id="rId3"/>
    <p:sldLayoutId id="2147483973" r:id="rId4"/>
    <p:sldLayoutId id="2147483974" r:id="rId5"/>
    <p:sldLayoutId id="2147483975" r:id="rId6"/>
    <p:sldLayoutId id="2147483968" r:id="rId7"/>
    <p:sldLayoutId id="2147483976" r:id="rId8"/>
    <p:sldLayoutId id="2147483977" r:id="rId9"/>
    <p:sldLayoutId id="2147483969" r:id="rId10"/>
    <p:sldLayoutId id="2147483970" r:id="rId11"/>
  </p:sldLayoutIdLst>
  <p:txStyles>
    <p:titleStyle>
      <a:lvl1pPr algn="l" rtl="0" eaLnBrk="0" fontAlgn="base" hangingPunct="0">
        <a:spcBef>
          <a:spcPct val="0"/>
        </a:spcBef>
        <a:spcAft>
          <a:spcPct val="0"/>
        </a:spcAft>
        <a:defRPr sz="4100" b="1" kern="1200">
          <a:solidFill>
            <a:schemeClr val="tx2"/>
          </a:solidFill>
          <a:effectLst>
            <a:outerShdw blurRad="31750" dist="25400" dir="5400000" algn="tl" rotWithShape="0">
              <a:srgbClr val="000000">
                <a:alpha val="25000"/>
              </a:srgbClr>
            </a:outerShdw>
          </a:effectLst>
          <a:latin typeface="Arial" pitchFamily="34" charset="0"/>
          <a:ea typeface="+mj-ea"/>
          <a:cs typeface="Arial" pitchFamily="34" charset="0"/>
        </a:defRPr>
      </a:lvl1pPr>
      <a:lvl2pPr algn="l" rtl="0" eaLnBrk="0" fontAlgn="base" hangingPunct="0">
        <a:spcBef>
          <a:spcPct val="0"/>
        </a:spcBef>
        <a:spcAft>
          <a:spcPct val="0"/>
        </a:spcAft>
        <a:defRPr sz="4100" b="1">
          <a:solidFill>
            <a:schemeClr val="tx2"/>
          </a:solidFill>
          <a:latin typeface="Arial" pitchFamily="34" charset="0"/>
          <a:cs typeface="Arial" pitchFamily="34" charset="0"/>
        </a:defRPr>
      </a:lvl2pPr>
      <a:lvl3pPr algn="l" rtl="0" eaLnBrk="0" fontAlgn="base" hangingPunct="0">
        <a:spcBef>
          <a:spcPct val="0"/>
        </a:spcBef>
        <a:spcAft>
          <a:spcPct val="0"/>
        </a:spcAft>
        <a:defRPr sz="4100" b="1">
          <a:solidFill>
            <a:schemeClr val="tx2"/>
          </a:solidFill>
          <a:latin typeface="Arial" pitchFamily="34" charset="0"/>
          <a:cs typeface="Arial" pitchFamily="34" charset="0"/>
        </a:defRPr>
      </a:lvl3pPr>
      <a:lvl4pPr algn="l" rtl="0" eaLnBrk="0" fontAlgn="base" hangingPunct="0">
        <a:spcBef>
          <a:spcPct val="0"/>
        </a:spcBef>
        <a:spcAft>
          <a:spcPct val="0"/>
        </a:spcAft>
        <a:defRPr sz="4100" b="1">
          <a:solidFill>
            <a:schemeClr val="tx2"/>
          </a:solidFill>
          <a:latin typeface="Arial" pitchFamily="34" charset="0"/>
          <a:cs typeface="Arial" pitchFamily="34" charset="0"/>
        </a:defRPr>
      </a:lvl4pPr>
      <a:lvl5pPr algn="l" rtl="0" eaLnBrk="0" fontAlgn="base" hangingPunct="0">
        <a:spcBef>
          <a:spcPct val="0"/>
        </a:spcBef>
        <a:spcAft>
          <a:spcPct val="0"/>
        </a:spcAft>
        <a:defRPr sz="4100" b="1">
          <a:solidFill>
            <a:schemeClr val="tx2"/>
          </a:solidFill>
          <a:latin typeface="Arial" pitchFamily="34" charset="0"/>
          <a:cs typeface="Arial" pitchFamily="34" charset="0"/>
        </a:defRPr>
      </a:lvl5pPr>
      <a:lvl6pPr marL="457200" algn="l" rtl="0" fontAlgn="base">
        <a:spcBef>
          <a:spcPct val="0"/>
        </a:spcBef>
        <a:spcAft>
          <a:spcPct val="0"/>
        </a:spcAft>
        <a:defRPr sz="4100" b="1">
          <a:solidFill>
            <a:schemeClr val="tx2"/>
          </a:solidFill>
          <a:latin typeface="Arial" pitchFamily="34" charset="0"/>
          <a:cs typeface="Arial" pitchFamily="34" charset="0"/>
        </a:defRPr>
      </a:lvl6pPr>
      <a:lvl7pPr marL="914400" algn="l" rtl="0" fontAlgn="base">
        <a:spcBef>
          <a:spcPct val="0"/>
        </a:spcBef>
        <a:spcAft>
          <a:spcPct val="0"/>
        </a:spcAft>
        <a:defRPr sz="4100" b="1">
          <a:solidFill>
            <a:schemeClr val="tx2"/>
          </a:solidFill>
          <a:latin typeface="Arial" pitchFamily="34" charset="0"/>
          <a:cs typeface="Arial" pitchFamily="34" charset="0"/>
        </a:defRPr>
      </a:lvl7pPr>
      <a:lvl8pPr marL="1371600" algn="l" rtl="0" fontAlgn="base">
        <a:spcBef>
          <a:spcPct val="0"/>
        </a:spcBef>
        <a:spcAft>
          <a:spcPct val="0"/>
        </a:spcAft>
        <a:defRPr sz="4100" b="1">
          <a:solidFill>
            <a:schemeClr val="tx2"/>
          </a:solidFill>
          <a:latin typeface="Arial" pitchFamily="34" charset="0"/>
          <a:cs typeface="Arial" pitchFamily="34" charset="0"/>
        </a:defRPr>
      </a:lvl8pPr>
      <a:lvl9pPr marL="1828800" algn="l" rtl="0" fontAlgn="base">
        <a:spcBef>
          <a:spcPct val="0"/>
        </a:spcBef>
        <a:spcAft>
          <a:spcPct val="0"/>
        </a:spcAft>
        <a:defRPr sz="4100" b="1">
          <a:solidFill>
            <a:schemeClr val="tx2"/>
          </a:solidFill>
          <a:latin typeface="Arial" pitchFamily="34" charset="0"/>
          <a:cs typeface="Arial" pitchFamily="34" charset="0"/>
        </a:defRPr>
      </a:lvl9pPr>
      <a:extLst/>
    </p:titleStyle>
    <p:bodyStyle>
      <a:lvl1pPr marL="365125" indent="-255588" algn="l" rtl="0" eaLnBrk="0" fontAlgn="base" hangingPunct="0">
        <a:spcBef>
          <a:spcPts val="400"/>
        </a:spcBef>
        <a:spcAft>
          <a:spcPct val="0"/>
        </a:spcAft>
        <a:buClr>
          <a:schemeClr val="accent1"/>
        </a:buClr>
        <a:buSzPct val="68000"/>
        <a:buFont typeface="Wingdings 3" panose="05040102010807070707" pitchFamily="18" charset="2"/>
        <a:buChar char=""/>
        <a:defRPr sz="2700" kern="1200">
          <a:solidFill>
            <a:schemeClr val="tx1"/>
          </a:solidFill>
          <a:latin typeface="Arial" pitchFamily="34" charset="0"/>
          <a:ea typeface="+mn-ea"/>
          <a:cs typeface="Arial" pitchFamily="34" charset="0"/>
        </a:defRPr>
      </a:lvl1pPr>
      <a:lvl2pPr marL="620713" indent="-228600" algn="l" rtl="0" eaLnBrk="0" fontAlgn="base" hangingPunct="0">
        <a:spcBef>
          <a:spcPts val="325"/>
        </a:spcBef>
        <a:spcAft>
          <a:spcPct val="0"/>
        </a:spcAft>
        <a:buClr>
          <a:schemeClr val="accent1"/>
        </a:buClr>
        <a:buFont typeface="Verdana" panose="020B0604030504040204" pitchFamily="34" charset="0"/>
        <a:buChar char="◦"/>
        <a:defRPr sz="2300" kern="1200">
          <a:solidFill>
            <a:schemeClr val="tx1"/>
          </a:solidFill>
          <a:latin typeface="Arial" pitchFamily="34" charset="0"/>
          <a:ea typeface="+mn-ea"/>
          <a:cs typeface="Arial" pitchFamily="34" charset="0"/>
        </a:defRPr>
      </a:lvl2pPr>
      <a:lvl3pPr marL="858838" indent="-228600" algn="l" rtl="0" eaLnBrk="0" fontAlgn="base" hangingPunct="0">
        <a:spcBef>
          <a:spcPts val="350"/>
        </a:spcBef>
        <a:spcAft>
          <a:spcPct val="0"/>
        </a:spcAft>
        <a:buClr>
          <a:schemeClr val="accent2"/>
        </a:buClr>
        <a:buSzPct val="100000"/>
        <a:buFont typeface="Wingdings 2" panose="05020102010507070707" pitchFamily="18" charset="2"/>
        <a:buChar char=""/>
        <a:defRPr sz="2100" kern="1200">
          <a:solidFill>
            <a:schemeClr val="tx1"/>
          </a:solidFill>
          <a:latin typeface="Arial" pitchFamily="34" charset="0"/>
          <a:ea typeface="+mn-ea"/>
          <a:cs typeface="Arial" pitchFamily="34" charset="0"/>
        </a:defRPr>
      </a:lvl3pPr>
      <a:lvl4pPr marL="1143000" indent="-228600" algn="l" rtl="0" eaLnBrk="0" fontAlgn="base" hangingPunct="0">
        <a:spcBef>
          <a:spcPts val="350"/>
        </a:spcBef>
        <a:spcAft>
          <a:spcPct val="0"/>
        </a:spcAft>
        <a:buClr>
          <a:schemeClr val="accent2"/>
        </a:buClr>
        <a:buFont typeface="Wingdings 2" panose="05020102010507070707" pitchFamily="18" charset="2"/>
        <a:buChar char=""/>
        <a:defRPr sz="1900" kern="1200">
          <a:solidFill>
            <a:schemeClr val="tx1"/>
          </a:solidFill>
          <a:latin typeface="Arial" pitchFamily="34" charset="0"/>
          <a:ea typeface="+mn-ea"/>
          <a:cs typeface="Arial" pitchFamily="34" charset="0"/>
        </a:defRPr>
      </a:lvl4pPr>
      <a:lvl5pPr marL="1371600" indent="-228600" algn="l" rtl="0" eaLnBrk="0" fontAlgn="base" hangingPunct="0">
        <a:spcBef>
          <a:spcPts val="350"/>
        </a:spcBef>
        <a:spcAft>
          <a:spcPct val="0"/>
        </a:spcAft>
        <a:buClr>
          <a:schemeClr val="accent2"/>
        </a:buClr>
        <a:buFont typeface="Wingdings 2" panose="05020102010507070707" pitchFamily="18" charset="2"/>
        <a:buChar char=""/>
        <a:defRPr sz="2000" kern="1200">
          <a:solidFill>
            <a:schemeClr val="tx1"/>
          </a:solidFill>
          <a:latin typeface="Arial" pitchFamily="34" charset="0"/>
          <a:ea typeface="+mn-ea"/>
          <a:cs typeface="Arial" pitchFamily="34" charset="0"/>
        </a:defRPr>
      </a:lvl5pPr>
      <a:lvl6pPr marL="1600200" indent="-228600" algn="l" rtl="0" eaLnBrk="1" latinLnBrk="0" hangingPunct="1">
        <a:spcBef>
          <a:spcPts val="350"/>
        </a:spcBef>
        <a:buClr>
          <a:schemeClr val="accent3"/>
        </a:buClr>
        <a:buFont typeface="Wingdings 2"/>
        <a:buChar char=""/>
        <a:defRPr kumimoji="0" sz="1800" kern="1200">
          <a:solidFill>
            <a:schemeClr val="tx1"/>
          </a:solidFill>
          <a:latin typeface="+mn-lt"/>
          <a:ea typeface="+mn-ea"/>
          <a:cs typeface="+mn-cs"/>
        </a:defRPr>
      </a:lvl6pPr>
      <a:lvl7pPr marL="18288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7pPr>
      <a:lvl8pPr marL="2057400" indent="-228600" algn="l" rtl="0" eaLnBrk="1" latinLnBrk="0" hangingPunct="1">
        <a:spcBef>
          <a:spcPts val="350"/>
        </a:spcBef>
        <a:buClr>
          <a:schemeClr val="accent3"/>
        </a:buClr>
        <a:buFont typeface="Wingdings 2"/>
        <a:buChar char=""/>
        <a:defRPr kumimoji="0" sz="1600" kern="1200">
          <a:solidFill>
            <a:schemeClr val="tx1"/>
          </a:solidFill>
          <a:latin typeface="+mn-lt"/>
          <a:ea typeface="+mn-ea"/>
          <a:cs typeface="+mn-cs"/>
        </a:defRPr>
      </a:lvl8pPr>
      <a:lvl9pPr marL="2286000" indent="-228600" algn="l" rtl="0" eaLnBrk="1" latinLnBrk="0" hangingPunct="1">
        <a:spcBef>
          <a:spcPts val="350"/>
        </a:spcBef>
        <a:buClr>
          <a:schemeClr val="accent3"/>
        </a:buClr>
        <a:buFont typeface="Wingdings 2"/>
        <a:buChar char=""/>
        <a:defRPr kumimoji="0" sz="1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8.png"/><Relationship Id="rId5" Type="http://schemas.openxmlformats.org/officeDocument/2006/relationships/oleObject" Target="../embeddings/oleObject1.bin"/><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40.png"/><Relationship Id="rId4" Type="http://schemas.openxmlformats.org/officeDocument/2006/relationships/image" Target="../media/image39.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ctrTitle" idx="4294967295"/>
          </p:nvPr>
        </p:nvSpPr>
        <p:spPr>
          <a:xfrm>
            <a:off x="0" y="2436812"/>
            <a:ext cx="8839200" cy="1830388"/>
          </a:xfrm>
        </p:spPr>
        <p:txBody>
          <a:bodyPr anchor="b"/>
          <a:lstStyle/>
          <a:p>
            <a:pPr algn="r" eaLnBrk="1" fontAlgn="auto" hangingPunct="1">
              <a:spcAft>
                <a:spcPts val="0"/>
              </a:spcAft>
              <a:defRPr/>
            </a:pPr>
            <a:r>
              <a:rPr lang="en-US" sz="4800" dirty="0" smtClean="0"/>
              <a:t>Object Oriented </a:t>
            </a:r>
            <a:br>
              <a:rPr lang="en-US" sz="4800" dirty="0" smtClean="0"/>
            </a:br>
            <a:r>
              <a:rPr lang="en-US" sz="4800" dirty="0" smtClean="0"/>
              <a:t>Programming</a:t>
            </a:r>
            <a:endParaRPr lang="en-US" sz="4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Content Placeholder 1"/>
          <p:cNvSpPr>
            <a:spLocks noGrp="1"/>
          </p:cNvSpPr>
          <p:nvPr>
            <p:ph idx="1"/>
          </p:nvPr>
        </p:nvSpPr>
        <p:spPr>
          <a:xfrm>
            <a:off x="457200" y="1481138"/>
            <a:ext cx="7696200" cy="4525962"/>
          </a:xfrm>
        </p:spPr>
        <p:txBody>
          <a:bodyPr/>
          <a:lstStyle/>
          <a:p>
            <a:pPr eaLnBrk="1" hangingPunct="1"/>
            <a:r>
              <a:rPr lang="en-US" altLang="en-US" dirty="0" smtClean="0"/>
              <a:t>Polymorphism</a:t>
            </a:r>
          </a:p>
          <a:p>
            <a:pPr lvl="1" eaLnBrk="1" hangingPunct="1"/>
            <a:r>
              <a:rPr lang="en-US" altLang="en-US" dirty="0" smtClean="0"/>
              <a:t>Method Overloading</a:t>
            </a:r>
          </a:p>
          <a:p>
            <a:pPr lvl="1" eaLnBrk="1" hangingPunct="1"/>
            <a:r>
              <a:rPr lang="en-US" altLang="en-US" dirty="0" smtClean="0"/>
              <a:t>Method Overriding </a:t>
            </a:r>
          </a:p>
          <a:p>
            <a:pPr lvl="1" eaLnBrk="1" hangingPunct="1"/>
            <a:r>
              <a:rPr lang="en-US" altLang="en-US" dirty="0" smtClean="0"/>
              <a:t>Run-time polymorphism </a:t>
            </a:r>
          </a:p>
          <a:p>
            <a:pPr lvl="2" eaLnBrk="1" hangingPunct="1"/>
            <a:r>
              <a:rPr lang="en-US" altLang="en-US" dirty="0" err="1" smtClean="0"/>
              <a:t>Upcasting</a:t>
            </a:r>
            <a:endParaRPr lang="en-US" altLang="en-US" dirty="0" smtClean="0"/>
          </a:p>
          <a:p>
            <a:pPr lvl="1" eaLnBrk="1" hangingPunct="1"/>
            <a:r>
              <a:rPr lang="en-US" altLang="en-US" dirty="0" smtClean="0"/>
              <a:t>Polymorphism in multilevel inheritance </a:t>
            </a:r>
          </a:p>
          <a:p>
            <a:pPr lvl="1" eaLnBrk="1" hangingPunct="1"/>
            <a:r>
              <a:rPr lang="en-US" altLang="en-US" dirty="0" err="1" smtClean="0"/>
              <a:t>Downcasting</a:t>
            </a:r>
            <a:endParaRPr lang="en-US" altLang="en-US" dirty="0" smtClean="0"/>
          </a:p>
          <a:p>
            <a:pPr eaLnBrk="1" hangingPunct="1"/>
            <a:r>
              <a:rPr lang="en-US" altLang="en-US" dirty="0" smtClean="0"/>
              <a:t>Final keyword</a:t>
            </a:r>
          </a:p>
          <a:p>
            <a:pPr eaLnBrk="1" hangingPunct="1"/>
            <a:r>
              <a:rPr lang="en-US" altLang="en-US" dirty="0" smtClean="0"/>
              <a:t>Abstraction</a:t>
            </a:r>
          </a:p>
          <a:p>
            <a:pPr lvl="1" eaLnBrk="1" hangingPunct="1"/>
            <a:r>
              <a:rPr lang="en-US" altLang="en-US" dirty="0" smtClean="0"/>
              <a:t>Abstract Class</a:t>
            </a:r>
          </a:p>
          <a:p>
            <a:pPr lvl="1" eaLnBrk="1" hangingPunct="1"/>
            <a:r>
              <a:rPr lang="en-US" altLang="en-US" dirty="0" smtClean="0"/>
              <a:t>Abstract Method</a:t>
            </a:r>
          </a:p>
          <a:p>
            <a:pPr eaLnBrk="1" hangingPunct="1"/>
            <a:endParaRPr lang="en-US" altLang="en-US" dirty="0" smtClean="0"/>
          </a:p>
        </p:txBody>
      </p:sp>
      <p:sp>
        <p:nvSpPr>
          <p:cNvPr id="3" name="Title 2"/>
          <p:cNvSpPr>
            <a:spLocks noGrp="1"/>
          </p:cNvSpPr>
          <p:nvPr>
            <p:ph type="title"/>
          </p:nvPr>
        </p:nvSpPr>
        <p:spPr/>
        <p:txBody>
          <a:bodyPr/>
          <a:lstStyle/>
          <a:p>
            <a:pPr eaLnBrk="1" fontAlgn="auto" hangingPunct="1">
              <a:spcAft>
                <a:spcPts val="0"/>
              </a:spcAft>
              <a:defRPr/>
            </a:pPr>
            <a:r>
              <a:rPr lang="en-US" dirty="0" smtClean="0"/>
              <a:t>Topics To Be Covered Today</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Content Placeholder 1"/>
          <p:cNvSpPr>
            <a:spLocks noGrp="1"/>
          </p:cNvSpPr>
          <p:nvPr>
            <p:ph idx="1"/>
          </p:nvPr>
        </p:nvSpPr>
        <p:spPr/>
        <p:txBody>
          <a:bodyPr/>
          <a:lstStyle/>
          <a:p>
            <a:r>
              <a:rPr lang="en-US" altLang="en-US" dirty="0" smtClean="0"/>
              <a:t>One task is performed in different ways. </a:t>
            </a:r>
            <a:r>
              <a:rPr lang="en-US" altLang="en-US" dirty="0" err="1" smtClean="0"/>
              <a:t>E.g</a:t>
            </a:r>
            <a:r>
              <a:rPr lang="en-US" altLang="en-US" dirty="0" smtClean="0"/>
              <a:t>: draw some shape, </a:t>
            </a:r>
            <a:r>
              <a:rPr lang="en-US" altLang="en-US" sz="2800" dirty="0" smtClean="0"/>
              <a:t>speak something</a:t>
            </a:r>
            <a:r>
              <a:rPr lang="en-US" altLang="en-US" dirty="0" smtClean="0"/>
              <a:t> etc.</a:t>
            </a:r>
          </a:p>
          <a:p>
            <a:r>
              <a:rPr lang="en-US" altLang="en-US" b="1" dirty="0" smtClean="0"/>
              <a:t>A combination of inheritance and overriding </a:t>
            </a:r>
          </a:p>
          <a:p>
            <a:pPr lvl="1"/>
            <a:r>
              <a:rPr lang="en-US" altLang="en-US" dirty="0" smtClean="0"/>
              <a:t>sub-classes retain flexibility to define their own methods, yet they still have to follow a consistent interface.</a:t>
            </a:r>
          </a:p>
          <a:p>
            <a:pPr lvl="1" eaLnBrk="1" hangingPunct="1"/>
            <a:r>
              <a:rPr lang="en-US" altLang="en-US" dirty="0" smtClean="0"/>
              <a:t>super-class defines common methods for sub-classes</a:t>
            </a:r>
          </a:p>
          <a:p>
            <a:pPr lvl="1" eaLnBrk="1" hangingPunct="1"/>
            <a:r>
              <a:rPr lang="en-US" altLang="en-US" dirty="0" smtClean="0"/>
              <a:t>sub-class provides specific implementations for some of the methods of the super-class</a:t>
            </a:r>
          </a:p>
          <a:p>
            <a:r>
              <a:rPr lang="en-US" altLang="en-US" dirty="0" smtClean="0"/>
              <a:t>Achieved using:</a:t>
            </a:r>
          </a:p>
          <a:p>
            <a:pPr lvl="1"/>
            <a:r>
              <a:rPr lang="en-US" altLang="en-US" dirty="0" smtClean="0"/>
              <a:t>Method overloading</a:t>
            </a:r>
          </a:p>
          <a:p>
            <a:pPr lvl="1"/>
            <a:r>
              <a:rPr lang="en-US" altLang="en-US" dirty="0" smtClean="0"/>
              <a:t>Method overriding</a:t>
            </a:r>
          </a:p>
          <a:p>
            <a:endParaRPr lang="en-US" altLang="en-US" dirty="0" smtClean="0"/>
          </a:p>
          <a:p>
            <a:endParaRPr lang="en-US" altLang="en-US" dirty="0" smtClean="0"/>
          </a:p>
        </p:txBody>
      </p:sp>
      <p:sp>
        <p:nvSpPr>
          <p:cNvPr id="3" name="Title 2"/>
          <p:cNvSpPr>
            <a:spLocks noGrp="1"/>
          </p:cNvSpPr>
          <p:nvPr>
            <p:ph type="title"/>
          </p:nvPr>
        </p:nvSpPr>
        <p:spPr/>
        <p:txBody>
          <a:bodyPr/>
          <a:lstStyle/>
          <a:p>
            <a:pPr>
              <a:defRPr/>
            </a:pPr>
            <a:r>
              <a:rPr lang="en-US" dirty="0"/>
              <a:t>Polymorphism</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Content Placeholder 1"/>
          <p:cNvSpPr>
            <a:spLocks noGrp="1"/>
          </p:cNvSpPr>
          <p:nvPr>
            <p:ph idx="1"/>
          </p:nvPr>
        </p:nvSpPr>
        <p:spPr>
          <a:xfrm>
            <a:off x="457200" y="1295400"/>
            <a:ext cx="8229600" cy="4711700"/>
          </a:xfrm>
        </p:spPr>
        <p:txBody>
          <a:bodyPr/>
          <a:lstStyle/>
          <a:p>
            <a:r>
              <a:rPr lang="en-US" altLang="en-US" dirty="0" smtClean="0"/>
              <a:t>If a class has multiple methods having same name but different in parameters.</a:t>
            </a:r>
          </a:p>
          <a:p>
            <a:r>
              <a:rPr lang="en-US" altLang="en-US" dirty="0" smtClean="0">
                <a:solidFill>
                  <a:srgbClr val="FF0000"/>
                </a:solidFill>
              </a:rPr>
              <a:t>Why overloading?</a:t>
            </a:r>
          </a:p>
          <a:p>
            <a:pPr lvl="1"/>
            <a:r>
              <a:rPr lang="en-US" altLang="en-US" dirty="0" smtClean="0"/>
              <a:t>Suppose, you have to perform addition of the given numbers but there can be any number of arguments</a:t>
            </a:r>
          </a:p>
          <a:p>
            <a:pPr lvl="1"/>
            <a:r>
              <a:rPr lang="en-US" altLang="en-US" dirty="0" smtClean="0"/>
              <a:t>Different methods for different number of parameter???</a:t>
            </a:r>
          </a:p>
          <a:p>
            <a:pPr lvl="1"/>
            <a:r>
              <a:rPr lang="en-US" altLang="en-US" dirty="0" smtClean="0"/>
              <a:t>NO. it will be difficult to understand the behavior of the method because its name differs.</a:t>
            </a:r>
          </a:p>
          <a:p>
            <a:r>
              <a:rPr lang="en-US" altLang="en-US" dirty="0" smtClean="0"/>
              <a:t>Perform method overloading to figure out the program quickly.</a:t>
            </a:r>
          </a:p>
          <a:p>
            <a:r>
              <a:rPr lang="en-US" altLang="en-US" dirty="0" smtClean="0"/>
              <a:t>Advantage:</a:t>
            </a:r>
            <a:br>
              <a:rPr lang="en-US" altLang="en-US" dirty="0" smtClean="0"/>
            </a:br>
            <a:r>
              <a:rPr lang="en-US" altLang="en-US" dirty="0" smtClean="0"/>
              <a:t>	</a:t>
            </a:r>
            <a:r>
              <a:rPr lang="en-US" altLang="en-US" i="1" dirty="0" smtClean="0"/>
              <a:t>increases the readability of the program</a:t>
            </a:r>
            <a:r>
              <a:rPr lang="en-US" altLang="en-US" dirty="0" smtClean="0"/>
              <a:t>.</a:t>
            </a:r>
            <a:br>
              <a:rPr lang="en-US" altLang="en-US" dirty="0" smtClean="0"/>
            </a:br>
            <a:endParaRPr lang="en-US" altLang="en-US" dirty="0" smtClean="0"/>
          </a:p>
        </p:txBody>
      </p:sp>
      <p:sp>
        <p:nvSpPr>
          <p:cNvPr id="3" name="Title 2"/>
          <p:cNvSpPr>
            <a:spLocks noGrp="1"/>
          </p:cNvSpPr>
          <p:nvPr>
            <p:ph type="title"/>
          </p:nvPr>
        </p:nvSpPr>
        <p:spPr/>
        <p:txBody>
          <a:bodyPr/>
          <a:lstStyle/>
          <a:p>
            <a:pPr>
              <a:defRPr/>
            </a:pPr>
            <a:r>
              <a:rPr lang="en-US" dirty="0"/>
              <a:t>Method </a:t>
            </a:r>
            <a:r>
              <a:rPr lang="en-US" dirty="0" smtClean="0"/>
              <a:t>overloading</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5362">
                                            <p:txEl>
                                              <p:pRg st="4" end="4"/>
                                            </p:txEl>
                                          </p:spTgt>
                                        </p:tgtEl>
                                        <p:attrNameLst>
                                          <p:attrName>style.visibility</p:attrName>
                                        </p:attrNameLst>
                                      </p:cBhvr>
                                      <p:to>
                                        <p:strVal val="visible"/>
                                      </p:to>
                                    </p:set>
                                    <p:anim calcmode="lin" valueType="num">
                                      <p:cBhvr additive="base">
                                        <p:cTn id="7" dur="500" fill="hold"/>
                                        <p:tgtEl>
                                          <p:spTgt spid="15362">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36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5362">
                                            <p:txEl>
                                              <p:pRg st="5" end="5"/>
                                            </p:txEl>
                                          </p:spTgt>
                                        </p:tgtEl>
                                        <p:attrNameLst>
                                          <p:attrName>style.visibility</p:attrName>
                                        </p:attrNameLst>
                                      </p:cBhvr>
                                      <p:to>
                                        <p:strVal val="visible"/>
                                      </p:to>
                                    </p:set>
                                    <p:anim calcmode="lin" valueType="num">
                                      <p:cBhvr additive="base">
                                        <p:cTn id="13" dur="500" fill="hold"/>
                                        <p:tgtEl>
                                          <p:spTgt spid="15362">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36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5362">
                                            <p:txEl>
                                              <p:pRg st="6" end="6"/>
                                            </p:txEl>
                                          </p:spTgt>
                                        </p:tgtEl>
                                        <p:attrNameLst>
                                          <p:attrName>style.visibility</p:attrName>
                                        </p:attrNameLst>
                                      </p:cBhvr>
                                      <p:to>
                                        <p:strVal val="visible"/>
                                      </p:to>
                                    </p:set>
                                    <p:anim calcmode="lin" valueType="num">
                                      <p:cBhvr additive="base">
                                        <p:cTn id="19" dur="500" fill="hold"/>
                                        <p:tgtEl>
                                          <p:spTgt spid="15362">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5362">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Content Placeholder 1"/>
          <p:cNvSpPr>
            <a:spLocks noGrp="1"/>
          </p:cNvSpPr>
          <p:nvPr>
            <p:ph idx="1"/>
          </p:nvPr>
        </p:nvSpPr>
        <p:spPr/>
        <p:txBody>
          <a:bodyPr/>
          <a:lstStyle/>
          <a:p>
            <a:r>
              <a:rPr lang="en-US" altLang="en-US" smtClean="0"/>
              <a:t>There are two ways to overload the method in java</a:t>
            </a:r>
          </a:p>
          <a:p>
            <a:pPr lvl="1"/>
            <a:r>
              <a:rPr lang="en-US" altLang="en-US" smtClean="0"/>
              <a:t>By changing number of parameters</a:t>
            </a:r>
          </a:p>
          <a:p>
            <a:pPr lvl="1"/>
            <a:r>
              <a:rPr lang="en-US" altLang="en-US" smtClean="0"/>
              <a:t>By changing the data type</a:t>
            </a:r>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a:t>ways to overload the method</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Content Placeholder 1"/>
          <p:cNvSpPr>
            <a:spLocks noGrp="1"/>
          </p:cNvSpPr>
          <p:nvPr>
            <p:ph idx="1"/>
          </p:nvPr>
        </p:nvSpPr>
        <p:spPr/>
        <p:txBody>
          <a:bodyPr/>
          <a:lstStyle/>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normAutofit fontScale="90000"/>
          </a:bodyPr>
          <a:lstStyle/>
          <a:p>
            <a:pPr>
              <a:defRPr/>
            </a:pPr>
            <a:r>
              <a:rPr lang="en-US" dirty="0"/>
              <a:t>1) Method Overloading: changing no. of arguments</a:t>
            </a:r>
          </a:p>
        </p:txBody>
      </p:sp>
      <p:pic>
        <p:nvPicPr>
          <p:cNvPr id="18436"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676400"/>
            <a:ext cx="49530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62000" y="3792538"/>
            <a:ext cx="492125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1"/>
          <p:cNvSpPr>
            <a:spLocks noGrp="1"/>
          </p:cNvSpPr>
          <p:nvPr>
            <p:ph idx="1"/>
          </p:nvPr>
        </p:nvSpPr>
        <p:spPr/>
        <p:txBody>
          <a:bodyPr/>
          <a:lstStyle/>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normAutofit fontScale="90000"/>
          </a:bodyPr>
          <a:lstStyle/>
          <a:p>
            <a:pPr>
              <a:defRPr/>
            </a:pPr>
            <a:r>
              <a:rPr lang="en-US" dirty="0"/>
              <a:t>2) Method Overloading: changing data type of arguments</a:t>
            </a:r>
          </a:p>
        </p:txBody>
      </p:sp>
      <p:pic>
        <p:nvPicPr>
          <p:cNvPr id="20484"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600200"/>
            <a:ext cx="55626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5"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4233863"/>
            <a:ext cx="5867400" cy="2395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b="1" i="1" dirty="0" smtClean="0"/>
              <a:t>In java, Method Overloading is not possible by changing only the return type of the method.</a:t>
            </a:r>
          </a:p>
          <a:p>
            <a:endParaRPr lang="en-US" altLang="en-US" dirty="0" smtClean="0"/>
          </a:p>
          <a:p>
            <a:r>
              <a:rPr lang="en-US" altLang="en-US" b="1" dirty="0" smtClean="0">
                <a:solidFill>
                  <a:srgbClr val="FF0000"/>
                </a:solidFill>
              </a:rPr>
              <a:t>Why???</a:t>
            </a:r>
          </a:p>
          <a:p>
            <a:endParaRPr lang="en-US" altLang="en-US" dirty="0" smtClean="0"/>
          </a:p>
          <a:p>
            <a:endParaRPr lang="en-US" altLang="en-US" dirty="0" smtClean="0"/>
          </a:p>
        </p:txBody>
      </p:sp>
      <p:sp>
        <p:nvSpPr>
          <p:cNvPr id="3" name="Title 2"/>
          <p:cNvSpPr>
            <a:spLocks noGrp="1"/>
          </p:cNvSpPr>
          <p:nvPr>
            <p:ph type="title"/>
          </p:nvPr>
        </p:nvSpPr>
        <p:spPr/>
        <p:txBody>
          <a:bodyPr/>
          <a:lstStyle/>
          <a:p>
            <a:pPr>
              <a:defRPr/>
            </a:pPr>
            <a:r>
              <a:rPr lang="en-US" dirty="0" smtClean="0">
                <a:solidFill>
                  <a:srgbClr val="FF0000"/>
                </a:solidFill>
              </a:rPr>
              <a:t>Rule </a:t>
            </a:r>
            <a:endParaRPr 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fade">
                                      <p:cBhvr>
                                        <p:cTn id="7" dur="1000"/>
                                        <p:tgtEl>
                                          <p:spTgt spid="2">
                                            <p:txEl>
                                              <p:pRg st="2" end="2"/>
                                            </p:txEl>
                                          </p:spTgt>
                                        </p:tgtEl>
                                      </p:cBhvr>
                                    </p:animEffect>
                                    <p:anim calcmode="lin" valueType="num">
                                      <p:cBhvr>
                                        <p:cTn id="8"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81138"/>
            <a:ext cx="8229600" cy="4919662"/>
          </a:xfrm>
        </p:spPr>
        <p:txBody>
          <a:bodyPr/>
          <a:lstStyle/>
          <a:p>
            <a:pPr>
              <a:defRPr/>
            </a:pPr>
            <a:endParaRPr lang="en-US" dirty="0" smtClean="0"/>
          </a:p>
          <a:p>
            <a:pPr>
              <a:defRPr/>
            </a:pPr>
            <a:endParaRPr lang="en-US" dirty="0"/>
          </a:p>
          <a:p>
            <a:pPr>
              <a:defRPr/>
            </a:pPr>
            <a:endParaRPr lang="en-US" dirty="0" smtClean="0"/>
          </a:p>
          <a:p>
            <a:pPr>
              <a:defRPr/>
            </a:pPr>
            <a:endParaRPr lang="en-US" dirty="0"/>
          </a:p>
          <a:p>
            <a:pPr>
              <a:defRPr/>
            </a:pPr>
            <a:endParaRPr lang="en-US" dirty="0" smtClean="0"/>
          </a:p>
          <a:p>
            <a:pPr>
              <a:defRPr/>
            </a:pPr>
            <a:endParaRPr lang="en-US" dirty="0"/>
          </a:p>
          <a:p>
            <a:pPr>
              <a:defRPr/>
            </a:pPr>
            <a:endParaRPr lang="en-US" dirty="0" smtClean="0"/>
          </a:p>
          <a:p>
            <a:pPr marL="109537" indent="0">
              <a:buFont typeface="Wingdings 3" panose="05040102010807070707" pitchFamily="18" charset="2"/>
              <a:buNone/>
              <a:defRPr/>
            </a:pPr>
            <a:endParaRPr lang="en-US" dirty="0" smtClean="0"/>
          </a:p>
          <a:p>
            <a:pPr>
              <a:defRPr/>
            </a:pPr>
            <a:r>
              <a:rPr lang="en-US" dirty="0"/>
              <a:t>how can java determine which sum() method should be called</a:t>
            </a:r>
            <a:r>
              <a:rPr lang="en-US" dirty="0" smtClean="0"/>
              <a:t>?</a:t>
            </a:r>
            <a:endParaRPr lang="en-US" dirty="0"/>
          </a:p>
          <a:p>
            <a:pPr>
              <a:defRPr/>
            </a:pPr>
            <a:endParaRPr lang="en-US" dirty="0" smtClean="0"/>
          </a:p>
          <a:p>
            <a:pPr>
              <a:defRPr/>
            </a:pPr>
            <a:endParaRPr lang="en-US" dirty="0"/>
          </a:p>
          <a:p>
            <a:pPr>
              <a:defRPr/>
            </a:pPr>
            <a:endParaRPr lang="en-US" dirty="0" smtClean="0"/>
          </a:p>
          <a:p>
            <a:pPr>
              <a:defRPr/>
            </a:pPr>
            <a:endParaRPr lang="en-US" dirty="0"/>
          </a:p>
          <a:p>
            <a:pPr>
              <a:defRPr/>
            </a:pPr>
            <a:endParaRPr lang="en-US" dirty="0" smtClean="0"/>
          </a:p>
          <a:p>
            <a:pPr>
              <a:defRPr/>
            </a:pPr>
            <a:endParaRPr lang="en-US" dirty="0"/>
          </a:p>
          <a:p>
            <a:pPr>
              <a:defRPr/>
            </a:pPr>
            <a:endParaRPr lang="en-US" dirty="0"/>
          </a:p>
        </p:txBody>
      </p:sp>
      <p:sp>
        <p:nvSpPr>
          <p:cNvPr id="3" name="Title 2"/>
          <p:cNvSpPr>
            <a:spLocks noGrp="1"/>
          </p:cNvSpPr>
          <p:nvPr>
            <p:ph type="title"/>
          </p:nvPr>
        </p:nvSpPr>
        <p:spPr/>
        <p:txBody>
          <a:bodyPr/>
          <a:lstStyle/>
          <a:p>
            <a:pPr>
              <a:defRPr/>
            </a:pPr>
            <a:r>
              <a:rPr lang="en-US" dirty="0" smtClean="0"/>
              <a:t>Example</a:t>
            </a:r>
            <a:endParaRPr lang="en-US" dirty="0"/>
          </a:p>
        </p:txBody>
      </p:sp>
      <p:pic>
        <p:nvPicPr>
          <p:cNvPr id="22532" name="Picture 3"/>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390650"/>
            <a:ext cx="5638800" cy="383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Object 4"/>
          <p:cNvGraphicFramePr>
            <a:graphicFrameLocks noChangeAspect="1"/>
          </p:cNvGraphicFramePr>
          <p:nvPr/>
        </p:nvGraphicFramePr>
        <p:xfrm>
          <a:off x="4173538" y="2890838"/>
          <a:ext cx="4673600" cy="1452562"/>
        </p:xfrm>
        <a:graphic>
          <a:graphicData uri="http://schemas.openxmlformats.org/presentationml/2006/ole">
            <mc:AlternateContent xmlns:mc="http://schemas.openxmlformats.org/markup-compatibility/2006">
              <mc:Choice xmlns:v="urn:schemas-microsoft-com:vml" Requires="v">
                <p:oleObj spid="_x0000_s22539" name="Bitmap Image" r:id="rId5" imgW="0" imgH="0" progId="Paint.Picture">
                  <p:embed/>
                </p:oleObj>
              </mc:Choice>
              <mc:Fallback>
                <p:oleObj name="Bitmap Image" r:id="rId5" imgW="0" imgH="0" progId="Paint.Picture">
                  <p:embed/>
                  <p:pic>
                    <p:nvPicPr>
                      <p:cNvPr id="0" name="Object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73538" y="2890838"/>
                        <a:ext cx="4673600" cy="1452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smtClean="0"/>
              <a:t>Yes, by method overloading, You can have any number of main methods in a class. </a:t>
            </a:r>
          </a:p>
          <a:p>
            <a:r>
              <a:rPr lang="en-US" altLang="en-US" smtClean="0">
                <a:solidFill>
                  <a:srgbClr val="FF0000"/>
                </a:solidFill>
              </a:rPr>
              <a:t>But JVM calls main() method which receives string array as arguments only</a:t>
            </a:r>
          </a:p>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normAutofit fontScale="90000"/>
          </a:bodyPr>
          <a:lstStyle/>
          <a:p>
            <a:pPr>
              <a:defRPr/>
            </a:pPr>
            <a:r>
              <a:rPr lang="en-US" dirty="0"/>
              <a:t>Q) Can we overload java main() method?</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4400" y="3733800"/>
            <a:ext cx="70866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53" presetClass="entr" presetSubtype="16" fill="hold" nodeType="clickEffect">
                                  <p:stCondLst>
                                    <p:cond delay="0"/>
                                  </p:stCondLst>
                                  <p:childTnLst>
                                    <p:set>
                                      <p:cBhvr>
                                        <p:cTn id="20" dur="1" fill="hold">
                                          <p:stCondLst>
                                            <p:cond delay="0"/>
                                          </p:stCondLst>
                                        </p:cTn>
                                        <p:tgtEl>
                                          <p:spTgt spid="4"/>
                                        </p:tgtEl>
                                        <p:attrNameLst>
                                          <p:attrName>style.visibility</p:attrName>
                                        </p:attrNameLst>
                                      </p:cBhvr>
                                      <p:to>
                                        <p:strVal val="visible"/>
                                      </p:to>
                                    </p:set>
                                    <p:anim calcmode="lin" valueType="num">
                                      <p:cBhvr>
                                        <p:cTn id="21" dur="500" fill="hold"/>
                                        <p:tgtEl>
                                          <p:spTgt spid="4"/>
                                        </p:tgtEl>
                                        <p:attrNameLst>
                                          <p:attrName>ppt_w</p:attrName>
                                        </p:attrNameLst>
                                      </p:cBhvr>
                                      <p:tavLst>
                                        <p:tav tm="0">
                                          <p:val>
                                            <p:fltVal val="0"/>
                                          </p:val>
                                        </p:tav>
                                        <p:tav tm="100000">
                                          <p:val>
                                            <p:strVal val="#ppt_w"/>
                                          </p:val>
                                        </p:tav>
                                      </p:tavLst>
                                    </p:anim>
                                    <p:anim calcmode="lin" valueType="num">
                                      <p:cBhvr>
                                        <p:cTn id="22" dur="500" fill="hold"/>
                                        <p:tgtEl>
                                          <p:spTgt spid="4"/>
                                        </p:tgtEl>
                                        <p:attrNameLst>
                                          <p:attrName>ppt_h</p:attrName>
                                        </p:attrNameLst>
                                      </p:cBhvr>
                                      <p:tavLst>
                                        <p:tav tm="0">
                                          <p:val>
                                            <p:fltVal val="0"/>
                                          </p:val>
                                        </p:tav>
                                        <p:tav tm="100000">
                                          <p:val>
                                            <p:strVal val="#ppt_h"/>
                                          </p:val>
                                        </p:tav>
                                      </p:tavLst>
                                    </p:anim>
                                    <p:animEffect transition="in" filter="fade">
                                      <p:cBhvr>
                                        <p:cTn id="23"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Content Placeholder 1"/>
          <p:cNvSpPr>
            <a:spLocks noGrp="1"/>
          </p:cNvSpPr>
          <p:nvPr>
            <p:ph idx="1"/>
          </p:nvPr>
        </p:nvSpPr>
        <p:spPr/>
        <p:txBody>
          <a:bodyPr/>
          <a:lstStyle/>
          <a:p>
            <a:r>
              <a:rPr lang="en-US" altLang="en-US" smtClean="0"/>
              <a:t>One type is promoted to another implicitly if no matching datatype is found.</a:t>
            </a:r>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normAutofit fontScale="90000"/>
          </a:bodyPr>
          <a:lstStyle/>
          <a:p>
            <a:pPr>
              <a:defRPr/>
            </a:pPr>
            <a:r>
              <a:rPr lang="en-US" dirty="0"/>
              <a:t>Method Overloading and Type Promotion</a:t>
            </a:r>
          </a:p>
        </p:txBody>
      </p:sp>
      <p:pic>
        <p:nvPicPr>
          <p:cNvPr id="26628"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514600"/>
            <a:ext cx="73914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Content Placeholder 1"/>
          <p:cNvSpPr>
            <a:spLocks noGrp="1"/>
          </p:cNvSpPr>
          <p:nvPr>
            <p:ph idx="1"/>
          </p:nvPr>
        </p:nvSpPr>
        <p:spPr>
          <a:xfrm>
            <a:off x="457200" y="1481138"/>
            <a:ext cx="8229600" cy="4157662"/>
          </a:xfrm>
        </p:spPr>
        <p:txBody>
          <a:bodyPr/>
          <a:lstStyle/>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r>
              <a:rPr lang="en-US" altLang="en-US" smtClean="0"/>
              <a:t>Output ??? If double used instead of long??</a:t>
            </a:r>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a:t>Example</a:t>
            </a:r>
          </a:p>
        </p:txBody>
      </p:sp>
      <p:pic>
        <p:nvPicPr>
          <p:cNvPr id="28676"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306513"/>
            <a:ext cx="8077200" cy="433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650">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smtClean="0">
                <a:solidFill>
                  <a:srgbClr val="FF0000"/>
                </a:solidFill>
              </a:rPr>
              <a:t>Which sum method will be called ???</a:t>
            </a:r>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normAutofit fontScale="90000"/>
          </a:bodyPr>
          <a:lstStyle/>
          <a:p>
            <a:pPr>
              <a:defRPr/>
            </a:pPr>
            <a:r>
              <a:rPr lang="en-US" dirty="0"/>
              <a:t>Method Overloading with Type Promotion if matching found</a:t>
            </a:r>
          </a:p>
        </p:txBody>
      </p:sp>
      <p:pic>
        <p:nvPicPr>
          <p:cNvPr id="30724"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23900" y="2190750"/>
            <a:ext cx="7696200"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Content Placeholder 1"/>
          <p:cNvSpPr>
            <a:spLocks noGrp="1"/>
          </p:cNvSpPr>
          <p:nvPr>
            <p:ph idx="1"/>
          </p:nvPr>
        </p:nvSpPr>
        <p:spPr/>
        <p:txBody>
          <a:bodyPr/>
          <a:lstStyle/>
          <a:p>
            <a:r>
              <a:rPr lang="en-US" altLang="en-US" smtClean="0"/>
              <a:t>If there are no matching type arguments in the method, and each method promotes similar number of arguments, there will be ambiguity.</a:t>
            </a:r>
          </a:p>
          <a:p>
            <a:endParaRPr lang="en-US" altLang="en-US" smtClean="0"/>
          </a:p>
        </p:txBody>
      </p:sp>
      <p:sp>
        <p:nvSpPr>
          <p:cNvPr id="3" name="Title 2"/>
          <p:cNvSpPr>
            <a:spLocks noGrp="1"/>
          </p:cNvSpPr>
          <p:nvPr>
            <p:ph type="title"/>
          </p:nvPr>
        </p:nvSpPr>
        <p:spPr/>
        <p:txBody>
          <a:bodyPr>
            <a:normAutofit fontScale="90000"/>
          </a:bodyPr>
          <a:lstStyle/>
          <a:p>
            <a:pPr>
              <a:defRPr/>
            </a:pPr>
            <a:r>
              <a:rPr lang="en-US" dirty="0"/>
              <a:t>Method Overloading with Type Promotion in case of ambiguity</a:t>
            </a:r>
          </a:p>
        </p:txBody>
      </p:sp>
      <p:pic>
        <p:nvPicPr>
          <p:cNvPr id="32772"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2819400"/>
            <a:ext cx="77724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537" indent="0">
              <a:buFont typeface="Wingdings 3" panose="05040102010807070707" pitchFamily="18" charset="2"/>
              <a:buNone/>
              <a:defRPr/>
            </a:pPr>
            <a:endParaRPr lang="en-US" b="1" i="1" dirty="0" smtClean="0"/>
          </a:p>
          <a:p>
            <a:pPr marL="109537" indent="0">
              <a:buFont typeface="Wingdings 3" panose="05040102010807070707" pitchFamily="18" charset="2"/>
              <a:buNone/>
              <a:defRPr/>
            </a:pPr>
            <a:endParaRPr lang="en-US" b="1" i="1" dirty="0"/>
          </a:p>
          <a:p>
            <a:pPr marL="109537" indent="0">
              <a:buFont typeface="Wingdings 3" panose="05040102010807070707" pitchFamily="18" charset="2"/>
              <a:buNone/>
              <a:defRPr/>
            </a:pPr>
            <a:r>
              <a:rPr lang="en-US" b="1" i="1" dirty="0" smtClean="0"/>
              <a:t>“One </a:t>
            </a:r>
            <a:r>
              <a:rPr lang="en-US" b="1" i="1" dirty="0"/>
              <a:t>type is not de-promoted </a:t>
            </a:r>
            <a:r>
              <a:rPr lang="en-US" b="1" i="1" dirty="0" smtClean="0"/>
              <a:t>implicitly.”</a:t>
            </a:r>
          </a:p>
          <a:p>
            <a:pPr marL="109537" indent="0">
              <a:buFont typeface="Wingdings 3" panose="05040102010807070707" pitchFamily="18" charset="2"/>
              <a:buNone/>
              <a:defRPr/>
            </a:pPr>
            <a:endParaRPr lang="en-US" b="1" i="1" dirty="0" smtClean="0"/>
          </a:p>
          <a:p>
            <a:pPr marL="109537" indent="0">
              <a:buFont typeface="Wingdings 3" panose="05040102010807070707" pitchFamily="18" charset="2"/>
              <a:buNone/>
              <a:defRPr/>
            </a:pPr>
            <a:r>
              <a:rPr lang="en-US" b="1" i="1" dirty="0" smtClean="0"/>
              <a:t> For example: double </a:t>
            </a:r>
            <a:r>
              <a:rPr lang="en-US" b="1" i="1" dirty="0"/>
              <a:t>cannot be </a:t>
            </a:r>
            <a:r>
              <a:rPr lang="en-US" b="1" i="1" dirty="0" smtClean="0"/>
              <a:t>de-promoted </a:t>
            </a:r>
            <a:r>
              <a:rPr lang="en-US" b="1" i="1" dirty="0"/>
              <a:t>to any type implicitly.</a:t>
            </a:r>
          </a:p>
          <a:p>
            <a:pPr>
              <a:defRPr/>
            </a:pPr>
            <a:endParaRPr lang="en-US" dirty="0"/>
          </a:p>
        </p:txBody>
      </p:sp>
      <p:sp>
        <p:nvSpPr>
          <p:cNvPr id="3" name="Title 2"/>
          <p:cNvSpPr>
            <a:spLocks noGrp="1"/>
          </p:cNvSpPr>
          <p:nvPr>
            <p:ph type="title"/>
          </p:nvPr>
        </p:nvSpPr>
        <p:spPr/>
        <p:txBody>
          <a:bodyPr/>
          <a:lstStyle/>
          <a:p>
            <a:pPr>
              <a:defRPr/>
            </a:pPr>
            <a:r>
              <a:rPr lang="en-US" dirty="0" smtClean="0"/>
              <a:t>Rule:</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38150" y="1455738"/>
            <a:ext cx="8229600" cy="4525962"/>
          </a:xfrm>
        </p:spPr>
        <p:txBody>
          <a:bodyPr/>
          <a:lstStyle/>
          <a:p>
            <a:r>
              <a:rPr lang="en-US" altLang="en-US" dirty="0" err="1" smtClean="0"/>
              <a:t>obj.sum</a:t>
            </a:r>
            <a:r>
              <a:rPr lang="en-US" altLang="en-US" dirty="0" smtClean="0"/>
              <a:t>(20,(</a:t>
            </a:r>
            <a:r>
              <a:rPr lang="en-US" altLang="en-US" b="1" dirty="0" err="1" smtClean="0"/>
              <a:t>int</a:t>
            </a:r>
            <a:r>
              <a:rPr lang="en-US" altLang="en-US" b="1" dirty="0" smtClean="0"/>
              <a:t>) 20.0);</a:t>
            </a:r>
            <a:endParaRPr lang="en-US" altLang="en-US" dirty="0" smtClean="0"/>
          </a:p>
          <a:p>
            <a:endParaRPr lang="en-US" altLang="en-US" dirty="0" smtClean="0"/>
          </a:p>
          <a:p>
            <a:endParaRPr lang="en-US" altLang="en-US" dirty="0" smtClean="0"/>
          </a:p>
          <a:p>
            <a:endParaRPr lang="en-US" altLang="en-US" dirty="0" smtClean="0"/>
          </a:p>
          <a:p>
            <a:endParaRPr lang="en-US" altLang="en-US" dirty="0" smtClean="0"/>
          </a:p>
          <a:p>
            <a:endParaRPr lang="en-US" altLang="en-US" dirty="0" smtClean="0"/>
          </a:p>
          <a:p>
            <a:endParaRPr lang="en-US" altLang="en-US" dirty="0" smtClean="0"/>
          </a:p>
          <a:p>
            <a:endParaRPr lang="en-US" altLang="en-US" dirty="0" smtClean="0"/>
          </a:p>
          <a:p>
            <a:endParaRPr lang="en-US" altLang="en-US" dirty="0" smtClean="0"/>
          </a:p>
        </p:txBody>
      </p:sp>
      <p:sp>
        <p:nvSpPr>
          <p:cNvPr id="3" name="Title 2"/>
          <p:cNvSpPr>
            <a:spLocks noGrp="1"/>
          </p:cNvSpPr>
          <p:nvPr>
            <p:ph type="title"/>
          </p:nvPr>
        </p:nvSpPr>
        <p:spPr/>
        <p:txBody>
          <a:bodyPr/>
          <a:lstStyle/>
          <a:p>
            <a:pPr>
              <a:defRPr/>
            </a:pPr>
            <a:r>
              <a:rPr lang="en-US" dirty="0" smtClean="0"/>
              <a:t>Example (Explicit De-promotion)</a:t>
            </a:r>
            <a:endParaRPr lang="en-US" dirty="0"/>
          </a:p>
        </p:txBody>
      </p:sp>
      <p:pic>
        <p:nvPicPr>
          <p:cNvPr id="35844"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6250" y="1995488"/>
            <a:ext cx="866775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Content Placeholder 1"/>
          <p:cNvSpPr>
            <a:spLocks noGrp="1"/>
          </p:cNvSpPr>
          <p:nvPr>
            <p:ph idx="1"/>
          </p:nvPr>
        </p:nvSpPr>
        <p:spPr/>
        <p:txBody>
          <a:bodyPr/>
          <a:lstStyle/>
          <a:p>
            <a:r>
              <a:rPr lang="en-US" altLang="en-US" dirty="0" smtClean="0"/>
              <a:t>If subclass (child class) has the same method as declared in the parent class</a:t>
            </a:r>
          </a:p>
          <a:p>
            <a:pPr lvl="1"/>
            <a:r>
              <a:rPr lang="en-US" altLang="en-US" dirty="0" smtClean="0"/>
              <a:t>if subclass provides the specific implementation of the method that has been provided by one of its parent class</a:t>
            </a:r>
          </a:p>
          <a:p>
            <a:endParaRPr lang="en-US" altLang="en-US" dirty="0" smtClean="0"/>
          </a:p>
          <a:p>
            <a:r>
              <a:rPr lang="en-US" altLang="en-US" dirty="0" smtClean="0"/>
              <a:t>Usage: Method overriding is used:</a:t>
            </a:r>
          </a:p>
          <a:p>
            <a:pPr lvl="1"/>
            <a:r>
              <a:rPr lang="en-US" altLang="en-US" dirty="0" smtClean="0"/>
              <a:t>to provide specific implementation of a method that is already provided by its super class.</a:t>
            </a:r>
          </a:p>
          <a:p>
            <a:pPr lvl="1"/>
            <a:r>
              <a:rPr lang="en-US" altLang="en-US" dirty="0" smtClean="0"/>
              <a:t>for runtime polymorphism</a:t>
            </a:r>
          </a:p>
          <a:p>
            <a:endParaRPr lang="en-US" altLang="en-US" dirty="0" smtClean="0"/>
          </a:p>
          <a:p>
            <a:endParaRPr lang="en-US" altLang="en-US" dirty="0" smtClean="0"/>
          </a:p>
        </p:txBody>
      </p:sp>
      <p:sp>
        <p:nvSpPr>
          <p:cNvPr id="3" name="Title 2"/>
          <p:cNvSpPr>
            <a:spLocks noGrp="1"/>
          </p:cNvSpPr>
          <p:nvPr>
            <p:ph type="title"/>
          </p:nvPr>
        </p:nvSpPr>
        <p:spPr/>
        <p:txBody>
          <a:bodyPr/>
          <a:lstStyle/>
          <a:p>
            <a:pPr>
              <a:defRPr/>
            </a:pPr>
            <a:r>
              <a:rPr lang="en-US" dirty="0"/>
              <a:t>Method Overriding</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Content Placeholder 1"/>
          <p:cNvSpPr>
            <a:spLocks noGrp="1"/>
          </p:cNvSpPr>
          <p:nvPr>
            <p:ph idx="1"/>
          </p:nvPr>
        </p:nvSpPr>
        <p:spPr/>
        <p:txBody>
          <a:bodyPr/>
          <a:lstStyle/>
          <a:p>
            <a:r>
              <a:rPr lang="en-US" altLang="en-US" dirty="0" smtClean="0"/>
              <a:t>method must have same name as in the parent class</a:t>
            </a:r>
          </a:p>
          <a:p>
            <a:r>
              <a:rPr lang="en-US" altLang="en-US" dirty="0" smtClean="0"/>
              <a:t>method must have same parameter as in the parent class.</a:t>
            </a:r>
          </a:p>
          <a:p>
            <a:r>
              <a:rPr lang="en-US" altLang="en-US" dirty="0" smtClean="0"/>
              <a:t>must be IS-A relationship (inheritance).</a:t>
            </a:r>
          </a:p>
          <a:p>
            <a:pPr lvl="1"/>
            <a:endParaRPr lang="en-US" altLang="en-US" dirty="0" smtClean="0"/>
          </a:p>
          <a:p>
            <a:endParaRPr lang="en-US" altLang="en-US" dirty="0" smtClean="0"/>
          </a:p>
        </p:txBody>
      </p:sp>
      <p:sp>
        <p:nvSpPr>
          <p:cNvPr id="3" name="Title 2"/>
          <p:cNvSpPr>
            <a:spLocks noGrp="1"/>
          </p:cNvSpPr>
          <p:nvPr>
            <p:ph type="title"/>
          </p:nvPr>
        </p:nvSpPr>
        <p:spPr/>
        <p:txBody>
          <a:bodyPr>
            <a:normAutofit fontScale="90000"/>
          </a:bodyPr>
          <a:lstStyle/>
          <a:p>
            <a:pPr>
              <a:defRPr/>
            </a:pPr>
            <a:r>
              <a:rPr lang="en-US" dirty="0"/>
              <a:t>Rules for Java Method Overriding</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Content Placeholder 1"/>
          <p:cNvSpPr>
            <a:spLocks noGrp="1"/>
          </p:cNvSpPr>
          <p:nvPr>
            <p:ph idx="1"/>
          </p:nvPr>
        </p:nvSpPr>
        <p:spPr/>
        <p:txBody>
          <a:bodyPr/>
          <a:lstStyle/>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z="2800" smtClean="0"/>
          </a:p>
          <a:p>
            <a:r>
              <a:rPr lang="en-US" altLang="en-US" sz="2800" smtClean="0"/>
              <a:t>Problem is that I have to provide a specific implementation of run() method of Bike, </a:t>
            </a:r>
            <a:r>
              <a:rPr lang="en-US" altLang="en-US" sz="2800" b="1" smtClean="0"/>
              <a:t>use method overriding.</a:t>
            </a:r>
            <a:endParaRPr lang="en-US" altLang="en-US" b="1"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normAutofit fontScale="90000"/>
          </a:bodyPr>
          <a:lstStyle/>
          <a:p>
            <a:pPr>
              <a:defRPr/>
            </a:pPr>
            <a:r>
              <a:rPr lang="en-US" dirty="0"/>
              <a:t>problem without method overriding</a:t>
            </a:r>
          </a:p>
        </p:txBody>
      </p:sp>
      <p:pic>
        <p:nvPicPr>
          <p:cNvPr id="43012"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481138"/>
            <a:ext cx="6858000" cy="324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a:pPr>
            <a:endParaRPr lang="en-US" dirty="0" smtClean="0"/>
          </a:p>
          <a:p>
            <a:pPr>
              <a:defRPr/>
            </a:pPr>
            <a:endParaRPr lang="en-US" dirty="0"/>
          </a:p>
          <a:p>
            <a:pPr>
              <a:defRPr/>
            </a:pPr>
            <a:endParaRPr lang="en-US" dirty="0" smtClean="0"/>
          </a:p>
          <a:p>
            <a:pPr>
              <a:defRPr/>
            </a:pPr>
            <a:endParaRPr lang="en-US" dirty="0"/>
          </a:p>
          <a:p>
            <a:pPr>
              <a:defRPr/>
            </a:pPr>
            <a:endParaRPr lang="en-US" dirty="0" smtClean="0"/>
          </a:p>
          <a:p>
            <a:pPr>
              <a:defRPr/>
            </a:pPr>
            <a:endParaRPr lang="en-US" dirty="0"/>
          </a:p>
          <a:p>
            <a:pPr>
              <a:defRPr/>
            </a:pPr>
            <a:endParaRPr lang="en-US" dirty="0" smtClean="0"/>
          </a:p>
          <a:p>
            <a:pPr>
              <a:defRPr/>
            </a:pPr>
            <a:r>
              <a:rPr lang="en-US" dirty="0" smtClean="0"/>
              <a:t>Overriding:</a:t>
            </a:r>
          </a:p>
          <a:p>
            <a:pPr lvl="1">
              <a:defRPr/>
            </a:pPr>
            <a:r>
              <a:rPr lang="en-US" dirty="0"/>
              <a:t>The name and parameter of the method is </a:t>
            </a:r>
            <a:r>
              <a:rPr lang="en-US" dirty="0" smtClean="0"/>
              <a:t>same</a:t>
            </a:r>
          </a:p>
          <a:p>
            <a:pPr lvl="1">
              <a:defRPr/>
            </a:pPr>
            <a:r>
              <a:rPr lang="en-US" dirty="0" smtClean="0"/>
              <a:t>there </a:t>
            </a:r>
            <a:r>
              <a:rPr lang="en-US" dirty="0"/>
              <a:t>is IS-A relationship between the </a:t>
            </a:r>
            <a:r>
              <a:rPr lang="en-US" dirty="0" smtClean="0"/>
              <a:t>classes</a:t>
            </a:r>
            <a:endParaRPr lang="en-US" dirty="0"/>
          </a:p>
          <a:p>
            <a:pPr marL="109537" indent="0">
              <a:buFont typeface="Wingdings 3" panose="05040102010807070707" pitchFamily="18" charset="2"/>
              <a:buNone/>
              <a:defRPr/>
            </a:pPr>
            <a:r>
              <a:rPr lang="en-US" dirty="0" smtClean="0"/>
              <a:t>Super keyword used to access super class method</a:t>
            </a:r>
            <a:endParaRPr lang="en-US" dirty="0"/>
          </a:p>
          <a:p>
            <a:pPr>
              <a:defRPr/>
            </a:pPr>
            <a:endParaRPr lang="en-US" dirty="0"/>
          </a:p>
        </p:txBody>
      </p:sp>
      <p:sp>
        <p:nvSpPr>
          <p:cNvPr id="3" name="Title 2"/>
          <p:cNvSpPr>
            <a:spLocks noGrp="1"/>
          </p:cNvSpPr>
          <p:nvPr>
            <p:ph type="title"/>
          </p:nvPr>
        </p:nvSpPr>
        <p:spPr/>
        <p:txBody>
          <a:bodyPr/>
          <a:lstStyle/>
          <a:p>
            <a:pPr>
              <a:defRPr/>
            </a:pPr>
            <a:r>
              <a:rPr lang="en-US" dirty="0" smtClean="0"/>
              <a:t>Example (method overriding)</a:t>
            </a:r>
            <a:endParaRPr lang="en-US" dirty="0"/>
          </a:p>
        </p:txBody>
      </p:sp>
      <p:pic>
        <p:nvPicPr>
          <p:cNvPr id="45060"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379538"/>
            <a:ext cx="6934200" cy="3459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smtClean="0"/>
              <a:t>Can we override static method?</a:t>
            </a:r>
          </a:p>
          <a:p>
            <a:pPr lvl="1"/>
            <a:r>
              <a:rPr lang="en-US" altLang="en-US" smtClean="0"/>
              <a:t>No, static method cannot be overridden.</a:t>
            </a:r>
          </a:p>
          <a:p>
            <a:r>
              <a:rPr lang="en-US" altLang="en-US" smtClean="0"/>
              <a:t>Why we cannot override static method?</a:t>
            </a:r>
          </a:p>
          <a:p>
            <a:pPr lvl="1"/>
            <a:r>
              <a:rPr lang="en-US" altLang="en-US" smtClean="0"/>
              <a:t>because static method is bound with class whereas instance method is bound with object. Static belongs to class area and instance belongs to heap area. Moreover, overriding is performed at run time. </a:t>
            </a:r>
          </a:p>
          <a:p>
            <a:r>
              <a:rPr lang="en-US" altLang="en-US" smtClean="0"/>
              <a:t>Can we override java main method?</a:t>
            </a:r>
          </a:p>
          <a:p>
            <a:pPr lvl="1"/>
            <a:r>
              <a:rPr lang="en-US" altLang="en-US" smtClean="0"/>
              <a:t>No, because main is a static method.</a:t>
            </a:r>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smtClean="0">
                <a:solidFill>
                  <a:srgbClr val="FF0000"/>
                </a:solidFill>
              </a:rPr>
              <a:t>Questions</a:t>
            </a:r>
            <a:endParaRPr 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2" presetClass="entr" presetSubtype="0"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Effect transition="in" filter="fade">
                                      <p:cBhvr>
                                        <p:cTn id="13" dur="1000"/>
                                        <p:tgtEl>
                                          <p:spTgt spid="2">
                                            <p:txEl>
                                              <p:pRg st="1" end="1"/>
                                            </p:txEl>
                                          </p:spTgt>
                                        </p:tgtEl>
                                      </p:cBhvr>
                                    </p:animEffect>
                                    <p:anim calcmode="lin" valueType="num">
                                      <p:cBhvr>
                                        <p:cTn id="14"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4" fill="hold" nodeType="clickEffect">
                                  <p:stCondLst>
                                    <p:cond delay="0"/>
                                  </p:stCondLst>
                                  <p:childTnLst>
                                    <p:set>
                                      <p:cBhvr>
                                        <p:cTn id="19" dur="1" fill="hold">
                                          <p:stCondLst>
                                            <p:cond delay="0"/>
                                          </p:stCondLst>
                                        </p:cTn>
                                        <p:tgtEl>
                                          <p:spTgt spid="2">
                                            <p:txEl>
                                              <p:pRg st="2" end="2"/>
                                            </p:txEl>
                                          </p:spTgt>
                                        </p:tgtEl>
                                        <p:attrNameLst>
                                          <p:attrName>style.visibility</p:attrName>
                                        </p:attrNameLst>
                                      </p:cBhvr>
                                      <p:to>
                                        <p:strVal val="visible"/>
                                      </p:to>
                                    </p:set>
                                    <p:anim calcmode="lin" valueType="num">
                                      <p:cBhvr additive="base">
                                        <p:cTn id="20"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42" presetClass="entr" presetSubtype="0" fill="hold" nodeType="clickEffect">
                                  <p:stCondLst>
                                    <p:cond delay="0"/>
                                  </p:stCondLst>
                                  <p:childTnLst>
                                    <p:set>
                                      <p:cBhvr>
                                        <p:cTn id="25" dur="1" fill="hold">
                                          <p:stCondLst>
                                            <p:cond delay="0"/>
                                          </p:stCondLst>
                                        </p:cTn>
                                        <p:tgtEl>
                                          <p:spTgt spid="2">
                                            <p:txEl>
                                              <p:pRg st="3" end="3"/>
                                            </p:txEl>
                                          </p:spTgt>
                                        </p:tgtEl>
                                        <p:attrNameLst>
                                          <p:attrName>style.visibility</p:attrName>
                                        </p:attrNameLst>
                                      </p:cBhvr>
                                      <p:to>
                                        <p:strVal val="visible"/>
                                      </p:to>
                                    </p:set>
                                    <p:animEffect transition="in" filter="fade">
                                      <p:cBhvr>
                                        <p:cTn id="26" dur="1000"/>
                                        <p:tgtEl>
                                          <p:spTgt spid="2">
                                            <p:txEl>
                                              <p:pRg st="3" end="3"/>
                                            </p:txEl>
                                          </p:spTgt>
                                        </p:tgtEl>
                                      </p:cBhvr>
                                    </p:animEffect>
                                    <p:anim calcmode="lin" valueType="num">
                                      <p:cBhvr>
                                        <p:cTn id="27"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2">
                                            <p:txEl>
                                              <p:pRg st="4" end="4"/>
                                            </p:txEl>
                                          </p:spTgt>
                                        </p:tgtEl>
                                        <p:attrNameLst>
                                          <p:attrName>style.visibility</p:attrName>
                                        </p:attrNameLst>
                                      </p:cBhvr>
                                      <p:to>
                                        <p:strVal val="visible"/>
                                      </p:to>
                                    </p:set>
                                    <p:anim calcmode="lin" valueType="num">
                                      <p:cBhvr additive="base">
                                        <p:cTn id="33"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42" presetClass="entr" presetSubtype="0" fill="hold" nodeType="clickEffect">
                                  <p:stCondLst>
                                    <p:cond delay="0"/>
                                  </p:stCondLst>
                                  <p:childTnLst>
                                    <p:set>
                                      <p:cBhvr>
                                        <p:cTn id="38" dur="1" fill="hold">
                                          <p:stCondLst>
                                            <p:cond delay="0"/>
                                          </p:stCondLst>
                                        </p:cTn>
                                        <p:tgtEl>
                                          <p:spTgt spid="2">
                                            <p:txEl>
                                              <p:pRg st="5" end="5"/>
                                            </p:txEl>
                                          </p:spTgt>
                                        </p:tgtEl>
                                        <p:attrNameLst>
                                          <p:attrName>style.visibility</p:attrName>
                                        </p:attrNameLst>
                                      </p:cBhvr>
                                      <p:to>
                                        <p:strVal val="visible"/>
                                      </p:to>
                                    </p:set>
                                    <p:animEffect transition="in" filter="fade">
                                      <p:cBhvr>
                                        <p:cTn id="39" dur="1000"/>
                                        <p:tgtEl>
                                          <p:spTgt spid="2">
                                            <p:txEl>
                                              <p:pRg st="5" end="5"/>
                                            </p:txEl>
                                          </p:spTgt>
                                        </p:tgtEl>
                                      </p:cBhvr>
                                    </p:animEffect>
                                    <p:anim calcmode="lin" valueType="num">
                                      <p:cBhvr>
                                        <p:cTn id="4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dirty="0"/>
              <a:t>O</a:t>
            </a:r>
            <a:r>
              <a:rPr lang="en-US" dirty="0" smtClean="0"/>
              <a:t>verloading   VS    </a:t>
            </a:r>
            <a:r>
              <a:rPr lang="en-US" dirty="0" smtClean="0">
                <a:effectLst/>
              </a:rPr>
              <a:t>Overriding</a:t>
            </a:r>
            <a:endParaRPr lang="en-US" dirty="0"/>
          </a:p>
        </p:txBody>
      </p:sp>
      <p:sp>
        <p:nvSpPr>
          <p:cNvPr id="52227" name="Text Placeholder 2"/>
          <p:cNvSpPr>
            <a:spLocks noGrp="1"/>
          </p:cNvSpPr>
          <p:nvPr>
            <p:ph type="body" idx="1"/>
          </p:nvPr>
        </p:nvSpPr>
        <p:spPr>
          <a:xfrm>
            <a:off x="457200" y="5943600"/>
            <a:ext cx="4040188" cy="762000"/>
          </a:xfrm>
          <a:ln>
            <a:headEnd/>
            <a:tailEnd/>
          </a:ln>
        </p:spPr>
        <p:txBody>
          <a:bodyPr/>
          <a:lstStyle/>
          <a:p>
            <a:r>
              <a:rPr lang="en-US" altLang="en-US" b="1" smtClean="0"/>
              <a:t>Method Overloading</a:t>
            </a:r>
          </a:p>
        </p:txBody>
      </p:sp>
      <p:sp>
        <p:nvSpPr>
          <p:cNvPr id="52228" name="Text Placeholder 3"/>
          <p:cNvSpPr>
            <a:spLocks noGrp="1"/>
          </p:cNvSpPr>
          <p:nvPr>
            <p:ph type="body" sz="half" idx="3"/>
          </p:nvPr>
        </p:nvSpPr>
        <p:spPr>
          <a:xfrm>
            <a:off x="4645025" y="5943600"/>
            <a:ext cx="4041775" cy="762000"/>
          </a:xfrm>
          <a:ln>
            <a:headEnd/>
            <a:tailEnd/>
          </a:ln>
        </p:spPr>
        <p:txBody>
          <a:bodyPr/>
          <a:lstStyle/>
          <a:p>
            <a:r>
              <a:rPr lang="en-US" altLang="en-US" b="1" smtClean="0"/>
              <a:t>Method Overriding</a:t>
            </a:r>
            <a:endParaRPr lang="en-US" altLang="en-US" smtClean="0"/>
          </a:p>
        </p:txBody>
      </p:sp>
      <p:sp>
        <p:nvSpPr>
          <p:cNvPr id="5" name="Content Placeholder 4"/>
          <p:cNvSpPr>
            <a:spLocks noGrp="1"/>
          </p:cNvSpPr>
          <p:nvPr>
            <p:ph sz="quarter" idx="2"/>
          </p:nvPr>
        </p:nvSpPr>
        <p:spPr>
          <a:xfrm>
            <a:off x="457200" y="1444625"/>
            <a:ext cx="4040188" cy="3941763"/>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txBody>
          <a:bodyPr/>
          <a:lstStyle/>
          <a:p>
            <a:pPr lvl="1"/>
            <a:r>
              <a:rPr lang="en-US" altLang="en-US" dirty="0" smtClean="0"/>
              <a:t>used </a:t>
            </a:r>
            <a:r>
              <a:rPr lang="en-US" altLang="en-US" i="1" dirty="0" smtClean="0"/>
              <a:t>to increase the readability</a:t>
            </a:r>
            <a:r>
              <a:rPr lang="en-US" altLang="en-US" dirty="0" smtClean="0"/>
              <a:t> of the program.</a:t>
            </a:r>
          </a:p>
          <a:p>
            <a:pPr lvl="1"/>
            <a:r>
              <a:rPr lang="en-US" altLang="en-US" dirty="0" smtClean="0"/>
              <a:t>performed </a:t>
            </a:r>
            <a:r>
              <a:rPr lang="en-US" altLang="en-US" i="1" dirty="0" smtClean="0"/>
              <a:t>within class</a:t>
            </a:r>
            <a:r>
              <a:rPr lang="en-US" altLang="en-US" dirty="0" smtClean="0"/>
              <a:t>.</a:t>
            </a:r>
          </a:p>
          <a:p>
            <a:pPr lvl="1"/>
            <a:r>
              <a:rPr lang="en-US" altLang="en-US" i="1" dirty="0" smtClean="0"/>
              <a:t>parameters must be different</a:t>
            </a:r>
            <a:r>
              <a:rPr lang="en-US" altLang="en-US" dirty="0" smtClean="0"/>
              <a:t>.</a:t>
            </a:r>
          </a:p>
          <a:p>
            <a:pPr lvl="1"/>
            <a:r>
              <a:rPr lang="en-US" altLang="en-US" i="1" dirty="0" smtClean="0"/>
              <a:t>Compile time polymorphism</a:t>
            </a:r>
          </a:p>
          <a:p>
            <a:pPr lvl="1"/>
            <a:r>
              <a:rPr lang="en-US" altLang="en-US" i="1" dirty="0" smtClean="0"/>
              <a:t>Return type can be same or different</a:t>
            </a:r>
            <a:r>
              <a:rPr lang="en-US" altLang="en-US" dirty="0" smtClean="0"/>
              <a:t> </a:t>
            </a:r>
          </a:p>
          <a:p>
            <a:pPr lvl="2"/>
            <a:r>
              <a:rPr lang="en-US" altLang="en-US" dirty="0" smtClean="0"/>
              <a:t>can't be performed by changing return type of the method only. </a:t>
            </a:r>
            <a:endParaRPr lang="en-US" altLang="en-US" i="1" dirty="0" smtClean="0"/>
          </a:p>
          <a:p>
            <a:endParaRPr lang="en-US" altLang="en-US" dirty="0" smtClean="0"/>
          </a:p>
        </p:txBody>
      </p:sp>
      <p:sp>
        <p:nvSpPr>
          <p:cNvPr id="6" name="Content Placeholder 5"/>
          <p:cNvSpPr>
            <a:spLocks noGrp="1"/>
          </p:cNvSpPr>
          <p:nvPr>
            <p:ph sz="quarter" idx="4"/>
          </p:nvPr>
        </p:nvSpPr>
        <p:spPr>
          <a:xfrm>
            <a:off x="4645025" y="1444625"/>
            <a:ext cx="4041775" cy="3941763"/>
          </a:xfrm>
          <a:ln>
            <a:prstDash val="solid"/>
          </a:ln>
          <a:extLst>
            <a:ext uri="{91240B29-F687-4F45-9708-019B960494DF}">
              <a14:hiddenLine xmlns:a14="http://schemas.microsoft.com/office/drawing/2010/main" w="9525">
                <a:solidFill>
                  <a:srgbClr val="000000"/>
                </a:solidFill>
                <a:prstDash val="sysDash"/>
                <a:miter lim="800000"/>
                <a:headEnd/>
                <a:tailEnd/>
              </a14:hiddenLine>
            </a:ext>
          </a:extLst>
        </p:spPr>
        <p:txBody>
          <a:bodyPr/>
          <a:lstStyle/>
          <a:p>
            <a:pPr lvl="1"/>
            <a:r>
              <a:rPr lang="en-US" altLang="en-US" dirty="0" smtClean="0"/>
              <a:t>used </a:t>
            </a:r>
            <a:r>
              <a:rPr lang="en-US" altLang="en-US" i="1" dirty="0" smtClean="0"/>
              <a:t>to provide the specific implementation</a:t>
            </a:r>
            <a:r>
              <a:rPr lang="en-US" altLang="en-US" dirty="0" smtClean="0"/>
              <a:t> of the method that is already provided by its super class.</a:t>
            </a:r>
          </a:p>
          <a:p>
            <a:pPr lvl="1"/>
            <a:r>
              <a:rPr lang="en-US" altLang="en-US" dirty="0" smtClean="0"/>
              <a:t>occurs </a:t>
            </a:r>
            <a:r>
              <a:rPr lang="en-US" altLang="en-US" i="1" dirty="0" smtClean="0"/>
              <a:t>in two classes </a:t>
            </a:r>
            <a:r>
              <a:rPr lang="en-US" altLang="en-US" dirty="0" smtClean="0"/>
              <a:t>that have IS-A (inheritance) relationship.</a:t>
            </a:r>
          </a:p>
          <a:p>
            <a:pPr lvl="1"/>
            <a:r>
              <a:rPr lang="en-US" altLang="en-US" i="1" dirty="0" smtClean="0"/>
              <a:t>parameters must be same</a:t>
            </a:r>
            <a:r>
              <a:rPr lang="en-US" altLang="en-US" dirty="0" smtClean="0"/>
              <a:t>.</a:t>
            </a:r>
          </a:p>
          <a:p>
            <a:pPr lvl="1"/>
            <a:r>
              <a:rPr lang="en-US" altLang="en-US" dirty="0" smtClean="0"/>
              <a:t>R</a:t>
            </a:r>
            <a:r>
              <a:rPr lang="en-US" altLang="en-US" i="1" dirty="0" smtClean="0"/>
              <a:t>un time polymorphism</a:t>
            </a:r>
            <a:r>
              <a:rPr lang="en-US" altLang="en-US" dirty="0" smtClean="0"/>
              <a:t>.</a:t>
            </a:r>
          </a:p>
          <a:p>
            <a:pPr lvl="1"/>
            <a:r>
              <a:rPr lang="en-US" altLang="en-US" i="1" dirty="0" smtClean="0"/>
              <a:t>Return type must be same or covariant</a:t>
            </a:r>
          </a:p>
          <a:p>
            <a:pPr lvl="2"/>
            <a:r>
              <a:rPr lang="en-US" altLang="en-US" i="1" dirty="0" smtClean="0">
                <a:solidFill>
                  <a:srgbClr val="FF0000"/>
                </a:solidFill>
              </a:rPr>
              <a:t>Q) what is covariant return type?</a:t>
            </a:r>
            <a:endParaRPr lang="en-US" altLang="en-US" dirty="0" smtClean="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 calcmode="lin" valueType="num">
                                      <p:cBhvr additive="base">
                                        <p:cTn id="13"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 calcmode="lin" valueType="num">
                                      <p:cBhvr additive="base">
                                        <p:cTn id="19"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6">
                                            <p:txEl>
                                              <p:pRg st="1" end="1"/>
                                            </p:txEl>
                                          </p:spTgt>
                                        </p:tgtEl>
                                        <p:attrNameLst>
                                          <p:attrName>style.visibility</p:attrName>
                                        </p:attrNameLst>
                                      </p:cBhvr>
                                      <p:to>
                                        <p:strVal val="visible"/>
                                      </p:to>
                                    </p:set>
                                    <p:anim calcmode="lin" valueType="num">
                                      <p:cBhvr additive="base">
                                        <p:cTn id="25"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5">
                                            <p:txEl>
                                              <p:pRg st="2" end="2"/>
                                            </p:txEl>
                                          </p:spTgt>
                                        </p:tgtEl>
                                        <p:attrNameLst>
                                          <p:attrName>style.visibility</p:attrName>
                                        </p:attrNameLst>
                                      </p:cBhvr>
                                      <p:to>
                                        <p:strVal val="visible"/>
                                      </p:to>
                                    </p:set>
                                    <p:anim calcmode="lin" valueType="num">
                                      <p:cBhvr additive="base">
                                        <p:cTn id="31"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6">
                                            <p:txEl>
                                              <p:pRg st="2" end="2"/>
                                            </p:txEl>
                                          </p:spTgt>
                                        </p:tgtEl>
                                        <p:attrNameLst>
                                          <p:attrName>style.visibility</p:attrName>
                                        </p:attrNameLst>
                                      </p:cBhvr>
                                      <p:to>
                                        <p:strVal val="visible"/>
                                      </p:to>
                                    </p:set>
                                    <p:anim calcmode="lin" valueType="num">
                                      <p:cBhvr additive="base">
                                        <p:cTn id="37"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5">
                                            <p:txEl>
                                              <p:pRg st="3" end="3"/>
                                            </p:txEl>
                                          </p:spTgt>
                                        </p:tgtEl>
                                        <p:attrNameLst>
                                          <p:attrName>style.visibility</p:attrName>
                                        </p:attrNameLst>
                                      </p:cBhvr>
                                      <p:to>
                                        <p:strVal val="visible"/>
                                      </p:to>
                                    </p:set>
                                    <p:anim calcmode="lin" valueType="num">
                                      <p:cBhvr additive="base">
                                        <p:cTn id="43"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6">
                                            <p:txEl>
                                              <p:pRg st="3" end="3"/>
                                            </p:txEl>
                                          </p:spTgt>
                                        </p:tgtEl>
                                        <p:attrNameLst>
                                          <p:attrName>style.visibility</p:attrName>
                                        </p:attrNameLst>
                                      </p:cBhvr>
                                      <p:to>
                                        <p:strVal val="visible"/>
                                      </p:to>
                                    </p:set>
                                    <p:anim calcmode="lin" valueType="num">
                                      <p:cBhvr additive="base">
                                        <p:cTn id="49"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nodeType="clickEffect">
                                  <p:stCondLst>
                                    <p:cond delay="0"/>
                                  </p:stCondLst>
                                  <p:childTnLst>
                                    <p:set>
                                      <p:cBhvr>
                                        <p:cTn id="54" dur="1" fill="hold">
                                          <p:stCondLst>
                                            <p:cond delay="0"/>
                                          </p:stCondLst>
                                        </p:cTn>
                                        <p:tgtEl>
                                          <p:spTgt spid="5">
                                            <p:txEl>
                                              <p:pRg st="4" end="4"/>
                                            </p:txEl>
                                          </p:spTgt>
                                        </p:tgtEl>
                                        <p:attrNameLst>
                                          <p:attrName>style.visibility</p:attrName>
                                        </p:attrNameLst>
                                      </p:cBhvr>
                                      <p:to>
                                        <p:strVal val="visible"/>
                                      </p:to>
                                    </p:set>
                                    <p:anim calcmode="lin" valueType="num">
                                      <p:cBhvr additive="base">
                                        <p:cTn id="55"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5">
                                            <p:txEl>
                                              <p:pRg st="4" end="4"/>
                                            </p:txEl>
                                          </p:spTgt>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5">
                                            <p:txEl>
                                              <p:pRg st="5" end="5"/>
                                            </p:txEl>
                                          </p:spTgt>
                                        </p:tgtEl>
                                        <p:attrNameLst>
                                          <p:attrName>style.visibility</p:attrName>
                                        </p:attrNameLst>
                                      </p:cBhvr>
                                      <p:to>
                                        <p:strVal val="visible"/>
                                      </p:to>
                                    </p:set>
                                    <p:anim calcmode="lin" valueType="num">
                                      <p:cBhvr additive="base">
                                        <p:cTn id="59"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5">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4" fill="hold" nodeType="clickEffect">
                                  <p:stCondLst>
                                    <p:cond delay="0"/>
                                  </p:stCondLst>
                                  <p:childTnLst>
                                    <p:set>
                                      <p:cBhvr>
                                        <p:cTn id="64" dur="1" fill="hold">
                                          <p:stCondLst>
                                            <p:cond delay="0"/>
                                          </p:stCondLst>
                                        </p:cTn>
                                        <p:tgtEl>
                                          <p:spTgt spid="6">
                                            <p:txEl>
                                              <p:pRg st="4" end="4"/>
                                            </p:txEl>
                                          </p:spTgt>
                                        </p:tgtEl>
                                        <p:attrNameLst>
                                          <p:attrName>style.visibility</p:attrName>
                                        </p:attrNameLst>
                                      </p:cBhvr>
                                      <p:to>
                                        <p:strVal val="visible"/>
                                      </p:to>
                                    </p:set>
                                    <p:anim calcmode="lin" valueType="num">
                                      <p:cBhvr additive="base">
                                        <p:cTn id="65" dur="500" fill="hold"/>
                                        <p:tgtEl>
                                          <p:spTgt spid="6">
                                            <p:txEl>
                                              <p:pRg st="4" end="4"/>
                                            </p:txEl>
                                          </p:spTgt>
                                        </p:tgtEl>
                                        <p:attrNameLst>
                                          <p:attrName>ppt_x</p:attrName>
                                        </p:attrNameLst>
                                      </p:cBhvr>
                                      <p:tavLst>
                                        <p:tav tm="0">
                                          <p:val>
                                            <p:strVal val="#ppt_x"/>
                                          </p:val>
                                        </p:tav>
                                        <p:tav tm="100000">
                                          <p:val>
                                            <p:strVal val="#ppt_x"/>
                                          </p:val>
                                        </p:tav>
                                      </p:tavLst>
                                    </p:anim>
                                    <p:anim calcmode="lin" valueType="num">
                                      <p:cBhvr additive="base">
                                        <p:cTn id="66" dur="500" fill="hold"/>
                                        <p:tgtEl>
                                          <p:spTgt spid="6">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2" presetClass="entr" presetSubtype="4" fill="hold" nodeType="clickEffect">
                                  <p:stCondLst>
                                    <p:cond delay="0"/>
                                  </p:stCondLst>
                                  <p:childTnLst>
                                    <p:set>
                                      <p:cBhvr>
                                        <p:cTn id="70" dur="1" fill="hold">
                                          <p:stCondLst>
                                            <p:cond delay="0"/>
                                          </p:stCondLst>
                                        </p:cTn>
                                        <p:tgtEl>
                                          <p:spTgt spid="6">
                                            <p:txEl>
                                              <p:pRg st="5" end="5"/>
                                            </p:txEl>
                                          </p:spTgt>
                                        </p:tgtEl>
                                        <p:attrNameLst>
                                          <p:attrName>style.visibility</p:attrName>
                                        </p:attrNameLst>
                                      </p:cBhvr>
                                      <p:to>
                                        <p:strVal val="visible"/>
                                      </p:to>
                                    </p:set>
                                    <p:anim calcmode="lin" valueType="num">
                                      <p:cBhvr additive="base">
                                        <p:cTn id="71" dur="500" fill="hold"/>
                                        <p:tgtEl>
                                          <p:spTgt spid="6">
                                            <p:txEl>
                                              <p:pRg st="5" end="5"/>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6">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Content Placeholder 1"/>
          <p:cNvSpPr>
            <a:spLocks noGrp="1"/>
          </p:cNvSpPr>
          <p:nvPr>
            <p:ph idx="1"/>
          </p:nvPr>
        </p:nvSpPr>
        <p:spPr/>
        <p:txBody>
          <a:bodyPr/>
          <a:lstStyle/>
          <a:p>
            <a:r>
              <a:rPr lang="en-US" altLang="en-US" smtClean="0"/>
              <a:t>polymorphism means many forms</a:t>
            </a:r>
          </a:p>
          <a:p>
            <a:r>
              <a:rPr lang="en-US" altLang="en-US" smtClean="0"/>
              <a:t>derived from 2 greek words</a:t>
            </a:r>
          </a:p>
          <a:p>
            <a:pPr lvl="1"/>
            <a:r>
              <a:rPr lang="en-US" altLang="en-US" smtClean="0"/>
              <a:t>poly and morphs. "poly" means many and "morphs" means forms</a:t>
            </a:r>
          </a:p>
          <a:p>
            <a:r>
              <a:rPr lang="en-US" altLang="en-US" smtClean="0"/>
              <a:t>Two types of polymorphism in java</a:t>
            </a:r>
          </a:p>
          <a:p>
            <a:pPr lvl="1"/>
            <a:r>
              <a:rPr lang="en-US" altLang="en-US" smtClean="0"/>
              <a:t>Compile time polymorphism </a:t>
            </a:r>
          </a:p>
          <a:p>
            <a:pPr lvl="2"/>
            <a:r>
              <a:rPr lang="en-US" altLang="en-US" b="1" smtClean="0"/>
              <a:t>Static binding, Early binding</a:t>
            </a:r>
            <a:r>
              <a:rPr lang="en-US" altLang="en-US" smtClean="0"/>
              <a:t> and </a:t>
            </a:r>
            <a:r>
              <a:rPr lang="en-US" altLang="en-US" b="1" smtClean="0"/>
              <a:t>overloading</a:t>
            </a:r>
            <a:r>
              <a:rPr lang="en-US" altLang="en-US" smtClean="0"/>
              <a:t> as well.</a:t>
            </a:r>
          </a:p>
          <a:p>
            <a:pPr lvl="1"/>
            <a:r>
              <a:rPr lang="en-US" altLang="en-US" smtClean="0"/>
              <a:t>Run-time polymorphism (</a:t>
            </a:r>
            <a:r>
              <a:rPr lang="en-US" altLang="en-US" b="1" smtClean="0"/>
              <a:t>Dynamic Method Dispatch</a:t>
            </a:r>
            <a:r>
              <a:rPr lang="en-US" altLang="en-US" smtClean="0"/>
              <a:t>)</a:t>
            </a:r>
          </a:p>
          <a:p>
            <a:pPr lvl="2"/>
            <a:r>
              <a:rPr lang="en-US" altLang="en-US" b="1" smtClean="0"/>
              <a:t>Dynamic binding, Late binding</a:t>
            </a:r>
            <a:r>
              <a:rPr lang="en-US" altLang="en-US" smtClean="0"/>
              <a:t> and </a:t>
            </a:r>
            <a:r>
              <a:rPr lang="en-US" altLang="en-US" b="1" smtClean="0"/>
              <a:t>overriding</a:t>
            </a:r>
            <a:r>
              <a:rPr lang="en-US" altLang="en-US" smtClean="0"/>
              <a:t> as well.</a:t>
            </a:r>
            <a:endParaRPr lang="en-US" altLang="en-US" smtClean="0">
              <a:solidFill>
                <a:srgbClr val="FF0000"/>
              </a:solidFill>
            </a:endParaRPr>
          </a:p>
          <a:p>
            <a:pPr lvl="2"/>
            <a:r>
              <a:rPr lang="en-US" altLang="en-US" smtClean="0">
                <a:solidFill>
                  <a:srgbClr val="FF0000"/>
                </a:solidFill>
              </a:rPr>
              <a:t>we will focus on runtime polymorphism in java.</a:t>
            </a:r>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a:t>Polymorphism in Java</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Content Placeholder 1"/>
          <p:cNvSpPr>
            <a:spLocks noGrp="1"/>
          </p:cNvSpPr>
          <p:nvPr>
            <p:ph idx="1"/>
          </p:nvPr>
        </p:nvSpPr>
        <p:spPr/>
        <p:txBody>
          <a:bodyPr/>
          <a:lstStyle/>
          <a:p>
            <a:r>
              <a:rPr lang="en-US" altLang="en-US" dirty="0" smtClean="0"/>
              <a:t>a process in which a call to an overridden method is resolved at runtime rather than compile-time.</a:t>
            </a:r>
          </a:p>
          <a:p>
            <a:r>
              <a:rPr lang="en-US" altLang="en-US" dirty="0" smtClean="0"/>
              <a:t>an overridden method is called through the reference variable of a superclass</a:t>
            </a:r>
          </a:p>
          <a:p>
            <a:r>
              <a:rPr lang="en-US" altLang="en-US" dirty="0" smtClean="0"/>
              <a:t>The determination of the method to be called is based on the object being referred to by the reference variable.</a:t>
            </a:r>
          </a:p>
          <a:p>
            <a:endParaRPr lang="en-US" altLang="en-US" dirty="0" smtClean="0"/>
          </a:p>
          <a:p>
            <a:r>
              <a:rPr lang="en-US" altLang="en-US" dirty="0" err="1" smtClean="0">
                <a:solidFill>
                  <a:srgbClr val="FF0000"/>
                </a:solidFill>
              </a:rPr>
              <a:t>Upcasting</a:t>
            </a:r>
            <a:r>
              <a:rPr lang="en-US" altLang="en-US" dirty="0" smtClean="0">
                <a:solidFill>
                  <a:srgbClr val="FF0000"/>
                </a:solidFill>
              </a:rPr>
              <a:t> ???</a:t>
            </a:r>
          </a:p>
          <a:p>
            <a:endParaRPr lang="en-US" altLang="en-US" dirty="0" smtClean="0"/>
          </a:p>
        </p:txBody>
      </p:sp>
      <p:sp>
        <p:nvSpPr>
          <p:cNvPr id="3" name="Title 2"/>
          <p:cNvSpPr>
            <a:spLocks noGrp="1"/>
          </p:cNvSpPr>
          <p:nvPr>
            <p:ph type="title"/>
          </p:nvPr>
        </p:nvSpPr>
        <p:spPr/>
        <p:txBody>
          <a:bodyPr/>
          <a:lstStyle/>
          <a:p>
            <a:pPr>
              <a:defRPr/>
            </a:pPr>
            <a:r>
              <a:rPr lang="en-US" dirty="0"/>
              <a:t>Runtime Polymorphism in Java</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1202">
                                            <p:txEl>
                                              <p:pRg st="4" end="4"/>
                                            </p:txEl>
                                          </p:spTgt>
                                        </p:tgtEl>
                                        <p:attrNameLst>
                                          <p:attrName>style.visibility</p:attrName>
                                        </p:attrNameLst>
                                      </p:cBhvr>
                                      <p:to>
                                        <p:strVal val="visible"/>
                                      </p:to>
                                    </p:set>
                                    <p:anim calcmode="lin" valueType="num">
                                      <p:cBhvr additive="base">
                                        <p:cTn id="7" dur="500" fill="hold"/>
                                        <p:tgtEl>
                                          <p:spTgt spid="51202">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02">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a:pPr>
            <a:r>
              <a:rPr lang="en-US" dirty="0"/>
              <a:t>When reference variable of Parent class refers to the object of Child class, it is known as </a:t>
            </a:r>
            <a:r>
              <a:rPr lang="en-US" dirty="0" err="1" smtClean="0"/>
              <a:t>upcasting</a:t>
            </a:r>
            <a:endParaRPr lang="en-US" dirty="0" smtClean="0"/>
          </a:p>
          <a:p>
            <a:pPr>
              <a:defRPr/>
            </a:pPr>
            <a:endParaRPr lang="en-US" dirty="0"/>
          </a:p>
          <a:p>
            <a:pPr>
              <a:defRPr/>
            </a:pPr>
            <a:endParaRPr lang="en-US" dirty="0" smtClean="0"/>
          </a:p>
          <a:p>
            <a:pPr>
              <a:defRPr/>
            </a:pPr>
            <a:endParaRPr lang="en-US" dirty="0"/>
          </a:p>
          <a:p>
            <a:pPr>
              <a:defRPr/>
            </a:pPr>
            <a:endParaRPr lang="en-US" dirty="0" smtClean="0"/>
          </a:p>
          <a:p>
            <a:pPr marL="109537" indent="0">
              <a:buFont typeface="Wingdings 3" panose="05040102010807070707" pitchFamily="18" charset="2"/>
              <a:buNone/>
              <a:defRPr/>
            </a:pPr>
            <a:r>
              <a:rPr lang="en-US" dirty="0" smtClean="0"/>
              <a:t>	class A {}</a:t>
            </a:r>
          </a:p>
          <a:p>
            <a:pPr marL="109537" indent="0">
              <a:buFont typeface="Wingdings 3" panose="05040102010807070707" pitchFamily="18" charset="2"/>
              <a:buNone/>
              <a:defRPr/>
            </a:pPr>
            <a:r>
              <a:rPr lang="en-US" dirty="0" smtClean="0"/>
              <a:t>	class B extends A{}</a:t>
            </a:r>
          </a:p>
          <a:p>
            <a:pPr marL="109537" indent="0">
              <a:buFont typeface="Wingdings 3" panose="05040102010807070707" pitchFamily="18" charset="2"/>
              <a:buNone/>
              <a:defRPr/>
            </a:pPr>
            <a:r>
              <a:rPr lang="en-US" dirty="0" smtClean="0"/>
              <a:t>	A a=new B(); </a:t>
            </a:r>
            <a:r>
              <a:rPr lang="en-US" dirty="0" smtClean="0">
                <a:solidFill>
                  <a:srgbClr val="00B050"/>
                </a:solidFill>
              </a:rPr>
              <a:t>// </a:t>
            </a:r>
            <a:r>
              <a:rPr lang="en-US" dirty="0" err="1" smtClean="0">
                <a:solidFill>
                  <a:srgbClr val="00B050"/>
                </a:solidFill>
              </a:rPr>
              <a:t>Upcasting</a:t>
            </a:r>
            <a:r>
              <a:rPr lang="en-US" dirty="0" smtClean="0">
                <a:solidFill>
                  <a:srgbClr val="00B050"/>
                </a:solidFill>
              </a:rPr>
              <a:t> </a:t>
            </a:r>
            <a:endParaRPr lang="en-US" dirty="0">
              <a:solidFill>
                <a:srgbClr val="00B050"/>
              </a:solidFill>
            </a:endParaRPr>
          </a:p>
        </p:txBody>
      </p:sp>
      <p:sp>
        <p:nvSpPr>
          <p:cNvPr id="3" name="Title 2"/>
          <p:cNvSpPr>
            <a:spLocks noGrp="1"/>
          </p:cNvSpPr>
          <p:nvPr>
            <p:ph type="title"/>
          </p:nvPr>
        </p:nvSpPr>
        <p:spPr/>
        <p:txBody>
          <a:bodyPr/>
          <a:lstStyle/>
          <a:p>
            <a:pPr>
              <a:defRPr/>
            </a:pPr>
            <a:r>
              <a:rPr lang="en-US" dirty="0" err="1"/>
              <a:t>Upcasting</a:t>
            </a:r>
            <a:endParaRPr lang="en-US" dirty="0"/>
          </a:p>
        </p:txBody>
      </p:sp>
      <p:pic>
        <p:nvPicPr>
          <p:cNvPr id="57348"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95400" y="2590800"/>
            <a:ext cx="6553200"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Content Placeholder 1"/>
          <p:cNvSpPr>
            <a:spLocks noGrp="1"/>
          </p:cNvSpPr>
          <p:nvPr>
            <p:ph idx="1"/>
          </p:nvPr>
        </p:nvSpPr>
        <p:spPr/>
        <p:txBody>
          <a:bodyPr/>
          <a:lstStyle/>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smtClean="0"/>
              <a:t>Example</a:t>
            </a:r>
            <a:endParaRPr lang="en-US" dirty="0"/>
          </a:p>
        </p:txBody>
      </p:sp>
      <p:pic>
        <p:nvPicPr>
          <p:cNvPr id="58372"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481138"/>
            <a:ext cx="769620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Content Placeholder 1"/>
          <p:cNvSpPr>
            <a:spLocks noGrp="1"/>
          </p:cNvSpPr>
          <p:nvPr>
            <p:ph idx="1"/>
          </p:nvPr>
        </p:nvSpPr>
        <p:spPr/>
        <p:txBody>
          <a:bodyPr/>
          <a:lstStyle/>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normAutofit fontScale="90000"/>
          </a:bodyPr>
          <a:lstStyle/>
          <a:p>
            <a:pPr>
              <a:defRPr/>
            </a:pPr>
            <a:r>
              <a:rPr lang="en-US" dirty="0"/>
              <a:t>Java Runtime Polymorphism Example: Shape</a:t>
            </a:r>
          </a:p>
        </p:txBody>
      </p:sp>
      <p:pic>
        <p:nvPicPr>
          <p:cNvPr id="62468"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481138"/>
            <a:ext cx="7467600" cy="289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9"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543050" y="4710113"/>
            <a:ext cx="6057900" cy="211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Content Placeholder 1"/>
          <p:cNvSpPr>
            <a:spLocks noGrp="1"/>
          </p:cNvSpPr>
          <p:nvPr>
            <p:ph idx="1"/>
          </p:nvPr>
        </p:nvSpPr>
        <p:spPr/>
        <p:txBody>
          <a:bodyPr/>
          <a:lstStyle/>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a:t>Another Example: Animal</a:t>
            </a:r>
          </a:p>
        </p:txBody>
      </p:sp>
      <p:pic>
        <p:nvPicPr>
          <p:cNvPr id="64516"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219200"/>
            <a:ext cx="70866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7" name="Picture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28800" y="4494213"/>
            <a:ext cx="5486400" cy="2344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537" indent="0">
              <a:buFont typeface="Wingdings 3" panose="05040102010807070707" pitchFamily="18" charset="2"/>
              <a:buNone/>
              <a:defRPr/>
            </a:pPr>
            <a:r>
              <a:rPr lang="en-US" dirty="0" smtClean="0"/>
              <a:t>Can we perform Java </a:t>
            </a:r>
            <a:r>
              <a:rPr lang="en-US" dirty="0"/>
              <a:t>Runtime Polymorphism with Data </a:t>
            </a:r>
            <a:r>
              <a:rPr lang="en-US" dirty="0" smtClean="0"/>
              <a:t>Member ?</a:t>
            </a:r>
          </a:p>
          <a:p>
            <a:pPr>
              <a:defRPr/>
            </a:pPr>
            <a:endParaRPr lang="en-US" dirty="0"/>
          </a:p>
          <a:p>
            <a:pPr marL="109537" indent="0">
              <a:buFont typeface="Wingdings 3" panose="05040102010807070707" pitchFamily="18" charset="2"/>
              <a:buNone/>
              <a:defRPr/>
            </a:pPr>
            <a:r>
              <a:rPr lang="en-US" dirty="0" smtClean="0"/>
              <a:t>Answer: NO</a:t>
            </a:r>
          </a:p>
          <a:p>
            <a:pPr marL="109537" indent="0">
              <a:buFont typeface="Wingdings 3" panose="05040102010807070707" pitchFamily="18" charset="2"/>
              <a:buNone/>
              <a:defRPr/>
            </a:pPr>
            <a:r>
              <a:rPr lang="en-US" b="1" i="1" dirty="0" smtClean="0"/>
              <a:t>	Runtime </a:t>
            </a:r>
            <a:r>
              <a:rPr lang="en-US" b="1" i="1" dirty="0"/>
              <a:t>polymorphism can't be achieved </a:t>
            </a:r>
            <a:r>
              <a:rPr lang="en-US" b="1" i="1" dirty="0" smtClean="0"/>
              <a:t>	by </a:t>
            </a:r>
            <a:r>
              <a:rPr lang="en-US" b="1" i="1" dirty="0"/>
              <a:t>data members</a:t>
            </a:r>
            <a:r>
              <a:rPr lang="en-US" b="1" i="1" dirty="0" smtClean="0"/>
              <a:t>.</a:t>
            </a:r>
          </a:p>
          <a:p>
            <a:pPr marL="109537" indent="0">
              <a:buFont typeface="Wingdings 3" panose="05040102010807070707" pitchFamily="18" charset="2"/>
              <a:buNone/>
              <a:defRPr/>
            </a:pPr>
            <a:r>
              <a:rPr lang="en-US" b="1" i="1" dirty="0"/>
              <a:t>	</a:t>
            </a:r>
            <a:r>
              <a:rPr lang="en-US" b="1" i="1" dirty="0" smtClean="0">
                <a:solidFill>
                  <a:schemeClr val="accent2"/>
                </a:solidFill>
              </a:rPr>
              <a:t>Why???</a:t>
            </a:r>
          </a:p>
          <a:p>
            <a:pPr marL="109537" indent="0">
              <a:buFont typeface="Wingdings 3" panose="05040102010807070707" pitchFamily="18" charset="2"/>
              <a:buNone/>
              <a:defRPr/>
            </a:pPr>
            <a:r>
              <a:rPr lang="en-US" b="1" i="1" dirty="0"/>
              <a:t>	</a:t>
            </a:r>
            <a:r>
              <a:rPr lang="en-US" b="1" i="1" dirty="0" smtClean="0"/>
              <a:t>	because Method </a:t>
            </a:r>
            <a:r>
              <a:rPr lang="en-US" b="1" i="1" dirty="0"/>
              <a:t>is overridden not the </a:t>
            </a:r>
            <a:r>
              <a:rPr lang="en-US" b="1" i="1" dirty="0" smtClean="0"/>
              <a:t>		data members</a:t>
            </a:r>
            <a:endParaRPr lang="en-US" dirty="0"/>
          </a:p>
        </p:txBody>
      </p:sp>
      <p:sp>
        <p:nvSpPr>
          <p:cNvPr id="3" name="Title 2"/>
          <p:cNvSpPr>
            <a:spLocks noGrp="1"/>
          </p:cNvSpPr>
          <p:nvPr>
            <p:ph type="title"/>
          </p:nvPr>
        </p:nvSpPr>
        <p:spPr/>
        <p:txBody>
          <a:bodyPr/>
          <a:lstStyle/>
          <a:p>
            <a:pPr>
              <a:defRPr/>
            </a:pPr>
            <a:r>
              <a:rPr lang="en-US" dirty="0" smtClean="0">
                <a:solidFill>
                  <a:schemeClr val="accent2"/>
                </a:solidFill>
              </a:rPr>
              <a:t>Question</a:t>
            </a:r>
            <a:endParaRPr lang="en-US" dirty="0">
              <a:solidFill>
                <a:schemeClr val="accent2"/>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 calcmode="lin" valueType="num">
                                      <p:cBhvr additive="base">
                                        <p:cTn id="7"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6" presetClass="entr" presetSubtype="0" fill="hold" nodeType="click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animEffect transition="in" filter="wipe(down)">
                                      <p:cBhvr>
                                        <p:cTn id="13" dur="580">
                                          <p:stCondLst>
                                            <p:cond delay="0"/>
                                          </p:stCondLst>
                                        </p:cTn>
                                        <p:tgtEl>
                                          <p:spTgt spid="2">
                                            <p:txEl>
                                              <p:pRg st="3" end="3"/>
                                            </p:txEl>
                                          </p:spTgt>
                                        </p:tgtEl>
                                      </p:cBhvr>
                                    </p:animEffect>
                                    <p:anim calcmode="lin" valueType="num">
                                      <p:cBhvr>
                                        <p:cTn id="14" dur="1822" tmFilter="0,0; 0.14,0.36; 0.43,0.73; 0.71,0.91; 1.0,1.0">
                                          <p:stCondLst>
                                            <p:cond delay="0"/>
                                          </p:stCondLst>
                                        </p:cTn>
                                        <p:tgtEl>
                                          <p:spTgt spid="2">
                                            <p:txEl>
                                              <p:pRg st="3" end="3"/>
                                            </p:txEl>
                                          </p:spTgt>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2">
                                            <p:txEl>
                                              <p:pRg st="3" end="3"/>
                                            </p:txEl>
                                          </p:spTgt>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2">
                                            <p:txEl>
                                              <p:pRg st="3" end="3"/>
                                            </p:txEl>
                                          </p:spTgt>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2">
                                            <p:txEl>
                                              <p:pRg st="3" end="3"/>
                                            </p:txEl>
                                          </p:spTgt>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2">
                                            <p:txEl>
                                              <p:pRg st="3" end="3"/>
                                            </p:txEl>
                                          </p:spTgt>
                                        </p:tgtEl>
                                        <p:attrNameLst>
                                          <p:attrName>ppt_y</p:attrName>
                                        </p:attrNameLst>
                                      </p:cBhvr>
                                      <p:tavLst>
                                        <p:tav tm="0" fmla="#ppt_y-sin(pi*$)/81">
                                          <p:val>
                                            <p:fltVal val="0"/>
                                          </p:val>
                                        </p:tav>
                                        <p:tav tm="100000">
                                          <p:val>
                                            <p:fltVal val="1"/>
                                          </p:val>
                                        </p:tav>
                                      </p:tavLst>
                                    </p:anim>
                                    <p:animScale>
                                      <p:cBhvr>
                                        <p:cTn id="19" dur="26">
                                          <p:stCondLst>
                                            <p:cond delay="650"/>
                                          </p:stCondLst>
                                        </p:cTn>
                                        <p:tgtEl>
                                          <p:spTgt spid="2">
                                            <p:txEl>
                                              <p:pRg st="3" end="3"/>
                                            </p:txEl>
                                          </p:spTgt>
                                        </p:tgtEl>
                                      </p:cBhvr>
                                      <p:to x="100000" y="60000"/>
                                    </p:animScale>
                                    <p:animScale>
                                      <p:cBhvr>
                                        <p:cTn id="20" dur="166" decel="50000">
                                          <p:stCondLst>
                                            <p:cond delay="676"/>
                                          </p:stCondLst>
                                        </p:cTn>
                                        <p:tgtEl>
                                          <p:spTgt spid="2">
                                            <p:txEl>
                                              <p:pRg st="3" end="3"/>
                                            </p:txEl>
                                          </p:spTgt>
                                        </p:tgtEl>
                                      </p:cBhvr>
                                      <p:to x="100000" y="100000"/>
                                    </p:animScale>
                                    <p:animScale>
                                      <p:cBhvr>
                                        <p:cTn id="21" dur="26">
                                          <p:stCondLst>
                                            <p:cond delay="1312"/>
                                          </p:stCondLst>
                                        </p:cTn>
                                        <p:tgtEl>
                                          <p:spTgt spid="2">
                                            <p:txEl>
                                              <p:pRg st="3" end="3"/>
                                            </p:txEl>
                                          </p:spTgt>
                                        </p:tgtEl>
                                      </p:cBhvr>
                                      <p:to x="100000" y="80000"/>
                                    </p:animScale>
                                    <p:animScale>
                                      <p:cBhvr>
                                        <p:cTn id="22" dur="166" decel="50000">
                                          <p:stCondLst>
                                            <p:cond delay="1338"/>
                                          </p:stCondLst>
                                        </p:cTn>
                                        <p:tgtEl>
                                          <p:spTgt spid="2">
                                            <p:txEl>
                                              <p:pRg st="3" end="3"/>
                                            </p:txEl>
                                          </p:spTgt>
                                        </p:tgtEl>
                                      </p:cBhvr>
                                      <p:to x="100000" y="100000"/>
                                    </p:animScale>
                                    <p:animScale>
                                      <p:cBhvr>
                                        <p:cTn id="23" dur="26">
                                          <p:stCondLst>
                                            <p:cond delay="1642"/>
                                          </p:stCondLst>
                                        </p:cTn>
                                        <p:tgtEl>
                                          <p:spTgt spid="2">
                                            <p:txEl>
                                              <p:pRg st="3" end="3"/>
                                            </p:txEl>
                                          </p:spTgt>
                                        </p:tgtEl>
                                      </p:cBhvr>
                                      <p:to x="100000" y="90000"/>
                                    </p:animScale>
                                    <p:animScale>
                                      <p:cBhvr>
                                        <p:cTn id="24" dur="166" decel="50000">
                                          <p:stCondLst>
                                            <p:cond delay="1668"/>
                                          </p:stCondLst>
                                        </p:cTn>
                                        <p:tgtEl>
                                          <p:spTgt spid="2">
                                            <p:txEl>
                                              <p:pRg st="3" end="3"/>
                                            </p:txEl>
                                          </p:spTgt>
                                        </p:tgtEl>
                                      </p:cBhvr>
                                      <p:to x="100000" y="100000"/>
                                    </p:animScale>
                                    <p:animScale>
                                      <p:cBhvr>
                                        <p:cTn id="25" dur="26">
                                          <p:stCondLst>
                                            <p:cond delay="1808"/>
                                          </p:stCondLst>
                                        </p:cTn>
                                        <p:tgtEl>
                                          <p:spTgt spid="2">
                                            <p:txEl>
                                              <p:pRg st="3" end="3"/>
                                            </p:txEl>
                                          </p:spTgt>
                                        </p:tgtEl>
                                      </p:cBhvr>
                                      <p:to x="100000" y="95000"/>
                                    </p:animScale>
                                    <p:animScale>
                                      <p:cBhvr>
                                        <p:cTn id="26" dur="166" decel="50000">
                                          <p:stCondLst>
                                            <p:cond delay="1834"/>
                                          </p:stCondLst>
                                        </p:cTn>
                                        <p:tgtEl>
                                          <p:spTgt spid="2">
                                            <p:txEl>
                                              <p:pRg st="3" end="3"/>
                                            </p:txEl>
                                          </p:spTgt>
                                        </p:tgtEl>
                                      </p:cBhvr>
                                      <p:to x="100000" y="100000"/>
                                    </p:animScale>
                                  </p:childTnLst>
                                </p:cTn>
                              </p:par>
                            </p:childTnLst>
                          </p:cTn>
                        </p:par>
                      </p:childTnLst>
                    </p:cTn>
                  </p:par>
                  <p:par>
                    <p:cTn id="27" fill="hold" nodeType="clickPar">
                      <p:stCondLst>
                        <p:cond delay="indefinite"/>
                      </p:stCondLst>
                      <p:childTnLst>
                        <p:par>
                          <p:cTn id="28" fill="hold" nodeType="withGroup">
                            <p:stCondLst>
                              <p:cond delay="0"/>
                            </p:stCondLst>
                            <p:childTnLst>
                              <p:par>
                                <p:cTn id="29" presetID="53" presetClass="entr" presetSubtype="16"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p:cTn id="31" dur="500" fill="hold"/>
                                        <p:tgtEl>
                                          <p:spTgt spid="2">
                                            <p:txEl>
                                              <p:pRg st="4" end="4"/>
                                            </p:txEl>
                                          </p:spTgt>
                                        </p:tgtEl>
                                        <p:attrNameLst>
                                          <p:attrName>ppt_w</p:attrName>
                                        </p:attrNameLst>
                                      </p:cBhvr>
                                      <p:tavLst>
                                        <p:tav tm="0">
                                          <p:val>
                                            <p:fltVal val="0"/>
                                          </p:val>
                                        </p:tav>
                                        <p:tav tm="100000">
                                          <p:val>
                                            <p:strVal val="#ppt_w"/>
                                          </p:val>
                                        </p:tav>
                                      </p:tavLst>
                                    </p:anim>
                                    <p:anim calcmode="lin" valueType="num">
                                      <p:cBhvr>
                                        <p:cTn id="32" dur="500" fill="hold"/>
                                        <p:tgtEl>
                                          <p:spTgt spid="2">
                                            <p:txEl>
                                              <p:pRg st="4" end="4"/>
                                            </p:txEl>
                                          </p:spTgt>
                                        </p:tgtEl>
                                        <p:attrNameLst>
                                          <p:attrName>ppt_h</p:attrName>
                                        </p:attrNameLst>
                                      </p:cBhvr>
                                      <p:tavLst>
                                        <p:tav tm="0">
                                          <p:val>
                                            <p:fltVal val="0"/>
                                          </p:val>
                                        </p:tav>
                                        <p:tav tm="100000">
                                          <p:val>
                                            <p:strVal val="#ppt_h"/>
                                          </p:val>
                                        </p:tav>
                                      </p:tavLst>
                                    </p:anim>
                                    <p:animEffect transition="in" filter="fade">
                                      <p:cBhvr>
                                        <p:cTn id="33" dur="500"/>
                                        <p:tgtEl>
                                          <p:spTgt spid="2">
                                            <p:txEl>
                                              <p:pRg st="4" end="4"/>
                                            </p:txEl>
                                          </p:spTgt>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6" presetClass="entr" presetSubtype="0" fill="hold" nodeType="clickEffect">
                                  <p:stCondLst>
                                    <p:cond delay="0"/>
                                  </p:stCondLst>
                                  <p:childTnLst>
                                    <p:set>
                                      <p:cBhvr>
                                        <p:cTn id="37" dur="1" fill="hold">
                                          <p:stCondLst>
                                            <p:cond delay="0"/>
                                          </p:stCondLst>
                                        </p:cTn>
                                        <p:tgtEl>
                                          <p:spTgt spid="2">
                                            <p:txEl>
                                              <p:pRg st="5" end="5"/>
                                            </p:txEl>
                                          </p:spTgt>
                                        </p:tgtEl>
                                        <p:attrNameLst>
                                          <p:attrName>style.visibility</p:attrName>
                                        </p:attrNameLst>
                                      </p:cBhvr>
                                      <p:to>
                                        <p:strVal val="visible"/>
                                      </p:to>
                                    </p:set>
                                    <p:animEffect transition="in" filter="wipe(down)">
                                      <p:cBhvr>
                                        <p:cTn id="38" dur="580">
                                          <p:stCondLst>
                                            <p:cond delay="0"/>
                                          </p:stCondLst>
                                        </p:cTn>
                                        <p:tgtEl>
                                          <p:spTgt spid="2">
                                            <p:txEl>
                                              <p:pRg st="5" end="5"/>
                                            </p:txEl>
                                          </p:spTgt>
                                        </p:tgtEl>
                                      </p:cBhvr>
                                    </p:animEffect>
                                    <p:anim calcmode="lin" valueType="num">
                                      <p:cBhvr>
                                        <p:cTn id="39" dur="1822" tmFilter="0,0; 0.14,0.36; 0.43,0.73; 0.71,0.91; 1.0,1.0">
                                          <p:stCondLst>
                                            <p:cond delay="0"/>
                                          </p:stCondLst>
                                        </p:cTn>
                                        <p:tgtEl>
                                          <p:spTgt spid="2">
                                            <p:txEl>
                                              <p:pRg st="5" end="5"/>
                                            </p:txEl>
                                          </p:spTgt>
                                        </p:tgtEl>
                                        <p:attrNameLst>
                                          <p:attrName>ppt_x</p:attrName>
                                        </p:attrNameLst>
                                      </p:cBhvr>
                                      <p:tavLst>
                                        <p:tav tm="0">
                                          <p:val>
                                            <p:strVal val="#ppt_x-0.25"/>
                                          </p:val>
                                        </p:tav>
                                        <p:tav tm="100000">
                                          <p:val>
                                            <p:strVal val="#ppt_x"/>
                                          </p:val>
                                        </p:tav>
                                      </p:tavLst>
                                    </p:anim>
                                    <p:anim calcmode="lin" valueType="num">
                                      <p:cBhvr>
                                        <p:cTn id="40" dur="664" tmFilter="0.0,0.0; 0.25,0.07; 0.50,0.2; 0.75,0.467; 1.0,1.0">
                                          <p:stCondLst>
                                            <p:cond delay="0"/>
                                          </p:stCondLst>
                                        </p:cTn>
                                        <p:tgtEl>
                                          <p:spTgt spid="2">
                                            <p:txEl>
                                              <p:pRg st="5" end="5"/>
                                            </p:txEl>
                                          </p:spTgt>
                                        </p:tgtEl>
                                        <p:attrNameLst>
                                          <p:attrName>ppt_y</p:attrName>
                                        </p:attrNameLst>
                                      </p:cBhvr>
                                      <p:tavLst>
                                        <p:tav tm="0" fmla="#ppt_y-sin(pi*$)/3">
                                          <p:val>
                                            <p:fltVal val="0.5"/>
                                          </p:val>
                                        </p:tav>
                                        <p:tav tm="100000">
                                          <p:val>
                                            <p:fltVal val="1"/>
                                          </p:val>
                                        </p:tav>
                                      </p:tavLst>
                                    </p:anim>
                                    <p:anim calcmode="lin" valueType="num">
                                      <p:cBhvr>
                                        <p:cTn id="41" dur="664" tmFilter="0, 0; 0.125,0.2665; 0.25,0.4; 0.375,0.465; 0.5,0.5;  0.625,0.535; 0.75,0.6; 0.875,0.7335; 1,1">
                                          <p:stCondLst>
                                            <p:cond delay="664"/>
                                          </p:stCondLst>
                                        </p:cTn>
                                        <p:tgtEl>
                                          <p:spTgt spid="2">
                                            <p:txEl>
                                              <p:pRg st="5" end="5"/>
                                            </p:txEl>
                                          </p:spTgt>
                                        </p:tgtEl>
                                        <p:attrNameLst>
                                          <p:attrName>ppt_y</p:attrName>
                                        </p:attrNameLst>
                                      </p:cBhvr>
                                      <p:tavLst>
                                        <p:tav tm="0" fmla="#ppt_y-sin(pi*$)/9">
                                          <p:val>
                                            <p:fltVal val="0"/>
                                          </p:val>
                                        </p:tav>
                                        <p:tav tm="100000">
                                          <p:val>
                                            <p:fltVal val="1"/>
                                          </p:val>
                                        </p:tav>
                                      </p:tavLst>
                                    </p:anim>
                                    <p:anim calcmode="lin" valueType="num">
                                      <p:cBhvr>
                                        <p:cTn id="42" dur="332" tmFilter="0, 0; 0.125,0.2665; 0.25,0.4; 0.375,0.465; 0.5,0.5;  0.625,0.535; 0.75,0.6; 0.875,0.7335; 1,1">
                                          <p:stCondLst>
                                            <p:cond delay="1324"/>
                                          </p:stCondLst>
                                        </p:cTn>
                                        <p:tgtEl>
                                          <p:spTgt spid="2">
                                            <p:txEl>
                                              <p:pRg st="5" end="5"/>
                                            </p:txEl>
                                          </p:spTgt>
                                        </p:tgtEl>
                                        <p:attrNameLst>
                                          <p:attrName>ppt_y</p:attrName>
                                        </p:attrNameLst>
                                      </p:cBhvr>
                                      <p:tavLst>
                                        <p:tav tm="0" fmla="#ppt_y-sin(pi*$)/27">
                                          <p:val>
                                            <p:fltVal val="0"/>
                                          </p:val>
                                        </p:tav>
                                        <p:tav tm="100000">
                                          <p:val>
                                            <p:fltVal val="1"/>
                                          </p:val>
                                        </p:tav>
                                      </p:tavLst>
                                    </p:anim>
                                    <p:anim calcmode="lin" valueType="num">
                                      <p:cBhvr>
                                        <p:cTn id="43" dur="164" tmFilter="0, 0; 0.125,0.2665; 0.25,0.4; 0.375,0.465; 0.5,0.5;  0.625,0.535; 0.75,0.6; 0.875,0.7335; 1,1">
                                          <p:stCondLst>
                                            <p:cond delay="1656"/>
                                          </p:stCondLst>
                                        </p:cTn>
                                        <p:tgtEl>
                                          <p:spTgt spid="2">
                                            <p:txEl>
                                              <p:pRg st="5" end="5"/>
                                            </p:txEl>
                                          </p:spTgt>
                                        </p:tgtEl>
                                        <p:attrNameLst>
                                          <p:attrName>ppt_y</p:attrName>
                                        </p:attrNameLst>
                                      </p:cBhvr>
                                      <p:tavLst>
                                        <p:tav tm="0" fmla="#ppt_y-sin(pi*$)/81">
                                          <p:val>
                                            <p:fltVal val="0"/>
                                          </p:val>
                                        </p:tav>
                                        <p:tav tm="100000">
                                          <p:val>
                                            <p:fltVal val="1"/>
                                          </p:val>
                                        </p:tav>
                                      </p:tavLst>
                                    </p:anim>
                                    <p:animScale>
                                      <p:cBhvr>
                                        <p:cTn id="44" dur="26">
                                          <p:stCondLst>
                                            <p:cond delay="650"/>
                                          </p:stCondLst>
                                        </p:cTn>
                                        <p:tgtEl>
                                          <p:spTgt spid="2">
                                            <p:txEl>
                                              <p:pRg st="5" end="5"/>
                                            </p:txEl>
                                          </p:spTgt>
                                        </p:tgtEl>
                                      </p:cBhvr>
                                      <p:to x="100000" y="60000"/>
                                    </p:animScale>
                                    <p:animScale>
                                      <p:cBhvr>
                                        <p:cTn id="45" dur="166" decel="50000">
                                          <p:stCondLst>
                                            <p:cond delay="676"/>
                                          </p:stCondLst>
                                        </p:cTn>
                                        <p:tgtEl>
                                          <p:spTgt spid="2">
                                            <p:txEl>
                                              <p:pRg st="5" end="5"/>
                                            </p:txEl>
                                          </p:spTgt>
                                        </p:tgtEl>
                                      </p:cBhvr>
                                      <p:to x="100000" y="100000"/>
                                    </p:animScale>
                                    <p:animScale>
                                      <p:cBhvr>
                                        <p:cTn id="46" dur="26">
                                          <p:stCondLst>
                                            <p:cond delay="1312"/>
                                          </p:stCondLst>
                                        </p:cTn>
                                        <p:tgtEl>
                                          <p:spTgt spid="2">
                                            <p:txEl>
                                              <p:pRg st="5" end="5"/>
                                            </p:txEl>
                                          </p:spTgt>
                                        </p:tgtEl>
                                      </p:cBhvr>
                                      <p:to x="100000" y="80000"/>
                                    </p:animScale>
                                    <p:animScale>
                                      <p:cBhvr>
                                        <p:cTn id="47" dur="166" decel="50000">
                                          <p:stCondLst>
                                            <p:cond delay="1338"/>
                                          </p:stCondLst>
                                        </p:cTn>
                                        <p:tgtEl>
                                          <p:spTgt spid="2">
                                            <p:txEl>
                                              <p:pRg st="5" end="5"/>
                                            </p:txEl>
                                          </p:spTgt>
                                        </p:tgtEl>
                                      </p:cBhvr>
                                      <p:to x="100000" y="100000"/>
                                    </p:animScale>
                                    <p:animScale>
                                      <p:cBhvr>
                                        <p:cTn id="48" dur="26">
                                          <p:stCondLst>
                                            <p:cond delay="1642"/>
                                          </p:stCondLst>
                                        </p:cTn>
                                        <p:tgtEl>
                                          <p:spTgt spid="2">
                                            <p:txEl>
                                              <p:pRg st="5" end="5"/>
                                            </p:txEl>
                                          </p:spTgt>
                                        </p:tgtEl>
                                      </p:cBhvr>
                                      <p:to x="100000" y="90000"/>
                                    </p:animScale>
                                    <p:animScale>
                                      <p:cBhvr>
                                        <p:cTn id="49" dur="166" decel="50000">
                                          <p:stCondLst>
                                            <p:cond delay="1668"/>
                                          </p:stCondLst>
                                        </p:cTn>
                                        <p:tgtEl>
                                          <p:spTgt spid="2">
                                            <p:txEl>
                                              <p:pRg st="5" end="5"/>
                                            </p:txEl>
                                          </p:spTgt>
                                        </p:tgtEl>
                                      </p:cBhvr>
                                      <p:to x="100000" y="100000"/>
                                    </p:animScale>
                                    <p:animScale>
                                      <p:cBhvr>
                                        <p:cTn id="50" dur="26">
                                          <p:stCondLst>
                                            <p:cond delay="1808"/>
                                          </p:stCondLst>
                                        </p:cTn>
                                        <p:tgtEl>
                                          <p:spTgt spid="2">
                                            <p:txEl>
                                              <p:pRg st="5" end="5"/>
                                            </p:txEl>
                                          </p:spTgt>
                                        </p:tgtEl>
                                      </p:cBhvr>
                                      <p:to x="100000" y="95000"/>
                                    </p:animScale>
                                    <p:animScale>
                                      <p:cBhvr>
                                        <p:cTn id="51" dur="166" decel="50000">
                                          <p:stCondLst>
                                            <p:cond delay="1834"/>
                                          </p:stCondLst>
                                        </p:cTn>
                                        <p:tgtEl>
                                          <p:spTgt spid="2">
                                            <p:txEl>
                                              <p:pRg st="5" end="5"/>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Content Placeholder 1"/>
          <p:cNvSpPr>
            <a:spLocks noGrp="1"/>
          </p:cNvSpPr>
          <p:nvPr>
            <p:ph idx="1"/>
          </p:nvPr>
        </p:nvSpPr>
        <p:spPr/>
        <p:txBody>
          <a:bodyPr/>
          <a:lstStyle/>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r>
              <a:rPr lang="en-US" altLang="en-US" smtClean="0"/>
              <a:t>What if reference variable is also of sub-class? Output? </a:t>
            </a:r>
          </a:p>
          <a:p>
            <a:endParaRPr lang="en-US" altLang="en-US" smtClean="0"/>
          </a:p>
          <a:p>
            <a:endParaRPr lang="en-US" altLang="en-US" smtClean="0"/>
          </a:p>
        </p:txBody>
      </p:sp>
      <p:sp>
        <p:nvSpPr>
          <p:cNvPr id="3" name="Title 2"/>
          <p:cNvSpPr>
            <a:spLocks noGrp="1"/>
          </p:cNvSpPr>
          <p:nvPr>
            <p:ph type="title"/>
          </p:nvPr>
        </p:nvSpPr>
        <p:spPr/>
        <p:txBody>
          <a:bodyPr>
            <a:normAutofit fontScale="90000"/>
          </a:bodyPr>
          <a:lstStyle/>
          <a:p>
            <a:pPr>
              <a:defRPr/>
            </a:pPr>
            <a:r>
              <a:rPr lang="en-US" dirty="0" smtClean="0"/>
              <a:t>Example: Java </a:t>
            </a:r>
            <a:r>
              <a:rPr lang="en-US" dirty="0"/>
              <a:t>Runtime Polymorphism with Data Member</a:t>
            </a:r>
          </a:p>
        </p:txBody>
      </p:sp>
      <p:pic>
        <p:nvPicPr>
          <p:cNvPr id="67588"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676400"/>
            <a:ext cx="58674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a:defRPr/>
            </a:pPr>
            <a:r>
              <a:rPr lang="en-US" dirty="0"/>
              <a:t>Java Runtime Polymorphism with Multilevel Inheritance</a:t>
            </a:r>
          </a:p>
        </p:txBody>
      </p:sp>
      <p:pic>
        <p:nvPicPr>
          <p:cNvPr id="69635"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457325"/>
            <a:ext cx="7924800" cy="475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Content Placeholder 3"/>
          <p:cNvSpPr>
            <a:spLocks noGrp="1"/>
          </p:cNvSpPr>
          <p:nvPr>
            <p:ph idx="1"/>
          </p:nvPr>
        </p:nvSpPr>
        <p:spPr>
          <a:xfrm>
            <a:off x="457200" y="1531938"/>
            <a:ext cx="8229600" cy="4525962"/>
          </a:xfrm>
        </p:spPr>
        <p:txBody>
          <a:bodyPr/>
          <a:lstStyle/>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1417638"/>
            <a:ext cx="8229600" cy="4589462"/>
          </a:xfrm>
        </p:spPr>
        <p:txBody>
          <a:bodyPr/>
          <a:lstStyle/>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r>
              <a:rPr lang="en-US" altLang="en-US" smtClean="0"/>
              <a:t>dog is eating...</a:t>
            </a:r>
          </a:p>
          <a:p>
            <a:pPr lvl="1"/>
            <a:r>
              <a:rPr lang="en-US" altLang="en-US" smtClean="0"/>
              <a:t>Since, BabyDog is not overriding the eat() method, so eat() method of Dog class is invoked.</a:t>
            </a:r>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smtClean="0">
                <a:solidFill>
                  <a:schemeClr val="accent2"/>
                </a:solidFill>
              </a:rPr>
              <a:t>OUTPUT???</a:t>
            </a:r>
            <a:endParaRPr lang="en-US" dirty="0">
              <a:solidFill>
                <a:schemeClr val="accent2"/>
              </a:solidFill>
            </a:endParaRPr>
          </a:p>
        </p:txBody>
      </p:sp>
      <p:pic>
        <p:nvPicPr>
          <p:cNvPr id="71684"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417638"/>
            <a:ext cx="6858000" cy="3267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 presetClass="entr" presetSubtype="4" fill="hold" nodeType="clickEffect">
                                  <p:stCondLst>
                                    <p:cond delay="0"/>
                                  </p:stCondLst>
                                  <p:childTnLst>
                                    <p:set>
                                      <p:cBhvr>
                                        <p:cTn id="10" dur="1" fill="hold">
                                          <p:stCondLst>
                                            <p:cond delay="0"/>
                                          </p:stCondLst>
                                        </p:cTn>
                                        <p:tgtEl>
                                          <p:spTgt spid="2">
                                            <p:txEl>
                                              <p:pRg st="8" end="8"/>
                                            </p:txEl>
                                          </p:spTgt>
                                        </p:tgtEl>
                                        <p:attrNameLst>
                                          <p:attrName>style.visibility</p:attrName>
                                        </p:attrNameLst>
                                      </p:cBhvr>
                                      <p:to>
                                        <p:strVal val="visible"/>
                                      </p:to>
                                    </p:set>
                                    <p:anim calcmode="lin" valueType="num">
                                      <p:cBhvr additive="base">
                                        <p:cTn id="11" dur="500" fill="hold"/>
                                        <p:tgtEl>
                                          <p:spTgt spid="2">
                                            <p:txEl>
                                              <p:pRg st="8" end="8"/>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a:pPr>
            <a:r>
              <a:rPr lang="en-US" altLang="en-US" dirty="0"/>
              <a:t>When Subclass type refers to the object of Parent class</a:t>
            </a:r>
          </a:p>
          <a:p>
            <a:pPr>
              <a:defRPr/>
            </a:pPr>
            <a:r>
              <a:rPr lang="en-US" altLang="en-US" dirty="0"/>
              <a:t>Three possibilities of </a:t>
            </a:r>
            <a:r>
              <a:rPr lang="en-US" altLang="en-US" dirty="0" err="1"/>
              <a:t>downcasting</a:t>
            </a:r>
            <a:r>
              <a:rPr lang="en-US" altLang="en-US" dirty="0"/>
              <a:t>:</a:t>
            </a:r>
          </a:p>
          <a:p>
            <a:pPr lvl="1">
              <a:defRPr/>
            </a:pPr>
            <a:r>
              <a:rPr lang="en-US" altLang="en-US" dirty="0"/>
              <a:t>Perform it directly</a:t>
            </a:r>
          </a:p>
          <a:p>
            <a:pPr lvl="2">
              <a:defRPr/>
            </a:pPr>
            <a:r>
              <a:rPr lang="en-US" altLang="en-US" dirty="0"/>
              <a:t>Dog d=</a:t>
            </a:r>
            <a:r>
              <a:rPr lang="en-US" altLang="en-US" b="1" dirty="0"/>
              <a:t>new</a:t>
            </a:r>
            <a:r>
              <a:rPr lang="en-US" altLang="en-US" dirty="0"/>
              <a:t> Animal(); </a:t>
            </a:r>
            <a:r>
              <a:rPr lang="en-US" altLang="en-US" dirty="0">
                <a:solidFill>
                  <a:srgbClr val="00B050"/>
                </a:solidFill>
              </a:rPr>
              <a:t>//Compilation error  </a:t>
            </a:r>
          </a:p>
          <a:p>
            <a:pPr lvl="1">
              <a:defRPr/>
            </a:pPr>
            <a:r>
              <a:rPr lang="en-US" altLang="en-US" dirty="0"/>
              <a:t>perform it by typecasting</a:t>
            </a:r>
          </a:p>
          <a:p>
            <a:pPr lvl="2">
              <a:defRPr/>
            </a:pPr>
            <a:r>
              <a:rPr lang="en-US" altLang="en-US" dirty="0"/>
              <a:t>Dog d=(Dog)</a:t>
            </a:r>
            <a:r>
              <a:rPr lang="en-US" altLang="en-US" b="1" dirty="0"/>
              <a:t>new</a:t>
            </a:r>
            <a:r>
              <a:rPr lang="en-US" altLang="en-US" dirty="0"/>
              <a:t> Animal();  </a:t>
            </a:r>
            <a:r>
              <a:rPr lang="en-US" altLang="en-US" dirty="0">
                <a:solidFill>
                  <a:srgbClr val="00B050"/>
                </a:solidFill>
              </a:rPr>
              <a:t>//Compiles successfully but </a:t>
            </a:r>
            <a:r>
              <a:rPr lang="en-US" altLang="en-US" dirty="0" err="1">
                <a:solidFill>
                  <a:srgbClr val="00B050"/>
                </a:solidFill>
              </a:rPr>
              <a:t>ClassCastException</a:t>
            </a:r>
            <a:r>
              <a:rPr lang="en-US" altLang="en-US" dirty="0">
                <a:solidFill>
                  <a:srgbClr val="00B050"/>
                </a:solidFill>
              </a:rPr>
              <a:t> is thrown at </a:t>
            </a:r>
            <a:r>
              <a:rPr lang="en-US" altLang="en-US" dirty="0" smtClean="0">
                <a:solidFill>
                  <a:srgbClr val="00B050"/>
                </a:solidFill>
              </a:rPr>
              <a:t>runtime</a:t>
            </a:r>
          </a:p>
          <a:p>
            <a:pPr marL="630238" lvl="2" indent="0">
              <a:buFont typeface="Wingdings 2" panose="05020102010507070707" pitchFamily="18" charset="2"/>
              <a:buNone/>
              <a:defRPr/>
            </a:pPr>
            <a:endParaRPr lang="en-US" altLang="en-US" dirty="0">
              <a:solidFill>
                <a:srgbClr val="00B050"/>
              </a:solidFill>
            </a:endParaRPr>
          </a:p>
          <a:p>
            <a:pPr lvl="1">
              <a:defRPr/>
            </a:pPr>
            <a:r>
              <a:rPr lang="en-US" altLang="en-US" dirty="0" smtClean="0"/>
              <a:t>Animal a=new Dog();</a:t>
            </a:r>
          </a:p>
          <a:p>
            <a:pPr lvl="1">
              <a:defRPr/>
            </a:pPr>
            <a:r>
              <a:rPr lang="en-US" altLang="en-US" dirty="0" smtClean="0"/>
              <a:t>Dog d=(Dog)a;</a:t>
            </a:r>
            <a:endParaRPr lang="en-US" altLang="en-US" dirty="0"/>
          </a:p>
          <a:p>
            <a:pPr>
              <a:defRPr/>
            </a:pPr>
            <a:endParaRPr lang="en-US" altLang="en-US" dirty="0"/>
          </a:p>
          <a:p>
            <a:pPr>
              <a:defRPr/>
            </a:pPr>
            <a:endParaRPr lang="en-US" altLang="en-US" dirty="0"/>
          </a:p>
          <a:p>
            <a:pPr>
              <a:defRPr/>
            </a:pPr>
            <a:endParaRPr lang="en-US" dirty="0"/>
          </a:p>
        </p:txBody>
      </p:sp>
      <p:sp>
        <p:nvSpPr>
          <p:cNvPr id="3" name="Title 2"/>
          <p:cNvSpPr>
            <a:spLocks noGrp="1"/>
          </p:cNvSpPr>
          <p:nvPr>
            <p:ph type="title"/>
          </p:nvPr>
        </p:nvSpPr>
        <p:spPr/>
        <p:txBody>
          <a:bodyPr/>
          <a:lstStyle/>
          <a:p>
            <a:pPr>
              <a:defRPr/>
            </a:pPr>
            <a:r>
              <a:rPr lang="en-US" dirty="0" err="1"/>
              <a:t>Downcasting</a:t>
            </a:r>
            <a:endParaRPr lang="en-US"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Content Placeholder 1"/>
          <p:cNvSpPr>
            <a:spLocks noGrp="1"/>
          </p:cNvSpPr>
          <p:nvPr>
            <p:ph idx="1"/>
          </p:nvPr>
        </p:nvSpPr>
        <p:spPr/>
        <p:txBody>
          <a:bodyPr/>
          <a:lstStyle/>
          <a:p>
            <a:r>
              <a:rPr lang="en-US" altLang="en-US" smtClean="0"/>
              <a:t>The </a:t>
            </a:r>
            <a:r>
              <a:rPr lang="en-US" altLang="en-US" b="1" smtClean="0"/>
              <a:t>final keyword</a:t>
            </a:r>
            <a:r>
              <a:rPr lang="en-US" altLang="en-US" smtClean="0"/>
              <a:t> in java is used to restrict the user</a:t>
            </a:r>
          </a:p>
          <a:p>
            <a:r>
              <a:rPr lang="en-US" altLang="en-US" smtClean="0"/>
              <a:t>Final can be:</a:t>
            </a:r>
          </a:p>
          <a:p>
            <a:pPr lvl="1"/>
            <a:r>
              <a:rPr lang="en-US" altLang="en-US" smtClean="0"/>
              <a:t>Variable (stop value change)</a:t>
            </a:r>
          </a:p>
          <a:p>
            <a:pPr lvl="2"/>
            <a:r>
              <a:rPr lang="en-US" altLang="en-US" smtClean="0">
                <a:solidFill>
                  <a:srgbClr val="FF0000"/>
                </a:solidFill>
              </a:rPr>
              <a:t>blank or uninitialized final variable</a:t>
            </a:r>
          </a:p>
          <a:p>
            <a:pPr lvl="3"/>
            <a:r>
              <a:rPr lang="en-US" altLang="en-US" smtClean="0"/>
              <a:t>final variable that have no value</a:t>
            </a:r>
          </a:p>
          <a:p>
            <a:pPr lvl="3"/>
            <a:r>
              <a:rPr lang="en-US" altLang="en-US" smtClean="0"/>
              <a:t>can be initialized in the constructor only</a:t>
            </a:r>
          </a:p>
          <a:p>
            <a:pPr lvl="3"/>
            <a:r>
              <a:rPr lang="en-US" altLang="en-US" smtClean="0"/>
              <a:t>can be static &amp; initialized in the static block only.</a:t>
            </a:r>
          </a:p>
          <a:p>
            <a:pPr lvl="1"/>
            <a:r>
              <a:rPr lang="en-US" altLang="en-US" smtClean="0"/>
              <a:t>Method (stop method overriding)</a:t>
            </a:r>
          </a:p>
          <a:p>
            <a:pPr lvl="1"/>
            <a:r>
              <a:rPr lang="en-US" altLang="en-US" smtClean="0"/>
              <a:t>Class (stop Inheritance)</a:t>
            </a:r>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a:t>f</a:t>
            </a:r>
            <a:r>
              <a:rPr lang="en-US" dirty="0" smtClean="0"/>
              <a:t>inal keyword</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8610">
                                            <p:txEl>
                                              <p:pRg st="3" end="3"/>
                                            </p:txEl>
                                          </p:spTgt>
                                        </p:tgtEl>
                                        <p:attrNameLst>
                                          <p:attrName>style.visibility</p:attrName>
                                        </p:attrNameLst>
                                      </p:cBhvr>
                                      <p:to>
                                        <p:strVal val="visible"/>
                                      </p:to>
                                    </p:set>
                                    <p:anim calcmode="lin" valueType="num">
                                      <p:cBhvr additive="base">
                                        <p:cTn id="7" dur="500" fill="hold"/>
                                        <p:tgtEl>
                                          <p:spTgt spid="68610">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8610">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68610">
                                            <p:txEl>
                                              <p:pRg st="4" end="4"/>
                                            </p:txEl>
                                          </p:spTgt>
                                        </p:tgtEl>
                                        <p:attrNameLst>
                                          <p:attrName>style.visibility</p:attrName>
                                        </p:attrNameLst>
                                      </p:cBhvr>
                                      <p:to>
                                        <p:strVal val="visible"/>
                                      </p:to>
                                    </p:set>
                                    <p:anim calcmode="lin" valueType="num">
                                      <p:cBhvr additive="base">
                                        <p:cTn id="11" dur="500" fill="hold"/>
                                        <p:tgtEl>
                                          <p:spTgt spid="68610">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8610">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68610">
                                            <p:txEl>
                                              <p:pRg st="5" end="5"/>
                                            </p:txEl>
                                          </p:spTgt>
                                        </p:tgtEl>
                                        <p:attrNameLst>
                                          <p:attrName>style.visibility</p:attrName>
                                        </p:attrNameLst>
                                      </p:cBhvr>
                                      <p:to>
                                        <p:strVal val="visible"/>
                                      </p:to>
                                    </p:set>
                                    <p:anim calcmode="lin" valueType="num">
                                      <p:cBhvr additive="base">
                                        <p:cTn id="15" dur="500" fill="hold"/>
                                        <p:tgtEl>
                                          <p:spTgt spid="68610">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861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4" fill="hold" nodeType="clickEffect">
                                  <p:stCondLst>
                                    <p:cond delay="0"/>
                                  </p:stCondLst>
                                  <p:childTnLst>
                                    <p:set>
                                      <p:cBhvr>
                                        <p:cTn id="20" dur="1" fill="hold">
                                          <p:stCondLst>
                                            <p:cond delay="0"/>
                                          </p:stCondLst>
                                        </p:cTn>
                                        <p:tgtEl>
                                          <p:spTgt spid="68610">
                                            <p:txEl>
                                              <p:pRg st="6" end="6"/>
                                            </p:txEl>
                                          </p:spTgt>
                                        </p:tgtEl>
                                        <p:attrNameLst>
                                          <p:attrName>style.visibility</p:attrName>
                                        </p:attrNameLst>
                                      </p:cBhvr>
                                      <p:to>
                                        <p:strVal val="visible"/>
                                      </p:to>
                                    </p:set>
                                    <p:anim calcmode="lin" valueType="num">
                                      <p:cBhvr additive="base">
                                        <p:cTn id="21" dur="500" fill="hold"/>
                                        <p:tgtEl>
                                          <p:spTgt spid="68610">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68610">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Content Placeholder 1"/>
          <p:cNvSpPr>
            <a:spLocks noGrp="1"/>
          </p:cNvSpPr>
          <p:nvPr>
            <p:ph idx="1"/>
          </p:nvPr>
        </p:nvSpPr>
        <p:spPr/>
        <p:txBody>
          <a:bodyPr/>
          <a:lstStyle/>
          <a:p>
            <a:r>
              <a:rPr lang="en-US" altLang="en-US" smtClean="0"/>
              <a:t>If you make any variable as final, you cannot change the value of final variable</a:t>
            </a:r>
          </a:p>
          <a:p>
            <a:pPr lvl="1"/>
            <a:r>
              <a:rPr lang="en-US" altLang="en-US" smtClean="0"/>
              <a:t>It will be constant.</a:t>
            </a:r>
          </a:p>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smtClean="0"/>
              <a:t>1) Java </a:t>
            </a:r>
            <a:r>
              <a:rPr lang="en-US" dirty="0"/>
              <a:t>final variable</a:t>
            </a:r>
          </a:p>
        </p:txBody>
      </p:sp>
      <p:pic>
        <p:nvPicPr>
          <p:cNvPr id="84996"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2819400"/>
            <a:ext cx="4648200" cy="245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44600" y="5270500"/>
            <a:ext cx="7442200" cy="158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2590800" y="3868738"/>
            <a:ext cx="3657600" cy="123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0"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Content Placeholder 1"/>
          <p:cNvSpPr>
            <a:spLocks noGrp="1"/>
          </p:cNvSpPr>
          <p:nvPr>
            <p:ph idx="1"/>
          </p:nvPr>
        </p:nvSpPr>
        <p:spPr/>
        <p:txBody>
          <a:bodyPr/>
          <a:lstStyle/>
          <a:p>
            <a:r>
              <a:rPr lang="en-US" altLang="en-US" smtClean="0"/>
              <a:t>If you make any method as final, you cannot override it.</a:t>
            </a:r>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a:t>2) Java final method</a:t>
            </a:r>
          </a:p>
        </p:txBody>
      </p:sp>
      <p:pic>
        <p:nvPicPr>
          <p:cNvPr id="87044"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438400"/>
            <a:ext cx="5791200" cy="356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5538788"/>
            <a:ext cx="7391400" cy="1319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Content Placeholder 1"/>
          <p:cNvSpPr>
            <a:spLocks noGrp="1"/>
          </p:cNvSpPr>
          <p:nvPr>
            <p:ph idx="1"/>
          </p:nvPr>
        </p:nvSpPr>
        <p:spPr>
          <a:xfrm>
            <a:off x="457200" y="1481138"/>
            <a:ext cx="8382000" cy="4525962"/>
          </a:xfrm>
        </p:spPr>
        <p:txBody>
          <a:bodyPr/>
          <a:lstStyle/>
          <a:p>
            <a:r>
              <a:rPr lang="en-US" altLang="en-US" smtClean="0"/>
              <a:t>If you make any class as final, you cannot extend it</a:t>
            </a:r>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a:t>3) Java final class</a:t>
            </a:r>
          </a:p>
        </p:txBody>
      </p:sp>
      <p:pic>
        <p:nvPicPr>
          <p:cNvPr id="88068"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2133600"/>
            <a:ext cx="5867400"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5072063"/>
            <a:ext cx="5867400" cy="935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3835400" y="2819400"/>
            <a:ext cx="34036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10"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Content Placeholder 1"/>
          <p:cNvSpPr>
            <a:spLocks noGrp="1"/>
          </p:cNvSpPr>
          <p:nvPr>
            <p:ph idx="1"/>
          </p:nvPr>
        </p:nvSpPr>
        <p:spPr/>
        <p:txBody>
          <a:bodyPr/>
          <a:lstStyle/>
          <a:p>
            <a:r>
              <a:rPr lang="en-US" altLang="en-US" smtClean="0"/>
              <a:t>Yes, final method is inherited but you cannot override it.</a:t>
            </a:r>
          </a:p>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a:t>Q) Is final method inherited?</a:t>
            </a: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2590800"/>
            <a:ext cx="518160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9634">
                                            <p:txEl>
                                              <p:pRg st="0" end="0"/>
                                            </p:txEl>
                                          </p:spTgt>
                                        </p:tgtEl>
                                        <p:attrNameLst>
                                          <p:attrName>style.visibility</p:attrName>
                                        </p:attrNameLst>
                                      </p:cBhvr>
                                      <p:to>
                                        <p:strVal val="visible"/>
                                      </p:to>
                                    </p:set>
                                    <p:anim calcmode="lin" valueType="num">
                                      <p:cBhvr additive="base">
                                        <p:cTn id="7" dur="500" fill="hold"/>
                                        <p:tgtEl>
                                          <p:spTgt spid="6963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963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3" presetClass="entr" presetSubtype="16"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animEffect transition="in" filter="fade">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a:defRPr/>
            </a:pPr>
            <a:r>
              <a:rPr lang="en-US" dirty="0"/>
              <a:t>A final variable that is not initialized at the time of </a:t>
            </a:r>
            <a:r>
              <a:rPr lang="en-US" dirty="0" smtClean="0"/>
              <a:t>declaration</a:t>
            </a:r>
          </a:p>
          <a:p>
            <a:pPr>
              <a:defRPr/>
            </a:pPr>
            <a:r>
              <a:rPr lang="en-US" dirty="0" smtClean="0"/>
              <a:t>Where It is useful ??</a:t>
            </a:r>
          </a:p>
          <a:p>
            <a:pPr lvl="1">
              <a:defRPr/>
            </a:pPr>
            <a:r>
              <a:rPr lang="en-US" dirty="0"/>
              <a:t>If you want to create a variable that is initialized at the time of creating object and once initialized may not be </a:t>
            </a:r>
            <a:r>
              <a:rPr lang="en-US" dirty="0" smtClean="0"/>
              <a:t>changed</a:t>
            </a:r>
          </a:p>
          <a:p>
            <a:pPr lvl="1">
              <a:defRPr/>
            </a:pPr>
            <a:r>
              <a:rPr lang="en-US" dirty="0" smtClean="0"/>
              <a:t>For Example: </a:t>
            </a:r>
          </a:p>
          <a:p>
            <a:pPr lvl="2">
              <a:defRPr/>
            </a:pPr>
            <a:r>
              <a:rPr lang="en-US" dirty="0" smtClean="0"/>
              <a:t>PAN number </a:t>
            </a:r>
            <a:r>
              <a:rPr lang="en-US" dirty="0"/>
              <a:t>of an </a:t>
            </a:r>
            <a:r>
              <a:rPr lang="en-US" dirty="0" smtClean="0"/>
              <a:t>employee</a:t>
            </a:r>
          </a:p>
          <a:p>
            <a:pPr marL="392113" lvl="1" indent="0">
              <a:buFont typeface="Verdana" panose="020B0604030504040204" pitchFamily="34" charset="0"/>
              <a:buNone/>
              <a:defRPr/>
            </a:pPr>
            <a:r>
              <a:rPr lang="en-US" dirty="0" smtClean="0"/>
              <a:t>			</a:t>
            </a:r>
            <a:endParaRPr lang="en-US" dirty="0"/>
          </a:p>
        </p:txBody>
      </p:sp>
      <p:sp>
        <p:nvSpPr>
          <p:cNvPr id="3" name="Title 2"/>
          <p:cNvSpPr>
            <a:spLocks noGrp="1"/>
          </p:cNvSpPr>
          <p:nvPr>
            <p:ph type="title"/>
          </p:nvPr>
        </p:nvSpPr>
        <p:spPr/>
        <p:txBody>
          <a:bodyPr>
            <a:normAutofit fontScale="90000"/>
          </a:bodyPr>
          <a:lstStyle/>
          <a:p>
            <a:pPr>
              <a:defRPr/>
            </a:pPr>
            <a:r>
              <a:rPr lang="en-US" dirty="0"/>
              <a:t>Q) What is blank or uninitialized final variable?</a:t>
            </a:r>
          </a:p>
        </p:txBody>
      </p:sp>
      <p:sp>
        <p:nvSpPr>
          <p:cNvPr id="4" name="TextBox 3"/>
          <p:cNvSpPr txBox="1">
            <a:spLocks noChangeArrowheads="1"/>
          </p:cNvSpPr>
          <p:nvPr/>
        </p:nvSpPr>
        <p:spPr bwMode="auto">
          <a:xfrm>
            <a:off x="4800600" y="3744913"/>
            <a:ext cx="4343400" cy="284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392113">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lvl="1">
              <a:spcBef>
                <a:spcPct val="0"/>
              </a:spcBef>
              <a:buClrTx/>
              <a:buFontTx/>
              <a:buNone/>
            </a:pPr>
            <a:r>
              <a:rPr lang="en-US" altLang="en-US"/>
              <a:t>class Student{  </a:t>
            </a:r>
          </a:p>
          <a:p>
            <a:pPr lvl="1">
              <a:spcBef>
                <a:spcPct val="0"/>
              </a:spcBef>
              <a:buClrTx/>
              <a:buFontTx/>
              <a:buNone/>
            </a:pPr>
            <a:r>
              <a:rPr lang="en-US" altLang="en-US"/>
              <a:t>int id;  </a:t>
            </a:r>
          </a:p>
          <a:p>
            <a:pPr lvl="1">
              <a:spcBef>
                <a:spcPct val="0"/>
              </a:spcBef>
              <a:buClrTx/>
              <a:buFontTx/>
              <a:buNone/>
            </a:pPr>
            <a:r>
              <a:rPr lang="en-US" altLang="en-US"/>
              <a:t>String name;  </a:t>
            </a:r>
          </a:p>
          <a:p>
            <a:pPr lvl="1">
              <a:spcBef>
                <a:spcPct val="0"/>
              </a:spcBef>
              <a:buClrTx/>
              <a:buFontTx/>
              <a:buNone/>
            </a:pPr>
            <a:r>
              <a:rPr lang="en-US" altLang="en-US"/>
              <a:t>final String REG_NUMBER;  </a:t>
            </a:r>
          </a:p>
          <a:p>
            <a:pPr lvl="1">
              <a:spcBef>
                <a:spcPct val="0"/>
              </a:spcBef>
              <a:buClrTx/>
              <a:buFontTx/>
              <a:buNone/>
            </a:pPr>
            <a:r>
              <a:rPr lang="en-US" altLang="en-US"/>
              <a:t>		…				...  </a:t>
            </a:r>
          </a:p>
          <a:p>
            <a:pPr lvl="1">
              <a:spcBef>
                <a:spcPct val="0"/>
              </a:spcBef>
              <a:buClrTx/>
              <a:buFontTx/>
              <a:buNone/>
            </a:pPr>
            <a:r>
              <a:rPr lang="en-US" altLang="en-US"/>
              <a:t>} </a:t>
            </a:r>
          </a:p>
          <a:p>
            <a:pPr>
              <a:spcBef>
                <a:spcPct val="0"/>
              </a:spcBef>
              <a:buClrTx/>
              <a:buSzTx/>
              <a:buFontTx/>
              <a:buNone/>
            </a:pPr>
            <a:endParaRPr lang="en-US" altLang="en-US" sz="18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2">
                                            <p:txEl>
                                              <p:pRg st="3" end="3"/>
                                            </p:txEl>
                                          </p:spTgt>
                                        </p:tgtEl>
                                        <p:attrNameLst>
                                          <p:attrName>style.visibility</p:attrName>
                                        </p:attrNameLst>
                                      </p:cBhvr>
                                      <p:to>
                                        <p:strVal val="visible"/>
                                      </p:to>
                                    </p:set>
                                    <p:anim calcmode="lin" valueType="num">
                                      <p:cBhvr additive="base">
                                        <p:cTn id="25"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2">
                                            <p:txEl>
                                              <p:pRg st="4" end="4"/>
                                            </p:txEl>
                                          </p:spTgt>
                                        </p:tgtEl>
                                        <p:attrNameLst>
                                          <p:attrName>style.visibility</p:attrName>
                                        </p:attrNameLst>
                                      </p:cBhvr>
                                      <p:to>
                                        <p:strVal val="visible"/>
                                      </p:to>
                                    </p:set>
                                    <p:anim calcmode="lin" valueType="num">
                                      <p:cBhvr additive="base">
                                        <p:cTn id="31"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smtClean="0"/>
              <a:t>Yes, but only in constructor.</a:t>
            </a:r>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normAutofit fontScale="90000"/>
          </a:bodyPr>
          <a:lstStyle/>
          <a:p>
            <a:pPr>
              <a:defRPr/>
            </a:pPr>
            <a:r>
              <a:rPr lang="en-US" dirty="0" smtClean="0"/>
              <a:t>Q) </a:t>
            </a:r>
            <a:r>
              <a:rPr lang="en-US" dirty="0"/>
              <a:t>Can we initialize blank final variable?</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2362200"/>
            <a:ext cx="5257800" cy="312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3" presetClass="entr" presetSubtype="16"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500" fill="hold"/>
                                        <p:tgtEl>
                                          <p:spTgt spid="5"/>
                                        </p:tgtEl>
                                        <p:attrNameLst>
                                          <p:attrName>ppt_w</p:attrName>
                                        </p:attrNameLst>
                                      </p:cBhvr>
                                      <p:tavLst>
                                        <p:tav tm="0">
                                          <p:val>
                                            <p:fltVal val="0"/>
                                          </p:val>
                                        </p:tav>
                                        <p:tav tm="100000">
                                          <p:val>
                                            <p:strVal val="#ppt_w"/>
                                          </p:val>
                                        </p:tav>
                                      </p:tavLst>
                                    </p:anim>
                                    <p:anim calcmode="lin" valueType="num">
                                      <p:cBhvr>
                                        <p:cTn id="14" dur="500" fill="hold"/>
                                        <p:tgtEl>
                                          <p:spTgt spid="5"/>
                                        </p:tgtEl>
                                        <p:attrNameLst>
                                          <p:attrName>ppt_h</p:attrName>
                                        </p:attrNameLst>
                                      </p:cBhvr>
                                      <p:tavLst>
                                        <p:tav tm="0">
                                          <p:val>
                                            <p:fltVal val="0"/>
                                          </p:val>
                                        </p:tav>
                                        <p:tav tm="100000">
                                          <p:val>
                                            <p:strVal val="#ppt_h"/>
                                          </p:val>
                                        </p:tav>
                                      </p:tavLst>
                                    </p:anim>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Content Placeholder 1"/>
          <p:cNvSpPr>
            <a:spLocks noGrp="1"/>
          </p:cNvSpPr>
          <p:nvPr>
            <p:ph idx="1"/>
          </p:nvPr>
        </p:nvSpPr>
        <p:spPr/>
        <p:txBody>
          <a:bodyPr/>
          <a:lstStyle/>
          <a:p>
            <a:r>
              <a:rPr lang="en-US" altLang="en-US" smtClean="0"/>
              <a:t>A static final variable that is not initialized at the time of declaration</a:t>
            </a:r>
          </a:p>
          <a:p>
            <a:r>
              <a:rPr lang="en-US" altLang="en-US" smtClean="0"/>
              <a:t>can be initialized only in static block.</a:t>
            </a:r>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normAutofit fontScale="90000"/>
          </a:bodyPr>
          <a:lstStyle/>
          <a:p>
            <a:pPr>
              <a:defRPr/>
            </a:pPr>
            <a:r>
              <a:rPr lang="en-US" dirty="0"/>
              <a:t>Q) </a:t>
            </a:r>
            <a:r>
              <a:rPr lang="en-US" dirty="0" smtClean="0"/>
              <a:t>What is static </a:t>
            </a:r>
            <a:r>
              <a:rPr lang="en-US" dirty="0"/>
              <a:t>blank final </a:t>
            </a:r>
            <a:r>
              <a:rPr lang="en-US" dirty="0" smtClean="0"/>
              <a:t>variable? Where initialized? </a:t>
            </a:r>
            <a:endParaRPr lang="en-US" dirty="0"/>
          </a:p>
        </p:txBody>
      </p:sp>
      <p:pic>
        <p:nvPicPr>
          <p:cNvPr id="88068"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866900" y="2971800"/>
            <a:ext cx="5410200" cy="2408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88068"/>
                                        </p:tgtEl>
                                        <p:attrNameLst>
                                          <p:attrName>style.visibility</p:attrName>
                                        </p:attrNameLst>
                                      </p:cBhvr>
                                      <p:to>
                                        <p:strVal val="visible"/>
                                      </p:to>
                                    </p:set>
                                    <p:anim calcmode="lin" valueType="num">
                                      <p:cBhvr>
                                        <p:cTn id="7" dur="500" fill="hold"/>
                                        <p:tgtEl>
                                          <p:spTgt spid="88068"/>
                                        </p:tgtEl>
                                        <p:attrNameLst>
                                          <p:attrName>ppt_w</p:attrName>
                                        </p:attrNameLst>
                                      </p:cBhvr>
                                      <p:tavLst>
                                        <p:tav tm="0">
                                          <p:val>
                                            <p:fltVal val="0"/>
                                          </p:val>
                                        </p:tav>
                                        <p:tav tm="100000">
                                          <p:val>
                                            <p:strVal val="#ppt_w"/>
                                          </p:val>
                                        </p:tav>
                                      </p:tavLst>
                                    </p:anim>
                                    <p:anim calcmode="lin" valueType="num">
                                      <p:cBhvr>
                                        <p:cTn id="8" dur="500" fill="hold"/>
                                        <p:tgtEl>
                                          <p:spTgt spid="88068"/>
                                        </p:tgtEl>
                                        <p:attrNameLst>
                                          <p:attrName>ppt_h</p:attrName>
                                        </p:attrNameLst>
                                      </p:cBhvr>
                                      <p:tavLst>
                                        <p:tav tm="0">
                                          <p:val>
                                            <p:fltVal val="0"/>
                                          </p:val>
                                        </p:tav>
                                        <p:tav tm="100000">
                                          <p:val>
                                            <p:strVal val="#ppt_h"/>
                                          </p:val>
                                        </p:tav>
                                      </p:tavLst>
                                    </p:anim>
                                    <p:animEffect transition="in" filter="fade">
                                      <p:cBhvr>
                                        <p:cTn id="9" dur="500"/>
                                        <p:tgtEl>
                                          <p:spTgt spid="880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Content Placeholder 1"/>
          <p:cNvSpPr>
            <a:spLocks noGrp="1"/>
          </p:cNvSpPr>
          <p:nvPr>
            <p:ph idx="1"/>
          </p:nvPr>
        </p:nvSpPr>
        <p:spPr/>
        <p:txBody>
          <a:bodyPr/>
          <a:lstStyle/>
          <a:p>
            <a:r>
              <a:rPr lang="en-US" altLang="en-US" smtClean="0"/>
              <a:t>If you declare any parameter as final, you cannot change the value of it.</a:t>
            </a:r>
          </a:p>
          <a:p>
            <a:endParaRPr lang="en-US" altLang="en-US" smtClean="0"/>
          </a:p>
        </p:txBody>
      </p:sp>
      <p:sp>
        <p:nvSpPr>
          <p:cNvPr id="3" name="Title 2"/>
          <p:cNvSpPr>
            <a:spLocks noGrp="1"/>
          </p:cNvSpPr>
          <p:nvPr>
            <p:ph type="title"/>
          </p:nvPr>
        </p:nvSpPr>
        <p:spPr/>
        <p:txBody>
          <a:bodyPr/>
          <a:lstStyle/>
          <a:p>
            <a:pPr>
              <a:defRPr/>
            </a:pPr>
            <a:r>
              <a:rPr lang="en-US" dirty="0"/>
              <a:t>Q) What is final parameter?</a:t>
            </a:r>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33550" y="2473325"/>
            <a:ext cx="5676900" cy="286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5511800"/>
            <a:ext cx="6705600" cy="85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810000" y="3190875"/>
            <a:ext cx="2362200" cy="31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p:cNvSpPr txBox="1">
            <a:spLocks noChangeArrowheads="1"/>
          </p:cNvSpPr>
          <p:nvPr/>
        </p:nvSpPr>
        <p:spPr bwMode="auto">
          <a:xfrm>
            <a:off x="3810000" y="3405188"/>
            <a:ext cx="32004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spcBef>
                <a:spcPct val="0"/>
              </a:spcBef>
              <a:buClrTx/>
              <a:buSzTx/>
              <a:buFontTx/>
              <a:buNone/>
            </a:pPr>
            <a:r>
              <a:rPr lang="en-US" altLang="en-US" sz="1600">
                <a:solidFill>
                  <a:srgbClr val="00B050"/>
                </a:solidFill>
              </a:rPr>
              <a:t>//What if n=n+2 removed??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53" presetClass="entr" presetSubtype="16" fill="hold" nodeType="clickEffect">
                                  <p:stCondLst>
                                    <p:cond delay="0"/>
                                  </p:stCondLst>
                                  <p:childTnLst>
                                    <p:set>
                                      <p:cBhvr>
                                        <p:cTn id="13" dur="1" fill="hold">
                                          <p:stCondLst>
                                            <p:cond delay="0"/>
                                          </p:stCondLst>
                                        </p:cTn>
                                        <p:tgtEl>
                                          <p:spTgt spid="8"/>
                                        </p:tgtEl>
                                        <p:attrNameLst>
                                          <p:attrName>style.visibility</p:attrName>
                                        </p:attrNameLst>
                                      </p:cBhvr>
                                      <p:to>
                                        <p:strVal val="visible"/>
                                      </p:to>
                                    </p:set>
                                    <p:anim calcmode="lin" valueType="num">
                                      <p:cBhvr>
                                        <p:cTn id="14" dur="500" fill="hold"/>
                                        <p:tgtEl>
                                          <p:spTgt spid="8"/>
                                        </p:tgtEl>
                                        <p:attrNameLst>
                                          <p:attrName>ppt_w</p:attrName>
                                        </p:attrNameLst>
                                      </p:cBhvr>
                                      <p:tavLst>
                                        <p:tav tm="0">
                                          <p:val>
                                            <p:fltVal val="0"/>
                                          </p:val>
                                        </p:tav>
                                        <p:tav tm="100000">
                                          <p:val>
                                            <p:strVal val="#ppt_w"/>
                                          </p:val>
                                        </p:tav>
                                      </p:tavLst>
                                    </p:anim>
                                    <p:anim calcmode="lin" valueType="num">
                                      <p:cBhvr>
                                        <p:cTn id="15" dur="500" fill="hold"/>
                                        <p:tgtEl>
                                          <p:spTgt spid="8"/>
                                        </p:tgtEl>
                                        <p:attrNameLst>
                                          <p:attrName>ppt_h</p:attrName>
                                        </p:attrNameLst>
                                      </p:cBhvr>
                                      <p:tavLst>
                                        <p:tav tm="0">
                                          <p:val>
                                            <p:fltVal val="0"/>
                                          </p:val>
                                        </p:tav>
                                        <p:tav tm="100000">
                                          <p:val>
                                            <p:strVal val="#ppt_h"/>
                                          </p:val>
                                        </p:tav>
                                      </p:tavLst>
                                    </p:anim>
                                    <p:animEffect transition="in" filter="fade">
                                      <p:cBhvr>
                                        <p:cTn id="16" dur="500"/>
                                        <p:tgtEl>
                                          <p:spTgt spid="8"/>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500"/>
                                        <p:tgtEl>
                                          <p:spTgt spid="1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r>
              <a:rPr lang="en-US" altLang="en-US" smtClean="0"/>
              <a:t>NO</a:t>
            </a:r>
          </a:p>
          <a:p>
            <a:r>
              <a:rPr lang="en-US" altLang="en-US" smtClean="0">
                <a:solidFill>
                  <a:srgbClr val="FF0000"/>
                </a:solidFill>
              </a:rPr>
              <a:t>Why?</a:t>
            </a:r>
          </a:p>
          <a:p>
            <a:pPr lvl="1"/>
            <a:r>
              <a:rPr lang="en-US" altLang="en-US" smtClean="0"/>
              <a:t>Because constructor is never inherited.</a:t>
            </a:r>
          </a:p>
        </p:txBody>
      </p:sp>
      <p:sp>
        <p:nvSpPr>
          <p:cNvPr id="3" name="Title 2"/>
          <p:cNvSpPr>
            <a:spLocks noGrp="1"/>
          </p:cNvSpPr>
          <p:nvPr>
            <p:ph type="title"/>
          </p:nvPr>
        </p:nvSpPr>
        <p:spPr/>
        <p:txBody>
          <a:bodyPr>
            <a:normAutofit fontScale="90000"/>
          </a:bodyPr>
          <a:lstStyle/>
          <a:p>
            <a:pPr>
              <a:defRPr/>
            </a:pPr>
            <a:r>
              <a:rPr lang="en-US" dirty="0"/>
              <a:t>Q) Can we declare a constructor final?</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 calcmode="lin" valueType="num">
                                      <p:cBhvr additive="base">
                                        <p:cTn id="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
                                            <p:txEl>
                                              <p:pRg st="1" end="1"/>
                                            </p:txEl>
                                          </p:spTgt>
                                        </p:tgtEl>
                                        <p:attrNameLst>
                                          <p:attrName>style.visibility</p:attrName>
                                        </p:attrNameLst>
                                      </p:cBhvr>
                                      <p:to>
                                        <p:strVal val="visible"/>
                                      </p:to>
                                    </p:set>
                                    <p:anim calcmode="lin" valueType="num">
                                      <p:cBhvr additive="base">
                                        <p:cTn id="13"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anim calcmode="lin" valueType="num">
                                      <p:cBhvr additive="base">
                                        <p:cTn id="19"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Content Placeholder 1"/>
          <p:cNvSpPr>
            <a:spLocks noGrp="1"/>
          </p:cNvSpPr>
          <p:nvPr>
            <p:ph idx="1"/>
          </p:nvPr>
        </p:nvSpPr>
        <p:spPr/>
        <p:txBody>
          <a:bodyPr/>
          <a:lstStyle/>
          <a:p>
            <a:r>
              <a:rPr lang="en-US" altLang="en-US" smtClean="0"/>
              <a:t>A process of hiding the implementation details and showing only functionality to the user.</a:t>
            </a:r>
          </a:p>
          <a:p>
            <a:r>
              <a:rPr lang="en-US" altLang="en-US" smtClean="0"/>
              <a:t>it shows only important things to the user and hides the internal details</a:t>
            </a:r>
          </a:p>
          <a:p>
            <a:pPr lvl="1"/>
            <a:r>
              <a:rPr lang="en-US" altLang="en-US" smtClean="0"/>
              <a:t>E.g. sending sms, you just type the text and send the message. You don't know the internal processing about the message delivery.</a:t>
            </a:r>
          </a:p>
          <a:p>
            <a:endParaRPr lang="en-US" altLang="en-US" smtClean="0"/>
          </a:p>
          <a:p>
            <a:r>
              <a:rPr lang="en-US" altLang="en-US" smtClean="0"/>
              <a:t>lets you focus on what the object does instead of how it does it.</a:t>
            </a:r>
          </a:p>
        </p:txBody>
      </p:sp>
      <p:sp>
        <p:nvSpPr>
          <p:cNvPr id="3" name="Title 2"/>
          <p:cNvSpPr>
            <a:spLocks noGrp="1"/>
          </p:cNvSpPr>
          <p:nvPr>
            <p:ph type="title"/>
          </p:nvPr>
        </p:nvSpPr>
        <p:spPr/>
        <p:txBody>
          <a:bodyPr/>
          <a:lstStyle/>
          <a:p>
            <a:pPr>
              <a:defRPr/>
            </a:pPr>
            <a:r>
              <a:rPr lang="en-US" dirty="0"/>
              <a:t>Abstraction </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Content Placeholder 1"/>
          <p:cNvSpPr>
            <a:spLocks noGrp="1"/>
          </p:cNvSpPr>
          <p:nvPr>
            <p:ph idx="1"/>
          </p:nvPr>
        </p:nvSpPr>
        <p:spPr/>
        <p:txBody>
          <a:bodyPr/>
          <a:lstStyle/>
          <a:p>
            <a:r>
              <a:rPr lang="en-US" altLang="en-US" smtClean="0"/>
              <a:t>There are two ways to achieve abstraction in java</a:t>
            </a:r>
          </a:p>
          <a:p>
            <a:pPr lvl="1"/>
            <a:r>
              <a:rPr lang="en-US" altLang="en-US" smtClean="0"/>
              <a:t>Abstract class (0 to 100%)</a:t>
            </a:r>
          </a:p>
          <a:p>
            <a:pPr lvl="1"/>
            <a:r>
              <a:rPr lang="en-US" altLang="en-US" smtClean="0"/>
              <a:t>Interface (100%)</a:t>
            </a:r>
          </a:p>
          <a:p>
            <a:endParaRPr lang="en-US" altLang="en-US" smtClean="0"/>
          </a:p>
        </p:txBody>
      </p:sp>
      <p:sp>
        <p:nvSpPr>
          <p:cNvPr id="3" name="Title 2"/>
          <p:cNvSpPr>
            <a:spLocks noGrp="1"/>
          </p:cNvSpPr>
          <p:nvPr>
            <p:ph type="title"/>
          </p:nvPr>
        </p:nvSpPr>
        <p:spPr/>
        <p:txBody>
          <a:bodyPr/>
          <a:lstStyle/>
          <a:p>
            <a:pPr>
              <a:defRPr/>
            </a:pPr>
            <a:r>
              <a:rPr lang="en-US" dirty="0"/>
              <a:t>Ways to achieve Abstraction</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Content Placeholder 1"/>
          <p:cNvSpPr>
            <a:spLocks noGrp="1"/>
          </p:cNvSpPr>
          <p:nvPr>
            <p:ph idx="1"/>
          </p:nvPr>
        </p:nvSpPr>
        <p:spPr>
          <a:xfrm>
            <a:off x="457200" y="1417638"/>
            <a:ext cx="8229600" cy="4589462"/>
          </a:xfrm>
        </p:spPr>
        <p:txBody>
          <a:bodyPr/>
          <a:lstStyle/>
          <a:p>
            <a:r>
              <a:rPr lang="en-US" altLang="en-US" smtClean="0"/>
              <a:t>A class that is declared with abstract keyword</a:t>
            </a:r>
          </a:p>
          <a:p>
            <a:r>
              <a:rPr lang="en-US" altLang="en-US" smtClean="0"/>
              <a:t>Abstract Class:</a:t>
            </a:r>
          </a:p>
          <a:p>
            <a:pPr lvl="1"/>
            <a:r>
              <a:rPr lang="en-US" altLang="en-US" smtClean="0"/>
              <a:t>can have abstract and non-abstract methods (method with body). </a:t>
            </a:r>
          </a:p>
          <a:p>
            <a:pPr lvl="2"/>
            <a:r>
              <a:rPr lang="en-US" altLang="en-US" smtClean="0"/>
              <a:t>if a class has at least one abstract method, then the class </a:t>
            </a:r>
            <a:r>
              <a:rPr lang="en-US" altLang="en-US" b="1" smtClean="0"/>
              <a:t>must </a:t>
            </a:r>
            <a:r>
              <a:rPr lang="en-US" altLang="en-US" smtClean="0"/>
              <a:t>be declared abstract.</a:t>
            </a:r>
          </a:p>
          <a:p>
            <a:pPr lvl="1"/>
            <a:r>
              <a:rPr lang="en-US" altLang="en-US" smtClean="0">
                <a:solidFill>
                  <a:srgbClr val="FF0000"/>
                </a:solidFill>
              </a:rPr>
              <a:t>cannot be instantiated.</a:t>
            </a:r>
          </a:p>
          <a:p>
            <a:pPr lvl="1"/>
            <a:r>
              <a:rPr lang="en-US" altLang="en-US" smtClean="0"/>
              <a:t>needs to be extended and its method implemented. </a:t>
            </a:r>
          </a:p>
          <a:p>
            <a:endParaRPr lang="en-US" altLang="en-US" smtClean="0"/>
          </a:p>
          <a:p>
            <a:r>
              <a:rPr lang="en-US" altLang="en-US" b="1" smtClean="0"/>
              <a:t>abstract</a:t>
            </a:r>
            <a:r>
              <a:rPr lang="en-US" altLang="en-US" smtClean="0"/>
              <a:t> </a:t>
            </a:r>
            <a:r>
              <a:rPr lang="en-US" altLang="en-US" b="1" smtClean="0"/>
              <a:t>class</a:t>
            </a:r>
            <a:r>
              <a:rPr lang="en-US" altLang="en-US" smtClean="0"/>
              <a:t> A{}</a:t>
            </a:r>
          </a:p>
          <a:p>
            <a:endParaRPr lang="en-US" altLang="en-US" smtClean="0"/>
          </a:p>
        </p:txBody>
      </p:sp>
      <p:sp>
        <p:nvSpPr>
          <p:cNvPr id="3" name="Title 2"/>
          <p:cNvSpPr>
            <a:spLocks noGrp="1"/>
          </p:cNvSpPr>
          <p:nvPr>
            <p:ph type="title"/>
          </p:nvPr>
        </p:nvSpPr>
        <p:spPr/>
        <p:txBody>
          <a:bodyPr/>
          <a:lstStyle/>
          <a:p>
            <a:pPr>
              <a:defRPr/>
            </a:pPr>
            <a:r>
              <a:rPr lang="en-US" dirty="0"/>
              <a:t>Abstract </a:t>
            </a:r>
            <a:r>
              <a:rPr lang="en-US" dirty="0" smtClean="0"/>
              <a:t>class</a:t>
            </a:r>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Content Placeholder 1"/>
          <p:cNvSpPr>
            <a:spLocks noGrp="1"/>
          </p:cNvSpPr>
          <p:nvPr>
            <p:ph idx="1"/>
          </p:nvPr>
        </p:nvSpPr>
        <p:spPr/>
        <p:txBody>
          <a:bodyPr/>
          <a:lstStyle/>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smtClean="0"/>
              <a:t>Example</a:t>
            </a:r>
            <a:endParaRPr lang="en-US" dirty="0"/>
          </a:p>
        </p:txBody>
      </p:sp>
      <p:pic>
        <p:nvPicPr>
          <p:cNvPr id="106500"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61963" y="1481138"/>
            <a:ext cx="5710237" cy="2405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6501"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838200" y="4343400"/>
            <a:ext cx="53340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Content Placeholder 1"/>
          <p:cNvSpPr>
            <a:spLocks noGrp="1"/>
          </p:cNvSpPr>
          <p:nvPr>
            <p:ph idx="1"/>
          </p:nvPr>
        </p:nvSpPr>
        <p:spPr/>
        <p:txBody>
          <a:bodyPr/>
          <a:lstStyle/>
          <a:p>
            <a:pPr eaLnBrk="1" hangingPunct="1"/>
            <a:r>
              <a:rPr lang="en-US" altLang="en-US" smtClean="0"/>
              <a:t>Inheritance allows a sub-class to override the methods of its super-class.</a:t>
            </a:r>
          </a:p>
          <a:p>
            <a:pPr eaLnBrk="1" hangingPunct="1"/>
            <a:r>
              <a:rPr lang="en-US" altLang="en-US" smtClean="0"/>
              <a:t>In fact, a super-class may altogether leave the implementation details of a method and declare such a method abstract:</a:t>
            </a:r>
          </a:p>
          <a:p>
            <a:pPr lvl="2" eaLnBrk="1" hangingPunct="1"/>
            <a:r>
              <a:rPr lang="en-US" altLang="en-US" smtClean="0"/>
              <a:t>abstract type name(parameter-list);</a:t>
            </a:r>
          </a:p>
          <a:p>
            <a:pPr eaLnBrk="1" hangingPunct="1"/>
            <a:r>
              <a:rPr lang="en-US" altLang="en-US" smtClean="0"/>
              <a:t>Two kinds of methods:</a:t>
            </a:r>
          </a:p>
          <a:p>
            <a:pPr lvl="1" eaLnBrk="1" hangingPunct="1"/>
            <a:r>
              <a:rPr lang="en-US" altLang="en-US" smtClean="0"/>
              <a:t>concrete – may be overridden by sub-classes</a:t>
            </a:r>
          </a:p>
          <a:p>
            <a:pPr lvl="1" eaLnBrk="1" hangingPunct="1"/>
            <a:r>
              <a:rPr lang="en-US" altLang="en-US" smtClean="0"/>
              <a:t>abstract – must be overridden by sub-classes</a:t>
            </a:r>
          </a:p>
          <a:p>
            <a:pPr eaLnBrk="1" hangingPunct="1"/>
            <a:r>
              <a:rPr lang="en-US" altLang="en-US" i="1" smtClean="0">
                <a:solidFill>
                  <a:srgbClr val="FF0000"/>
                </a:solidFill>
              </a:rPr>
              <a:t>It is illegal to define abstract constructors or static methods</a:t>
            </a:r>
            <a:r>
              <a:rPr lang="en-US" altLang="en-US" smtClean="0"/>
              <a:t>.</a:t>
            </a:r>
          </a:p>
        </p:txBody>
      </p:sp>
      <p:sp>
        <p:nvSpPr>
          <p:cNvPr id="3" name="Title 2"/>
          <p:cNvSpPr>
            <a:spLocks noGrp="1"/>
          </p:cNvSpPr>
          <p:nvPr>
            <p:ph type="title"/>
          </p:nvPr>
        </p:nvSpPr>
        <p:spPr/>
        <p:txBody>
          <a:bodyPr/>
          <a:lstStyle/>
          <a:p>
            <a:pPr eaLnBrk="1" hangingPunct="1">
              <a:defRPr/>
            </a:pPr>
            <a:r>
              <a:rPr lang="en-US" dirty="0" smtClean="0"/>
              <a:t>Abstract Method</a:t>
            </a:r>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Content Placeholder 1"/>
          <p:cNvSpPr>
            <a:spLocks noGrp="1"/>
          </p:cNvSpPr>
          <p:nvPr>
            <p:ph idx="1"/>
          </p:nvPr>
        </p:nvSpPr>
        <p:spPr/>
        <p:txBody>
          <a:bodyPr/>
          <a:lstStyle/>
          <a:p>
            <a:r>
              <a:rPr lang="en-US" altLang="en-US" smtClean="0"/>
              <a:t>A method that is declared as abstract and does not have implementation is known as abstract method.</a:t>
            </a:r>
          </a:p>
          <a:p>
            <a:r>
              <a:rPr lang="en-US" altLang="en-US" smtClean="0"/>
              <a:t>An abstract method </a:t>
            </a:r>
          </a:p>
          <a:p>
            <a:pPr lvl="1"/>
            <a:r>
              <a:rPr lang="en-US" altLang="en-US" smtClean="0"/>
              <a:t>contains a method signature, but no method body.</a:t>
            </a:r>
          </a:p>
          <a:p>
            <a:pPr lvl="1"/>
            <a:r>
              <a:rPr lang="en-US" altLang="en-US" smtClean="0"/>
              <a:t>Instead of curly braces, an abstract method will have a semi colon (;) at the end.</a:t>
            </a:r>
          </a:p>
          <a:p>
            <a:pPr lvl="1"/>
            <a:endParaRPr lang="en-US" altLang="en-US" smtClean="0"/>
          </a:p>
          <a:p>
            <a:r>
              <a:rPr lang="en-US" altLang="en-US" b="1" smtClean="0"/>
              <a:t>abstract</a:t>
            </a:r>
            <a:r>
              <a:rPr lang="en-US" altLang="en-US" smtClean="0"/>
              <a:t> </a:t>
            </a:r>
            <a:r>
              <a:rPr lang="en-US" altLang="en-US" b="1" smtClean="0"/>
              <a:t>void</a:t>
            </a:r>
            <a:r>
              <a:rPr lang="en-US" altLang="en-US" smtClean="0"/>
              <a:t> printStatus();</a:t>
            </a:r>
            <a:r>
              <a:rPr lang="en-US" altLang="en-US" smtClean="0">
                <a:solidFill>
                  <a:srgbClr val="00B050"/>
                </a:solidFill>
              </a:rPr>
              <a:t>//no body and abstract</a:t>
            </a:r>
            <a:r>
              <a:rPr lang="en-US" altLang="en-US" smtClean="0"/>
              <a:t>  </a:t>
            </a:r>
          </a:p>
          <a:p>
            <a:endParaRPr lang="en-US" altLang="en-US" smtClean="0"/>
          </a:p>
        </p:txBody>
      </p:sp>
      <p:sp>
        <p:nvSpPr>
          <p:cNvPr id="3" name="Title 2"/>
          <p:cNvSpPr>
            <a:spLocks noGrp="1"/>
          </p:cNvSpPr>
          <p:nvPr>
            <p:ph type="title"/>
          </p:nvPr>
        </p:nvSpPr>
        <p:spPr/>
        <p:txBody>
          <a:bodyPr/>
          <a:lstStyle/>
          <a:p>
            <a:pPr>
              <a:defRPr/>
            </a:pPr>
            <a:r>
              <a:rPr lang="en-US" dirty="0"/>
              <a:t>Abstract Method</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Content Placeholder 1"/>
          <p:cNvSpPr>
            <a:spLocks noGrp="1"/>
          </p:cNvSpPr>
          <p:nvPr>
            <p:ph idx="1"/>
          </p:nvPr>
        </p:nvSpPr>
        <p:spPr/>
        <p:txBody>
          <a:bodyPr/>
          <a:lstStyle/>
          <a:p>
            <a:endParaRPr lang="en-US" altLang="en-US" smtClean="0"/>
          </a:p>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smtClean="0"/>
              <a:t>Example</a:t>
            </a:r>
            <a:endParaRPr lang="en-US" dirty="0"/>
          </a:p>
        </p:txBody>
      </p:sp>
      <p:pic>
        <p:nvPicPr>
          <p:cNvPr id="112644"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752600"/>
            <a:ext cx="8229600" cy="425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Content Placeholder 1"/>
          <p:cNvSpPr>
            <a:spLocks noGrp="1"/>
          </p:cNvSpPr>
          <p:nvPr>
            <p:ph idx="1"/>
          </p:nvPr>
        </p:nvSpPr>
        <p:spPr/>
        <p:txBody>
          <a:bodyPr/>
          <a:lstStyle/>
          <a:p>
            <a:endParaRPr lang="en-US" altLang="en-US" smtClean="0"/>
          </a:p>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smtClean="0"/>
              <a:t>Another Example</a:t>
            </a:r>
            <a:endParaRPr lang="en-US" dirty="0"/>
          </a:p>
        </p:txBody>
      </p:sp>
      <p:pic>
        <p:nvPicPr>
          <p:cNvPr id="114692"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295400"/>
            <a:ext cx="6172200" cy="368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5040313"/>
            <a:ext cx="4238625" cy="181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Content Placeholder 1"/>
          <p:cNvSpPr>
            <a:spLocks noGrp="1"/>
          </p:cNvSpPr>
          <p:nvPr>
            <p:ph idx="1"/>
          </p:nvPr>
        </p:nvSpPr>
        <p:spPr/>
        <p:txBody>
          <a:bodyPr/>
          <a:lstStyle/>
          <a:p>
            <a:r>
              <a:rPr lang="en-US" altLang="en-US" smtClean="0"/>
              <a:t>In this example:</a:t>
            </a:r>
          </a:p>
          <a:p>
            <a:pPr lvl="1"/>
            <a:r>
              <a:rPr lang="en-US" altLang="en-US" smtClean="0"/>
              <a:t>Shape is the abstract class</a:t>
            </a:r>
          </a:p>
          <a:p>
            <a:pPr lvl="1"/>
            <a:r>
              <a:rPr lang="en-US" altLang="en-US" smtClean="0"/>
              <a:t>Its implementation is provided by the Rectangle and Circle classes. </a:t>
            </a:r>
          </a:p>
          <a:p>
            <a:pPr lvl="1"/>
            <a:r>
              <a:rPr lang="en-US" altLang="en-US" smtClean="0"/>
              <a:t>Mostly, we don't know about the implementation class (i.e. hidden to the end user) and object of the implementation class is provided by the </a:t>
            </a:r>
            <a:r>
              <a:rPr lang="en-US" altLang="en-US" b="1" smtClean="0">
                <a:solidFill>
                  <a:srgbClr val="FF0000"/>
                </a:solidFill>
              </a:rPr>
              <a:t>factory method</a:t>
            </a:r>
            <a:r>
              <a:rPr lang="en-US" altLang="en-US" smtClean="0"/>
              <a:t>.</a:t>
            </a:r>
          </a:p>
          <a:p>
            <a:pPr lvl="2"/>
            <a:r>
              <a:rPr lang="en-US" altLang="en-US" smtClean="0"/>
              <a:t>the method that returns the instance of the class</a:t>
            </a:r>
          </a:p>
          <a:p>
            <a:pPr lvl="2"/>
            <a:r>
              <a:rPr lang="en-US" altLang="en-US" b="1" i="1" smtClean="0"/>
              <a:t>will learn about the factory method later.</a:t>
            </a:r>
          </a:p>
          <a:p>
            <a:r>
              <a:rPr lang="en-US" altLang="en-US" smtClean="0"/>
              <a:t>if you create the instance of Rectangle class, draw() method of Rectangle class will be invoked.</a:t>
            </a:r>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lstStyle/>
          <a:p>
            <a:pPr>
              <a:defRPr/>
            </a:pPr>
            <a:r>
              <a:rPr lang="en-US" dirty="0" smtClean="0"/>
              <a:t>Explanation </a:t>
            </a:r>
            <a:endParaRPr lang="en-US" dirty="0"/>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Content Placeholder 1"/>
          <p:cNvSpPr>
            <a:spLocks noGrp="1"/>
          </p:cNvSpPr>
          <p:nvPr>
            <p:ph idx="1"/>
          </p:nvPr>
        </p:nvSpPr>
        <p:spPr/>
        <p:txBody>
          <a:bodyPr/>
          <a:lstStyle/>
          <a:p>
            <a:endParaRPr lang="en-US" altLang="en-US" smtClean="0"/>
          </a:p>
          <a:p>
            <a:endParaRPr lang="en-US" altLang="en-US" smtClean="0"/>
          </a:p>
          <a:p>
            <a:endParaRPr lang="en-US" altLang="en-US" smtClean="0"/>
          </a:p>
          <a:p>
            <a:endParaRPr lang="en-US" altLang="en-US" smtClean="0"/>
          </a:p>
        </p:txBody>
      </p:sp>
      <p:sp>
        <p:nvSpPr>
          <p:cNvPr id="3" name="Title 2"/>
          <p:cNvSpPr>
            <a:spLocks noGrp="1"/>
          </p:cNvSpPr>
          <p:nvPr>
            <p:ph type="title"/>
          </p:nvPr>
        </p:nvSpPr>
        <p:spPr/>
        <p:txBody>
          <a:bodyPr>
            <a:normAutofit fontScale="90000"/>
          </a:bodyPr>
          <a:lstStyle/>
          <a:p>
            <a:pPr>
              <a:defRPr/>
            </a:pPr>
            <a:r>
              <a:rPr lang="en-US" dirty="0"/>
              <a:t>Abstract class having constructor, data member, methods etc.</a:t>
            </a:r>
          </a:p>
        </p:txBody>
      </p:sp>
      <p:pic>
        <p:nvPicPr>
          <p:cNvPr id="119812" name="Picture 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14400" y="1600200"/>
            <a:ext cx="7086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a:lstStyle/>
          <a:p>
            <a:pPr marL="109537" indent="0">
              <a:buFont typeface="Wingdings 3" panose="05040102010807070707" pitchFamily="18" charset="2"/>
              <a:buNone/>
              <a:defRPr/>
            </a:pPr>
            <a:r>
              <a:rPr lang="en-US" b="1" dirty="0" smtClean="0"/>
              <a:t>	class</a:t>
            </a:r>
            <a:r>
              <a:rPr lang="en-US" dirty="0"/>
              <a:t> </a:t>
            </a:r>
            <a:r>
              <a:rPr lang="en-US" dirty="0" smtClean="0"/>
              <a:t>Bike {</a:t>
            </a:r>
            <a:r>
              <a:rPr lang="en-US" dirty="0"/>
              <a:t>  </a:t>
            </a:r>
          </a:p>
          <a:p>
            <a:pPr marL="109537" indent="0">
              <a:buFont typeface="Wingdings 3" panose="05040102010807070707" pitchFamily="18" charset="2"/>
              <a:buNone/>
              <a:defRPr/>
            </a:pPr>
            <a:r>
              <a:rPr lang="en-US" b="1" dirty="0" smtClean="0"/>
              <a:t>	abstract</a:t>
            </a:r>
            <a:r>
              <a:rPr lang="en-US" dirty="0"/>
              <a:t> </a:t>
            </a:r>
            <a:r>
              <a:rPr lang="en-US" b="1" dirty="0"/>
              <a:t>void</a:t>
            </a:r>
            <a:r>
              <a:rPr lang="en-US" dirty="0"/>
              <a:t> run();  </a:t>
            </a:r>
          </a:p>
          <a:p>
            <a:pPr marL="109537" indent="0">
              <a:buFont typeface="Wingdings 3" panose="05040102010807070707" pitchFamily="18" charset="2"/>
              <a:buNone/>
              <a:defRPr/>
            </a:pPr>
            <a:r>
              <a:rPr lang="en-US" dirty="0" smtClean="0"/>
              <a:t>	}</a:t>
            </a:r>
            <a:r>
              <a:rPr lang="en-US" dirty="0"/>
              <a:t>  </a:t>
            </a:r>
          </a:p>
          <a:p>
            <a:pPr marL="109537" indent="0">
              <a:buFont typeface="Wingdings 3" panose="05040102010807070707" pitchFamily="18" charset="2"/>
              <a:buNone/>
              <a:defRPr/>
            </a:pPr>
            <a:endParaRPr lang="en-US" dirty="0" smtClean="0"/>
          </a:p>
          <a:p>
            <a:pPr>
              <a:defRPr/>
            </a:pPr>
            <a:r>
              <a:rPr lang="en-US" b="1" i="1" dirty="0" smtClean="0"/>
              <a:t>Rule:</a:t>
            </a:r>
          </a:p>
          <a:p>
            <a:pPr lvl="1">
              <a:defRPr/>
            </a:pPr>
            <a:r>
              <a:rPr lang="en-US" b="1" dirty="0"/>
              <a:t>If there is any abstract method in a class, that class </a:t>
            </a:r>
            <a:r>
              <a:rPr lang="en-US" b="1" dirty="0">
                <a:solidFill>
                  <a:srgbClr val="FF0000"/>
                </a:solidFill>
              </a:rPr>
              <a:t>must</a:t>
            </a:r>
            <a:r>
              <a:rPr lang="en-US" b="1" dirty="0"/>
              <a:t> be abstract.</a:t>
            </a:r>
          </a:p>
          <a:p>
            <a:pPr>
              <a:defRPr/>
            </a:pPr>
            <a:endParaRPr lang="en-US" b="1" i="1" dirty="0"/>
          </a:p>
          <a:p>
            <a:pPr>
              <a:defRPr/>
            </a:pPr>
            <a:endParaRPr lang="en-US" dirty="0" smtClean="0"/>
          </a:p>
          <a:p>
            <a:pPr>
              <a:defRPr/>
            </a:pPr>
            <a:endParaRPr lang="en-US" dirty="0"/>
          </a:p>
          <a:p>
            <a:pPr>
              <a:defRPr/>
            </a:pPr>
            <a:endParaRPr lang="en-US" dirty="0"/>
          </a:p>
        </p:txBody>
      </p:sp>
      <p:sp>
        <p:nvSpPr>
          <p:cNvPr id="3" name="Title 2"/>
          <p:cNvSpPr>
            <a:spLocks noGrp="1"/>
          </p:cNvSpPr>
          <p:nvPr>
            <p:ph type="title"/>
          </p:nvPr>
        </p:nvSpPr>
        <p:spPr/>
        <p:txBody>
          <a:bodyPr/>
          <a:lstStyle/>
          <a:p>
            <a:pPr>
              <a:defRPr/>
            </a:pPr>
            <a:r>
              <a:rPr lang="en-US" dirty="0" smtClean="0">
                <a:solidFill>
                  <a:srgbClr val="FF0000"/>
                </a:solidFill>
              </a:rPr>
              <a:t>Output??</a:t>
            </a:r>
            <a:endParaRPr lang="en-US"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 calcmode="lin" valueType="num">
                                      <p:cBhvr additive="base">
                                        <p:cTn id="7"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
                                            <p:txEl>
                                              <p:pRg st="4" end="4"/>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anim calcmode="lin" valueType="num">
                                      <p:cBhvr additive="base">
                                        <p:cTn id="11"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Content Placeholder 1"/>
          <p:cNvSpPr>
            <a:spLocks noGrp="1"/>
          </p:cNvSpPr>
          <p:nvPr>
            <p:ph idx="1"/>
          </p:nvPr>
        </p:nvSpPr>
        <p:spPr/>
        <p:txBody>
          <a:bodyPr/>
          <a:lstStyle/>
          <a:p>
            <a:r>
              <a:rPr lang="en-US" altLang="en-US" b="1" smtClean="0"/>
              <a:t>If you are extending any abstract class that have abstract method, you must either provide the implementation of the method or make this class abstract.</a:t>
            </a:r>
          </a:p>
          <a:p>
            <a:endParaRPr lang="en-US" altLang="en-US" smtClean="0"/>
          </a:p>
        </p:txBody>
      </p:sp>
      <p:sp>
        <p:nvSpPr>
          <p:cNvPr id="3" name="Title 2"/>
          <p:cNvSpPr>
            <a:spLocks noGrp="1"/>
          </p:cNvSpPr>
          <p:nvPr>
            <p:ph type="title"/>
          </p:nvPr>
        </p:nvSpPr>
        <p:spPr/>
        <p:txBody>
          <a:bodyPr/>
          <a:lstStyle/>
          <a:p>
            <a:pPr>
              <a:defRPr/>
            </a:pPr>
            <a:r>
              <a:rPr lang="en-US" dirty="0" smtClean="0">
                <a:effectLst/>
              </a:rPr>
              <a:t>Rule:</a:t>
            </a:r>
            <a:endParaRPr lang="en-US" dirty="0">
              <a:effectLst/>
            </a:endParaRPr>
          </a:p>
        </p:txBody>
      </p:sp>
      <p:pic>
        <p:nvPicPr>
          <p:cNvPr id="123908"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0600" y="3276600"/>
            <a:ext cx="75438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ChangeArrowheads="1"/>
          </p:cNvSpPr>
          <p:nvPr/>
        </p:nvSpPr>
        <p:spPr bwMode="auto">
          <a:xfrm>
            <a:off x="381000" y="914400"/>
            <a:ext cx="7315200"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just" eaLnBrk="1" hangingPunct="1">
              <a:spcBef>
                <a:spcPct val="0"/>
              </a:spcBef>
              <a:buClrTx/>
              <a:buSzTx/>
              <a:buFontTx/>
              <a:buNone/>
            </a:pPr>
            <a:r>
              <a:rPr lang="en-US" altLang="en-US" sz="1800">
                <a:solidFill>
                  <a:schemeClr val="tx2"/>
                </a:solidFill>
                <a:latin typeface="Lucida Sans Unicode" panose="020B0602030504020204" pitchFamily="34" charset="0"/>
              </a:rPr>
              <a:t/>
            </a:r>
            <a:br>
              <a:rPr lang="en-US" altLang="en-US" sz="1800">
                <a:solidFill>
                  <a:schemeClr val="tx2"/>
                </a:solidFill>
                <a:latin typeface="Lucida Sans Unicode" panose="020B0602030504020204" pitchFamily="34" charset="0"/>
              </a:rPr>
            </a:br>
            <a:endParaRPr lang="en-US" altLang="en-US" sz="1800">
              <a:solidFill>
                <a:schemeClr val="tx2"/>
              </a:solidFill>
              <a:latin typeface="Lucida Sans Unicode" panose="020B0602030504020204" pitchFamily="34" charset="0"/>
            </a:endParaRPr>
          </a:p>
        </p:txBody>
      </p:sp>
      <p:sp>
        <p:nvSpPr>
          <p:cNvPr id="126979" name="Title 1"/>
          <p:cNvSpPr txBox="1">
            <a:spLocks/>
          </p:cNvSpPr>
          <p:nvPr/>
        </p:nvSpPr>
        <p:spPr bwMode="auto">
          <a:xfrm>
            <a:off x="685800" y="2438400"/>
            <a:ext cx="7391400" cy="941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ctr" eaLnBrk="1" hangingPunct="1">
              <a:spcBef>
                <a:spcPct val="0"/>
              </a:spcBef>
              <a:buClrTx/>
              <a:buSzTx/>
              <a:buFontTx/>
              <a:buNone/>
            </a:pPr>
            <a:r>
              <a:rPr lang="en-US" altLang="en-US" sz="4400">
                <a:latin typeface="Calibri" panose="020F0502020204030204" pitchFamily="34" charset="0"/>
              </a:rPr>
              <a:t>Questions?</a:t>
            </a:r>
          </a:p>
        </p:txBody>
      </p:sp>
      <p:sp>
        <p:nvSpPr>
          <p:cNvPr id="126980" name="Slide Number Placeholder 2"/>
          <p:cNvSpPr>
            <a:spLocks noGrp="1"/>
          </p:cNvSpPr>
          <p:nvPr>
            <p:ph type="sldNum" sz="quarter" idx="12"/>
          </p:nvPr>
        </p:nvSpPr>
        <p:spPr bwMode="auto">
          <a:xfrm>
            <a:off x="9926638" y="8534400"/>
            <a:ext cx="312737" cy="25717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ts val="400"/>
              </a:spcBef>
              <a:buClr>
                <a:schemeClr val="accent1"/>
              </a:buClr>
              <a:buSzPct val="68000"/>
              <a:buFont typeface="Wingdings 3" panose="05040102010807070707" pitchFamily="18" charset="2"/>
              <a:buChar char=""/>
              <a:defRPr sz="2700">
                <a:solidFill>
                  <a:schemeClr val="tx1"/>
                </a:solidFill>
                <a:latin typeface="Arial" panose="020B0604020202020204" pitchFamily="34" charset="0"/>
                <a:cs typeface="Arial" panose="020B0604020202020204" pitchFamily="34" charset="0"/>
              </a:defRPr>
            </a:lvl1pPr>
            <a:lvl2pPr marL="742950" indent="-285750">
              <a:spcBef>
                <a:spcPts val="325"/>
              </a:spcBef>
              <a:buClr>
                <a:schemeClr val="accent1"/>
              </a:buClr>
              <a:buFont typeface="Verdana" panose="020B0604030504040204" pitchFamily="34" charset="0"/>
              <a:buChar char="◦"/>
              <a:defRPr sz="2300">
                <a:solidFill>
                  <a:schemeClr val="tx1"/>
                </a:solidFill>
                <a:latin typeface="Arial" panose="020B0604020202020204" pitchFamily="34" charset="0"/>
                <a:cs typeface="Arial" panose="020B0604020202020204" pitchFamily="34" charset="0"/>
              </a:defRPr>
            </a:lvl2pPr>
            <a:lvl3pPr marL="1143000" indent="-228600">
              <a:spcBef>
                <a:spcPts val="350"/>
              </a:spcBef>
              <a:buClr>
                <a:schemeClr val="accent2"/>
              </a:buClr>
              <a:buSzPct val="100000"/>
              <a:buFont typeface="Wingdings 2" panose="05020102010507070707" pitchFamily="18" charset="2"/>
              <a:buChar char=""/>
              <a:defRPr sz="2100">
                <a:solidFill>
                  <a:schemeClr val="tx1"/>
                </a:solidFill>
                <a:latin typeface="Arial" panose="020B0604020202020204" pitchFamily="34" charset="0"/>
                <a:cs typeface="Arial" panose="020B0604020202020204" pitchFamily="34" charset="0"/>
              </a:defRPr>
            </a:lvl3pPr>
            <a:lvl4pPr marL="1600200" indent="-228600">
              <a:spcBef>
                <a:spcPts val="350"/>
              </a:spcBef>
              <a:buClr>
                <a:schemeClr val="accent2"/>
              </a:buClr>
              <a:buFont typeface="Wingdings 2" panose="05020102010507070707" pitchFamily="18" charset="2"/>
              <a:buChar char=""/>
              <a:defRPr sz="1900">
                <a:solidFill>
                  <a:schemeClr val="tx1"/>
                </a:solidFill>
                <a:latin typeface="Arial" panose="020B0604020202020204" pitchFamily="34" charset="0"/>
                <a:cs typeface="Arial" panose="020B0604020202020204" pitchFamily="34" charset="0"/>
              </a:defRPr>
            </a:lvl4pPr>
            <a:lvl5pPr marL="2057400" indent="-228600">
              <a:spcBef>
                <a:spcPts val="350"/>
              </a:spcBef>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ts val="350"/>
              </a:spcBef>
              <a:spcAft>
                <a:spcPct val="0"/>
              </a:spcAft>
              <a:buClr>
                <a:schemeClr val="accent2"/>
              </a:buClr>
              <a:buFont typeface="Wingdings 2" panose="05020102010507070707" pitchFamily="18" charset="2"/>
              <a:buChar char=""/>
              <a:defRPr sz="2000">
                <a:solidFill>
                  <a:schemeClr val="tx1"/>
                </a:solidFill>
                <a:latin typeface="Arial" panose="020B0604020202020204" pitchFamily="34" charset="0"/>
                <a:cs typeface="Arial" panose="020B0604020202020204" pitchFamily="34" charset="0"/>
              </a:defRPr>
            </a:lvl9pPr>
          </a:lstStyle>
          <a:p>
            <a:pPr algn="l">
              <a:spcBef>
                <a:spcPct val="0"/>
              </a:spcBef>
              <a:buClrTx/>
              <a:buSzTx/>
              <a:buFontTx/>
              <a:buNone/>
            </a:pPr>
            <a:fld id="{2B86B6B4-81ED-46EB-BC95-753E7F667403}" type="slidenum">
              <a:rPr lang="en-US" altLang="en-US" sz="1400" smtClean="0">
                <a:solidFill>
                  <a:schemeClr val="bg1"/>
                </a:solidFill>
                <a:latin typeface="Lucida Sans Unicode" panose="020B0602030504020204" pitchFamily="34" charset="0"/>
                <a:ea typeface="ヒラギノ角ゴ ProN W3"/>
                <a:cs typeface="ヒラギノ角ゴ ProN W3"/>
                <a:sym typeface="Arial" panose="020B0604020202020204" pitchFamily="34" charset="0"/>
              </a:rPr>
              <a:pPr algn="l">
                <a:spcBef>
                  <a:spcPct val="0"/>
                </a:spcBef>
                <a:buClrTx/>
                <a:buSzTx/>
                <a:buFontTx/>
                <a:buNone/>
              </a:pPr>
              <a:t>56</a:t>
            </a:fld>
            <a:endParaRPr lang="en-US" altLang="en-US" sz="1400" smtClean="0">
              <a:solidFill>
                <a:schemeClr val="bg1"/>
              </a:solidFill>
              <a:latin typeface="Lucida Sans Unicode" panose="020B0602030504020204" pitchFamily="34" charset="0"/>
              <a:ea typeface="ヒラギノ角ゴ ProN W3"/>
              <a:cs typeface="ヒラギノ角ゴ ProN W3"/>
              <a:sym typeface="Arial" panose="020B0604020202020204" pitchFamily="34" charset="0"/>
            </a:endParaRPr>
          </a:p>
        </p:txBody>
      </p:sp>
    </p:spTree>
  </p:cSld>
  <p:clrMapOvr>
    <a:masterClrMapping/>
  </p:clrMapOvr>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oncourse">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Concourse">
      <a:maj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ajorFont>
      <a:minorFont>
        <a:latin typeface="Lucida Sans Unicode"/>
        <a:ea typeface=""/>
        <a:cs typeface=""/>
        <a:font script="Jpan" typeface="ＭＳ Ｐゴシック"/>
        <a:font script="Hang" typeface="맑은 고딕"/>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55000"/>
                <a:satMod val="300000"/>
              </a:schemeClr>
            </a:gs>
            <a:gs pos="40000">
              <a:schemeClr val="phClr">
                <a:tint val="65000"/>
                <a:satMod val="300000"/>
              </a:schemeClr>
            </a:gs>
            <a:gs pos="100000">
              <a:schemeClr val="phClr">
                <a:shade val="65000"/>
                <a:satMod val="300000"/>
              </a:schemeClr>
            </a:gs>
          </a:gsLst>
          <a:path path="circle">
            <a:fillToRect l="65000" b="98000"/>
          </a:path>
        </a:gradFill>
        <a:blipFill>
          <a:blip xmlns:r="http://schemas.openxmlformats.org/officeDocument/2006/relationships" r:embed="rId1">
            <a:duotone>
              <a:schemeClr val="phClr">
                <a:shade val="60000"/>
                <a:satMod val="110000"/>
              </a:schemeClr>
              <a:schemeClr val="phClr">
                <a:tint val="95000"/>
              </a:schemeClr>
            </a:duotone>
          </a:blip>
          <a:tile tx="0" ty="0" sx="50000" sy="5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2.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3.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ppt/theme/themeOverride4.xml><?xml version="1.0" encoding="utf-8"?>
<a:themeOverride xmlns:a="http://schemas.openxmlformats.org/drawingml/2006/main">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themeOverride>
</file>

<file path=docProps/app.xml><?xml version="1.0" encoding="utf-8"?>
<Properties xmlns="http://schemas.openxmlformats.org/officeDocument/2006/extended-properties" xmlns:vt="http://schemas.openxmlformats.org/officeDocument/2006/docPropsVTypes">
  <Template>Concourse</Template>
  <TotalTime>10953</TotalTime>
  <Words>1634</Words>
  <Application>Microsoft Office PowerPoint</Application>
  <PresentationFormat>On-screen Show (4:3)</PresentationFormat>
  <Paragraphs>499</Paragraphs>
  <Slides>56</Slides>
  <Notes>38</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56</vt:i4>
      </vt:variant>
    </vt:vector>
  </HeadingPairs>
  <TitlesOfParts>
    <vt:vector size="65" baseType="lpstr">
      <vt:lpstr>Arial</vt:lpstr>
      <vt:lpstr>Calibri</vt:lpstr>
      <vt:lpstr>Lucida Sans Unicode</vt:lpstr>
      <vt:lpstr>Verdana</vt:lpstr>
      <vt:lpstr>Wingdings 2</vt:lpstr>
      <vt:lpstr>Wingdings 3</vt:lpstr>
      <vt:lpstr>ヒラギノ角ゴ ProN W3</vt:lpstr>
      <vt:lpstr>Concourse</vt:lpstr>
      <vt:lpstr>Bitmap Image</vt:lpstr>
      <vt:lpstr>Object Oriented  Programming</vt:lpstr>
      <vt:lpstr>Topics To Be Covered Today</vt:lpstr>
      <vt:lpstr>Polymorphism</vt:lpstr>
      <vt:lpstr>Method overloading</vt:lpstr>
      <vt:lpstr>ways to overload the method</vt:lpstr>
      <vt:lpstr>1) Method Overloading: changing no. of arguments</vt:lpstr>
      <vt:lpstr>2) Method Overloading: changing data type of arguments</vt:lpstr>
      <vt:lpstr>Rule </vt:lpstr>
      <vt:lpstr>Example</vt:lpstr>
      <vt:lpstr>Q) Can we overload java main() method?</vt:lpstr>
      <vt:lpstr>Method Overloading and Type Promotion</vt:lpstr>
      <vt:lpstr>Example</vt:lpstr>
      <vt:lpstr>Method Overloading with Type Promotion if matching found</vt:lpstr>
      <vt:lpstr>Method Overloading with Type Promotion in case of ambiguity</vt:lpstr>
      <vt:lpstr>Rule:</vt:lpstr>
      <vt:lpstr>Example (Explicit De-promotion)</vt:lpstr>
      <vt:lpstr>Method Overriding</vt:lpstr>
      <vt:lpstr>Rules for Java Method Overriding</vt:lpstr>
      <vt:lpstr>problem without method overriding</vt:lpstr>
      <vt:lpstr>Example (method overriding)</vt:lpstr>
      <vt:lpstr>Questions</vt:lpstr>
      <vt:lpstr>Overloading   VS    Overriding</vt:lpstr>
      <vt:lpstr>Polymorphism in Java</vt:lpstr>
      <vt:lpstr>Runtime Polymorphism in Java</vt:lpstr>
      <vt:lpstr>Upcasting</vt:lpstr>
      <vt:lpstr>Example</vt:lpstr>
      <vt:lpstr>Java Runtime Polymorphism Example: Shape</vt:lpstr>
      <vt:lpstr>Another Example: Animal</vt:lpstr>
      <vt:lpstr>Question</vt:lpstr>
      <vt:lpstr>Example: Java Runtime Polymorphism with Data Member</vt:lpstr>
      <vt:lpstr>Java Runtime Polymorphism with Multilevel Inheritance</vt:lpstr>
      <vt:lpstr>OUTPUT???</vt:lpstr>
      <vt:lpstr>Downcasting</vt:lpstr>
      <vt:lpstr>final keyword</vt:lpstr>
      <vt:lpstr>1) Java final variable</vt:lpstr>
      <vt:lpstr>2) Java final method</vt:lpstr>
      <vt:lpstr>3) Java final class</vt:lpstr>
      <vt:lpstr>Q) Is final method inherited?</vt:lpstr>
      <vt:lpstr>Q) What is blank or uninitialized final variable?</vt:lpstr>
      <vt:lpstr>Q) Can we initialize blank final variable?</vt:lpstr>
      <vt:lpstr>Q) What is static blank final variable? Where initialized? </vt:lpstr>
      <vt:lpstr>Q) What is final parameter?</vt:lpstr>
      <vt:lpstr>Q) Can we declare a constructor final?</vt:lpstr>
      <vt:lpstr>Abstraction </vt:lpstr>
      <vt:lpstr>Ways to achieve Abstraction</vt:lpstr>
      <vt:lpstr>Abstract class</vt:lpstr>
      <vt:lpstr>Example</vt:lpstr>
      <vt:lpstr>Abstract Method</vt:lpstr>
      <vt:lpstr>Abstract Method</vt:lpstr>
      <vt:lpstr>Example</vt:lpstr>
      <vt:lpstr>Another Example</vt:lpstr>
      <vt:lpstr>Explanation </vt:lpstr>
      <vt:lpstr>Abstract class having constructor, data member, methods etc.</vt:lpstr>
      <vt:lpstr>Output??</vt:lpstr>
      <vt:lpstr>Rule:</vt:lpstr>
      <vt:lpstr>PowerPoint Presentation</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 Oriented Programming</dc:title>
  <dc:creator>WinDows7</dc:creator>
  <cp:lastModifiedBy>Admin</cp:lastModifiedBy>
  <cp:revision>122</cp:revision>
  <dcterms:created xsi:type="dcterms:W3CDTF">2010-12-04T04:33:58Z</dcterms:created>
  <dcterms:modified xsi:type="dcterms:W3CDTF">2022-11-11T12:30:36Z</dcterms:modified>
</cp:coreProperties>
</file>