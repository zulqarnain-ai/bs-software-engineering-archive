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 id="2147483724" r:id="rId5"/>
    <p:sldMasterId id="2147483711" r:id="rId6"/>
  </p:sldMasterIdLst>
  <p:notesMasterIdLst>
    <p:notesMasterId r:id="rId98"/>
  </p:notesMasterIdLst>
  <p:handoutMasterIdLst>
    <p:handoutMasterId r:id="rId99"/>
  </p:handoutMasterIdLst>
  <p:sldIdLst>
    <p:sldId id="281" r:id="rId7"/>
    <p:sldId id="257" r:id="rId8"/>
    <p:sldId id="258" r:id="rId9"/>
    <p:sldId id="259" r:id="rId10"/>
    <p:sldId id="260" r:id="rId11"/>
    <p:sldId id="261" r:id="rId12"/>
    <p:sldId id="282" r:id="rId13"/>
    <p:sldId id="263" r:id="rId14"/>
    <p:sldId id="264" r:id="rId15"/>
    <p:sldId id="283" r:id="rId16"/>
    <p:sldId id="284" r:id="rId17"/>
    <p:sldId id="285" r:id="rId18"/>
    <p:sldId id="286" r:id="rId19"/>
    <p:sldId id="304" r:id="rId20"/>
    <p:sldId id="303"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5" r:id="rId36"/>
    <p:sldId id="306" r:id="rId37"/>
    <p:sldId id="307" r:id="rId38"/>
    <p:sldId id="308" r:id="rId39"/>
    <p:sldId id="309" r:id="rId40"/>
    <p:sldId id="310" r:id="rId41"/>
    <p:sldId id="311" r:id="rId42"/>
    <p:sldId id="312" r:id="rId43"/>
    <p:sldId id="316" r:id="rId44"/>
    <p:sldId id="320" r:id="rId45"/>
    <p:sldId id="321" r:id="rId46"/>
    <p:sldId id="356" r:id="rId47"/>
    <p:sldId id="357" r:id="rId48"/>
    <p:sldId id="358" r:id="rId49"/>
    <p:sldId id="359" r:id="rId50"/>
    <p:sldId id="360" r:id="rId51"/>
    <p:sldId id="361" r:id="rId52"/>
    <p:sldId id="313" r:id="rId53"/>
    <p:sldId id="314" r:id="rId54"/>
    <p:sldId id="315" r:id="rId55"/>
    <p:sldId id="322" r:id="rId56"/>
    <p:sldId id="317" r:id="rId57"/>
    <p:sldId id="318" r:id="rId58"/>
    <p:sldId id="319"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 id="348" r:id="rId85"/>
    <p:sldId id="349" r:id="rId86"/>
    <p:sldId id="350" r:id="rId87"/>
    <p:sldId id="351" r:id="rId88"/>
    <p:sldId id="352" r:id="rId89"/>
    <p:sldId id="353" r:id="rId90"/>
    <p:sldId id="354" r:id="rId91"/>
    <p:sldId id="362" r:id="rId92"/>
    <p:sldId id="363" r:id="rId93"/>
    <p:sldId id="364" r:id="rId94"/>
    <p:sldId id="365" r:id="rId95"/>
    <p:sldId id="366" r:id="rId96"/>
    <p:sldId id="367" r:id="rId9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A3C100-4D90-4182-83D2-E092D90E455E}">
          <p14:sldIdLst>
            <p14:sldId id="281"/>
            <p14:sldId id="257"/>
            <p14:sldId id="258"/>
            <p14:sldId id="259"/>
            <p14:sldId id="260"/>
            <p14:sldId id="261"/>
            <p14:sldId id="282"/>
            <p14:sldId id="263"/>
            <p14:sldId id="264"/>
            <p14:sldId id="283"/>
            <p14:sldId id="284"/>
            <p14:sldId id="285"/>
            <p14:sldId id="286"/>
            <p14:sldId id="304"/>
            <p14:sldId id="303"/>
            <p14:sldId id="289"/>
            <p14:sldId id="290"/>
            <p14:sldId id="291"/>
            <p14:sldId id="292"/>
            <p14:sldId id="293"/>
            <p14:sldId id="294"/>
            <p14:sldId id="295"/>
            <p14:sldId id="296"/>
            <p14:sldId id="297"/>
            <p14:sldId id="298"/>
            <p14:sldId id="299"/>
            <p14:sldId id="300"/>
            <p14:sldId id="301"/>
            <p14:sldId id="302"/>
            <p14:sldId id="305"/>
            <p14:sldId id="306"/>
            <p14:sldId id="307"/>
            <p14:sldId id="308"/>
            <p14:sldId id="309"/>
            <p14:sldId id="310"/>
            <p14:sldId id="311"/>
            <p14:sldId id="312"/>
            <p14:sldId id="316"/>
            <p14:sldId id="320"/>
            <p14:sldId id="321"/>
            <p14:sldId id="356"/>
            <p14:sldId id="357"/>
            <p14:sldId id="358"/>
            <p14:sldId id="359"/>
            <p14:sldId id="360"/>
            <p14:sldId id="361"/>
            <p14:sldId id="313"/>
            <p14:sldId id="314"/>
            <p14:sldId id="315"/>
            <p14:sldId id="322"/>
            <p14:sldId id="317"/>
            <p14:sldId id="318"/>
            <p14:sldId id="319"/>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62"/>
            <p14:sldId id="363"/>
            <p14:sldId id="364"/>
            <p14:sldId id="365"/>
            <p14:sldId id="366"/>
            <p14:sldId id="367"/>
          </p14:sldIdLst>
        </p14:section>
      </p14:sectionLst>
    </p:ext>
    <p:ext uri="{EFAFB233-063F-42B5-8137-9DF3F51BA10A}">
      <p15:sldGuideLst xmlns:p15="http://schemas.microsoft.com/office/powerpoint/2012/main">
        <p15:guide id="1" orient="horz" pos="2160">
          <p15:clr>
            <a:srgbClr val="A4A3A4"/>
          </p15:clr>
        </p15:guide>
        <p15:guide id="2" pos="3243">
          <p15:clr>
            <a:srgbClr val="A4A3A4"/>
          </p15:clr>
        </p15:guide>
        <p15:guide id="3" pos="884">
          <p15:clr>
            <a:srgbClr val="A4A3A4"/>
          </p15:clr>
        </p15:guide>
        <p15:guide id="4" pos="555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B6B"/>
    <a:srgbClr val="D27D00"/>
    <a:srgbClr val="C44D58"/>
    <a:srgbClr val="CCCC00"/>
    <a:srgbClr val="9999FF"/>
    <a:srgbClr val="E2E2E2"/>
    <a:srgbClr val="1F2429"/>
    <a:srgbClr val="556270"/>
    <a:srgbClr val="C7F4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91" autoAdjust="0"/>
    <p:restoredTop sz="91103" autoAdjust="0"/>
  </p:normalViewPr>
  <p:slideViewPr>
    <p:cSldViewPr showGuides="1">
      <p:cViewPr varScale="1">
        <p:scale>
          <a:sx n="116" d="100"/>
          <a:sy n="116" d="100"/>
        </p:scale>
        <p:origin x="1692" y="96"/>
      </p:cViewPr>
      <p:guideLst>
        <p:guide orient="horz" pos="2160"/>
        <p:guide pos="3243"/>
        <p:guide pos="884"/>
        <p:guide pos="555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6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theme" Target="theme/theme1.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notesMaster" Target="notesMasters/notes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110278-95D9-4C55-870B-12E7C3FAB926}" type="datetimeFigureOut">
              <a:rPr lang="en-US" smtClean="0"/>
              <a:t>9/15/2025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5C933A2-8BAA-47EE-8B80-D491C5615A83}" type="slidenum">
              <a:rPr lang="en-US" smtClean="0"/>
              <a:t>‹#›</a:t>
            </a:fld>
            <a:endParaRPr lang="en-US"/>
          </a:p>
        </p:txBody>
      </p:sp>
    </p:spTree>
    <p:extLst>
      <p:ext uri="{BB962C8B-B14F-4D97-AF65-F5344CB8AC3E}">
        <p14:creationId xmlns:p14="http://schemas.microsoft.com/office/powerpoint/2010/main" val="87635535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4-08T09:10:53.596"/>
    </inkml:context>
    <inkml:brush xml:id="br0">
      <inkml:brushProperty name="width" value="0.05292" units="cm"/>
      <inkml:brushProperty name="height" value="0.05292" units="cm"/>
      <inkml:brushProperty name="color" value="#FF0000"/>
    </inkml:brush>
  </inkml:definitions>
  <inkml:trace contextRef="#ctx0" brushRef="#br0">22261 4145 0,'0'18'140,"0"-1"-124,0 1 0,0 0-1,0-1-15,17 1 16,1 0-1,0-1 1,-18 1 0,17-18-1,1 0 95,-1 0-79,-17-18-15,18 1-1,0-1-15,17-17 16,-17-1-1,17 1-15,0 0 16,36-18 0,-18-18-16,-18 18 15,36 18 1,-19-35-16,19 17 16,-18 0-16,-18 18 15,36-1 1,-36 19-16,0-1 15,1 0 1,-19 1-16,1-1 16,-1 18-1,1-18 1,0 18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4-08T09:11:20.684"/>
    </inkml:context>
    <inkml:brush xml:id="br0">
      <inkml:brushProperty name="width" value="0.05292" units="cm"/>
      <inkml:brushProperty name="height" value="0.05292" units="cm"/>
      <inkml:brushProperty name="color" value="#FF0000"/>
    </inkml:brush>
  </inkml:definitions>
  <inkml:trace contextRef="#ctx0" brushRef="#br0">19403 4445 0,'18'18'78,"-1"-18"-62,1 0-1,17 0-15,1 0 16,-1 0 0,18 17-16,0-17 15,35 0 1,-18 0-16,19 0 16,-19 0-1,36 0-15,-18 0 16,-35 0-16,18 0 15,-1 0 1,-34 0-16,16 0 16,-16 0-1,-1 0-15,0 0 32,1 0-32,-1 0 15,0 0 1,0 0-16,1 0 15,-1 0-15,0 0 16,1 0 0,-1 0-1,-18 0 1,19 0-16,-1 0 16,-17 0-1,-1 0-15,1 0 16,17 0-1,-17 0-15,-1 0 16,19 0-16,-19 0 16,1 0-1,0 0-15,17 0 16,0 0 0,0 0-16,1 0 15,-1 0 1,-17 0-16,-1 0 15,1 0 1,17 0-16,-17 0 16,0 0-16,17 0 15,-18 0 17,1 0-17,0 0-15,-1 0 31,1 0-15</inkml:trace>
  <inkml:trace contextRef="#ctx0" brushRef="#br0" timeOffset="1768.23">22067 4480 0,'35'0'110,"0"0"-110,0 0 15,18 0 1,-17 0-16,17 0 15,-18 0 1,18 0-16,-18 0 16,36 0-16,-19 0 15,-16 0 1,-1 0-16,18 0 16,-18 0-1,1 0-15,-1 0 16,0 0-1,0 0 1,-17 0 0,17 0-16,-17 0 15,17 0-15,0 0 32,-17 0-32,17 0 15,1 0 1,-19 0-16,19 0 15,-19 0 1,1 0 0,17 0-1,-17 0-15,-1 0 16,1 0 0,0 0-1,-1 0-15,1 0 16,0 0-1,-1 0-15,1 0 32,0 0-32,-1 0 15,1 0 1,17 0-16,-17 0 31,17 0-31,-17 0 16,-1 0-16,1 0 15,0 0 1,-1 0 15,1 0-31,-1 0 32,1 0-17</inkml:trace>
  <inkml:trace contextRef="#ctx0" brushRef="#br0" timeOffset="91751.98">22331 3845 0,'0'18'110,"0"0"-110,0-1 31,18 1-31,-1-1 15,-17 1 1,18-18 0,-18 18-1,18-18 110,-1 0-93,1-36-32,17 1 15,-17 0 1,17 0-16,0-1 15,1 19-15,-1-19 16,-17 19 0,-1-1-16,1 18 15,0-17 1</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4-08T09:11:33.715"/>
    </inkml:context>
    <inkml:brush xml:id="br0">
      <inkml:brushProperty name="width" value="0.05292" units="cm"/>
      <inkml:brushProperty name="height" value="0.05292" units="cm"/>
      <inkml:brushProperty name="color" value="#FF0000"/>
    </inkml:brush>
  </inkml:definitions>
  <inkml:trace contextRef="#ctx0" brushRef="#br0">4340 5680 0,'35'0'31,"0"0"-15,18 0-16,18 0 15,17 0 1,-18 0-16,54-18 16,-18 18-1,-1-18-15,1 18 16,53-35-1,-18 35-15,0 0 16,36 0 0,-1 0-16,-35 0 15,18 0-15,-53 0 16,35 0 0,0 18-16,0-18 15,18 17 1,-53-17-16,-1 0 15,-16 0 1,-36 18-16,-1-18 16,1 0-1,-17 0-15,-19 0 16,1 18-16,0-18 16,-1 0-1,1 17-15,-18 19 16,18 17-1,-1 17-15,-17 54 16,0-19 0,0 1-16,0 0 15,0 0 1,0 53-16,0 17 16,0 0-1,-17 36-15,-1-35 16,18-1-16,-35 18 15,17-18 1,18 1-16,0-1 16,0-35-1,0 18-15,0-53 16,0-36 0,0-17-16,0-17 15,0-1-15,-18 0 297,18 53-281,0-35-16,-17 35 15,17-17 1,0 35-16,0-18 16,0-17-1,0-1-15,0 18 16,0-35-1,-18 0-15,18 18 16,-18-36-16,18 0 16,-17 1-1,17-1-15,-18 0 16,18 0 0,-18-35-16,1 36 15,17-19 1,-18 1-16,18 0 15,-17-1 1,-1 1-16,18-1 16,-18 1-16,1 0 15,17-1 1,-18 1-16,-35 0 16,0-18-1,-35 0-15,17 17 16,-17-17-1,-53 0-15,35 0 16,-35 0 0,0 0-16,0 0 15,0 0-15,35 0 16,-17 0 0,17 0-16,35 0 15,-17 0 1,35 0-16,18 0 15,-18 0 1,18 0-16,-1 0 16,1-17-1,17 17-15,-17-18 16,0-17-16,17 17 16,-17 0-1,17 1-15,1 17 16,-1-18-1,-17 1-15,17 17 16,-17-18 0,17 18-16,-17 0 15,0 0 1,-1-18 0,19 18-16,-19-17 15,1 17 1,0-18-16,0 0 15,-1-35 1,1 18-16,-18-18 16,18-35-1,-18-35-15,35 17 16,-35-53-16,36 88 16,-1-87-1,18 52-15,0 0 16,0-35-1,0 17-15,0-52 16,0 35 0,0 0-16,0-36 15,0 72 1,0-37-16,0 37 16,0-19-1,0 54-15,0-36 16,18-18-16,-18 54 15,0-18 1,17-1-16,-17 19 16,0-18-1,0 17-15,0-17 16,0 35 0,0-18-16,0 18 15,0-35 1,36 18-16,-36-54 15,0 54-15,17 17 16,-17-35 0,0 35-16,0 0 15,18 17 1,-18 1-16,0 18 16,0-1-1,0 0-15,0 1 31,0-1-15,0 0 125</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4-08T09:13:33.650"/>
    </inkml:context>
    <inkml:brush xml:id="br0">
      <inkml:brushProperty name="width" value="0.05292" units="cm"/>
      <inkml:brushProperty name="height" value="0.05292" units="cm"/>
      <inkml:brushProperty name="color" value="#FF0000"/>
    </inkml:brush>
  </inkml:definitions>
  <inkml:trace contextRef="#ctx0" brushRef="#br0">18433 7073 0,'-18'0'16,"36"0"109,0 0-110,17 0-15,18 0 16,-18 0-1,18 0-15,-18 0 16,36 0 0,-1 0-16,-17 0 15,0 0 1,0 0-16,-18 0 16,18 0-16,-35 0 15,17 0 1,-17 0-16,0 0 31,-1 0-15</inkml:trace>
  <inkml:trace contextRef="#ctx0" brushRef="#br0" timeOffset="4549.71">6968 11271 0,'35'0'94,"0"0"-79,18 0 1,18 0-16,-18 0 15,0 0 1,-1 0-16,-16 0 16,-19 0-1,19 0-15,-19 0 16,1 0 15,0 0 0</inkml:trace>
  <inkml:trace contextRef="#ctx0" brushRef="#br0" timeOffset="5523.11">7903 11271 0,'17'0'78,"1"0"-62,35 0 0,-18 0-16,18 0 15,35 0 1,-35 0-16,0 0 15,35 0 1,18 0-16,-35 0 16,17 0-16,18 0 15,-36 0 1,-17 0-16,18 0 16,-54 0-1,19 0-15,-1 0 16,-18 0-1,1 0-15,17 0 16,-17 0-16,0 0 16,-1 0-1,1 0 1,0 0 0,-1 0-16,-17 18 15,18-18 1,-1 0-1</inkml:trace>
  <inkml:trace contextRef="#ctx0" brushRef="#br0" timeOffset="6900.91">6862 13264 0,'18'0'31,"-1"-17"0,1 17 0,17 0-31,-17 0 16,17 0 0,0 0-16,18 0 15,-18 0 1,18 0-16,0 0 15,0 0 1</inkml:trace>
  <inkml:trace contextRef="#ctx0" brushRef="#br0" timeOffset="7611.95">8079 13247 0,'0'0'0,"35"0"15,1 0 1,-1 0-16,18 0 15,-18 0-15,18 0 16,-18 0-16,0 0 16,18 0-1,-17 0-15,34 0 16,-17 0 0,0 35-16,0-17 15,18-1 1,-36 1-16,18 0 15,-36-1-15,19 1 16,-19-18 0,1 0-1,0 0 1,-1 0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4-08T09:15:05.922"/>
    </inkml:context>
    <inkml:brush xml:id="br0">
      <inkml:brushProperty name="width" value="0.05292" units="cm"/>
      <inkml:brushProperty name="height" value="0.05292" units="cm"/>
      <inkml:brushProperty name="color" value="#FF0000"/>
    </inkml:brush>
  </inkml:definitions>
  <inkml:trace contextRef="#ctx0" brushRef="#br0">10548 5627 0,'18'0'78,"0"0"-15,-1 0-48,1 0 1,17 0-1,1 0-15,-1 0 16,0 0 0,18 0-16,-18 0 15,18 0 1,-18 0-16,18 0 16,-17 0-16,17 0 15,-1 0 1,1 0-16,0 0 15,0 0 1,-17 0-16,16 0 16,-16 0-1,17 0-15,-18 0 16,0 0-16,18 0 16,18 0-1,-18 0-15,-1 0 16,1 0-1,36 0-15,-36 0 16,-1 0 0,1 0-16,-17 0 15,-1 0 1,0 0-16,0 0 16,1 0-1,-1 0-15,0 0 16,1 0-16,-1 0 31,0 0-31,0 0 0,1 0 16,-1 0-1,0 0 1,1 17 0,-19-17-16,1 18 15,-1-18-15,-17 18 16,18-18 390,17 0-375,1 0-31,-1 0 16,0 0-16,0 0 16,1 0-16,17 0 15,-18 0 1,0 0-16,18 0 15,-35 0 1,17 0-16,0 0 16,-17 0-16,0 0 31,-1 0-31,1 0 16,0 0-1,-1 0-15,1 0 16,-18-18-1,17 18 1,1 0 0,0 0-16,-1 0 15,1 0-15,-18-18 16,18 18 0,-1 0-1,1-17 1,0 17-16,-1 0 15,1 0 1,-1 0-16,1 0 31,0 0-15,-1 0-16,1 0 16,0 0-1,-1 0-15,1 0 31,0 0-31,-1 0 32,1 0-32,-1 0 15,1 0 1,0 0 0,-1 0-16,1 0 31,0 0-31,-1 0 15</inkml:trace>
  <inkml:trace contextRef="#ctx0" brushRef="#br0" timeOffset="2098.25">14482 5644 0,'18'0'78,"-18"18"-62,17-18 0,1 0-16,-1 0 15,1 0 1,35 0-16,-18 0 15,53 0 1,-17 0-16,0 0 16,-1 18-16,1-18 15,17 0 1,-35 0-16,0 0 16,-18 0-1,18 0-15,-18 0 16,0 0-1,1 0-15,-1 0 16,0 0 0,1 0-16,-1 0 15,0 0-15,0 0 16,-17 0 0,53 0-16,-36 0 15,18 0 1,0 0-16,0 0 15,0 0 1,-18 0-16,35 0 16,-52 0-1,17 0-15,1 0 16,34 17 0,-35-17-16,18 0 15,-17 0-15,17 0 16,-18 0-1,18 0-15,0 0 16,-18 0 0,18 0-16,-18 0 15,-17 0 1,-1 0-16,1 0 16,0 0-16,-1 0 390,1 0-374,0 0-16,17 0 15,0 0 1,-17 0-16,-1 0 16,19 0-16,-1 0 15,0 0 1,-17 0-16,0 0 16,-1 0-1,1 0-15,-1 0 110</inkml:trace>
  <inkml:trace contextRef="#ctx0" brushRef="#br0" timeOffset="4284.52">16987 4957 0,'35'0'78,"0"0"-62,0 0-16,1 0 15,17-18 1,0 0-16,17 1 16,-17-1-16,35 0 15,-17 1 1,17-19-16,-17 19 15,17 17 1,0-18-16,-18 18 16,19-17-1,-19 17-15,36 0 16,-18-18 0,-17 18-16,17 0 15,-17 0-15,-19 0 16,19 0-1,-18 0-15,-18 0 16,18 0 0,-18-18-16,1 18 15,-1 0 1,18 0-16,-18 0 16,18 0-1,0 0-15,-18 0 16,18 0-16,18 0 15,-36 0 1,18 0-16,0 0 16,-18 0-1,18 0-15,-18 18 16,18-18 0,-17 0-16,34 18 15,-17-18 1,-18 17-16,18-17 15,-18 18-15,18-18 16,-17 17 0,-1-17-16,0 0 15,0 18 1,-17-18-16,0 0 16,-1 18-1,1-18-15,0 0 16,-18 17 15</inkml:trace>
  <inkml:trace contextRef="#ctx0" brushRef="#br0" timeOffset="8249.57">20585 4939 0,'18'0'63,"-1"0"-32,18 0-31,1 0 16,-1 0-1,18 0-15,-18 0 16,53 0-16,-35 0 16,18 0-1,-18 0-15,35 0 16,-17 0-1,-1 0-15,-17 0 16,0 0 0,-18 18-16,18-18 15,-18 0 1,1 0-16,-1 17 16,0-17-16,1 18 15,-1-1 1,0 1-16,0-18 15,-17 18 1,17-18-16,-17 17 16,17-17-1,-17 0 17,-1 0-32,1 0 296,0 0-280,17 0-16,0 0 16,-17 0-1,17 0-15,1 0 16,-1 0-16,0 0 16,-17 0-1,17 0-15,-17 0 16,-1 0-16,1 0 15,0 0 1,-1 0-16,1 0 16,-1 0-1,1 0 1,0 0 0,-1 0 15,1 0-16,0 0 17,-18-17 30,0-19-46,0 1-1,0 18-15,0-19 16,0 1 0,0 0-1,0 17-15,0-17 16,0 17 0,-18-17-16,18 0 15,-18-1 1,1 1-1,17 0 1,0 17-16,0 0 16,-18-17-1,18 18-15,0-19 16,0 19 0,0-1-1,0 0-15,0 1 16,0-1-1,0 0 17,0 1-32,0-1 15,0 1 17,0-1-1,-18 18 0,18-18-15,-17 18 93,-1 0-31,-17 0-78,0 0 16,-1 0-16,-17 0 15,1 0 1,-19 0-16,0 0 16,36 18-1,-18-18-15,18 0 16,0 0 0,-1 18-16,19-18 15,-19 0 1,19 0-16,-18 0 15,-1 0-15,1 0 16,-18 0 0,-17 0-16,17 0 15,-53 0 1,35 0-16,-35-36 16,36 36-1,-54-17-15,54 17 16,17 0-16,0 0 15,-18 0 1,18 0-16,18 0 16,0 0-1,0 0-15,17 0 16,-17 0 0,17 0-16,-17 0 15,0 0 1,17 0-16,0 0 15,-17 0-15,17 0 63,18 17 140,0 1-172,0 17-31,0 0 16,18 1-16,-18-19 16,18 19-1,-1-1-15,1 0 16,-18-17-1,18 17-15,-18-17 16,17-1 0,-17 1-1,0 0-15,0-1 16,0 1 0,0 0-1,18-1 1,-18 1-1,0 0 1,0-1 0,0 1-16,0-1 15,0 1 1,0 0 15,0-1-31,0 1 31,0 0-15,0-1 15,0 1 110,17-18-47,1 0 46,0 0-108,-1 0-17,1 0-15,0 0 31,-1 0-31,1 0 16,0 0 0,-1 0-1,1 0 17,-1 0-1,1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7B58EC-47B0-4D6E-BCA2-66EC4B22F61C}" type="datetimeFigureOut">
              <a:rPr lang="en-US" smtClean="0"/>
              <a:t>9/15/2025</a:t>
            </a:fld>
            <a:endParaRPr lang="en-US"/>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CA9186-2D37-401C-AD2F-685E5D274A27}" type="slidenum">
              <a:rPr lang="en-US" smtClean="0"/>
              <a:t>‹#›</a:t>
            </a:fld>
            <a:endParaRPr lang="en-US"/>
          </a:p>
        </p:txBody>
      </p:sp>
    </p:spTree>
    <p:extLst>
      <p:ext uri="{BB962C8B-B14F-4D97-AF65-F5344CB8AC3E}">
        <p14:creationId xmlns:p14="http://schemas.microsoft.com/office/powerpoint/2010/main" val="2666913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7f06bef920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7f06bef920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g7f06bef920_0_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06bef920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06bef920_0_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g7f06bef920_0_1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f06bef920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f06bef920_0_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g7f06bef920_0_2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7f06bef920_0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7f06bef920_0_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g7f06bef920_0_3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7f06bef920_0_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7f06bef920_0_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g7f06bef920_0_4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7f06bef920_0_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7f06bef920_0_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g7f06bef920_0_5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7f06bef920_0_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7f06bef920_0_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g7f06bef920_0_4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7" name="Google Shape;537;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7" name="Google Shape;547;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3_Diapositive de titre">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4F5037F2-DC85-406A-A4EA-1E681A25B4F8}" type="slidenum">
              <a:rPr lang="en-US" smtClean="0"/>
              <a:t>‹#›</a:t>
            </a:fld>
            <a:endParaRPr lang="en-US" dirty="0"/>
          </a:p>
        </p:txBody>
      </p:sp>
      <p:sp>
        <p:nvSpPr>
          <p:cNvPr id="12" name="Rectangle 11"/>
          <p:cNvSpPr/>
          <p:nvPr userDrawn="1"/>
        </p:nvSpPr>
        <p:spPr>
          <a:xfrm>
            <a:off x="35496" y="692696"/>
            <a:ext cx="9001000" cy="21939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270000" rtlCol="0" anchor="ctr"/>
          <a:lstStyle/>
          <a:p>
            <a:pPr lvl="0"/>
            <a:endParaRPr lang="en-US" sz="2400" b="1" cap="small" baseline="0" dirty="0">
              <a:effectLst>
                <a:outerShdw blurRad="38100" dist="38100" dir="2700000" algn="tl">
                  <a:srgbClr val="000000">
                    <a:alpha val="43137"/>
                  </a:srgbClr>
                </a:outerShdw>
              </a:effectLst>
            </a:endParaRPr>
          </a:p>
        </p:txBody>
      </p:sp>
      <p:sp>
        <p:nvSpPr>
          <p:cNvPr id="15" name="Rectangle 14"/>
          <p:cNvSpPr/>
          <p:nvPr userDrawn="1"/>
        </p:nvSpPr>
        <p:spPr>
          <a:xfrm>
            <a:off x="432048" y="4110573"/>
            <a:ext cx="8316416" cy="96898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270000" rtlCol="0" anchor="ctr"/>
          <a:lstStyle/>
          <a:p>
            <a:pPr lvl="0"/>
            <a:endParaRPr lang="en-US" sz="2400" b="1" cap="small" baseline="0" dirty="0">
              <a:effectLst>
                <a:outerShdw blurRad="38100" dist="38100" dir="2700000" algn="tl">
                  <a:srgbClr val="000000">
                    <a:alpha val="43137"/>
                  </a:srgbClr>
                </a:outerShdw>
              </a:effectLst>
            </a:endParaRPr>
          </a:p>
        </p:txBody>
      </p:sp>
      <p:sp>
        <p:nvSpPr>
          <p:cNvPr id="2" name="Titre 1"/>
          <p:cNvSpPr>
            <a:spLocks noGrp="1"/>
          </p:cNvSpPr>
          <p:nvPr userDrawn="1">
            <p:ph type="ctrTitle" hasCustomPrompt="1"/>
          </p:nvPr>
        </p:nvSpPr>
        <p:spPr>
          <a:xfrm>
            <a:off x="539253" y="1054638"/>
            <a:ext cx="7416801" cy="1470025"/>
          </a:xfrm>
        </p:spPr>
        <p:txBody>
          <a:bodyPr/>
          <a:lstStyle/>
          <a:p>
            <a:r>
              <a:rPr lang="en-US" noProof="0" dirty="0"/>
              <a:t>Click to edit Master title style</a:t>
            </a:r>
            <a:endParaRPr lang="en-US" dirty="0"/>
          </a:p>
        </p:txBody>
      </p:sp>
      <p:sp>
        <p:nvSpPr>
          <p:cNvPr id="3" name="Sous-titre 2"/>
          <p:cNvSpPr>
            <a:spLocks noGrp="1"/>
          </p:cNvSpPr>
          <p:nvPr userDrawn="1">
            <p:ph type="subTitle" idx="1" hasCustomPrompt="1"/>
          </p:nvPr>
        </p:nvSpPr>
        <p:spPr>
          <a:xfrm>
            <a:off x="1907703" y="4218302"/>
            <a:ext cx="5688633" cy="753525"/>
          </a:xfrm>
        </p:spPr>
        <p:txBody>
          <a:bodyPr anchor="ctr">
            <a:noAutofit/>
          </a:bodyPr>
          <a:lstStyle>
            <a:lvl1pPr marL="1654175" indent="-282575" algn="l">
              <a:buFont typeface="Wingdings" pitchFamily="2" charset="2"/>
              <a:buChar char="v"/>
              <a:defRPr sz="2000">
                <a:solidFill>
                  <a:schemeClr val="bg1">
                    <a:lumMod val="75000"/>
                  </a:schemeClr>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endParaRPr lang="en-US" dirty="0"/>
          </a:p>
        </p:txBody>
      </p:sp>
      <p:sp>
        <p:nvSpPr>
          <p:cNvPr id="8" name="Date Placeholder 4"/>
          <p:cNvSpPr>
            <a:spLocks noGrp="1"/>
          </p:cNvSpPr>
          <p:nvPr>
            <p:ph type="dt" sz="half" idx="10"/>
          </p:nvPr>
        </p:nvSpPr>
        <p:spPr>
          <a:xfrm>
            <a:off x="6706146" y="6430858"/>
            <a:ext cx="2133600" cy="365125"/>
          </a:xfrm>
        </p:spPr>
        <p:txBody>
          <a:bodyPr/>
          <a:lstStyle/>
          <a:p>
            <a:fld id="{69B2D282-2D6F-46B6-96E1-C126BFEC1452}" type="datetimeFigureOut">
              <a:rPr lang="en-US" smtClean="0"/>
              <a:t>9/15/2025</a:t>
            </a:fld>
            <a:endParaRPr lang="en-US"/>
          </a:p>
        </p:txBody>
      </p:sp>
    </p:spTree>
    <p:extLst>
      <p:ext uri="{BB962C8B-B14F-4D97-AF65-F5344CB8AC3E}">
        <p14:creationId xmlns:p14="http://schemas.microsoft.com/office/powerpoint/2010/main" val="2885454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3_Titre et contenu">
    <p:bg>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a:xfrm>
            <a:off x="0" y="-27384"/>
            <a:ext cx="9144000" cy="79208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270000" rtlCol="0" anchor="ctr"/>
          <a:lstStyle/>
          <a:p>
            <a:pPr lvl="0"/>
            <a:endParaRPr lang="en-US" sz="2400" b="1" cap="small" baseline="0" dirty="0">
              <a:effectLst>
                <a:outerShdw blurRad="38100" dist="38100" dir="2700000" algn="tl">
                  <a:srgbClr val="000000">
                    <a:alpha val="43137"/>
                  </a:srgbClr>
                </a:outerShdw>
              </a:effectLst>
            </a:endParaRPr>
          </a:p>
        </p:txBody>
      </p:sp>
      <p:sp>
        <p:nvSpPr>
          <p:cNvPr id="10" name="Rectangle 9"/>
          <p:cNvSpPr/>
          <p:nvPr userDrawn="1"/>
        </p:nvSpPr>
        <p:spPr>
          <a:xfrm rot="10800000">
            <a:off x="-34280" y="6398486"/>
            <a:ext cx="9178280" cy="47667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270000" rtlCol="0" anchor="ctr"/>
          <a:lstStyle/>
          <a:p>
            <a:pPr lvl="0"/>
            <a:endParaRPr lang="en-US" sz="2400" b="1" cap="small" baseline="0" dirty="0">
              <a:effectLst>
                <a:outerShdw blurRad="38100" dist="38100" dir="2700000" algn="tl">
                  <a:srgbClr val="000000">
                    <a:alpha val="43137"/>
                  </a:srgbClr>
                </a:outerShdw>
              </a:effectLst>
            </a:endParaRPr>
          </a:p>
        </p:txBody>
      </p:sp>
      <p:sp>
        <p:nvSpPr>
          <p:cNvPr id="2" name="Titre 1"/>
          <p:cNvSpPr>
            <a:spLocks noGrp="1"/>
          </p:cNvSpPr>
          <p:nvPr userDrawn="1">
            <p:ph type="title"/>
          </p:nvPr>
        </p:nvSpPr>
        <p:spPr>
          <a:xfrm>
            <a:off x="179512" y="188640"/>
            <a:ext cx="8640638" cy="487221"/>
          </a:xfrm>
        </p:spPr>
        <p:txBody>
          <a:bodyPr/>
          <a:lstStyle/>
          <a:p>
            <a:r>
              <a:rPr lang="fr-FR" dirty="0"/>
              <a:t>Modifiez le style du titre</a:t>
            </a:r>
            <a:endParaRPr lang="en-US" dirty="0"/>
          </a:p>
        </p:txBody>
      </p:sp>
      <p:sp>
        <p:nvSpPr>
          <p:cNvPr id="3" name="Espace réservé du contenu 2"/>
          <p:cNvSpPr>
            <a:spLocks noGrp="1"/>
          </p:cNvSpPr>
          <p:nvPr userDrawn="1">
            <p:ph idx="1"/>
          </p:nvPr>
        </p:nvSpPr>
        <p:spPr>
          <a:xfrm>
            <a:off x="179512" y="980728"/>
            <a:ext cx="8658696" cy="5328592"/>
          </a:xfrm>
        </p:spPr>
        <p:txBody>
          <a:bodyPr/>
          <a:lstStyle>
            <a:lvl2pPr>
              <a:defRPr>
                <a:solidFill>
                  <a:srgbClr val="002060"/>
                </a:solidFill>
              </a:defRPr>
            </a:lvl2pPr>
            <a:lvl4pPr>
              <a:defRPr b="0">
                <a:solidFill>
                  <a:schemeClr val="tx2">
                    <a:lumMod val="75000"/>
                  </a:schemeClr>
                </a:solidFill>
              </a:defRPr>
            </a:lvl4pPr>
            <a:lvl5pPr>
              <a:defRPr b="0">
                <a:solidFill>
                  <a:schemeClr val="tx1"/>
                </a:solidFill>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p:cNvSpPr>
            <a:spLocks noGrp="1"/>
          </p:cNvSpPr>
          <p:nvPr userDrawn="1">
            <p:ph type="sldNum" sz="quarter" idx="12"/>
          </p:nvPr>
        </p:nvSpPr>
        <p:spPr/>
        <p:txBody>
          <a:bodyPr/>
          <a:lstStyle/>
          <a:p>
            <a:fld id="{4F5037F2-DC85-406A-A4EA-1E681A25B4F8}" type="slidenum">
              <a:rPr lang="en-US" smtClean="0"/>
              <a:t>‹#›</a:t>
            </a:fld>
            <a:endParaRPr lang="en-US" dirty="0"/>
          </a:p>
        </p:txBody>
      </p:sp>
      <p:sp>
        <p:nvSpPr>
          <p:cNvPr id="8" name="Date Placeholder 4"/>
          <p:cNvSpPr>
            <a:spLocks noGrp="1"/>
          </p:cNvSpPr>
          <p:nvPr>
            <p:ph type="dt" sz="half" idx="10"/>
          </p:nvPr>
        </p:nvSpPr>
        <p:spPr>
          <a:xfrm>
            <a:off x="6706146" y="6430858"/>
            <a:ext cx="2133600" cy="365125"/>
          </a:xfrm>
        </p:spPr>
        <p:txBody>
          <a:bodyPr/>
          <a:lstStyle/>
          <a:p>
            <a:fld id="{69B2D282-2D6F-46B6-96E1-C126BFEC1452}" type="datetimeFigureOut">
              <a:rPr lang="en-US" smtClean="0"/>
              <a:t>9/15/2025</a:t>
            </a:fld>
            <a:endParaRPr lang="en-US"/>
          </a:p>
        </p:txBody>
      </p:sp>
    </p:spTree>
    <p:extLst>
      <p:ext uri="{BB962C8B-B14F-4D97-AF65-F5344CB8AC3E}">
        <p14:creationId xmlns:p14="http://schemas.microsoft.com/office/powerpoint/2010/main" val="143257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re et contenu">
    <p:bg>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a:xfrm>
            <a:off x="0" y="-27384"/>
            <a:ext cx="9144000" cy="79208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270000" rtlCol="0" anchor="ctr"/>
          <a:lstStyle/>
          <a:p>
            <a:pPr lvl="0"/>
            <a:endParaRPr lang="en-US" sz="2400" b="1" cap="small" baseline="0" dirty="0">
              <a:effectLst>
                <a:outerShdw blurRad="38100" dist="38100" dir="2700000" algn="tl">
                  <a:srgbClr val="000000">
                    <a:alpha val="43137"/>
                  </a:srgbClr>
                </a:outerShdw>
              </a:effectLst>
            </a:endParaRPr>
          </a:p>
        </p:txBody>
      </p:sp>
      <p:sp>
        <p:nvSpPr>
          <p:cNvPr id="10" name="Rectangle 9"/>
          <p:cNvSpPr/>
          <p:nvPr userDrawn="1"/>
        </p:nvSpPr>
        <p:spPr>
          <a:xfrm rot="10800000">
            <a:off x="-34280" y="6398486"/>
            <a:ext cx="9178280" cy="47667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270000" rtlCol="0" anchor="ctr"/>
          <a:lstStyle/>
          <a:p>
            <a:pPr lvl="0"/>
            <a:endParaRPr lang="en-US" sz="2400" b="1" cap="small" baseline="0" dirty="0">
              <a:effectLst>
                <a:outerShdw blurRad="38100" dist="38100" dir="2700000" algn="tl">
                  <a:srgbClr val="000000">
                    <a:alpha val="43137"/>
                  </a:srgbClr>
                </a:outerShdw>
              </a:effectLst>
            </a:endParaRPr>
          </a:p>
        </p:txBody>
      </p:sp>
      <p:sp>
        <p:nvSpPr>
          <p:cNvPr id="6" name="Espace réservé du numéro de diapositive 5"/>
          <p:cNvSpPr>
            <a:spLocks noGrp="1"/>
          </p:cNvSpPr>
          <p:nvPr userDrawn="1">
            <p:ph type="sldNum" sz="quarter" idx="12"/>
          </p:nvPr>
        </p:nvSpPr>
        <p:spPr/>
        <p:txBody>
          <a:bodyPr/>
          <a:lstStyle/>
          <a:p>
            <a:fld id="{4F5037F2-DC85-406A-A4EA-1E681A25B4F8}" type="slidenum">
              <a:rPr lang="en-US" smtClean="0"/>
              <a:t>‹#›</a:t>
            </a:fld>
            <a:endParaRPr lang="en-US" dirty="0"/>
          </a:p>
        </p:txBody>
      </p:sp>
      <p:sp>
        <p:nvSpPr>
          <p:cNvPr id="8" name="Title 1"/>
          <p:cNvSpPr>
            <a:spLocks noGrp="1"/>
          </p:cNvSpPr>
          <p:nvPr>
            <p:ph type="title"/>
          </p:nvPr>
        </p:nvSpPr>
        <p:spPr>
          <a:xfrm>
            <a:off x="107504" y="5588"/>
            <a:ext cx="7059778" cy="666765"/>
          </a:xfrm>
        </p:spPr>
        <p:txBody>
          <a:bodyPr/>
          <a:lstStyle/>
          <a:p>
            <a:r>
              <a:rPr lang="en-US"/>
              <a:t>Click to edit Master title style</a:t>
            </a:r>
          </a:p>
        </p:txBody>
      </p:sp>
      <p:sp>
        <p:nvSpPr>
          <p:cNvPr id="9" name="Content Placeholder 2"/>
          <p:cNvSpPr>
            <a:spLocks noGrp="1"/>
          </p:cNvSpPr>
          <p:nvPr>
            <p:ph sz="half" idx="1"/>
          </p:nvPr>
        </p:nvSpPr>
        <p:spPr>
          <a:xfrm>
            <a:off x="395536" y="908720"/>
            <a:ext cx="4042793" cy="5472381"/>
          </a:xfrm>
          <a:ln>
            <a:solidFill>
              <a:schemeClr val="tx1"/>
            </a:solidFill>
          </a:ln>
        </p:spPr>
        <p:txBody>
          <a:bodyPr>
            <a:normAutofit/>
          </a:bodyPr>
          <a:lstStyle>
            <a:lvl1pPr marL="0" indent="0">
              <a:spcBef>
                <a:spcPts val="0"/>
              </a:spcBef>
              <a:buFont typeface="Arial" pitchFamily="34" charset="0"/>
              <a:buNone/>
              <a:defRPr sz="1800"/>
            </a:lvl1pPr>
            <a:lvl2pPr marL="457200" indent="0">
              <a:spcBef>
                <a:spcPts val="0"/>
              </a:spcBef>
              <a:buFont typeface="Arial" pitchFamily="34" charset="0"/>
              <a:buNone/>
              <a:defRPr sz="1800"/>
            </a:lvl2pPr>
            <a:lvl3pPr marL="914400" indent="0" algn="l">
              <a:spcBef>
                <a:spcPts val="0"/>
              </a:spcBef>
              <a:buFont typeface="Arial" pitchFamily="34" charset="0"/>
              <a:buNone/>
              <a:defRPr sz="1800"/>
            </a:lvl3pPr>
            <a:lvl4pPr marL="1371600" indent="0" algn="l">
              <a:spcBef>
                <a:spcPts val="0"/>
              </a:spcBef>
              <a:buFont typeface="Arial" pitchFamily="34" charset="0"/>
              <a:buNone/>
              <a:defRPr sz="1800"/>
            </a:lvl4pPr>
            <a:lvl5pPr marL="1828800" indent="0" algn="l">
              <a:spcBef>
                <a:spcPts val="0"/>
              </a:spcBef>
              <a:buFont typeface="Arial" pitchFamily="34" charset="0"/>
              <a:buNone/>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2"/>
          </p:nvPr>
        </p:nvSpPr>
        <p:spPr>
          <a:xfrm>
            <a:off x="4576191" y="908720"/>
            <a:ext cx="4042793" cy="5400600"/>
          </a:xfrm>
          <a:ln>
            <a:solidFill>
              <a:schemeClr val="tx1"/>
            </a:solidFill>
          </a:ln>
        </p:spPr>
        <p:txBody>
          <a:bodyPr>
            <a:normAutofit/>
          </a:bodyPr>
          <a:lstStyle>
            <a:lvl1pPr marL="0" indent="0">
              <a:spcBef>
                <a:spcPts val="0"/>
              </a:spcBef>
              <a:buNone/>
              <a:defRPr sz="1800"/>
            </a:lvl1pPr>
            <a:lvl2pPr marL="457200" indent="0">
              <a:spcBef>
                <a:spcPts val="0"/>
              </a:spcBef>
              <a:buNone/>
              <a:defRPr sz="1800"/>
            </a:lvl2pPr>
            <a:lvl3pPr marL="914400" indent="0">
              <a:spcBef>
                <a:spcPts val="0"/>
              </a:spcBef>
              <a:buNone/>
              <a:defRPr sz="1800"/>
            </a:lvl3pPr>
            <a:lvl4pPr marL="1371600" indent="0">
              <a:spcBef>
                <a:spcPts val="0"/>
              </a:spcBef>
              <a:buNone/>
              <a:defRPr sz="1800"/>
            </a:lvl4pPr>
            <a:lvl5pPr marL="1828800" indent="0">
              <a:spcBef>
                <a:spcPts val="0"/>
              </a:spcBef>
              <a:buNone/>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p:nvPr userDrawn="1"/>
        </p:nvSpPr>
        <p:spPr>
          <a:xfrm>
            <a:off x="8172400" y="-40094"/>
            <a:ext cx="720080" cy="804798"/>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e Placeholder 4"/>
          <p:cNvSpPr>
            <a:spLocks noGrp="1"/>
          </p:cNvSpPr>
          <p:nvPr>
            <p:ph type="dt" sz="half" idx="10"/>
          </p:nvPr>
        </p:nvSpPr>
        <p:spPr>
          <a:xfrm>
            <a:off x="6706146" y="6430858"/>
            <a:ext cx="2133600" cy="365125"/>
          </a:xfrm>
        </p:spPr>
        <p:txBody>
          <a:bodyPr/>
          <a:lstStyle/>
          <a:p>
            <a:fld id="{69B2D282-2D6F-46B6-96E1-C126BFEC1452}" type="datetimeFigureOut">
              <a:rPr lang="en-US" smtClean="0"/>
              <a:t>9/15/2025</a:t>
            </a:fld>
            <a:endParaRPr lang="en-US"/>
          </a:p>
        </p:txBody>
      </p:sp>
    </p:spTree>
    <p:extLst>
      <p:ext uri="{BB962C8B-B14F-4D97-AF65-F5344CB8AC3E}">
        <p14:creationId xmlns:p14="http://schemas.microsoft.com/office/powerpoint/2010/main" val="1761670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B2D282-2D6F-46B6-96E1-C126BFEC1452}"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2939980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14D044-CB57-4AAC-B306-F9496AC4D3B3}"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3468286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14D044-CB57-4AAC-B306-F9496AC4D3B3}"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3486837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814D044-CB57-4AAC-B306-F9496AC4D3B3}"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4118622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4D044-CB57-4AAC-B306-F9496AC4D3B3}"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4047324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14D044-CB57-4AAC-B306-F9496AC4D3B3}"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250562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14D044-CB57-4AAC-B306-F9496AC4D3B3}"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1301739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4D044-CB57-4AAC-B306-F9496AC4D3B3}"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1511390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14D044-CB57-4AAC-B306-F9496AC4D3B3}"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271385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14D044-CB57-4AAC-B306-F9496AC4D3B3}"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646548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14D044-CB57-4AAC-B306-F9496AC4D3B3}"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2304904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14D044-CB57-4AAC-B306-F9496AC4D3B3}"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2953548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4D044-CB57-4AAC-B306-F9496AC4D3B3}"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4136099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4D044-CB57-4AAC-B306-F9496AC4D3B3}"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012475-EC34-468F-ACD3-D98EEAFEF17A}" type="slidenum">
              <a:rPr lang="en-US" smtClean="0"/>
              <a:t>‹#›</a:t>
            </a:fld>
            <a:endParaRPr lang="en-US"/>
          </a:p>
        </p:txBody>
      </p:sp>
    </p:spTree>
    <p:extLst>
      <p:ext uri="{BB962C8B-B14F-4D97-AF65-F5344CB8AC3E}">
        <p14:creationId xmlns:p14="http://schemas.microsoft.com/office/powerpoint/2010/main" val="18950713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9B2D282-2D6F-46B6-96E1-C126BFEC1452}"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3989345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B2D282-2D6F-46B6-96E1-C126BFEC1452}"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1390016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B2D282-2D6F-46B6-96E1-C126BFEC1452}"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35746641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B2D282-2D6F-46B6-96E1-C126BFEC1452}"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12249896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B2D282-2D6F-46B6-96E1-C126BFEC1452}"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7293548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B2D282-2D6F-46B6-96E1-C126BFEC1452}"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12811558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B2D282-2D6F-46B6-96E1-C126BFEC1452}"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2463173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B2D282-2D6F-46B6-96E1-C126BFEC1452}"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16299039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B2D282-2D6F-46B6-96E1-C126BFEC1452}"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25980694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B2D282-2D6F-46B6-96E1-C126BFEC1452}"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78C8C-1635-4977-88C9-0C7B647F9766}" type="slidenum">
              <a:rPr lang="en-US" smtClean="0"/>
              <a:t>‹#›</a:t>
            </a:fld>
            <a:endParaRPr lang="en-US"/>
          </a:p>
        </p:txBody>
      </p:sp>
    </p:spTree>
    <p:extLst>
      <p:ext uri="{BB962C8B-B14F-4D97-AF65-F5344CB8AC3E}">
        <p14:creationId xmlns:p14="http://schemas.microsoft.com/office/powerpoint/2010/main" val="36960343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theme" Target="../theme/theme3.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userDrawn="1">
            <p:ph type="title"/>
          </p:nvPr>
        </p:nvSpPr>
        <p:spPr>
          <a:xfrm>
            <a:off x="179512" y="349491"/>
            <a:ext cx="8640638" cy="936104"/>
          </a:xfrm>
          <a:prstGeom prst="rect">
            <a:avLst/>
          </a:prstGeom>
        </p:spPr>
        <p:txBody>
          <a:bodyPr vert="horz" lIns="91440" tIns="45720" rIns="91440" bIns="45720" rtlCol="0" anchor="ctr">
            <a:normAutofit/>
          </a:bodyPr>
          <a:lstStyle/>
          <a:p>
            <a:r>
              <a:rPr lang="en-US" dirty="0"/>
              <a:t>Click to edit Master title style</a:t>
            </a:r>
          </a:p>
        </p:txBody>
      </p:sp>
      <p:sp>
        <p:nvSpPr>
          <p:cNvPr id="3" name="Espace réservé du texte 2"/>
          <p:cNvSpPr>
            <a:spLocks noGrp="1"/>
          </p:cNvSpPr>
          <p:nvPr userDrawn="1">
            <p:ph type="body" idx="1"/>
          </p:nvPr>
        </p:nvSpPr>
        <p:spPr>
          <a:xfrm>
            <a:off x="179512" y="1600200"/>
            <a:ext cx="8640638"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FR" dirty="0"/>
          </a:p>
        </p:txBody>
      </p:sp>
      <p:sp>
        <p:nvSpPr>
          <p:cNvPr id="4" name="Espace réservé de la date 3"/>
          <p:cNvSpPr>
            <a:spLocks noGrp="1"/>
          </p:cNvSpPr>
          <p:nvPr>
            <p:ph type="dt" sz="half" idx="2"/>
          </p:nvPr>
        </p:nvSpPr>
        <p:spPr>
          <a:xfrm>
            <a:off x="6706146" y="6430858"/>
            <a:ext cx="2133600" cy="365125"/>
          </a:xfrm>
          <a:prstGeom prst="rect">
            <a:avLst/>
          </a:prstGeom>
        </p:spPr>
        <p:txBody>
          <a:bodyPr vert="horz" lIns="91440" tIns="45720" rIns="91440" bIns="45720" rtlCol="0" anchor="ctr"/>
          <a:lstStyle>
            <a:lvl1pPr algn="l">
              <a:defRPr sz="1200">
                <a:solidFill>
                  <a:schemeClr val="bg1"/>
                </a:solidFill>
                <a:effectLst>
                  <a:outerShdw blurRad="38100" dist="38100" dir="2700000" algn="tl">
                    <a:srgbClr val="000000">
                      <a:alpha val="43137"/>
                    </a:srgbClr>
                  </a:outerShdw>
                </a:effectLst>
              </a:defRPr>
            </a:lvl1pPr>
          </a:lstStyle>
          <a:p>
            <a:r>
              <a:rPr lang="fr-FR" dirty="0" err="1"/>
              <a:t>Your</a:t>
            </a:r>
            <a:r>
              <a:rPr lang="fr-FR" dirty="0"/>
              <a:t> date </a:t>
            </a:r>
            <a:r>
              <a:rPr lang="fr-FR" dirty="0" err="1"/>
              <a:t>comes</a:t>
            </a:r>
            <a:r>
              <a:rPr lang="fr-FR" dirty="0"/>
              <a:t> </a:t>
            </a:r>
            <a:r>
              <a:rPr lang="fr-FR" dirty="0" err="1"/>
              <a:t>here</a:t>
            </a:r>
            <a:endParaRPr lang="en-US" dirty="0"/>
          </a:p>
        </p:txBody>
      </p:sp>
      <p:sp>
        <p:nvSpPr>
          <p:cNvPr id="5" name="Espace réservé du pied de page 4"/>
          <p:cNvSpPr>
            <a:spLocks noGrp="1"/>
          </p:cNvSpPr>
          <p:nvPr userDrawn="1">
            <p:ph type="ftr" sz="quarter" idx="3"/>
          </p:nvPr>
        </p:nvSpPr>
        <p:spPr>
          <a:xfrm>
            <a:off x="2972544" y="6430858"/>
            <a:ext cx="2895600" cy="365125"/>
          </a:xfrm>
          <a:prstGeom prst="rect">
            <a:avLst/>
          </a:prstGeom>
        </p:spPr>
        <p:txBody>
          <a:bodyPr vert="horz" lIns="91440" tIns="45720" rIns="91440" bIns="45720" rtlCol="0" anchor="ctr"/>
          <a:lstStyle>
            <a:lvl1pPr algn="ctr">
              <a:defRPr sz="1200">
                <a:solidFill>
                  <a:schemeClr val="bg1"/>
                </a:solidFill>
                <a:effectLst>
                  <a:outerShdw blurRad="38100" dist="38100" dir="2700000" algn="tl">
                    <a:srgbClr val="000000">
                      <a:alpha val="43137"/>
                    </a:srgbClr>
                  </a:outerShdw>
                </a:effectLst>
              </a:defRPr>
            </a:lvl1pPr>
          </a:lstStyle>
          <a:p>
            <a:r>
              <a:rPr lang="en-US" dirty="0"/>
              <a:t>Your footer comes here</a:t>
            </a:r>
          </a:p>
        </p:txBody>
      </p:sp>
      <p:sp>
        <p:nvSpPr>
          <p:cNvPr id="6" name="Espace réservé du numéro de diapositive 5"/>
          <p:cNvSpPr>
            <a:spLocks noGrp="1"/>
          </p:cNvSpPr>
          <p:nvPr userDrawn="1">
            <p:ph type="sldNum" sz="quarter" idx="4"/>
          </p:nvPr>
        </p:nvSpPr>
        <p:spPr>
          <a:xfrm>
            <a:off x="179512" y="6430858"/>
            <a:ext cx="2133600" cy="365125"/>
          </a:xfrm>
          <a:prstGeom prst="rect">
            <a:avLst/>
          </a:prstGeom>
        </p:spPr>
        <p:txBody>
          <a:bodyPr vert="horz" lIns="91440" tIns="45720" rIns="91440" bIns="45720" rtlCol="0" anchor="ctr"/>
          <a:lstStyle>
            <a:lvl1pPr algn="l">
              <a:defRPr sz="1200">
                <a:solidFill>
                  <a:schemeClr val="bg1"/>
                </a:solidFill>
                <a:effectLst>
                  <a:outerShdw blurRad="38100" dist="38100" dir="2700000" algn="tl">
                    <a:srgbClr val="000000">
                      <a:alpha val="43137"/>
                    </a:srgbClr>
                  </a:outerShdw>
                </a:effectLst>
              </a:defRPr>
            </a:lvl1pPr>
          </a:lstStyle>
          <a:p>
            <a:fld id="{4F5037F2-DC85-406A-A4EA-1E681A25B4F8}" type="slidenum">
              <a:rPr lang="en-US" smtClean="0"/>
              <a:pPr/>
              <a:t>‹#›</a:t>
            </a:fld>
            <a:endParaRPr lang="en-US" dirty="0"/>
          </a:p>
        </p:txBody>
      </p:sp>
    </p:spTree>
    <p:extLst>
      <p:ext uri="{BB962C8B-B14F-4D97-AF65-F5344CB8AC3E}">
        <p14:creationId xmlns:p14="http://schemas.microsoft.com/office/powerpoint/2010/main" val="2294925753"/>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36" r:id="rId3"/>
    <p:sldLayoutId id="2147483723" r:id="rId4"/>
    <p:sldLayoutId id="2147483737" r:id="rId5"/>
    <p:sldLayoutId id="2147483738" r:id="rId6"/>
  </p:sldLayoutIdLst>
  <p:hf hdr="0"/>
  <p:txStyles>
    <p:titleStyle>
      <a:lvl1pPr algn="ctr" defTabSz="914400" rtl="0" eaLnBrk="1" latinLnBrk="0" hangingPunct="1">
        <a:spcBef>
          <a:spcPct val="0"/>
        </a:spcBef>
        <a:buNone/>
        <a:defRPr sz="3200" b="1" kern="1200">
          <a:solidFill>
            <a:schemeClr val="bg1"/>
          </a:solidFill>
          <a:effectLst>
            <a:outerShdw blurRad="38100" dist="38100" dir="2700000" algn="tl">
              <a:srgbClr val="000000">
                <a:alpha val="43137"/>
              </a:srgbClr>
            </a:outerShdw>
          </a:effectLst>
          <a:latin typeface="Helvetica" pitchFamily="2" charset="0"/>
          <a:ea typeface="Helvetica" pitchFamily="2" charset="0"/>
          <a:cs typeface="Helvetica" pitchFamily="2"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14D044-CB57-4AAC-B306-F9496AC4D3B3}" type="datetimeFigureOut">
              <a:rPr lang="en-US" smtClean="0"/>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012475-EC34-468F-ACD3-D98EEAFEF17A}" type="slidenum">
              <a:rPr lang="en-US" smtClean="0"/>
              <a:t>‹#›</a:t>
            </a:fld>
            <a:endParaRPr lang="en-US"/>
          </a:p>
        </p:txBody>
      </p:sp>
    </p:spTree>
    <p:extLst>
      <p:ext uri="{BB962C8B-B14F-4D97-AF65-F5344CB8AC3E}">
        <p14:creationId xmlns:p14="http://schemas.microsoft.com/office/powerpoint/2010/main" val="3516417045"/>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B2D282-2D6F-46B6-96E1-C126BFEC1452}" type="datetimeFigureOut">
              <a:rPr lang="en-US" smtClean="0"/>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578C8C-1635-4977-88C9-0C7B647F9766}" type="slidenum">
              <a:rPr lang="en-US" smtClean="0"/>
              <a:t>‹#›</a:t>
            </a:fld>
            <a:endParaRPr lang="en-US"/>
          </a:p>
        </p:txBody>
      </p:sp>
    </p:spTree>
    <p:extLst>
      <p:ext uri="{BB962C8B-B14F-4D97-AF65-F5344CB8AC3E}">
        <p14:creationId xmlns:p14="http://schemas.microsoft.com/office/powerpoint/2010/main" val="186999782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6" r:id="rId4"/>
    <p:sldLayoutId id="2147483717" r:id="rId5"/>
    <p:sldLayoutId id="2147483718" r:id="rId6"/>
    <p:sldLayoutId id="2147483719" r:id="rId7"/>
    <p:sldLayoutId id="2147483720" r:id="rId8"/>
    <p:sldLayoutId id="2147483721" r:id="rId9"/>
    <p:sldLayoutId id="2147483722" r:id="rId1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hyperlink" Target="https://github.com/google/material-design-icons/" TargetMode="External"/><Relationship Id="rId2" Type="http://schemas.openxmlformats.org/officeDocument/2006/relationships/hyperlink" Target="https://kit.fontawesome.com/a076d05399.j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7.png"/><Relationship Id="rId1" Type="http://schemas.openxmlformats.org/officeDocument/2006/relationships/slideLayout" Target="../slideLayouts/slideLayout5.xml"/><Relationship Id="rId4" Type="http://schemas.openxmlformats.org/officeDocument/2006/relationships/image" Target="../media/image50.emf"/></Relationships>
</file>

<file path=ppt/slides/_rels/slide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53.emf"/></Relationships>
</file>

<file path=ppt/slides/_rels/slide5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55.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61.png"/><Relationship Id="rId1" Type="http://schemas.openxmlformats.org/officeDocument/2006/relationships/slideLayout" Target="../slideLayouts/slideLayout5.xml"/><Relationship Id="rId4" Type="http://schemas.openxmlformats.org/officeDocument/2006/relationships/image" Target="../media/image57.emf"/></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6.xml"/><Relationship Id="rId4" Type="http://schemas.openxmlformats.org/officeDocument/2006/relationships/image" Target="../media/image65.png"/></Relationships>
</file>

<file path=ppt/slides/_rels/slide6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4.emf"/></Relationships>
</file>

<file path=ppt/slides/_rels/slide6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6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6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7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jqueryui.com/"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ctrTitle"/>
          </p:nvPr>
        </p:nvSpPr>
        <p:spPr/>
        <p:txBody>
          <a:bodyPr/>
          <a:lstStyle/>
          <a:p>
            <a:r>
              <a:rPr lang="en-US" dirty="0"/>
              <a:t>Web </a:t>
            </a:r>
            <a:r>
              <a:rPr lang="en-US"/>
              <a:t>Application Development</a:t>
            </a:r>
            <a:endParaRPr lang="en-US" dirty="0"/>
          </a:p>
        </p:txBody>
      </p:sp>
      <p:sp>
        <p:nvSpPr>
          <p:cNvPr id="2" name="Sous-titre 1"/>
          <p:cNvSpPr>
            <a:spLocks noGrp="1"/>
          </p:cNvSpPr>
          <p:nvPr>
            <p:ph type="subTitle" idx="1"/>
          </p:nvPr>
        </p:nvSpPr>
        <p:spPr>
          <a:xfrm>
            <a:off x="467544" y="4218302"/>
            <a:ext cx="8280920" cy="866882"/>
          </a:xfrm>
        </p:spPr>
        <p:txBody>
          <a:bodyPr>
            <a:normAutofit/>
          </a:bodyPr>
          <a:lstStyle/>
          <a:p>
            <a:pPr marL="1371600" indent="0">
              <a:buNone/>
            </a:pPr>
            <a:r>
              <a:rPr lang="en-US" b="1" dirty="0"/>
              <a:t>                                       jQuery </a:t>
            </a:r>
          </a:p>
        </p:txBody>
      </p:sp>
    </p:spTree>
    <p:extLst>
      <p:ext uri="{BB962C8B-B14F-4D97-AF65-F5344CB8AC3E}">
        <p14:creationId xmlns:p14="http://schemas.microsoft.com/office/powerpoint/2010/main" val="2049196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7f06bef920_0_7"/>
          <p:cNvSpPr txBox="1">
            <a:spLocks noGrp="1"/>
          </p:cNvSpPr>
          <p:nvPr>
            <p:ph type="title"/>
          </p:nvPr>
        </p:nvSpPr>
        <p:spPr>
          <a:xfrm>
            <a:off x="179512" y="188640"/>
            <a:ext cx="8640600" cy="487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Client-Side Scripting</a:t>
            </a:r>
            <a:endParaRPr/>
          </a:p>
        </p:txBody>
      </p:sp>
      <p:sp>
        <p:nvSpPr>
          <p:cNvPr id="200" name="Google Shape;200;g7f06bef920_0_7"/>
          <p:cNvSpPr txBox="1">
            <a:spLocks noGrp="1"/>
          </p:cNvSpPr>
          <p:nvPr>
            <p:ph type="sldNum" idx="12"/>
          </p:nvPr>
        </p:nvSpPr>
        <p:spPr>
          <a:xfrm>
            <a:off x="179512" y="6430858"/>
            <a:ext cx="21336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2</a:t>
            </a:fld>
            <a:endParaRPr/>
          </a:p>
        </p:txBody>
      </p:sp>
      <p:pic>
        <p:nvPicPr>
          <p:cNvPr id="201" name="Google Shape;201;g7f06bef920_0_7"/>
          <p:cNvPicPr preferRelativeResize="0"/>
          <p:nvPr/>
        </p:nvPicPr>
        <p:blipFill>
          <a:blip r:embed="rId3">
            <a:alphaModFix/>
          </a:blip>
          <a:stretch>
            <a:fillRect/>
          </a:stretch>
        </p:blipFill>
        <p:spPr>
          <a:xfrm>
            <a:off x="179500" y="1609150"/>
            <a:ext cx="8658600" cy="384827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7f06bef920_0_15"/>
          <p:cNvSpPr txBox="1">
            <a:spLocks noGrp="1"/>
          </p:cNvSpPr>
          <p:nvPr>
            <p:ph type="title"/>
          </p:nvPr>
        </p:nvSpPr>
        <p:spPr>
          <a:xfrm>
            <a:off x="179512" y="188640"/>
            <a:ext cx="8640600" cy="487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Why use client-side scripting?</a:t>
            </a:r>
            <a:endParaRPr/>
          </a:p>
        </p:txBody>
      </p:sp>
      <p:sp>
        <p:nvSpPr>
          <p:cNvPr id="208" name="Google Shape;208;g7f06bef920_0_15"/>
          <p:cNvSpPr txBox="1">
            <a:spLocks noGrp="1"/>
          </p:cNvSpPr>
          <p:nvPr>
            <p:ph type="body" idx="1"/>
          </p:nvPr>
        </p:nvSpPr>
        <p:spPr>
          <a:xfrm>
            <a:off x="179512" y="980728"/>
            <a:ext cx="8658600" cy="5328600"/>
          </a:xfrm>
          <a:prstGeom prst="rect">
            <a:avLst/>
          </a:prstGeom>
        </p:spPr>
        <p:txBody>
          <a:bodyPr spcFirstLastPara="1" wrap="square" lIns="91425" tIns="45700" rIns="91425" bIns="45700" anchor="t" anchorCtr="0">
            <a:noAutofit/>
          </a:bodyPr>
          <a:lstStyle/>
          <a:p>
            <a:pPr marL="342900" marR="0" lvl="0" indent="-342900" algn="just" rtl="0">
              <a:lnSpc>
                <a:spcPct val="90000"/>
              </a:lnSpc>
              <a:spcBef>
                <a:spcPts val="0"/>
              </a:spcBef>
              <a:spcAft>
                <a:spcPts val="0"/>
              </a:spcAft>
              <a:buSzPts val="3200"/>
              <a:buChar char="•"/>
            </a:pPr>
            <a:r>
              <a:rPr lang="en-US"/>
              <a:t>Server side languages already allows us to create dynamic web pages. Why also use client-side scripting?</a:t>
            </a:r>
            <a:endParaRPr/>
          </a:p>
          <a:p>
            <a:pPr marL="742950" marR="0" lvl="1" indent="-311150" algn="just" rtl="0">
              <a:lnSpc>
                <a:spcPct val="90000"/>
              </a:lnSpc>
              <a:spcBef>
                <a:spcPts val="0"/>
              </a:spcBef>
              <a:spcAft>
                <a:spcPts val="0"/>
              </a:spcAft>
              <a:buSzPts val="3200"/>
              <a:buChar char="–"/>
            </a:pPr>
            <a:r>
              <a:rPr lang="en-US"/>
              <a:t>Client-side scripting (Javascript) benefits:</a:t>
            </a:r>
            <a:endParaRPr/>
          </a:p>
          <a:p>
            <a:pPr marL="1143000" marR="0" lvl="2" indent="-304800" algn="just" rtl="0">
              <a:lnSpc>
                <a:spcPct val="90000"/>
              </a:lnSpc>
              <a:spcBef>
                <a:spcPts val="0"/>
              </a:spcBef>
              <a:spcAft>
                <a:spcPts val="0"/>
              </a:spcAft>
              <a:buSzPts val="3000"/>
              <a:buChar char="•"/>
            </a:pPr>
            <a:r>
              <a:rPr lang="en-US" sz="3000" b="1">
                <a:solidFill>
                  <a:schemeClr val="dk1"/>
                </a:solidFill>
              </a:rPr>
              <a:t>Usability:</a:t>
            </a:r>
            <a:r>
              <a:rPr lang="en-US" sz="3000">
                <a:solidFill>
                  <a:schemeClr val="dk1"/>
                </a:solidFill>
              </a:rPr>
              <a:t> can modify a page without having to post back to the server (faster UI)</a:t>
            </a:r>
            <a:endParaRPr sz="3000">
              <a:solidFill>
                <a:schemeClr val="dk1"/>
              </a:solidFill>
            </a:endParaRPr>
          </a:p>
          <a:p>
            <a:pPr marL="1143000" marR="0" lvl="2" indent="-304800" algn="just" rtl="0">
              <a:lnSpc>
                <a:spcPct val="90000"/>
              </a:lnSpc>
              <a:spcBef>
                <a:spcPts val="0"/>
              </a:spcBef>
              <a:spcAft>
                <a:spcPts val="0"/>
              </a:spcAft>
              <a:buSzPts val="3000"/>
              <a:buChar char="•"/>
            </a:pPr>
            <a:r>
              <a:rPr lang="en-US" sz="3000" b="1">
                <a:solidFill>
                  <a:schemeClr val="dk1"/>
                </a:solidFill>
              </a:rPr>
              <a:t>Efficiency:</a:t>
            </a:r>
            <a:r>
              <a:rPr lang="en-US" sz="3000">
                <a:solidFill>
                  <a:schemeClr val="dk1"/>
                </a:solidFill>
              </a:rPr>
              <a:t> can make small, quick changes to page without waiting for server</a:t>
            </a:r>
            <a:endParaRPr sz="3000">
              <a:solidFill>
                <a:schemeClr val="dk1"/>
              </a:solidFill>
            </a:endParaRPr>
          </a:p>
          <a:p>
            <a:pPr marL="1143000" marR="0" lvl="2" indent="-304800" algn="just" rtl="0">
              <a:lnSpc>
                <a:spcPct val="90000"/>
              </a:lnSpc>
              <a:spcBef>
                <a:spcPts val="0"/>
              </a:spcBef>
              <a:spcAft>
                <a:spcPts val="0"/>
              </a:spcAft>
              <a:buSzPts val="3000"/>
              <a:buChar char="•"/>
            </a:pPr>
            <a:r>
              <a:rPr lang="en-US" sz="3000" b="1">
                <a:solidFill>
                  <a:schemeClr val="dk1"/>
                </a:solidFill>
              </a:rPr>
              <a:t>Event-driven:</a:t>
            </a:r>
            <a:r>
              <a:rPr lang="en-US" sz="3000">
                <a:solidFill>
                  <a:schemeClr val="dk1"/>
                </a:solidFill>
              </a:rPr>
              <a:t> can respond to user actions like clicks and key presses</a:t>
            </a:r>
            <a:endParaRPr sz="3000">
              <a:solidFill>
                <a:schemeClr val="dk1"/>
              </a:solidFill>
            </a:endParaRPr>
          </a:p>
        </p:txBody>
      </p:sp>
      <p:sp>
        <p:nvSpPr>
          <p:cNvPr id="209" name="Google Shape;209;g7f06bef920_0_15"/>
          <p:cNvSpPr txBox="1">
            <a:spLocks noGrp="1"/>
          </p:cNvSpPr>
          <p:nvPr>
            <p:ph type="sldNum" idx="12"/>
          </p:nvPr>
        </p:nvSpPr>
        <p:spPr>
          <a:xfrm>
            <a:off x="179512" y="6430858"/>
            <a:ext cx="21336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7f06bef920_0_24"/>
          <p:cNvSpPr txBox="1">
            <a:spLocks noGrp="1"/>
          </p:cNvSpPr>
          <p:nvPr>
            <p:ph type="title"/>
          </p:nvPr>
        </p:nvSpPr>
        <p:spPr>
          <a:xfrm>
            <a:off x="179512" y="188640"/>
            <a:ext cx="8640600" cy="487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Why use server-side programming?</a:t>
            </a:r>
            <a:endParaRPr/>
          </a:p>
        </p:txBody>
      </p:sp>
      <p:sp>
        <p:nvSpPr>
          <p:cNvPr id="216" name="Google Shape;216;g7f06bef920_0_24"/>
          <p:cNvSpPr txBox="1">
            <a:spLocks noGrp="1"/>
          </p:cNvSpPr>
          <p:nvPr>
            <p:ph type="body" idx="1"/>
          </p:nvPr>
        </p:nvSpPr>
        <p:spPr>
          <a:xfrm>
            <a:off x="179512" y="980728"/>
            <a:ext cx="8658600" cy="5328600"/>
          </a:xfrm>
          <a:prstGeom prst="rect">
            <a:avLst/>
          </a:prstGeom>
        </p:spPr>
        <p:txBody>
          <a:bodyPr spcFirstLastPara="1" wrap="square" lIns="91425" tIns="45700" rIns="91425" bIns="45700" anchor="t" anchorCtr="0">
            <a:noAutofit/>
          </a:bodyPr>
          <a:lstStyle/>
          <a:p>
            <a:pPr marL="342900" marR="0" lvl="0" indent="-342900" algn="just" rtl="0">
              <a:lnSpc>
                <a:spcPct val="90000"/>
              </a:lnSpc>
              <a:spcBef>
                <a:spcPts val="0"/>
              </a:spcBef>
              <a:spcAft>
                <a:spcPts val="0"/>
              </a:spcAft>
              <a:buSzPts val="3200"/>
              <a:buChar char="•"/>
            </a:pPr>
            <a:r>
              <a:rPr lang="en-US"/>
              <a:t>Server-side programming (ASP.NET, PHP, etc.) benefits:</a:t>
            </a:r>
            <a:endParaRPr/>
          </a:p>
          <a:p>
            <a:pPr marL="742950" marR="0" lvl="1" indent="-298450" algn="just" rtl="0">
              <a:lnSpc>
                <a:spcPct val="90000"/>
              </a:lnSpc>
              <a:spcBef>
                <a:spcPts val="0"/>
              </a:spcBef>
              <a:spcAft>
                <a:spcPts val="0"/>
              </a:spcAft>
              <a:buSzPts val="3000"/>
              <a:buChar char="–"/>
            </a:pPr>
            <a:r>
              <a:rPr lang="en-US" sz="3000" b="1">
                <a:solidFill>
                  <a:schemeClr val="dk1"/>
                </a:solidFill>
              </a:rPr>
              <a:t>Security:</a:t>
            </a:r>
            <a:r>
              <a:rPr lang="en-US" sz="3000">
                <a:solidFill>
                  <a:schemeClr val="dk1"/>
                </a:solidFill>
              </a:rPr>
              <a:t> has access to server's private data; client can't see source code</a:t>
            </a:r>
            <a:endParaRPr sz="3000">
              <a:solidFill>
                <a:schemeClr val="dk1"/>
              </a:solidFill>
            </a:endParaRPr>
          </a:p>
          <a:p>
            <a:pPr marL="742950" marR="0" lvl="1" indent="-298450" algn="just" rtl="0">
              <a:lnSpc>
                <a:spcPct val="90000"/>
              </a:lnSpc>
              <a:spcBef>
                <a:spcPts val="0"/>
              </a:spcBef>
              <a:spcAft>
                <a:spcPts val="0"/>
              </a:spcAft>
              <a:buSzPts val="3000"/>
              <a:buChar char="–"/>
            </a:pPr>
            <a:r>
              <a:rPr lang="en-US" sz="3000" b="1">
                <a:solidFill>
                  <a:schemeClr val="dk1"/>
                </a:solidFill>
              </a:rPr>
              <a:t>Compatibility:</a:t>
            </a:r>
            <a:r>
              <a:rPr lang="en-US" sz="3000">
                <a:solidFill>
                  <a:schemeClr val="dk1"/>
                </a:solidFill>
              </a:rPr>
              <a:t> not subject to browser compatibility issues</a:t>
            </a:r>
            <a:endParaRPr sz="3000">
              <a:solidFill>
                <a:schemeClr val="dk1"/>
              </a:solidFill>
            </a:endParaRPr>
          </a:p>
          <a:p>
            <a:pPr marL="742950" marR="0" lvl="1" indent="-298450" algn="just" rtl="0">
              <a:lnSpc>
                <a:spcPct val="90000"/>
              </a:lnSpc>
              <a:spcBef>
                <a:spcPts val="0"/>
              </a:spcBef>
              <a:spcAft>
                <a:spcPts val="0"/>
              </a:spcAft>
              <a:buSzPts val="3000"/>
              <a:buChar char="–"/>
            </a:pPr>
            <a:r>
              <a:rPr lang="en-US" sz="3000" b="1">
                <a:solidFill>
                  <a:schemeClr val="dk1"/>
                </a:solidFill>
              </a:rPr>
              <a:t>Power:</a:t>
            </a:r>
            <a:r>
              <a:rPr lang="en-US" sz="3000">
                <a:solidFill>
                  <a:schemeClr val="dk1"/>
                </a:solidFill>
              </a:rPr>
              <a:t> can write files, open connections to servers, connect to databases, ...</a:t>
            </a:r>
            <a:endParaRPr sz="3000"/>
          </a:p>
        </p:txBody>
      </p:sp>
      <p:sp>
        <p:nvSpPr>
          <p:cNvPr id="217" name="Google Shape;217;g7f06bef920_0_24"/>
          <p:cNvSpPr txBox="1">
            <a:spLocks noGrp="1"/>
          </p:cNvSpPr>
          <p:nvPr>
            <p:ph type="sldNum" idx="12"/>
          </p:nvPr>
        </p:nvSpPr>
        <p:spPr>
          <a:xfrm>
            <a:off x="179512" y="6430858"/>
            <a:ext cx="21336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7f06bef920_0_32"/>
          <p:cNvSpPr txBox="1">
            <a:spLocks noGrp="1"/>
          </p:cNvSpPr>
          <p:nvPr>
            <p:ph type="title"/>
          </p:nvPr>
        </p:nvSpPr>
        <p:spPr>
          <a:xfrm>
            <a:off x="179512" y="188640"/>
            <a:ext cx="8640600" cy="487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What is Javascript?</a:t>
            </a:r>
            <a:endParaRPr/>
          </a:p>
        </p:txBody>
      </p:sp>
      <p:sp>
        <p:nvSpPr>
          <p:cNvPr id="224" name="Google Shape;224;g7f06bef920_0_32"/>
          <p:cNvSpPr txBox="1">
            <a:spLocks noGrp="1"/>
          </p:cNvSpPr>
          <p:nvPr>
            <p:ph type="body" idx="1"/>
          </p:nvPr>
        </p:nvSpPr>
        <p:spPr>
          <a:xfrm>
            <a:off x="179512" y="980728"/>
            <a:ext cx="8658600" cy="5328600"/>
          </a:xfrm>
          <a:prstGeom prst="rect">
            <a:avLst/>
          </a:prstGeom>
        </p:spPr>
        <p:txBody>
          <a:bodyPr spcFirstLastPara="1" wrap="square" lIns="91425" tIns="45700" rIns="91425" bIns="45700" anchor="t" anchorCtr="0">
            <a:noAutofit/>
          </a:bodyPr>
          <a:lstStyle/>
          <a:p>
            <a:pPr marL="457200" lvl="0" indent="-406400" algn="just" rtl="0">
              <a:lnSpc>
                <a:spcPct val="115000"/>
              </a:lnSpc>
              <a:spcBef>
                <a:spcPts val="1200"/>
              </a:spcBef>
              <a:spcAft>
                <a:spcPts val="0"/>
              </a:spcAft>
              <a:buSzPts val="2800"/>
              <a:buChar char="●"/>
            </a:pPr>
            <a:r>
              <a:rPr lang="en-US" sz="2800"/>
              <a:t>A lightweight scripting language which follows all the programming language fundamentals e.g. data types, control statements, loops, overloading, etc.</a:t>
            </a:r>
            <a:endParaRPr sz="2800"/>
          </a:p>
          <a:p>
            <a:pPr marL="914400" lvl="1" indent="-393700" algn="just" rtl="0">
              <a:lnSpc>
                <a:spcPct val="115000"/>
              </a:lnSpc>
              <a:spcBef>
                <a:spcPts val="0"/>
              </a:spcBef>
              <a:spcAft>
                <a:spcPts val="0"/>
              </a:spcAft>
              <a:buClr>
                <a:schemeClr val="dk1"/>
              </a:buClr>
              <a:buSzPts val="2600"/>
              <a:buChar char="●"/>
            </a:pPr>
            <a:r>
              <a:rPr lang="en-US" sz="2600">
                <a:solidFill>
                  <a:schemeClr val="dk1"/>
                </a:solidFill>
              </a:rPr>
              <a:t>Used to make web pages interactive</a:t>
            </a:r>
            <a:endParaRPr sz="2600">
              <a:solidFill>
                <a:schemeClr val="dk1"/>
              </a:solidFill>
            </a:endParaRPr>
          </a:p>
          <a:p>
            <a:pPr marL="914400" lvl="1" indent="-393700" algn="just" rtl="0">
              <a:lnSpc>
                <a:spcPct val="115000"/>
              </a:lnSpc>
              <a:spcBef>
                <a:spcPts val="0"/>
              </a:spcBef>
              <a:spcAft>
                <a:spcPts val="0"/>
              </a:spcAft>
              <a:buClr>
                <a:schemeClr val="dk1"/>
              </a:buClr>
              <a:buSzPts val="2600"/>
              <a:buChar char="●"/>
            </a:pPr>
            <a:r>
              <a:rPr lang="en-US" sz="2600">
                <a:solidFill>
                  <a:schemeClr val="dk1"/>
                </a:solidFill>
              </a:rPr>
              <a:t>Insert dynamic text into HTML</a:t>
            </a:r>
            <a:endParaRPr sz="2600">
              <a:solidFill>
                <a:schemeClr val="dk1"/>
              </a:solidFill>
            </a:endParaRPr>
          </a:p>
          <a:p>
            <a:pPr marL="914400" lvl="1" indent="-393700" algn="just" rtl="0">
              <a:lnSpc>
                <a:spcPct val="115000"/>
              </a:lnSpc>
              <a:spcBef>
                <a:spcPts val="0"/>
              </a:spcBef>
              <a:spcAft>
                <a:spcPts val="0"/>
              </a:spcAft>
              <a:buClr>
                <a:schemeClr val="dk1"/>
              </a:buClr>
              <a:buSzPts val="2600"/>
              <a:buChar char="●"/>
            </a:pPr>
            <a:r>
              <a:rPr lang="en-US" sz="2600">
                <a:solidFill>
                  <a:schemeClr val="dk1"/>
                </a:solidFill>
              </a:rPr>
              <a:t>React to events (ex: page load, user click)</a:t>
            </a:r>
            <a:endParaRPr sz="2600">
              <a:solidFill>
                <a:schemeClr val="dk1"/>
              </a:solidFill>
            </a:endParaRPr>
          </a:p>
          <a:p>
            <a:pPr marL="914400" lvl="1" indent="-393700" algn="just" rtl="0">
              <a:lnSpc>
                <a:spcPct val="115000"/>
              </a:lnSpc>
              <a:spcBef>
                <a:spcPts val="0"/>
              </a:spcBef>
              <a:spcAft>
                <a:spcPts val="0"/>
              </a:spcAft>
              <a:buClr>
                <a:schemeClr val="dk1"/>
              </a:buClr>
              <a:buSzPts val="2600"/>
              <a:buChar char="●"/>
            </a:pPr>
            <a:r>
              <a:rPr lang="en-US" sz="2600">
                <a:solidFill>
                  <a:schemeClr val="dk1"/>
                </a:solidFill>
              </a:rPr>
              <a:t>Get information about a user's computer (ex: browser type, version, etc.)</a:t>
            </a:r>
            <a:endParaRPr sz="2600">
              <a:solidFill>
                <a:schemeClr val="dk1"/>
              </a:solidFill>
            </a:endParaRPr>
          </a:p>
          <a:p>
            <a:pPr marL="914400" lvl="1" indent="-393700" algn="just" rtl="0">
              <a:lnSpc>
                <a:spcPct val="115000"/>
              </a:lnSpc>
              <a:spcBef>
                <a:spcPts val="0"/>
              </a:spcBef>
              <a:spcAft>
                <a:spcPts val="0"/>
              </a:spcAft>
              <a:buClr>
                <a:schemeClr val="dk1"/>
              </a:buClr>
              <a:buSzPts val="2600"/>
              <a:buChar char="●"/>
            </a:pPr>
            <a:r>
              <a:rPr lang="en-US" sz="2600">
                <a:solidFill>
                  <a:schemeClr val="dk1"/>
                </a:solidFill>
              </a:rPr>
              <a:t>Perform calculations on user's computer (ex: form validation)</a:t>
            </a:r>
            <a:endParaRPr sz="2600">
              <a:solidFill>
                <a:schemeClr val="dk1"/>
              </a:solidFill>
            </a:endParaRPr>
          </a:p>
          <a:p>
            <a:pPr marL="0" lvl="0" indent="0" algn="l" rtl="0">
              <a:spcBef>
                <a:spcPts val="1200"/>
              </a:spcBef>
              <a:spcAft>
                <a:spcPts val="0"/>
              </a:spcAft>
              <a:buNone/>
            </a:pPr>
            <a:endParaRPr/>
          </a:p>
        </p:txBody>
      </p:sp>
      <p:sp>
        <p:nvSpPr>
          <p:cNvPr id="225" name="Google Shape;225;g7f06bef920_0_32"/>
          <p:cNvSpPr txBox="1">
            <a:spLocks noGrp="1"/>
          </p:cNvSpPr>
          <p:nvPr>
            <p:ph type="sldNum" idx="12"/>
          </p:nvPr>
        </p:nvSpPr>
        <p:spPr>
          <a:xfrm>
            <a:off x="179512" y="6430858"/>
            <a:ext cx="21336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7f06bef920_0_40"/>
          <p:cNvSpPr txBox="1">
            <a:spLocks noGrp="1"/>
          </p:cNvSpPr>
          <p:nvPr>
            <p:ph type="title"/>
          </p:nvPr>
        </p:nvSpPr>
        <p:spPr>
          <a:xfrm>
            <a:off x="179512" y="188640"/>
            <a:ext cx="8640600" cy="487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dirty="0"/>
              <a:t>What </a:t>
            </a:r>
            <a:r>
              <a:rPr lang="en-US" dirty="0" err="1"/>
              <a:t>Javascript</a:t>
            </a:r>
            <a:r>
              <a:rPr lang="en-US" dirty="0"/>
              <a:t> can do?</a:t>
            </a:r>
            <a:endParaRPr dirty="0"/>
          </a:p>
        </p:txBody>
      </p:sp>
      <p:sp>
        <p:nvSpPr>
          <p:cNvPr id="232" name="Google Shape;232;g7f06bef920_0_40"/>
          <p:cNvSpPr txBox="1">
            <a:spLocks noGrp="1"/>
          </p:cNvSpPr>
          <p:nvPr>
            <p:ph type="body" idx="1"/>
          </p:nvPr>
        </p:nvSpPr>
        <p:spPr>
          <a:xfrm>
            <a:off x="179512" y="980728"/>
            <a:ext cx="8658600" cy="5328600"/>
          </a:xfrm>
          <a:prstGeom prst="rect">
            <a:avLst/>
          </a:prstGeom>
        </p:spPr>
        <p:txBody>
          <a:bodyPr spcFirstLastPara="1" wrap="square" lIns="91425" tIns="45700" rIns="91425" bIns="45700" anchor="t" anchorCtr="0">
            <a:noAutofit/>
          </a:bodyPr>
          <a:lstStyle/>
          <a:p>
            <a:pPr marL="457200" lvl="0" indent="-419100" algn="just" rtl="0">
              <a:spcBef>
                <a:spcPts val="360"/>
              </a:spcBef>
              <a:spcAft>
                <a:spcPts val="0"/>
              </a:spcAft>
              <a:buSzPts val="3000"/>
              <a:buChar char="•"/>
            </a:pPr>
            <a:r>
              <a:rPr lang="en-US" sz="3000" dirty="0"/>
              <a:t>Run a VM inside a browser</a:t>
            </a:r>
          </a:p>
          <a:p>
            <a:pPr marL="457200" lvl="0" indent="-419100" algn="just" rtl="0">
              <a:spcBef>
                <a:spcPts val="0"/>
              </a:spcBef>
              <a:spcAft>
                <a:spcPts val="0"/>
              </a:spcAft>
              <a:buSzPts val="3000"/>
              <a:buChar char="•"/>
            </a:pPr>
            <a:r>
              <a:rPr lang="en-US" sz="3000" dirty="0"/>
              <a:t>Run a game inside the browser</a:t>
            </a:r>
            <a:endParaRPr sz="3000" dirty="0"/>
          </a:p>
          <a:p>
            <a:pPr marL="457200" lvl="0" indent="-419100" algn="just" rtl="0">
              <a:spcBef>
                <a:spcPts val="0"/>
              </a:spcBef>
              <a:spcAft>
                <a:spcPts val="0"/>
              </a:spcAft>
              <a:buSzPts val="3000"/>
              <a:buChar char="•"/>
            </a:pPr>
            <a:r>
              <a:rPr lang="en-US" sz="3000" dirty="0"/>
              <a:t>Serve 300 million users without overloading CPU</a:t>
            </a:r>
            <a:endParaRPr sz="3000" dirty="0"/>
          </a:p>
          <a:p>
            <a:pPr marL="457200" lvl="0" indent="-419100" algn="just" rtl="0">
              <a:spcBef>
                <a:spcPts val="0"/>
              </a:spcBef>
              <a:spcAft>
                <a:spcPts val="0"/>
              </a:spcAft>
              <a:buSzPts val="3000"/>
              <a:buChar char="•"/>
            </a:pPr>
            <a:r>
              <a:rPr lang="en-US" sz="3000" dirty="0"/>
              <a:t>Help in making word documents, spreadsheets and PPTs online</a:t>
            </a:r>
            <a:endParaRPr sz="3000" dirty="0"/>
          </a:p>
          <a:p>
            <a:pPr marL="457200" lvl="0" indent="-419100" algn="just" rtl="0">
              <a:spcBef>
                <a:spcPts val="0"/>
              </a:spcBef>
              <a:spcAft>
                <a:spcPts val="0"/>
              </a:spcAft>
              <a:buSzPts val="3000"/>
              <a:buChar char="•"/>
            </a:pPr>
            <a:r>
              <a:rPr lang="en-US" sz="3000" dirty="0"/>
              <a:t>Make real time chat possible</a:t>
            </a:r>
            <a:endParaRPr sz="3000" dirty="0"/>
          </a:p>
          <a:p>
            <a:pPr marL="0" lvl="0" indent="0" algn="l" rtl="0">
              <a:spcBef>
                <a:spcPts val="360"/>
              </a:spcBef>
              <a:spcAft>
                <a:spcPts val="0"/>
              </a:spcAft>
              <a:buNone/>
            </a:pPr>
            <a:endParaRPr sz="2800" dirty="0"/>
          </a:p>
          <a:p>
            <a:pPr marL="0" lvl="0" indent="0" algn="l" rtl="0">
              <a:spcBef>
                <a:spcPts val="360"/>
              </a:spcBef>
              <a:spcAft>
                <a:spcPts val="0"/>
              </a:spcAft>
              <a:buNone/>
            </a:pPr>
            <a:endParaRPr sz="2800" dirty="0"/>
          </a:p>
          <a:p>
            <a:pPr marL="0" lvl="0" indent="0" algn="ctr" rtl="0">
              <a:spcBef>
                <a:spcPts val="360"/>
              </a:spcBef>
              <a:spcAft>
                <a:spcPts val="0"/>
              </a:spcAft>
              <a:buNone/>
            </a:pPr>
            <a:r>
              <a:rPr lang="en-US" sz="2800" b="1" dirty="0"/>
              <a:t>Atwood's Law:</a:t>
            </a:r>
            <a:r>
              <a:rPr lang="en-US" sz="2800" dirty="0"/>
              <a:t> “Any application that can be written in JavaScript, will eventually be written in JavaScript.”</a:t>
            </a:r>
            <a:endParaRPr sz="2800" dirty="0"/>
          </a:p>
        </p:txBody>
      </p:sp>
      <p:sp>
        <p:nvSpPr>
          <p:cNvPr id="233" name="Google Shape;233;g7f06bef920_0_40"/>
          <p:cNvSpPr txBox="1">
            <a:spLocks noGrp="1"/>
          </p:cNvSpPr>
          <p:nvPr>
            <p:ph type="sldNum" idx="12"/>
          </p:nvPr>
        </p:nvSpPr>
        <p:spPr>
          <a:xfrm>
            <a:off x="179512" y="6430858"/>
            <a:ext cx="21336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normAutofit lnSpcReduction="10000"/>
          </a:bodyPr>
          <a:lstStyle/>
          <a:p>
            <a:pPr algn="just"/>
            <a:r>
              <a:rPr lang="en-US" dirty="0" err="1"/>
              <a:t>jQuery</a:t>
            </a:r>
            <a:r>
              <a:rPr lang="en-US" dirty="0"/>
              <a:t> is a fast and concise JavaScript Library created by John </a:t>
            </a:r>
            <a:r>
              <a:rPr lang="en-US" b="1" i="1" dirty="0" err="1"/>
              <a:t>Resig</a:t>
            </a:r>
            <a:r>
              <a:rPr lang="en-US" b="1" i="1" dirty="0"/>
              <a:t> in 2006 </a:t>
            </a:r>
            <a:r>
              <a:rPr lang="en-US" dirty="0"/>
              <a:t>with a nice motto: Write less, do more.</a:t>
            </a:r>
          </a:p>
          <a:p>
            <a:pPr algn="just"/>
            <a:endParaRPr lang="en-US" dirty="0"/>
          </a:p>
          <a:p>
            <a:pPr algn="just"/>
            <a:r>
              <a:rPr lang="en-US" dirty="0"/>
              <a:t>The purpose of </a:t>
            </a:r>
            <a:r>
              <a:rPr lang="en-US" dirty="0" err="1"/>
              <a:t>jQuery</a:t>
            </a:r>
            <a:r>
              <a:rPr lang="en-US" dirty="0"/>
              <a:t> is to make it much easier to use JavaScript on your website.</a:t>
            </a:r>
          </a:p>
          <a:p>
            <a:pPr algn="just"/>
            <a:endParaRPr lang="en-US" dirty="0"/>
          </a:p>
          <a:p>
            <a:pPr algn="just"/>
            <a:r>
              <a:rPr lang="en-US" dirty="0" err="1"/>
              <a:t>jQuery</a:t>
            </a:r>
            <a:r>
              <a:rPr lang="en-US" dirty="0"/>
              <a:t> simplifies HTML document traversing, event handling, animating, and Ajax interactions for rapid web development.</a:t>
            </a:r>
          </a:p>
          <a:p>
            <a:pPr algn="just"/>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7</a:t>
            </a:fld>
            <a:endParaRPr lang="en-US" dirty="0"/>
          </a:p>
        </p:txBody>
      </p:sp>
      <p:sp>
        <p:nvSpPr>
          <p:cNvPr id="5" name="Date Placeholder 4"/>
          <p:cNvSpPr>
            <a:spLocks noGrp="1"/>
          </p:cNvSpPr>
          <p:nvPr>
            <p:ph type="dt" sz="half" idx="10"/>
          </p:nvPr>
        </p:nvSpPr>
        <p:spPr/>
        <p:txBody>
          <a:bodyPr/>
          <a:lstStyle/>
          <a:p>
            <a:fld id="{1E9BAB52-EF8D-481C-823F-F83466995F3E}" type="datetime1">
              <a:rPr lang="en-US" smtClean="0"/>
              <a:t>9/15/2025</a:t>
            </a:fld>
            <a:endParaRPr lang="en-US"/>
          </a:p>
        </p:txBody>
      </p:sp>
    </p:spTree>
    <p:extLst>
      <p:ext uri="{BB962C8B-B14F-4D97-AF65-F5344CB8AC3E}">
        <p14:creationId xmlns:p14="http://schemas.microsoft.com/office/powerpoint/2010/main" val="479911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7f06bef920_0_56"/>
          <p:cNvSpPr txBox="1">
            <a:spLocks noGrp="1"/>
          </p:cNvSpPr>
          <p:nvPr>
            <p:ph type="title"/>
          </p:nvPr>
        </p:nvSpPr>
        <p:spPr>
          <a:xfrm>
            <a:off x="179512" y="188640"/>
            <a:ext cx="8640600" cy="487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Why use jQuery when we have Javascript?</a:t>
            </a:r>
            <a:endParaRPr/>
          </a:p>
        </p:txBody>
      </p:sp>
      <p:sp>
        <p:nvSpPr>
          <p:cNvPr id="248" name="Google Shape;248;g7f06bef920_0_56"/>
          <p:cNvSpPr txBox="1">
            <a:spLocks noGrp="1"/>
          </p:cNvSpPr>
          <p:nvPr>
            <p:ph type="body" idx="1"/>
          </p:nvPr>
        </p:nvSpPr>
        <p:spPr>
          <a:xfrm>
            <a:off x="179512" y="980728"/>
            <a:ext cx="8658600" cy="5328600"/>
          </a:xfrm>
          <a:prstGeom prst="rect">
            <a:avLst/>
          </a:prstGeom>
        </p:spPr>
        <p:txBody>
          <a:bodyPr spcFirstLastPara="1" wrap="square" lIns="91425" tIns="45700" rIns="91425" bIns="45700" anchor="t" anchorCtr="0">
            <a:noAutofit/>
          </a:bodyPr>
          <a:lstStyle/>
          <a:p>
            <a:pPr marL="457200" lvl="0" indent="-342900" algn="l" rtl="0">
              <a:spcBef>
                <a:spcPts val="360"/>
              </a:spcBef>
              <a:spcAft>
                <a:spcPts val="0"/>
              </a:spcAft>
              <a:buSzPts val="1800"/>
              <a:buChar char="•"/>
            </a:pPr>
            <a:r>
              <a:rPr lang="en-US"/>
              <a:t>Simplicity</a:t>
            </a:r>
            <a:endParaRPr/>
          </a:p>
          <a:p>
            <a:pPr marL="457200" lvl="0" indent="-342900" algn="l" rtl="0">
              <a:spcBef>
                <a:spcPts val="0"/>
              </a:spcBef>
              <a:spcAft>
                <a:spcPts val="0"/>
              </a:spcAft>
              <a:buSzPts val="1800"/>
              <a:buChar char="•"/>
            </a:pPr>
            <a:r>
              <a:rPr lang="en-US"/>
              <a:t>Browser Compatibility</a:t>
            </a:r>
            <a:endParaRPr/>
          </a:p>
          <a:p>
            <a:pPr marL="457200" lvl="0" indent="-342900" algn="l" rtl="0">
              <a:spcBef>
                <a:spcPts val="0"/>
              </a:spcBef>
              <a:spcAft>
                <a:spcPts val="0"/>
              </a:spcAft>
              <a:buSzPts val="1800"/>
              <a:buChar char="•"/>
            </a:pPr>
            <a:r>
              <a:rPr lang="en-US"/>
              <a:t>Fast and Efficient</a:t>
            </a:r>
            <a:endParaRPr/>
          </a:p>
          <a:p>
            <a:pPr marL="457200" lvl="0" indent="-342900" algn="l" rtl="0">
              <a:spcBef>
                <a:spcPts val="0"/>
              </a:spcBef>
              <a:spcAft>
                <a:spcPts val="0"/>
              </a:spcAft>
              <a:buSzPts val="1800"/>
              <a:buChar char="•"/>
            </a:pPr>
            <a:r>
              <a:rPr lang="en-US"/>
              <a:t>Small code length</a:t>
            </a:r>
            <a:endParaRPr/>
          </a:p>
          <a:p>
            <a:pPr marL="457200" lvl="0" indent="-342900" algn="l" rtl="0">
              <a:spcBef>
                <a:spcPts val="0"/>
              </a:spcBef>
              <a:spcAft>
                <a:spcPts val="0"/>
              </a:spcAft>
              <a:buSzPts val="1800"/>
              <a:buChar char="•"/>
            </a:pPr>
            <a:r>
              <a:rPr lang="en-US"/>
              <a:t>Advance animations</a:t>
            </a:r>
            <a:endParaRPr/>
          </a:p>
          <a:p>
            <a:pPr marL="457200" lvl="0" indent="-342900" algn="l" rtl="0">
              <a:spcBef>
                <a:spcPts val="0"/>
              </a:spcBef>
              <a:spcAft>
                <a:spcPts val="0"/>
              </a:spcAft>
              <a:buSzPts val="1800"/>
              <a:buChar char="•"/>
            </a:pPr>
            <a:r>
              <a:rPr lang="en-US"/>
              <a:t>SEO friendly</a:t>
            </a:r>
            <a:endParaRPr/>
          </a:p>
        </p:txBody>
      </p:sp>
      <p:sp>
        <p:nvSpPr>
          <p:cNvPr id="249" name="Google Shape;249;g7f06bef920_0_56"/>
          <p:cNvSpPr txBox="1">
            <a:spLocks noGrp="1"/>
          </p:cNvSpPr>
          <p:nvPr>
            <p:ph type="sldNum" idx="12"/>
          </p:nvPr>
        </p:nvSpPr>
        <p:spPr>
          <a:xfrm>
            <a:off x="179512" y="6430858"/>
            <a:ext cx="21336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7f06bef920_0_48"/>
          <p:cNvSpPr txBox="1">
            <a:spLocks noGrp="1"/>
          </p:cNvSpPr>
          <p:nvPr>
            <p:ph type="title"/>
          </p:nvPr>
        </p:nvSpPr>
        <p:spPr>
          <a:xfrm>
            <a:off x="179512" y="188640"/>
            <a:ext cx="8640600" cy="487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jQuery vs. Javascript Example</a:t>
            </a:r>
            <a:endParaRPr/>
          </a:p>
        </p:txBody>
      </p:sp>
      <p:sp>
        <p:nvSpPr>
          <p:cNvPr id="256" name="Google Shape;256;g7f06bef920_0_48"/>
          <p:cNvSpPr txBox="1">
            <a:spLocks noGrp="1"/>
          </p:cNvSpPr>
          <p:nvPr>
            <p:ph type="sldNum" idx="12"/>
          </p:nvPr>
        </p:nvSpPr>
        <p:spPr>
          <a:xfrm>
            <a:off x="179512" y="6430858"/>
            <a:ext cx="21336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9</a:t>
            </a:fld>
            <a:endParaRPr/>
          </a:p>
        </p:txBody>
      </p:sp>
      <p:pic>
        <p:nvPicPr>
          <p:cNvPr id="257" name="Google Shape;257;g7f06bef920_0_48"/>
          <p:cNvPicPr preferRelativeResize="0"/>
          <p:nvPr/>
        </p:nvPicPr>
        <p:blipFill>
          <a:blip r:embed="rId3">
            <a:alphaModFix/>
          </a:blip>
          <a:stretch>
            <a:fillRect/>
          </a:stretch>
        </p:blipFill>
        <p:spPr>
          <a:xfrm>
            <a:off x="590550" y="1606675"/>
            <a:ext cx="7962900" cy="3771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570" y="188640"/>
            <a:ext cx="8640638" cy="487221"/>
          </a:xfrm>
        </p:spPr>
        <p:txBody>
          <a:bodyPr>
            <a:normAutofit fontScale="90000"/>
          </a:bodyPr>
          <a:lstStyle/>
          <a:p>
            <a:r>
              <a:rPr lang="en-US" dirty="0"/>
              <a:t>jQuery</a:t>
            </a:r>
          </a:p>
        </p:txBody>
      </p:sp>
      <p:sp>
        <p:nvSpPr>
          <p:cNvPr id="3" name="Content Placeholder 2"/>
          <p:cNvSpPr>
            <a:spLocks noGrp="1"/>
          </p:cNvSpPr>
          <p:nvPr>
            <p:ph idx="1"/>
          </p:nvPr>
        </p:nvSpPr>
        <p:spPr/>
        <p:txBody>
          <a:bodyPr/>
          <a:lstStyle/>
          <a:p>
            <a:pPr marL="0" indent="0">
              <a:buNone/>
            </a:pPr>
            <a:r>
              <a:rPr lang="en-US" sz="2400" b="1" dirty="0">
                <a:latin typeface="Courier New" pitchFamily="49" charset="0"/>
                <a:cs typeface="Courier New" pitchFamily="49" charset="0"/>
              </a:rPr>
              <a:t>&lt;head&gt;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&lt;script </a:t>
            </a:r>
            <a:r>
              <a:rPr lang="en-US" sz="2400" b="1" dirty="0" err="1">
                <a:latin typeface="Courier New" pitchFamily="49" charset="0"/>
                <a:cs typeface="Courier New" pitchFamily="49" charset="0"/>
              </a:rPr>
              <a:t>src</a:t>
            </a:r>
            <a:r>
              <a:rPr lang="en-US" sz="2400" b="1" dirty="0">
                <a:latin typeface="Courier New" pitchFamily="49" charset="0"/>
                <a:cs typeface="Courier New" pitchFamily="49" charset="0"/>
              </a:rPr>
              <a:t>="jquery-3.3.1.min.js"&gt;&lt;/script&gt;</a:t>
            </a:r>
            <a:br>
              <a:rPr lang="en-US" sz="2400" b="1" dirty="0">
                <a:latin typeface="Courier New" pitchFamily="49" charset="0"/>
                <a:cs typeface="Courier New" pitchFamily="49" charset="0"/>
              </a:rPr>
            </a:br>
            <a:r>
              <a:rPr lang="en-US" sz="2400" b="1" dirty="0">
                <a:latin typeface="Courier New" pitchFamily="49" charset="0"/>
                <a:cs typeface="Courier New" pitchFamily="49" charset="0"/>
              </a:rPr>
              <a:t>&lt;/head&gt;</a:t>
            </a:r>
          </a:p>
          <a:p>
            <a:r>
              <a:rPr lang="en-US" sz="2800" dirty="0">
                <a:latin typeface="+mj-lt"/>
                <a:cs typeface="Courier New" pitchFamily="49" charset="0"/>
              </a:rPr>
              <a:t>Above lines are used to import or bring in scope the </a:t>
            </a:r>
            <a:r>
              <a:rPr lang="en-US" sz="2800" dirty="0" err="1">
                <a:latin typeface="+mj-lt"/>
                <a:cs typeface="Courier New" pitchFamily="49" charset="0"/>
              </a:rPr>
              <a:t>Jquery</a:t>
            </a:r>
            <a:endParaRPr lang="en-US" sz="2800" dirty="0">
              <a:latin typeface="+mj-lt"/>
              <a:cs typeface="Courier New" pitchFamily="49" charset="0"/>
            </a:endParaRPr>
          </a:p>
          <a:p>
            <a:endParaRPr lang="en-US" sz="2400" dirty="0">
              <a:latin typeface="+mj-lt"/>
              <a:cs typeface="Courier New" pitchFamily="49" charset="0"/>
            </a:endParaRPr>
          </a:p>
          <a:p>
            <a:r>
              <a:rPr lang="en-US" sz="2400" dirty="0">
                <a:latin typeface="+mj-lt"/>
                <a:cs typeface="Courier New" pitchFamily="49" charset="0"/>
              </a:rPr>
              <a:t>Once </a:t>
            </a:r>
            <a:r>
              <a:rPr lang="en-US" sz="2400" dirty="0" err="1">
                <a:latin typeface="+mj-lt"/>
                <a:cs typeface="Courier New" pitchFamily="49" charset="0"/>
              </a:rPr>
              <a:t>Jquery</a:t>
            </a:r>
            <a:r>
              <a:rPr lang="en-US" sz="2400" dirty="0">
                <a:latin typeface="+mj-lt"/>
                <a:cs typeface="Courier New" pitchFamily="49" charset="0"/>
              </a:rPr>
              <a:t> is in the scope then you can use it to manipulate the HTML document.</a:t>
            </a:r>
          </a:p>
          <a:p>
            <a:endParaRPr lang="en-US" sz="2400" dirty="0">
              <a:latin typeface="+mj-lt"/>
              <a:cs typeface="Courier New" pitchFamily="49" charset="0"/>
            </a:endParaRPr>
          </a:p>
        </p:txBody>
      </p:sp>
      <p:sp>
        <p:nvSpPr>
          <p:cNvPr id="4" name="Slide Number Placeholder 3"/>
          <p:cNvSpPr>
            <a:spLocks noGrp="1"/>
          </p:cNvSpPr>
          <p:nvPr>
            <p:ph type="sldNum" sz="quarter" idx="12"/>
          </p:nvPr>
        </p:nvSpPr>
        <p:spPr/>
        <p:txBody>
          <a:bodyPr/>
          <a:lstStyle/>
          <a:p>
            <a:fld id="{4F5037F2-DC85-406A-A4EA-1E681A25B4F8}" type="slidenum">
              <a:rPr lang="en-US" smtClean="0"/>
              <a:t>10</a:t>
            </a:fld>
            <a:endParaRPr lang="en-US" dirty="0"/>
          </a:p>
        </p:txBody>
      </p:sp>
      <p:sp>
        <p:nvSpPr>
          <p:cNvPr id="5" name="Date Placeholder 4"/>
          <p:cNvSpPr>
            <a:spLocks noGrp="1"/>
          </p:cNvSpPr>
          <p:nvPr>
            <p:ph type="dt" sz="half" idx="10"/>
          </p:nvPr>
        </p:nvSpPr>
        <p:spPr/>
        <p:txBody>
          <a:bodyPr/>
          <a:lstStyle/>
          <a:p>
            <a:fld id="{C1FFA607-E184-48F9-9BBB-F5B2E1D67E15}" type="datetime1">
              <a:rPr lang="en-US" smtClean="0"/>
              <a:t>9/15/2025</a:t>
            </a:fld>
            <a:endParaRPr lang="en-US"/>
          </a:p>
        </p:txBody>
      </p:sp>
    </p:spTree>
    <p:extLst>
      <p:ext uri="{BB962C8B-B14F-4D97-AF65-F5344CB8AC3E}">
        <p14:creationId xmlns:p14="http://schemas.microsoft.com/office/powerpoint/2010/main" val="2202009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err="1"/>
              <a:t>JQuery</a:t>
            </a:r>
            <a:r>
              <a:rPr lang="en-US" dirty="0"/>
              <a:t> Simple Syntax</a:t>
            </a:r>
          </a:p>
          <a:p>
            <a:pPr lvl="1"/>
            <a:r>
              <a:rPr lang="en-US" dirty="0"/>
              <a:t> </a:t>
            </a:r>
            <a:r>
              <a:rPr lang="en-US" b="1" dirty="0"/>
              <a:t>$(</a:t>
            </a:r>
            <a:r>
              <a:rPr lang="en-US" b="1" i="1" dirty="0"/>
              <a:t>selector</a:t>
            </a:r>
            <a:r>
              <a:rPr lang="en-US" b="1" dirty="0"/>
              <a:t>).</a:t>
            </a:r>
            <a:r>
              <a:rPr lang="en-US" b="1" i="1" dirty="0"/>
              <a:t>action</a:t>
            </a:r>
            <a:r>
              <a:rPr lang="en-US" b="1" dirty="0"/>
              <a:t>()</a:t>
            </a:r>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11</a:t>
            </a:fld>
            <a:endParaRPr lang="en-US" dirty="0"/>
          </a:p>
        </p:txBody>
      </p:sp>
      <p:sp>
        <p:nvSpPr>
          <p:cNvPr id="5" name="Date Placeholder 4"/>
          <p:cNvSpPr>
            <a:spLocks noGrp="1"/>
          </p:cNvSpPr>
          <p:nvPr>
            <p:ph type="dt" sz="half" idx="10"/>
          </p:nvPr>
        </p:nvSpPr>
        <p:spPr/>
        <p:txBody>
          <a:bodyPr/>
          <a:lstStyle/>
          <a:p>
            <a:fld id="{D593F895-CC67-4CEA-8C1C-58AF18313356}" type="datetime1">
              <a:rPr lang="en-US" smtClean="0"/>
              <a:t>9/15/2025</a:t>
            </a:fld>
            <a:endParaRPr lang="en-US"/>
          </a:p>
        </p:txBody>
      </p:sp>
      <p:sp>
        <p:nvSpPr>
          <p:cNvPr id="6" name="Rectangle 5"/>
          <p:cNvSpPr/>
          <p:nvPr/>
        </p:nvSpPr>
        <p:spPr>
          <a:xfrm>
            <a:off x="611560" y="3356992"/>
            <a:ext cx="2016224"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sign to define/access </a:t>
            </a:r>
            <a:r>
              <a:rPr lang="en-US" b="1" dirty="0" err="1"/>
              <a:t>jQuery</a:t>
            </a:r>
            <a:endParaRPr lang="en-US" b="1" dirty="0"/>
          </a:p>
        </p:txBody>
      </p:sp>
      <p:sp>
        <p:nvSpPr>
          <p:cNvPr id="7" name="Rectangle 6"/>
          <p:cNvSpPr/>
          <p:nvPr/>
        </p:nvSpPr>
        <p:spPr>
          <a:xfrm>
            <a:off x="3275856" y="4077072"/>
            <a:ext cx="20882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a:t>
            </a:r>
            <a:r>
              <a:rPr lang="en-US" i="1" dirty="0"/>
              <a:t>selector</a:t>
            </a:r>
            <a:r>
              <a:rPr lang="en-US" dirty="0"/>
              <a:t>) to "query (or find)" HTML elements</a:t>
            </a:r>
          </a:p>
        </p:txBody>
      </p:sp>
      <p:cxnSp>
        <p:nvCxnSpPr>
          <p:cNvPr id="9" name="Straight Arrow Connector 8"/>
          <p:cNvCxnSpPr>
            <a:stCxn id="6" idx="0"/>
          </p:cNvCxnSpPr>
          <p:nvPr/>
        </p:nvCxnSpPr>
        <p:spPr>
          <a:xfrm flipH="1" flipV="1">
            <a:off x="1115616" y="1916832"/>
            <a:ext cx="504056" cy="144016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traight Arrow Connector 9"/>
          <p:cNvCxnSpPr>
            <a:stCxn id="7" idx="0"/>
          </p:cNvCxnSpPr>
          <p:nvPr/>
        </p:nvCxnSpPr>
        <p:spPr>
          <a:xfrm flipH="1" flipV="1">
            <a:off x="2339752" y="1988840"/>
            <a:ext cx="1980220" cy="208823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0" name="Rectangle 19"/>
          <p:cNvSpPr/>
          <p:nvPr/>
        </p:nvSpPr>
        <p:spPr>
          <a:xfrm>
            <a:off x="5724128" y="4077072"/>
            <a:ext cx="20882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a:t>
            </a:r>
            <a:r>
              <a:rPr lang="en-US" dirty="0" err="1"/>
              <a:t>jQuery</a:t>
            </a:r>
            <a:r>
              <a:rPr lang="en-US" dirty="0"/>
              <a:t> </a:t>
            </a:r>
            <a:r>
              <a:rPr lang="en-US" i="1" dirty="0"/>
              <a:t>action</a:t>
            </a:r>
            <a:r>
              <a:rPr lang="en-US" dirty="0"/>
              <a:t>() to be performed on the element(s)</a:t>
            </a:r>
          </a:p>
        </p:txBody>
      </p:sp>
      <p:cxnSp>
        <p:nvCxnSpPr>
          <p:cNvPr id="21" name="Straight Arrow Connector 20"/>
          <p:cNvCxnSpPr>
            <a:stCxn id="20" idx="0"/>
          </p:cNvCxnSpPr>
          <p:nvPr/>
        </p:nvCxnSpPr>
        <p:spPr>
          <a:xfrm flipH="1" flipV="1">
            <a:off x="3707904" y="1988840"/>
            <a:ext cx="3060340" cy="208823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7000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Examples:</a:t>
            </a:r>
          </a:p>
          <a:p>
            <a:pPr lvl="1"/>
            <a:r>
              <a:rPr lang="en-US" dirty="0"/>
              <a:t>$(this).hide() - hides the current element.</a:t>
            </a:r>
          </a:p>
          <a:p>
            <a:pPr lvl="1"/>
            <a:r>
              <a:rPr lang="en-US" dirty="0"/>
              <a:t>$("p").hide() - hides all &lt;p&gt; elements.</a:t>
            </a:r>
          </a:p>
          <a:p>
            <a:pPr lvl="1"/>
            <a:r>
              <a:rPr lang="en-US" dirty="0"/>
              <a:t>$(".test").hide() - hides all elements with class="test".</a:t>
            </a:r>
          </a:p>
          <a:p>
            <a:pPr lvl="1"/>
            <a:r>
              <a:rPr lang="en-US" dirty="0"/>
              <a:t>$("#test").hide() - hides the element with id="test".</a:t>
            </a:r>
          </a:p>
          <a:p>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12</a:t>
            </a:fld>
            <a:endParaRPr lang="en-US" dirty="0"/>
          </a:p>
        </p:txBody>
      </p:sp>
      <p:sp>
        <p:nvSpPr>
          <p:cNvPr id="5" name="Date Placeholder 4"/>
          <p:cNvSpPr>
            <a:spLocks noGrp="1"/>
          </p:cNvSpPr>
          <p:nvPr>
            <p:ph type="dt" sz="half" idx="10"/>
          </p:nvPr>
        </p:nvSpPr>
        <p:spPr/>
        <p:txBody>
          <a:bodyPr/>
          <a:lstStyle/>
          <a:p>
            <a:fld id="{D8A920D0-32DA-4FFC-8781-61B3CF0B5AF1}" type="datetime1">
              <a:rPr lang="en-US" smtClean="0"/>
              <a:t>9/15/2025</a:t>
            </a:fld>
            <a:endParaRPr lang="en-US"/>
          </a:p>
        </p:txBody>
      </p:sp>
    </p:spTree>
    <p:extLst>
      <p:ext uri="{BB962C8B-B14F-4D97-AF65-F5344CB8AC3E}">
        <p14:creationId xmlns:p14="http://schemas.microsoft.com/office/powerpoint/2010/main" val="1926653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It is advised to write all </a:t>
            </a:r>
            <a:r>
              <a:rPr lang="en-US" dirty="0" err="1"/>
              <a:t>Jquery</a:t>
            </a:r>
            <a:r>
              <a:rPr lang="en-US" dirty="0"/>
              <a:t> code inside </a:t>
            </a:r>
            <a:r>
              <a:rPr lang="en-US" b="1" dirty="0">
                <a:latin typeface="Courier New" pitchFamily="49" charset="0"/>
                <a:cs typeface="Courier New" pitchFamily="49" charset="0"/>
              </a:rPr>
              <a:t>$(document).ready(…) </a:t>
            </a:r>
            <a:r>
              <a:rPr lang="en-US" dirty="0"/>
              <a:t>function. Example</a:t>
            </a:r>
          </a:p>
          <a:p>
            <a:pPr marL="400050" lvl="1" indent="0">
              <a:buNone/>
            </a:pPr>
            <a:endParaRPr lang="en-US" b="1" dirty="0">
              <a:latin typeface="Courier New" pitchFamily="49" charset="0"/>
              <a:cs typeface="Courier New" pitchFamily="49" charset="0"/>
            </a:endParaRPr>
          </a:p>
          <a:p>
            <a:pPr marL="400050" lvl="1" indent="0">
              <a:buNone/>
            </a:pPr>
            <a:r>
              <a:rPr lang="en-US" b="1" dirty="0">
                <a:latin typeface="Courier New" pitchFamily="49" charset="0"/>
                <a:cs typeface="Courier New" pitchFamily="49" charset="0"/>
              </a:rPr>
              <a:t>$(document).ready(function(){</a:t>
            </a:r>
          </a:p>
          <a:p>
            <a:pPr marL="400050" lvl="1" indent="0">
              <a:buNone/>
            </a:pPr>
            <a:endParaRPr lang="en-US" b="1" dirty="0">
              <a:latin typeface="Courier New" pitchFamily="49" charset="0"/>
              <a:cs typeface="Courier New" pitchFamily="49" charset="0"/>
            </a:endParaRPr>
          </a:p>
          <a:p>
            <a:pPr marL="400050" lvl="1" indent="0">
              <a:buNone/>
            </a:pPr>
            <a:r>
              <a:rPr lang="en-US" b="1" dirty="0">
                <a:latin typeface="Courier New" pitchFamily="49" charset="0"/>
                <a:cs typeface="Courier New" pitchFamily="49" charset="0"/>
              </a:rPr>
              <a:t>   // </a:t>
            </a:r>
            <a:r>
              <a:rPr lang="en-US" b="1" dirty="0" err="1">
                <a:latin typeface="Courier New" pitchFamily="49" charset="0"/>
                <a:cs typeface="Courier New" pitchFamily="49" charset="0"/>
              </a:rPr>
              <a:t>jQuery</a:t>
            </a:r>
            <a:r>
              <a:rPr lang="en-US" b="1" dirty="0">
                <a:latin typeface="Courier New" pitchFamily="49" charset="0"/>
                <a:cs typeface="Courier New" pitchFamily="49" charset="0"/>
              </a:rPr>
              <a:t> methods go here...</a:t>
            </a:r>
          </a:p>
          <a:p>
            <a:pPr marL="400050" lvl="1" indent="0">
              <a:buNone/>
            </a:pPr>
            <a:endParaRPr lang="en-US" b="1" dirty="0">
              <a:latin typeface="Courier New" pitchFamily="49" charset="0"/>
              <a:cs typeface="Courier New" pitchFamily="49" charset="0"/>
            </a:endParaRPr>
          </a:p>
          <a:p>
            <a:pPr marL="400050" lvl="1" indent="0">
              <a:buNone/>
            </a:pPr>
            <a:r>
              <a:rPr lang="en-US" b="1" dirty="0">
                <a:latin typeface="Courier New" pitchFamily="49" charset="0"/>
                <a:cs typeface="Courier New" pitchFamily="49" charset="0"/>
              </a:rPr>
              <a:t>});</a:t>
            </a:r>
          </a:p>
        </p:txBody>
      </p:sp>
      <p:sp>
        <p:nvSpPr>
          <p:cNvPr id="4" name="Slide Number Placeholder 3"/>
          <p:cNvSpPr>
            <a:spLocks noGrp="1"/>
          </p:cNvSpPr>
          <p:nvPr>
            <p:ph type="sldNum" sz="quarter" idx="12"/>
          </p:nvPr>
        </p:nvSpPr>
        <p:spPr/>
        <p:txBody>
          <a:bodyPr/>
          <a:lstStyle/>
          <a:p>
            <a:fld id="{4F5037F2-DC85-406A-A4EA-1E681A25B4F8}" type="slidenum">
              <a:rPr lang="en-US" smtClean="0"/>
              <a:t>13</a:t>
            </a:fld>
            <a:endParaRPr lang="en-US" dirty="0"/>
          </a:p>
        </p:txBody>
      </p:sp>
      <p:sp>
        <p:nvSpPr>
          <p:cNvPr id="5" name="Date Placeholder 4"/>
          <p:cNvSpPr>
            <a:spLocks noGrp="1"/>
          </p:cNvSpPr>
          <p:nvPr>
            <p:ph type="dt" sz="half" idx="10"/>
          </p:nvPr>
        </p:nvSpPr>
        <p:spPr/>
        <p:txBody>
          <a:bodyPr/>
          <a:lstStyle/>
          <a:p>
            <a:fld id="{E38C3DAC-B1E9-448C-A1A7-49824B99B2F0}" type="datetime1">
              <a:rPr lang="en-US" smtClean="0"/>
              <a:t>9/15/2025</a:t>
            </a:fld>
            <a:endParaRPr lang="en-US"/>
          </a:p>
        </p:txBody>
      </p:sp>
    </p:spTree>
    <p:extLst>
      <p:ext uri="{BB962C8B-B14F-4D97-AF65-F5344CB8AC3E}">
        <p14:creationId xmlns:p14="http://schemas.microsoft.com/office/powerpoint/2010/main" val="881792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normAutofit lnSpcReduction="10000"/>
          </a:bodyPr>
          <a:lstStyle/>
          <a:p>
            <a:pPr marL="400050" lvl="1" indent="0">
              <a:buNone/>
            </a:pPr>
            <a:r>
              <a:rPr lang="en-US" b="1" dirty="0">
                <a:latin typeface="Courier New" pitchFamily="49" charset="0"/>
                <a:cs typeface="Courier New" pitchFamily="49" charset="0"/>
              </a:rPr>
              <a:t>$(document).ready(function(){</a:t>
            </a:r>
          </a:p>
          <a:p>
            <a:pPr marL="457200" lvl="1" indent="0">
              <a:buNone/>
            </a:pPr>
            <a:r>
              <a:rPr lang="en-US" b="1" dirty="0">
                <a:latin typeface="Courier New" pitchFamily="49" charset="0"/>
                <a:cs typeface="Courier New" pitchFamily="49" charset="0"/>
              </a:rPr>
              <a:t> </a:t>
            </a:r>
            <a:r>
              <a:rPr lang="en-US" dirty="0"/>
              <a:t>$("p").hide() </a:t>
            </a:r>
          </a:p>
          <a:p>
            <a:pPr marL="457200" lvl="1" indent="0">
              <a:buNone/>
            </a:pPr>
            <a:r>
              <a:rPr lang="en-US" dirty="0"/>
              <a:t> $(".test").hide()</a:t>
            </a:r>
          </a:p>
          <a:p>
            <a:pPr marL="457200" lvl="1" indent="0">
              <a:buNone/>
            </a:pPr>
            <a:r>
              <a:rPr lang="en-US" b="1" dirty="0">
                <a:latin typeface="Courier New" pitchFamily="49" charset="0"/>
                <a:cs typeface="Courier New" pitchFamily="49" charset="0"/>
              </a:rPr>
              <a:t>});</a:t>
            </a:r>
          </a:p>
          <a:p>
            <a:pPr marL="457200" lvl="1" indent="0">
              <a:buNone/>
            </a:pPr>
            <a:endParaRPr lang="en-US" b="1" dirty="0">
              <a:latin typeface="Courier New" pitchFamily="49" charset="0"/>
              <a:cs typeface="Courier New" pitchFamily="49" charset="0"/>
            </a:endParaRPr>
          </a:p>
          <a:p>
            <a:pPr algn="just"/>
            <a:r>
              <a:rPr lang="en-US" sz="2400" dirty="0"/>
              <a:t>This is to prevent any jQuery code from running before the document is finished loading (is ready).</a:t>
            </a:r>
          </a:p>
          <a:p>
            <a:pPr algn="just"/>
            <a:endParaRPr lang="en-US" sz="2400" dirty="0"/>
          </a:p>
          <a:p>
            <a:pPr algn="just"/>
            <a:r>
              <a:rPr lang="en-US" sz="2400" dirty="0"/>
              <a:t>It is good practice to wait for the document to be fully loaded and ready before working with it. This also allows you to have your JavaScript code before the body of your document, in the head section.</a:t>
            </a:r>
            <a:endParaRPr lang="en-US" sz="2400" b="1" dirty="0">
              <a:latin typeface="Courier New" pitchFamily="49" charset="0"/>
              <a:cs typeface="Courier New" pitchFamily="49" charset="0"/>
            </a:endParaRP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14</a:t>
            </a:fld>
            <a:endParaRPr lang="en-US" dirty="0"/>
          </a:p>
        </p:txBody>
      </p:sp>
      <p:sp>
        <p:nvSpPr>
          <p:cNvPr id="5" name="Date Placeholder 4"/>
          <p:cNvSpPr>
            <a:spLocks noGrp="1"/>
          </p:cNvSpPr>
          <p:nvPr>
            <p:ph type="dt" sz="half" idx="10"/>
          </p:nvPr>
        </p:nvSpPr>
        <p:spPr/>
        <p:txBody>
          <a:bodyPr/>
          <a:lstStyle/>
          <a:p>
            <a:fld id="{7DBE09DB-23B5-4789-8A25-18E2709108FA}" type="datetime1">
              <a:rPr lang="en-US" smtClean="0"/>
              <a:t>9/15/2025</a:t>
            </a:fld>
            <a:endParaRPr lang="en-US"/>
          </a:p>
        </p:txBody>
      </p:sp>
    </p:spTree>
    <p:extLst>
      <p:ext uri="{BB962C8B-B14F-4D97-AF65-F5344CB8AC3E}">
        <p14:creationId xmlns:p14="http://schemas.microsoft.com/office/powerpoint/2010/main" val="205444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err="1"/>
              <a:t>jQuery</a:t>
            </a:r>
            <a:r>
              <a:rPr lang="en-US" dirty="0"/>
              <a:t> Selectors</a:t>
            </a:r>
          </a:p>
          <a:p>
            <a:pPr lvl="1" algn="just"/>
            <a:r>
              <a:rPr lang="en-US" dirty="0" err="1"/>
              <a:t>jQuery</a:t>
            </a:r>
            <a:r>
              <a:rPr lang="en-US" dirty="0"/>
              <a:t> selectors allow you to select and manipulate HTML element(s).</a:t>
            </a:r>
          </a:p>
          <a:p>
            <a:pPr lvl="1" algn="just"/>
            <a:r>
              <a:rPr lang="en-US" dirty="0" err="1"/>
              <a:t>jQuery</a:t>
            </a:r>
            <a:r>
              <a:rPr lang="en-US" dirty="0"/>
              <a:t> selectors are used to "find" (or select) HTML elements based on their name, id, classes, types, attributes, values of attributes and much more. It's based on the existing CSS Selectors, and in addition, it has some own custom selectors.</a:t>
            </a:r>
          </a:p>
          <a:p>
            <a:pPr lvl="1"/>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15</a:t>
            </a:fld>
            <a:endParaRPr lang="en-US" dirty="0"/>
          </a:p>
        </p:txBody>
      </p:sp>
      <p:sp>
        <p:nvSpPr>
          <p:cNvPr id="5" name="Date Placeholder 4"/>
          <p:cNvSpPr>
            <a:spLocks noGrp="1"/>
          </p:cNvSpPr>
          <p:nvPr>
            <p:ph type="dt" sz="half" idx="10"/>
          </p:nvPr>
        </p:nvSpPr>
        <p:spPr/>
        <p:txBody>
          <a:bodyPr/>
          <a:lstStyle/>
          <a:p>
            <a:fld id="{F0F86CE0-F096-4660-9554-BD63D0F5CC3E}" type="datetime1">
              <a:rPr lang="en-US" smtClean="0"/>
              <a:t>9/15/2025</a:t>
            </a:fld>
            <a:endParaRPr lang="en-US"/>
          </a:p>
        </p:txBody>
      </p:sp>
    </p:spTree>
    <p:extLst>
      <p:ext uri="{BB962C8B-B14F-4D97-AF65-F5344CB8AC3E}">
        <p14:creationId xmlns:p14="http://schemas.microsoft.com/office/powerpoint/2010/main" val="3988941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16</a:t>
            </a:fld>
            <a:endParaRPr lang="en-US" dirty="0"/>
          </a:p>
        </p:txBody>
      </p:sp>
      <p:sp>
        <p:nvSpPr>
          <p:cNvPr id="5" name="Date Placeholder 4"/>
          <p:cNvSpPr>
            <a:spLocks noGrp="1"/>
          </p:cNvSpPr>
          <p:nvPr>
            <p:ph type="dt" sz="half" idx="10"/>
          </p:nvPr>
        </p:nvSpPr>
        <p:spPr/>
        <p:txBody>
          <a:bodyPr/>
          <a:lstStyle/>
          <a:p>
            <a:fld id="{FC15A3C6-AD90-4D8C-9597-14314E82F4E7}" type="datetime1">
              <a:rPr lang="en-US" smtClean="0"/>
              <a:t>9/15/2025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8" y="866774"/>
            <a:ext cx="8810625" cy="5586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821D99DF-1669-46DF-9C4D-C5A581F81479}"/>
              </a:ext>
            </a:extLst>
          </p:cNvPr>
          <p:cNvPicPr>
            <a:picLocks noChangeAspect="1"/>
          </p:cNvPicPr>
          <p:nvPr/>
        </p:nvPicPr>
        <p:blipFill>
          <a:blip r:embed="rId3"/>
          <a:stretch>
            <a:fillRect/>
          </a:stretch>
        </p:blipFill>
        <p:spPr>
          <a:xfrm>
            <a:off x="179512" y="1556792"/>
            <a:ext cx="8810625" cy="288032"/>
          </a:xfrm>
          <a:prstGeom prst="rect">
            <a:avLst/>
          </a:prstGeom>
        </p:spPr>
      </p:pic>
    </p:spTree>
    <p:extLst>
      <p:ext uri="{BB962C8B-B14F-4D97-AF65-F5344CB8AC3E}">
        <p14:creationId xmlns:p14="http://schemas.microsoft.com/office/powerpoint/2010/main" val="73307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Output</a:t>
            </a:r>
          </a:p>
          <a:p>
            <a:pPr lvl="1"/>
            <a:r>
              <a:rPr lang="en-US" dirty="0"/>
              <a:t>Once page loaded</a:t>
            </a:r>
          </a:p>
          <a:p>
            <a:pPr lvl="1"/>
            <a:endParaRPr lang="en-US" dirty="0"/>
          </a:p>
          <a:p>
            <a:pPr lvl="1"/>
            <a:endParaRPr lang="en-US" dirty="0"/>
          </a:p>
          <a:p>
            <a:pPr lvl="1"/>
            <a:endParaRPr lang="en-US" dirty="0"/>
          </a:p>
          <a:p>
            <a:pPr lvl="1"/>
            <a:endParaRPr lang="en-US" dirty="0"/>
          </a:p>
          <a:p>
            <a:pPr lvl="1"/>
            <a:endParaRPr lang="en-US" dirty="0"/>
          </a:p>
          <a:p>
            <a:pPr lvl="1"/>
            <a:r>
              <a:rPr lang="en-US" dirty="0"/>
              <a:t>Once button clicked</a:t>
            </a:r>
          </a:p>
        </p:txBody>
      </p:sp>
      <p:sp>
        <p:nvSpPr>
          <p:cNvPr id="4" name="Slide Number Placeholder 3"/>
          <p:cNvSpPr>
            <a:spLocks noGrp="1"/>
          </p:cNvSpPr>
          <p:nvPr>
            <p:ph type="sldNum" sz="quarter" idx="12"/>
          </p:nvPr>
        </p:nvSpPr>
        <p:spPr/>
        <p:txBody>
          <a:bodyPr/>
          <a:lstStyle/>
          <a:p>
            <a:fld id="{4F5037F2-DC85-406A-A4EA-1E681A25B4F8}" type="slidenum">
              <a:rPr lang="en-US" smtClean="0"/>
              <a:t>17</a:t>
            </a:fld>
            <a:endParaRPr lang="en-US" dirty="0"/>
          </a:p>
        </p:txBody>
      </p:sp>
      <p:sp>
        <p:nvSpPr>
          <p:cNvPr id="5" name="Date Placeholder 4"/>
          <p:cNvSpPr>
            <a:spLocks noGrp="1"/>
          </p:cNvSpPr>
          <p:nvPr>
            <p:ph type="dt" sz="half" idx="10"/>
          </p:nvPr>
        </p:nvSpPr>
        <p:spPr/>
        <p:txBody>
          <a:bodyPr/>
          <a:lstStyle/>
          <a:p>
            <a:fld id="{35030926-9016-4E7A-93F4-9E5F688C4DD1}" type="datetime1">
              <a:rPr lang="en-US" smtClean="0"/>
              <a:t>9/15/2025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4633" y="764704"/>
            <a:ext cx="4379367" cy="248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4633" y="4797152"/>
            <a:ext cx="257175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77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18</a:t>
            </a:fld>
            <a:endParaRPr lang="en-US" dirty="0"/>
          </a:p>
        </p:txBody>
      </p:sp>
      <p:sp>
        <p:nvSpPr>
          <p:cNvPr id="5" name="Date Placeholder 4"/>
          <p:cNvSpPr>
            <a:spLocks noGrp="1"/>
          </p:cNvSpPr>
          <p:nvPr>
            <p:ph type="dt" sz="half" idx="10"/>
          </p:nvPr>
        </p:nvSpPr>
        <p:spPr/>
        <p:txBody>
          <a:bodyPr/>
          <a:lstStyle/>
          <a:p>
            <a:fld id="{8E53AD3C-5843-4D3C-906F-5942BCA9D6BB}" type="datetime1">
              <a:rPr lang="en-US" smtClean="0"/>
              <a:t>9/15/2025</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8" y="995363"/>
            <a:ext cx="8848725" cy="54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D8FE3172-D390-4700-96A5-3F2CE42FE75A}"/>
              </a:ext>
            </a:extLst>
          </p:cNvPr>
          <p:cNvPicPr>
            <a:picLocks noChangeAspect="1"/>
          </p:cNvPicPr>
          <p:nvPr/>
        </p:nvPicPr>
        <p:blipFill>
          <a:blip r:embed="rId3"/>
          <a:stretch>
            <a:fillRect/>
          </a:stretch>
        </p:blipFill>
        <p:spPr>
          <a:xfrm>
            <a:off x="115381" y="1700807"/>
            <a:ext cx="8704769" cy="326953"/>
          </a:xfrm>
          <a:prstGeom prst="rect">
            <a:avLst/>
          </a:prstGeom>
        </p:spPr>
      </p:pic>
    </p:spTree>
    <p:extLst>
      <p:ext uri="{BB962C8B-B14F-4D97-AF65-F5344CB8AC3E}">
        <p14:creationId xmlns:p14="http://schemas.microsoft.com/office/powerpoint/2010/main" val="942888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Output</a:t>
            </a:r>
          </a:p>
          <a:p>
            <a:pPr lvl="1"/>
            <a:r>
              <a:rPr lang="en-US" dirty="0"/>
              <a:t>On page load</a:t>
            </a:r>
          </a:p>
          <a:p>
            <a:pPr lvl="1"/>
            <a:endParaRPr lang="en-US" dirty="0"/>
          </a:p>
          <a:p>
            <a:pPr lvl="1"/>
            <a:endParaRPr lang="en-US" dirty="0"/>
          </a:p>
          <a:p>
            <a:pPr lvl="1"/>
            <a:endParaRPr lang="en-US" dirty="0"/>
          </a:p>
          <a:p>
            <a:pPr lvl="1"/>
            <a:endParaRPr lang="en-US" dirty="0"/>
          </a:p>
          <a:p>
            <a:pPr lvl="1"/>
            <a:r>
              <a:rPr lang="en-US" dirty="0"/>
              <a:t>On button click</a:t>
            </a:r>
          </a:p>
        </p:txBody>
      </p:sp>
      <p:sp>
        <p:nvSpPr>
          <p:cNvPr id="4" name="Slide Number Placeholder 3"/>
          <p:cNvSpPr>
            <a:spLocks noGrp="1"/>
          </p:cNvSpPr>
          <p:nvPr>
            <p:ph type="sldNum" sz="quarter" idx="12"/>
          </p:nvPr>
        </p:nvSpPr>
        <p:spPr/>
        <p:txBody>
          <a:bodyPr/>
          <a:lstStyle/>
          <a:p>
            <a:fld id="{4F5037F2-DC85-406A-A4EA-1E681A25B4F8}" type="slidenum">
              <a:rPr lang="en-US" smtClean="0"/>
              <a:t>19</a:t>
            </a:fld>
            <a:endParaRPr lang="en-US" dirty="0"/>
          </a:p>
        </p:txBody>
      </p:sp>
      <p:sp>
        <p:nvSpPr>
          <p:cNvPr id="5" name="Date Placeholder 4"/>
          <p:cNvSpPr>
            <a:spLocks noGrp="1"/>
          </p:cNvSpPr>
          <p:nvPr>
            <p:ph type="dt" sz="half" idx="10"/>
          </p:nvPr>
        </p:nvSpPr>
        <p:spPr/>
        <p:txBody>
          <a:bodyPr/>
          <a:lstStyle/>
          <a:p>
            <a:fld id="{4380CB34-72F4-4C78-B16C-2235D98F6988}" type="datetime1">
              <a:rPr lang="en-US" smtClean="0"/>
              <a:t>9/15/2025</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1124744"/>
            <a:ext cx="2486025"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4181475"/>
            <a:ext cx="238125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168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20</a:t>
            </a:fld>
            <a:endParaRPr lang="en-US" dirty="0"/>
          </a:p>
        </p:txBody>
      </p:sp>
      <p:sp>
        <p:nvSpPr>
          <p:cNvPr id="5" name="Date Placeholder 4"/>
          <p:cNvSpPr>
            <a:spLocks noGrp="1"/>
          </p:cNvSpPr>
          <p:nvPr>
            <p:ph type="dt" sz="half" idx="10"/>
          </p:nvPr>
        </p:nvSpPr>
        <p:spPr/>
        <p:txBody>
          <a:bodyPr/>
          <a:lstStyle/>
          <a:p>
            <a:fld id="{E6F88C69-2160-4401-B6EA-ADD69DD4A043}" type="datetime1">
              <a:rPr lang="en-US" smtClean="0"/>
              <a:t>9/15/2025</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952500"/>
            <a:ext cx="8772525" cy="5212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6403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Output</a:t>
            </a:r>
          </a:p>
          <a:p>
            <a:pPr lvl="1"/>
            <a:r>
              <a:rPr lang="en-US" dirty="0"/>
              <a:t>On load</a:t>
            </a:r>
          </a:p>
          <a:p>
            <a:pPr lvl="1"/>
            <a:endParaRPr lang="en-US" dirty="0"/>
          </a:p>
          <a:p>
            <a:pPr lvl="1"/>
            <a:endParaRPr lang="en-US" dirty="0"/>
          </a:p>
          <a:p>
            <a:pPr lvl="1"/>
            <a:endParaRPr lang="en-US" dirty="0"/>
          </a:p>
          <a:p>
            <a:pPr lvl="1"/>
            <a:endParaRPr lang="en-US" dirty="0"/>
          </a:p>
          <a:p>
            <a:pPr lvl="1"/>
            <a:r>
              <a:rPr lang="en-US" dirty="0"/>
              <a:t>On click</a:t>
            </a:r>
          </a:p>
        </p:txBody>
      </p:sp>
      <p:sp>
        <p:nvSpPr>
          <p:cNvPr id="4" name="Slide Number Placeholder 3"/>
          <p:cNvSpPr>
            <a:spLocks noGrp="1"/>
          </p:cNvSpPr>
          <p:nvPr>
            <p:ph type="sldNum" sz="quarter" idx="12"/>
          </p:nvPr>
        </p:nvSpPr>
        <p:spPr/>
        <p:txBody>
          <a:bodyPr/>
          <a:lstStyle/>
          <a:p>
            <a:fld id="{4F5037F2-DC85-406A-A4EA-1E681A25B4F8}" type="slidenum">
              <a:rPr lang="en-US" smtClean="0"/>
              <a:t>21</a:t>
            </a:fld>
            <a:endParaRPr lang="en-US" dirty="0"/>
          </a:p>
        </p:txBody>
      </p:sp>
      <p:sp>
        <p:nvSpPr>
          <p:cNvPr id="5" name="Date Placeholder 4"/>
          <p:cNvSpPr>
            <a:spLocks noGrp="1"/>
          </p:cNvSpPr>
          <p:nvPr>
            <p:ph type="dt" sz="half" idx="10"/>
          </p:nvPr>
        </p:nvSpPr>
        <p:spPr/>
        <p:txBody>
          <a:bodyPr/>
          <a:lstStyle/>
          <a:p>
            <a:fld id="{8138B2D7-DE39-4278-9C13-6D21D2D82FB5}" type="datetime1">
              <a:rPr lang="en-US" smtClean="0"/>
              <a:t>9/15/2025</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926" y="1052736"/>
            <a:ext cx="2257425"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3451797"/>
            <a:ext cx="2601094" cy="2545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4852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22</a:t>
            </a:fld>
            <a:endParaRPr lang="en-US" dirty="0"/>
          </a:p>
        </p:txBody>
      </p:sp>
      <p:sp>
        <p:nvSpPr>
          <p:cNvPr id="5" name="Date Placeholder 4"/>
          <p:cNvSpPr>
            <a:spLocks noGrp="1"/>
          </p:cNvSpPr>
          <p:nvPr>
            <p:ph type="dt" sz="half" idx="10"/>
          </p:nvPr>
        </p:nvSpPr>
        <p:spPr/>
        <p:txBody>
          <a:bodyPr/>
          <a:lstStyle/>
          <a:p>
            <a:fld id="{A74FF278-AE68-47BC-B62D-74705FB14448}" type="datetime1">
              <a:rPr lang="en-US" smtClean="0"/>
              <a:t>9/15/2025</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38" y="881063"/>
            <a:ext cx="8696325" cy="509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FFCB7A97-BA87-4299-A6B8-C1A0C8325E73}"/>
              </a:ext>
            </a:extLst>
          </p:cNvPr>
          <p:cNvPicPr>
            <a:picLocks noChangeAspect="1"/>
          </p:cNvPicPr>
          <p:nvPr/>
        </p:nvPicPr>
        <p:blipFill>
          <a:blip r:embed="rId3"/>
          <a:stretch>
            <a:fillRect/>
          </a:stretch>
        </p:blipFill>
        <p:spPr>
          <a:xfrm>
            <a:off x="299547" y="1556792"/>
            <a:ext cx="8696325" cy="326636"/>
          </a:xfrm>
          <a:prstGeom prst="rect">
            <a:avLst/>
          </a:prstGeom>
        </p:spPr>
      </p:pic>
    </p:spTree>
    <p:extLst>
      <p:ext uri="{BB962C8B-B14F-4D97-AF65-F5344CB8AC3E}">
        <p14:creationId xmlns:p14="http://schemas.microsoft.com/office/powerpoint/2010/main" val="82983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Output</a:t>
            </a:r>
          </a:p>
          <a:p>
            <a:pPr lvl="1"/>
            <a:r>
              <a:rPr lang="en-US" dirty="0"/>
              <a:t>On Load</a:t>
            </a:r>
          </a:p>
          <a:p>
            <a:pPr lvl="1"/>
            <a:endParaRPr lang="en-US" dirty="0"/>
          </a:p>
          <a:p>
            <a:pPr lvl="1"/>
            <a:endParaRPr lang="en-US" dirty="0"/>
          </a:p>
          <a:p>
            <a:pPr lvl="1"/>
            <a:endParaRPr lang="en-US" dirty="0"/>
          </a:p>
          <a:p>
            <a:pPr lvl="1"/>
            <a:endParaRPr lang="en-US" dirty="0"/>
          </a:p>
          <a:p>
            <a:pPr lvl="1"/>
            <a:endParaRPr lang="en-US" dirty="0"/>
          </a:p>
          <a:p>
            <a:pPr lvl="1"/>
            <a:r>
              <a:rPr lang="en-US" dirty="0"/>
              <a:t>On click</a:t>
            </a:r>
          </a:p>
        </p:txBody>
      </p:sp>
      <p:sp>
        <p:nvSpPr>
          <p:cNvPr id="4" name="Slide Number Placeholder 3"/>
          <p:cNvSpPr>
            <a:spLocks noGrp="1"/>
          </p:cNvSpPr>
          <p:nvPr>
            <p:ph type="sldNum" sz="quarter" idx="12"/>
          </p:nvPr>
        </p:nvSpPr>
        <p:spPr/>
        <p:txBody>
          <a:bodyPr/>
          <a:lstStyle/>
          <a:p>
            <a:fld id="{4F5037F2-DC85-406A-A4EA-1E681A25B4F8}" type="slidenum">
              <a:rPr lang="en-US" smtClean="0"/>
              <a:t>23</a:t>
            </a:fld>
            <a:endParaRPr lang="en-US" dirty="0"/>
          </a:p>
        </p:txBody>
      </p:sp>
      <p:sp>
        <p:nvSpPr>
          <p:cNvPr id="5" name="Date Placeholder 4"/>
          <p:cNvSpPr>
            <a:spLocks noGrp="1"/>
          </p:cNvSpPr>
          <p:nvPr>
            <p:ph type="dt" sz="half" idx="10"/>
          </p:nvPr>
        </p:nvSpPr>
        <p:spPr/>
        <p:txBody>
          <a:bodyPr/>
          <a:lstStyle/>
          <a:p>
            <a:fld id="{1AA16287-21F9-4ECB-939C-BF34B61B49D8}" type="datetime1">
              <a:rPr lang="en-US" smtClean="0"/>
              <a:t>9/15/2025</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20" y="1196752"/>
            <a:ext cx="2571750"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4221088"/>
            <a:ext cx="2466975"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527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24</a:t>
            </a:fld>
            <a:endParaRPr lang="en-US" dirty="0"/>
          </a:p>
        </p:txBody>
      </p:sp>
      <p:sp>
        <p:nvSpPr>
          <p:cNvPr id="5" name="Date Placeholder 4"/>
          <p:cNvSpPr>
            <a:spLocks noGrp="1"/>
          </p:cNvSpPr>
          <p:nvPr>
            <p:ph type="dt" sz="half" idx="10"/>
          </p:nvPr>
        </p:nvSpPr>
        <p:spPr/>
        <p:txBody>
          <a:bodyPr/>
          <a:lstStyle/>
          <a:p>
            <a:fld id="{0AC6D7B6-4303-441A-B660-1DB4742C6E20}" type="datetime1">
              <a:rPr lang="en-US" smtClean="0"/>
              <a:t>9/15/2025</a:t>
            </a:fld>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909638"/>
            <a:ext cx="8896350" cy="5543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2EB5800A-FBAE-4636-ACEF-C8CD3CE42384}"/>
              </a:ext>
            </a:extLst>
          </p:cNvPr>
          <p:cNvPicPr>
            <a:picLocks noChangeAspect="1"/>
          </p:cNvPicPr>
          <p:nvPr/>
        </p:nvPicPr>
        <p:blipFill>
          <a:blip r:embed="rId3"/>
          <a:stretch>
            <a:fillRect/>
          </a:stretch>
        </p:blipFill>
        <p:spPr>
          <a:xfrm>
            <a:off x="123825" y="1628800"/>
            <a:ext cx="9020175" cy="338800"/>
          </a:xfrm>
          <a:prstGeom prst="rect">
            <a:avLst/>
          </a:prstGeom>
        </p:spPr>
      </p:pic>
    </p:spTree>
    <p:extLst>
      <p:ext uri="{BB962C8B-B14F-4D97-AF65-F5344CB8AC3E}">
        <p14:creationId xmlns:p14="http://schemas.microsoft.com/office/powerpoint/2010/main" val="1260477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Output</a:t>
            </a:r>
          </a:p>
          <a:p>
            <a:pPr lvl="1"/>
            <a:r>
              <a:rPr lang="en-US" dirty="0"/>
              <a:t>On Load</a:t>
            </a:r>
          </a:p>
          <a:p>
            <a:pPr lvl="1"/>
            <a:endParaRPr lang="en-US" dirty="0"/>
          </a:p>
          <a:p>
            <a:pPr lvl="1"/>
            <a:endParaRPr lang="en-US" dirty="0"/>
          </a:p>
          <a:p>
            <a:pPr lvl="1"/>
            <a:endParaRPr lang="en-US" dirty="0"/>
          </a:p>
          <a:p>
            <a:pPr lvl="1"/>
            <a:endParaRPr lang="en-US" dirty="0"/>
          </a:p>
          <a:p>
            <a:pPr lvl="1"/>
            <a:endParaRPr lang="en-US" dirty="0"/>
          </a:p>
          <a:p>
            <a:pPr lvl="1"/>
            <a:r>
              <a:rPr lang="en-US" dirty="0"/>
              <a:t>On click</a:t>
            </a:r>
          </a:p>
        </p:txBody>
      </p:sp>
      <p:sp>
        <p:nvSpPr>
          <p:cNvPr id="4" name="Slide Number Placeholder 3"/>
          <p:cNvSpPr>
            <a:spLocks noGrp="1"/>
          </p:cNvSpPr>
          <p:nvPr>
            <p:ph type="sldNum" sz="quarter" idx="12"/>
          </p:nvPr>
        </p:nvSpPr>
        <p:spPr/>
        <p:txBody>
          <a:bodyPr/>
          <a:lstStyle/>
          <a:p>
            <a:fld id="{4F5037F2-DC85-406A-A4EA-1E681A25B4F8}" type="slidenum">
              <a:rPr lang="en-US" smtClean="0"/>
              <a:t>25</a:t>
            </a:fld>
            <a:endParaRPr lang="en-US" dirty="0"/>
          </a:p>
        </p:txBody>
      </p:sp>
      <p:sp>
        <p:nvSpPr>
          <p:cNvPr id="5" name="Date Placeholder 4"/>
          <p:cNvSpPr>
            <a:spLocks noGrp="1"/>
          </p:cNvSpPr>
          <p:nvPr>
            <p:ph type="dt" sz="half" idx="10"/>
          </p:nvPr>
        </p:nvSpPr>
        <p:spPr/>
        <p:txBody>
          <a:bodyPr/>
          <a:lstStyle/>
          <a:p>
            <a:fld id="{1AA16287-21F9-4ECB-939C-BF34B61B49D8}" type="datetime1">
              <a:rPr lang="en-US" smtClean="0"/>
              <a:t>9/15/2025</a:t>
            </a:fld>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1340768"/>
            <a:ext cx="256222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4725144"/>
            <a:ext cx="24574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239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26</a:t>
            </a:fld>
            <a:endParaRPr lang="en-US" dirty="0"/>
          </a:p>
        </p:txBody>
      </p:sp>
      <p:sp>
        <p:nvSpPr>
          <p:cNvPr id="5" name="Date Placeholder 4"/>
          <p:cNvSpPr>
            <a:spLocks noGrp="1"/>
          </p:cNvSpPr>
          <p:nvPr>
            <p:ph type="dt" sz="half" idx="10"/>
          </p:nvPr>
        </p:nvSpPr>
        <p:spPr/>
        <p:txBody>
          <a:bodyPr/>
          <a:lstStyle/>
          <a:p>
            <a:fld id="{0AC6D7B6-4303-441A-B660-1DB4742C6E20}" type="datetime1">
              <a:rPr lang="en-US" smtClean="0"/>
              <a:t>9/15/2025</a:t>
            </a:fld>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 y="942975"/>
            <a:ext cx="880110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09C70B42-6DBE-4E11-8852-4FA59ABC50D8}"/>
              </a:ext>
            </a:extLst>
          </p:cNvPr>
          <p:cNvPicPr>
            <a:picLocks noChangeAspect="1"/>
          </p:cNvPicPr>
          <p:nvPr/>
        </p:nvPicPr>
        <p:blipFill>
          <a:blip r:embed="rId3"/>
          <a:stretch>
            <a:fillRect/>
          </a:stretch>
        </p:blipFill>
        <p:spPr>
          <a:xfrm>
            <a:off x="123825" y="1628800"/>
            <a:ext cx="9020175" cy="338800"/>
          </a:xfrm>
          <a:prstGeom prst="rect">
            <a:avLst/>
          </a:prstGeom>
        </p:spPr>
      </p:pic>
    </p:spTree>
    <p:extLst>
      <p:ext uri="{BB962C8B-B14F-4D97-AF65-F5344CB8AC3E}">
        <p14:creationId xmlns:p14="http://schemas.microsoft.com/office/powerpoint/2010/main" val="173822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Output</a:t>
            </a:r>
          </a:p>
          <a:p>
            <a:pPr lvl="1"/>
            <a:r>
              <a:rPr lang="en-US" dirty="0"/>
              <a:t>On Load</a:t>
            </a:r>
          </a:p>
          <a:p>
            <a:pPr lvl="1"/>
            <a:endParaRPr lang="en-US" dirty="0"/>
          </a:p>
          <a:p>
            <a:pPr lvl="1"/>
            <a:endParaRPr lang="en-US" dirty="0"/>
          </a:p>
          <a:p>
            <a:pPr lvl="1"/>
            <a:endParaRPr lang="en-US" dirty="0"/>
          </a:p>
          <a:p>
            <a:pPr lvl="1"/>
            <a:endParaRPr lang="en-US" dirty="0"/>
          </a:p>
          <a:p>
            <a:pPr lvl="1"/>
            <a:endParaRPr lang="en-US" dirty="0"/>
          </a:p>
          <a:p>
            <a:pPr lvl="1"/>
            <a:r>
              <a:rPr lang="en-US" dirty="0"/>
              <a:t>On click</a:t>
            </a:r>
          </a:p>
        </p:txBody>
      </p:sp>
      <p:sp>
        <p:nvSpPr>
          <p:cNvPr id="4" name="Slide Number Placeholder 3"/>
          <p:cNvSpPr>
            <a:spLocks noGrp="1"/>
          </p:cNvSpPr>
          <p:nvPr>
            <p:ph type="sldNum" sz="quarter" idx="12"/>
          </p:nvPr>
        </p:nvSpPr>
        <p:spPr/>
        <p:txBody>
          <a:bodyPr/>
          <a:lstStyle/>
          <a:p>
            <a:fld id="{4F5037F2-DC85-406A-A4EA-1E681A25B4F8}" type="slidenum">
              <a:rPr lang="en-US" smtClean="0"/>
              <a:t>27</a:t>
            </a:fld>
            <a:endParaRPr lang="en-US" dirty="0"/>
          </a:p>
        </p:txBody>
      </p:sp>
      <p:sp>
        <p:nvSpPr>
          <p:cNvPr id="5" name="Date Placeholder 4"/>
          <p:cNvSpPr>
            <a:spLocks noGrp="1"/>
          </p:cNvSpPr>
          <p:nvPr>
            <p:ph type="dt" sz="half" idx="10"/>
          </p:nvPr>
        </p:nvSpPr>
        <p:spPr/>
        <p:txBody>
          <a:bodyPr/>
          <a:lstStyle/>
          <a:p>
            <a:fld id="{1AA16287-21F9-4ECB-939C-BF34B61B49D8}" type="datetime1">
              <a:rPr lang="en-US" smtClean="0"/>
              <a:t>9/15/2025</a:t>
            </a:fld>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20" y="1340768"/>
            <a:ext cx="2381250"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4509120"/>
            <a:ext cx="2409825"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074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28</a:t>
            </a:fld>
            <a:endParaRPr lang="en-US" dirty="0"/>
          </a:p>
        </p:txBody>
      </p:sp>
      <p:sp>
        <p:nvSpPr>
          <p:cNvPr id="5" name="Date Placeholder 4"/>
          <p:cNvSpPr>
            <a:spLocks noGrp="1"/>
          </p:cNvSpPr>
          <p:nvPr>
            <p:ph type="dt" sz="half" idx="10"/>
          </p:nvPr>
        </p:nvSpPr>
        <p:spPr/>
        <p:txBody>
          <a:bodyPr/>
          <a:lstStyle/>
          <a:p>
            <a:fld id="{0AC6D7B6-4303-441A-B660-1DB4742C6E20}" type="datetime1">
              <a:rPr lang="en-US" smtClean="0"/>
              <a:t>9/15/2025</a:t>
            </a:fld>
            <a:endParaRPr lang="en-US"/>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108074"/>
            <a:ext cx="8568952" cy="594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1EC54664-B54F-49FA-BD9A-06279E53A52A}"/>
              </a:ext>
            </a:extLst>
          </p:cNvPr>
          <p:cNvPicPr>
            <a:picLocks noChangeAspect="1"/>
          </p:cNvPicPr>
          <p:nvPr/>
        </p:nvPicPr>
        <p:blipFill>
          <a:blip r:embed="rId3"/>
          <a:stretch>
            <a:fillRect/>
          </a:stretch>
        </p:blipFill>
        <p:spPr>
          <a:xfrm>
            <a:off x="35496" y="1700808"/>
            <a:ext cx="9020175" cy="144016"/>
          </a:xfrm>
          <a:prstGeom prst="rect">
            <a:avLst/>
          </a:prstGeom>
        </p:spPr>
      </p:pic>
    </p:spTree>
    <p:extLst>
      <p:ext uri="{BB962C8B-B14F-4D97-AF65-F5344CB8AC3E}">
        <p14:creationId xmlns:p14="http://schemas.microsoft.com/office/powerpoint/2010/main" val="669103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Output</a:t>
            </a:r>
          </a:p>
          <a:p>
            <a:pPr lvl="1"/>
            <a:r>
              <a:rPr lang="en-US" dirty="0"/>
              <a:t>On Load</a:t>
            </a:r>
          </a:p>
          <a:p>
            <a:pPr lvl="1"/>
            <a:endParaRPr lang="en-US" dirty="0"/>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29</a:t>
            </a:fld>
            <a:endParaRPr lang="en-US" dirty="0"/>
          </a:p>
        </p:txBody>
      </p:sp>
      <p:sp>
        <p:nvSpPr>
          <p:cNvPr id="5" name="Date Placeholder 4"/>
          <p:cNvSpPr>
            <a:spLocks noGrp="1"/>
          </p:cNvSpPr>
          <p:nvPr>
            <p:ph type="dt" sz="half" idx="10"/>
          </p:nvPr>
        </p:nvSpPr>
        <p:spPr/>
        <p:txBody>
          <a:bodyPr/>
          <a:lstStyle/>
          <a:p>
            <a:fld id="{1AA16287-21F9-4ECB-939C-BF34B61B49D8}" type="datetime1">
              <a:rPr lang="en-US" smtClean="0"/>
              <a:t>9/15/2025</a:t>
            </a:fld>
            <a:endParaRPr lang="en-US"/>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3" y="2003301"/>
            <a:ext cx="4692875" cy="200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5600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err="1"/>
              <a:t>JQuery</a:t>
            </a:r>
            <a:r>
              <a:rPr lang="en-US" dirty="0"/>
              <a:t> Events</a:t>
            </a:r>
          </a:p>
          <a:p>
            <a:pPr lvl="1"/>
            <a:r>
              <a:rPr lang="en-US" dirty="0"/>
              <a:t>An event represents the precise moment when something happens.</a:t>
            </a:r>
          </a:p>
          <a:p>
            <a:r>
              <a:rPr lang="en-US" dirty="0"/>
              <a:t>Examples:</a:t>
            </a:r>
          </a:p>
          <a:p>
            <a:pPr lvl="1"/>
            <a:r>
              <a:rPr lang="en-US" dirty="0"/>
              <a:t>moving a mouse over an element</a:t>
            </a:r>
          </a:p>
          <a:p>
            <a:pPr lvl="1"/>
            <a:r>
              <a:rPr lang="en-US" dirty="0"/>
              <a:t>selecting a radio button</a:t>
            </a:r>
          </a:p>
          <a:p>
            <a:pPr lvl="1"/>
            <a:r>
              <a:rPr lang="en-US" dirty="0"/>
              <a:t>clicking on an element</a:t>
            </a:r>
          </a:p>
          <a:p>
            <a:pPr lvl="1"/>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30</a:t>
            </a:fld>
            <a:endParaRPr lang="en-US" dirty="0"/>
          </a:p>
        </p:txBody>
      </p:sp>
      <p:sp>
        <p:nvSpPr>
          <p:cNvPr id="5" name="Date Placeholder 4"/>
          <p:cNvSpPr>
            <a:spLocks noGrp="1"/>
          </p:cNvSpPr>
          <p:nvPr>
            <p:ph type="dt" sz="half" idx="10"/>
          </p:nvPr>
        </p:nvSpPr>
        <p:spPr/>
        <p:txBody>
          <a:bodyPr/>
          <a:lstStyle/>
          <a:p>
            <a:fld id="{A7DAC0FA-1199-4FF7-AD11-F9FB48BEFBA0}" type="datetime1">
              <a:rPr lang="en-US" smtClean="0"/>
              <a:t>9/15/2025</a:t>
            </a:fld>
            <a:endParaRPr lang="en-US"/>
          </a:p>
        </p:txBody>
      </p:sp>
    </p:spTree>
    <p:extLst>
      <p:ext uri="{BB962C8B-B14F-4D97-AF65-F5344CB8AC3E}">
        <p14:creationId xmlns:p14="http://schemas.microsoft.com/office/powerpoint/2010/main" val="3073065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a:t>jQuery</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50149206"/>
              </p:ext>
            </p:extLst>
          </p:nvPr>
        </p:nvGraphicFramePr>
        <p:xfrm>
          <a:off x="251520" y="2780928"/>
          <a:ext cx="8658087" cy="2255520"/>
        </p:xfrm>
        <a:graphic>
          <a:graphicData uri="http://schemas.openxmlformats.org/drawingml/2006/table">
            <a:tbl>
              <a:tblPr/>
              <a:tblGrid>
                <a:gridCol w="1984832">
                  <a:extLst>
                    <a:ext uri="{9D8B030D-6E8A-4147-A177-3AD203B41FA5}">
                      <a16:colId xmlns:a16="http://schemas.microsoft.com/office/drawing/2014/main" val="20000"/>
                    </a:ext>
                  </a:extLst>
                </a:gridCol>
                <a:gridCol w="2162873">
                  <a:extLst>
                    <a:ext uri="{9D8B030D-6E8A-4147-A177-3AD203B41FA5}">
                      <a16:colId xmlns:a16="http://schemas.microsoft.com/office/drawing/2014/main" val="20001"/>
                    </a:ext>
                  </a:extLst>
                </a:gridCol>
                <a:gridCol w="1899108">
                  <a:extLst>
                    <a:ext uri="{9D8B030D-6E8A-4147-A177-3AD203B41FA5}">
                      <a16:colId xmlns:a16="http://schemas.microsoft.com/office/drawing/2014/main" val="20002"/>
                    </a:ext>
                  </a:extLst>
                </a:gridCol>
                <a:gridCol w="2611274">
                  <a:extLst>
                    <a:ext uri="{9D8B030D-6E8A-4147-A177-3AD203B41FA5}">
                      <a16:colId xmlns:a16="http://schemas.microsoft.com/office/drawing/2014/main" val="20003"/>
                    </a:ext>
                  </a:extLst>
                </a:gridCol>
              </a:tblGrid>
              <a:tr h="0">
                <a:tc>
                  <a:txBody>
                    <a:bodyPr/>
                    <a:lstStyle/>
                    <a:p>
                      <a:pPr algn="l" fontAlgn="t"/>
                      <a:r>
                        <a:rPr lang="en-US" dirty="0">
                          <a:effectLst/>
                        </a:rPr>
                        <a:t>Mouse Events</a:t>
                      </a:r>
                    </a:p>
                  </a:txBody>
                  <a:tcPr marL="131883"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Keyboard Events</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Form Events</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Document/Window Events</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algn="l" fontAlgn="t"/>
                      <a:r>
                        <a:rPr lang="en-US" dirty="0">
                          <a:effectLst/>
                        </a:rPr>
                        <a:t>click</a:t>
                      </a:r>
                    </a:p>
                  </a:txBody>
                  <a:tcPr marL="131883"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a:effectLst/>
                        </a:rPr>
                        <a:t>keypress</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a:effectLst/>
                        </a:rPr>
                        <a:t>submit</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a:effectLst/>
                        </a:rPr>
                        <a:t>load</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0">
                <a:tc>
                  <a:txBody>
                    <a:bodyPr/>
                    <a:lstStyle/>
                    <a:p>
                      <a:pPr algn="l" fontAlgn="t"/>
                      <a:r>
                        <a:rPr lang="en-US" dirty="0" err="1">
                          <a:effectLst/>
                        </a:rPr>
                        <a:t>dblclick</a:t>
                      </a:r>
                      <a:endParaRPr lang="en-US" dirty="0">
                        <a:effectLst/>
                      </a:endParaRPr>
                    </a:p>
                  </a:txBody>
                  <a:tcPr marL="131883"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keydown</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change</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resize</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algn="l" fontAlgn="t"/>
                      <a:r>
                        <a:rPr lang="en-US" dirty="0" err="1">
                          <a:effectLst/>
                        </a:rPr>
                        <a:t>mouseenter</a:t>
                      </a:r>
                      <a:endParaRPr lang="en-US" dirty="0">
                        <a:effectLst/>
                      </a:endParaRPr>
                    </a:p>
                  </a:txBody>
                  <a:tcPr marL="131883"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a:effectLst/>
                        </a:rPr>
                        <a:t>keyup</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a:effectLst/>
                        </a:rPr>
                        <a:t>focus</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a:effectLst/>
                        </a:rPr>
                        <a:t>scroll</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0">
                <a:tc>
                  <a:txBody>
                    <a:bodyPr/>
                    <a:lstStyle/>
                    <a:p>
                      <a:pPr algn="l" fontAlgn="t"/>
                      <a:r>
                        <a:rPr lang="en-US" dirty="0" err="1">
                          <a:effectLst/>
                        </a:rPr>
                        <a:t>mouseleave</a:t>
                      </a:r>
                      <a:endParaRPr lang="en-US" dirty="0">
                        <a:effectLst/>
                      </a:endParaRPr>
                    </a:p>
                  </a:txBody>
                  <a:tcPr marL="131883"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 </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blur</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rPr>
                        <a:t>unload</a:t>
                      </a:r>
                    </a:p>
                  </a:txBody>
                  <a:tcPr marL="65941" marR="65941"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4F5037F2-DC85-406A-A4EA-1E681A25B4F8}" type="slidenum">
              <a:rPr lang="en-US" smtClean="0"/>
              <a:t>31</a:t>
            </a:fld>
            <a:endParaRPr lang="en-US" dirty="0"/>
          </a:p>
        </p:txBody>
      </p:sp>
      <p:sp>
        <p:nvSpPr>
          <p:cNvPr id="5" name="Date Placeholder 4"/>
          <p:cNvSpPr>
            <a:spLocks noGrp="1"/>
          </p:cNvSpPr>
          <p:nvPr>
            <p:ph type="dt" sz="half" idx="10"/>
          </p:nvPr>
        </p:nvSpPr>
        <p:spPr/>
        <p:txBody>
          <a:bodyPr/>
          <a:lstStyle/>
          <a:p>
            <a:fld id="{856EDA2A-344E-427C-96B4-9414E68FAF34}" type="datetime1">
              <a:rPr lang="en-US" smtClean="0"/>
              <a:t>9/15/2025</a:t>
            </a:fld>
            <a:endParaRPr lang="en-US"/>
          </a:p>
        </p:txBody>
      </p:sp>
      <p:sp>
        <p:nvSpPr>
          <p:cNvPr id="8" name="Rectangle 7"/>
          <p:cNvSpPr/>
          <p:nvPr/>
        </p:nvSpPr>
        <p:spPr>
          <a:xfrm>
            <a:off x="395536" y="1340768"/>
            <a:ext cx="5220596" cy="830997"/>
          </a:xfrm>
          <a:prstGeom prst="rect">
            <a:avLst/>
          </a:prstGeom>
        </p:spPr>
        <p:txBody>
          <a:bodyPr wrap="none">
            <a:spAutoFit/>
          </a:bodyPr>
          <a:lstStyle/>
          <a:p>
            <a:pPr marL="285750" indent="-285750">
              <a:buFont typeface="Arial" pitchFamily="34" charset="0"/>
              <a:buChar char="•"/>
            </a:pPr>
            <a:r>
              <a:rPr lang="en-US" sz="2400" b="1" dirty="0" err="1"/>
              <a:t>JQuery</a:t>
            </a:r>
            <a:r>
              <a:rPr lang="en-US" sz="2400" b="1" dirty="0"/>
              <a:t> Events</a:t>
            </a:r>
          </a:p>
          <a:p>
            <a:pPr marL="742950" lvl="1" indent="-285750">
              <a:buFont typeface="Arial" pitchFamily="34" charset="0"/>
              <a:buChar char="•"/>
            </a:pPr>
            <a:r>
              <a:rPr lang="en-US" sz="2400" b="1" dirty="0"/>
              <a:t>Example of some common events</a:t>
            </a:r>
          </a:p>
        </p:txBody>
      </p:sp>
    </p:spTree>
    <p:extLst>
      <p:ext uri="{BB962C8B-B14F-4D97-AF65-F5344CB8AC3E}">
        <p14:creationId xmlns:p14="http://schemas.microsoft.com/office/powerpoint/2010/main" val="2666313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32</a:t>
            </a:fld>
            <a:endParaRPr lang="en-US" dirty="0"/>
          </a:p>
        </p:txBody>
      </p:sp>
      <p:sp>
        <p:nvSpPr>
          <p:cNvPr id="5" name="Date Placeholder 4"/>
          <p:cNvSpPr>
            <a:spLocks noGrp="1"/>
          </p:cNvSpPr>
          <p:nvPr>
            <p:ph type="dt" sz="half" idx="10"/>
          </p:nvPr>
        </p:nvSpPr>
        <p:spPr/>
        <p:txBody>
          <a:bodyPr/>
          <a:lstStyle/>
          <a:p>
            <a:fld id="{D6308BEF-6768-46EE-AD3C-513D4A6B298B}" type="datetime1">
              <a:rPr lang="en-US" smtClean="0"/>
              <a:t>9/15/2025</a:t>
            </a:fld>
            <a:endParaRPr lang="en-US"/>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8" y="908720"/>
            <a:ext cx="8734425"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535" y="3670469"/>
            <a:ext cx="34766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550" y="5733256"/>
            <a:ext cx="36576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191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gtEl>
                                        <p:attrNameLst>
                                          <p:attrName>style.visibility</p:attrName>
                                        </p:attrNameLst>
                                      </p:cBhvr>
                                      <p:to>
                                        <p:strVal val="visible"/>
                                      </p:to>
                                    </p:set>
                                    <p:anim calcmode="lin" valueType="num">
                                      <p:cBhvr additive="base">
                                        <p:cTn id="13" dur="500" fill="hold"/>
                                        <p:tgtEl>
                                          <p:spTgt spid="17411"/>
                                        </p:tgtEl>
                                        <p:attrNameLst>
                                          <p:attrName>ppt_x</p:attrName>
                                        </p:attrNameLst>
                                      </p:cBhvr>
                                      <p:tavLst>
                                        <p:tav tm="0">
                                          <p:val>
                                            <p:strVal val="#ppt_x"/>
                                          </p:val>
                                        </p:tav>
                                        <p:tav tm="100000">
                                          <p:val>
                                            <p:strVal val="#ppt_x"/>
                                          </p:val>
                                        </p:tav>
                                      </p:tavLst>
                                    </p:anim>
                                    <p:anim calcmode="lin" valueType="num">
                                      <p:cBhvr additive="base">
                                        <p:cTn id="14" dur="500" fill="hold"/>
                                        <p:tgtEl>
                                          <p:spTgt spid="174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Mouse enter event</a:t>
            </a:r>
          </a:p>
        </p:txBody>
      </p:sp>
      <p:sp>
        <p:nvSpPr>
          <p:cNvPr id="4" name="Slide Number Placeholder 3"/>
          <p:cNvSpPr>
            <a:spLocks noGrp="1"/>
          </p:cNvSpPr>
          <p:nvPr>
            <p:ph type="sldNum" sz="quarter" idx="12"/>
          </p:nvPr>
        </p:nvSpPr>
        <p:spPr/>
        <p:txBody>
          <a:bodyPr/>
          <a:lstStyle/>
          <a:p>
            <a:fld id="{4F5037F2-DC85-406A-A4EA-1E681A25B4F8}" type="slidenum">
              <a:rPr lang="en-US" smtClean="0"/>
              <a:t>33</a:t>
            </a:fld>
            <a:endParaRPr lang="en-US" dirty="0"/>
          </a:p>
        </p:txBody>
      </p:sp>
      <p:sp>
        <p:nvSpPr>
          <p:cNvPr id="5" name="Date Placeholder 4"/>
          <p:cNvSpPr>
            <a:spLocks noGrp="1"/>
          </p:cNvSpPr>
          <p:nvPr>
            <p:ph type="dt" sz="half" idx="10"/>
          </p:nvPr>
        </p:nvSpPr>
        <p:spPr/>
        <p:txBody>
          <a:bodyPr/>
          <a:lstStyle/>
          <a:p>
            <a:fld id="{553B3B29-45D1-4A91-B3E2-413825B260AA}" type="datetime1">
              <a:rPr lang="en-US" smtClean="0"/>
              <a:t>9/15/2025</a:t>
            </a:fld>
            <a:endParaRPr lang="en-US"/>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1524000"/>
            <a:ext cx="8772525" cy="4209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7564" y="4830130"/>
            <a:ext cx="5257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168" y="3623760"/>
            <a:ext cx="177165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707904" y="5927648"/>
            <a:ext cx="4381456" cy="369332"/>
          </a:xfrm>
          <a:prstGeom prst="rect">
            <a:avLst/>
          </a:prstGeom>
          <a:noFill/>
        </p:spPr>
        <p:txBody>
          <a:bodyPr wrap="none" rtlCol="0">
            <a:spAutoFit/>
          </a:bodyPr>
          <a:lstStyle/>
          <a:p>
            <a:r>
              <a:rPr lang="en-US" dirty="0"/>
              <a:t>Message appears on mouse entering p1 area</a:t>
            </a:r>
          </a:p>
        </p:txBody>
      </p:sp>
    </p:spTree>
    <p:extLst>
      <p:ext uri="{BB962C8B-B14F-4D97-AF65-F5344CB8AC3E}">
        <p14:creationId xmlns:p14="http://schemas.microsoft.com/office/powerpoint/2010/main" val="50016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barn(inVertical)">
                                      <p:cBhvr>
                                        <p:cTn id="7" dur="500"/>
                                        <p:tgtEl>
                                          <p:spTgt spid="184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436"/>
                                        </p:tgtEl>
                                        <p:attrNameLst>
                                          <p:attrName>style.visibility</p:attrName>
                                        </p:attrNameLst>
                                      </p:cBhvr>
                                      <p:to>
                                        <p:strVal val="visible"/>
                                      </p:to>
                                    </p:set>
                                    <p:animEffect transition="in" filter="wipe(down)">
                                      <p:cBhvr>
                                        <p:cTn id="12" dur="500"/>
                                        <p:tgtEl>
                                          <p:spTgt spid="1843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34</a:t>
            </a:fld>
            <a:endParaRPr lang="en-US" dirty="0"/>
          </a:p>
        </p:txBody>
      </p:sp>
      <p:sp>
        <p:nvSpPr>
          <p:cNvPr id="5" name="Date Placeholder 4"/>
          <p:cNvSpPr>
            <a:spLocks noGrp="1"/>
          </p:cNvSpPr>
          <p:nvPr>
            <p:ph type="dt" sz="half" idx="10"/>
          </p:nvPr>
        </p:nvSpPr>
        <p:spPr/>
        <p:txBody>
          <a:bodyPr/>
          <a:lstStyle/>
          <a:p>
            <a:fld id="{10F5B35E-16AD-48E2-AE83-6666A475700B}" type="datetime1">
              <a:rPr lang="en-US" smtClean="0"/>
              <a:t>9/15/2025</a:t>
            </a:fld>
            <a:endParaRPr lang="en-US"/>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74" y="908720"/>
            <a:ext cx="8734425"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1079" y="3645024"/>
            <a:ext cx="5314950"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995936" y="5301208"/>
            <a:ext cx="4265976" cy="369332"/>
          </a:xfrm>
          <a:prstGeom prst="rect">
            <a:avLst/>
          </a:prstGeom>
          <a:noFill/>
        </p:spPr>
        <p:txBody>
          <a:bodyPr wrap="none" rtlCol="0">
            <a:spAutoFit/>
          </a:bodyPr>
          <a:lstStyle/>
          <a:p>
            <a:r>
              <a:rPr lang="en-US" dirty="0"/>
              <a:t>Message appears on </a:t>
            </a:r>
            <a:r>
              <a:rPr lang="en-US"/>
              <a:t>mouse leaving </a:t>
            </a:r>
            <a:r>
              <a:rPr lang="en-US" dirty="0"/>
              <a:t>p1 area</a:t>
            </a:r>
          </a:p>
        </p:txBody>
      </p:sp>
    </p:spTree>
    <p:extLst>
      <p:ext uri="{BB962C8B-B14F-4D97-AF65-F5344CB8AC3E}">
        <p14:creationId xmlns:p14="http://schemas.microsoft.com/office/powerpoint/2010/main" val="219622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additive="base">
                                        <p:cTn id="7" dur="500" fill="hold"/>
                                        <p:tgtEl>
                                          <p:spTgt spid="19459"/>
                                        </p:tgtEl>
                                        <p:attrNameLst>
                                          <p:attrName>ppt_x</p:attrName>
                                        </p:attrNameLst>
                                      </p:cBhvr>
                                      <p:tavLst>
                                        <p:tav tm="0">
                                          <p:val>
                                            <p:strVal val="#ppt_x"/>
                                          </p:val>
                                        </p:tav>
                                        <p:tav tm="100000">
                                          <p:val>
                                            <p:strVal val="#ppt_x"/>
                                          </p:val>
                                        </p:tav>
                                      </p:tavLst>
                                    </p:anim>
                                    <p:anim calcmode="lin" valueType="num">
                                      <p:cBhvr additive="base">
                                        <p:cTn id="8"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heel(1)">
                                      <p:cBhvr>
                                        <p:cTn id="1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On focus</a:t>
            </a:r>
          </a:p>
        </p:txBody>
      </p:sp>
      <p:sp>
        <p:nvSpPr>
          <p:cNvPr id="4" name="Slide Number Placeholder 3"/>
          <p:cNvSpPr>
            <a:spLocks noGrp="1"/>
          </p:cNvSpPr>
          <p:nvPr>
            <p:ph type="sldNum" sz="quarter" idx="12"/>
          </p:nvPr>
        </p:nvSpPr>
        <p:spPr/>
        <p:txBody>
          <a:bodyPr/>
          <a:lstStyle/>
          <a:p>
            <a:fld id="{4F5037F2-DC85-406A-A4EA-1E681A25B4F8}" type="slidenum">
              <a:rPr lang="en-US" smtClean="0"/>
              <a:t>35</a:t>
            </a:fld>
            <a:endParaRPr lang="en-US" dirty="0"/>
          </a:p>
        </p:txBody>
      </p:sp>
      <p:sp>
        <p:nvSpPr>
          <p:cNvPr id="5" name="Date Placeholder 4"/>
          <p:cNvSpPr>
            <a:spLocks noGrp="1"/>
          </p:cNvSpPr>
          <p:nvPr>
            <p:ph type="dt" sz="half" idx="10"/>
          </p:nvPr>
        </p:nvSpPr>
        <p:spPr/>
        <p:txBody>
          <a:bodyPr/>
          <a:lstStyle/>
          <a:p>
            <a:fld id="{67E37992-53FB-4C90-B081-61A108D67771}" type="datetime1">
              <a:rPr lang="en-US" smtClean="0"/>
              <a:t>9/15/2025</a:t>
            </a:fld>
            <a:endParaRPr lang="en-US"/>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76" y="1556792"/>
            <a:ext cx="8763000"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7" y="4509120"/>
            <a:ext cx="3433645"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423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wipe(down)">
                                      <p:cBhvr>
                                        <p:cTn id="7"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On event</a:t>
            </a:r>
          </a:p>
        </p:txBody>
      </p:sp>
      <p:sp>
        <p:nvSpPr>
          <p:cNvPr id="4" name="Slide Number Placeholder 3"/>
          <p:cNvSpPr>
            <a:spLocks noGrp="1"/>
          </p:cNvSpPr>
          <p:nvPr>
            <p:ph type="sldNum" sz="quarter" idx="12"/>
          </p:nvPr>
        </p:nvSpPr>
        <p:spPr/>
        <p:txBody>
          <a:bodyPr/>
          <a:lstStyle/>
          <a:p>
            <a:fld id="{4F5037F2-DC85-406A-A4EA-1E681A25B4F8}" type="slidenum">
              <a:rPr lang="en-US" smtClean="0"/>
              <a:t>36</a:t>
            </a:fld>
            <a:endParaRPr lang="en-US" dirty="0"/>
          </a:p>
        </p:txBody>
      </p:sp>
      <p:sp>
        <p:nvSpPr>
          <p:cNvPr id="5" name="Date Placeholder 4"/>
          <p:cNvSpPr>
            <a:spLocks noGrp="1"/>
          </p:cNvSpPr>
          <p:nvPr>
            <p:ph type="dt" sz="half" idx="10"/>
          </p:nvPr>
        </p:nvSpPr>
        <p:spPr/>
        <p:txBody>
          <a:bodyPr/>
          <a:lstStyle/>
          <a:p>
            <a:fld id="{CFDA8038-B17A-4B71-936D-C42F07DB3A3B}" type="datetime1">
              <a:rPr lang="en-US" smtClean="0"/>
              <a:t>9/15/2025</a:t>
            </a:fld>
            <a:endParaRPr lang="en-US"/>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960" y="1556792"/>
            <a:ext cx="8385835"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183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Output</a:t>
            </a:r>
          </a:p>
          <a:p>
            <a:pPr lvl="1"/>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37</a:t>
            </a:fld>
            <a:endParaRPr lang="en-US" dirty="0"/>
          </a:p>
        </p:txBody>
      </p:sp>
      <p:sp>
        <p:nvSpPr>
          <p:cNvPr id="5" name="Date Placeholder 4"/>
          <p:cNvSpPr>
            <a:spLocks noGrp="1"/>
          </p:cNvSpPr>
          <p:nvPr>
            <p:ph type="dt" sz="half" idx="10"/>
          </p:nvPr>
        </p:nvSpPr>
        <p:spPr/>
        <p:txBody>
          <a:bodyPr/>
          <a:lstStyle/>
          <a:p>
            <a:fld id="{92237335-D50F-449F-AB3B-F76B664761E0}" type="datetime1">
              <a:rPr lang="en-US" smtClean="0"/>
              <a:t>9/15/2025</a:t>
            </a:fld>
            <a:endParaRPr lang="en-US"/>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9" y="1772816"/>
            <a:ext cx="7776864"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780928"/>
            <a:ext cx="8010891"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2"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r="8115"/>
          <a:stretch/>
        </p:blipFill>
        <p:spPr bwMode="auto">
          <a:xfrm>
            <a:off x="683568" y="3538124"/>
            <a:ext cx="8010892" cy="394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1227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a:t>
            </a:r>
          </a:p>
        </p:txBody>
      </p:sp>
      <p:sp>
        <p:nvSpPr>
          <p:cNvPr id="3" name="Content Placeholder 2"/>
          <p:cNvSpPr>
            <a:spLocks noGrp="1"/>
          </p:cNvSpPr>
          <p:nvPr>
            <p:ph idx="1"/>
          </p:nvPr>
        </p:nvSpPr>
        <p:spPr/>
        <p:txBody>
          <a:bodyPr/>
          <a:lstStyle/>
          <a:p>
            <a:r>
              <a:rPr lang="en-US" dirty="0"/>
              <a:t>jQuery DOM Manipulation </a:t>
            </a:r>
          </a:p>
          <a:p>
            <a:pPr lvl="1"/>
            <a:r>
              <a:rPr lang="en-US" dirty="0"/>
              <a:t>DOM stands for document object model e.g. the html document.</a:t>
            </a:r>
          </a:p>
          <a:p>
            <a:pPr lvl="1"/>
            <a:endParaRPr lang="en-US" dirty="0"/>
          </a:p>
          <a:p>
            <a:pPr lvl="1"/>
            <a:r>
              <a:rPr lang="en-US" dirty="0"/>
              <a:t>jQuery provides various methods to add, edit or delete DOM element(s) in the HTML page.</a:t>
            </a:r>
          </a:p>
          <a:p>
            <a:pPr lvl="1"/>
            <a:endParaRPr lang="en-US" dirty="0"/>
          </a:p>
          <a:p>
            <a:pPr lvl="1"/>
            <a:r>
              <a:rPr lang="en-US" dirty="0"/>
              <a:t>jQuery has ability to manipulate the html document such as adding any new portion to the html document e.g. adding a &lt;p&gt; …&lt;/p&gt; tag to the html document at run time.</a:t>
            </a:r>
          </a:p>
        </p:txBody>
      </p:sp>
      <p:sp>
        <p:nvSpPr>
          <p:cNvPr id="4" name="Slide Number Placeholder 3"/>
          <p:cNvSpPr>
            <a:spLocks noGrp="1"/>
          </p:cNvSpPr>
          <p:nvPr>
            <p:ph type="sldNum" sz="quarter" idx="12"/>
          </p:nvPr>
        </p:nvSpPr>
        <p:spPr/>
        <p:txBody>
          <a:bodyPr/>
          <a:lstStyle/>
          <a:p>
            <a:fld id="{4F5037F2-DC85-406A-A4EA-1E681A25B4F8}" type="slidenum">
              <a:rPr lang="en-US" smtClean="0"/>
              <a:t>38</a:t>
            </a:fld>
            <a:endParaRPr lang="en-US" dirty="0"/>
          </a:p>
        </p:txBody>
      </p:sp>
      <p:sp>
        <p:nvSpPr>
          <p:cNvPr id="5" name="Date Placeholder 4"/>
          <p:cNvSpPr>
            <a:spLocks noGrp="1"/>
          </p:cNvSpPr>
          <p:nvPr>
            <p:ph type="dt" sz="half" idx="10"/>
          </p:nvPr>
        </p:nvSpPr>
        <p:spPr/>
        <p:txBody>
          <a:bodyPr/>
          <a:lstStyle/>
          <a:p>
            <a:fld id="{883A45C1-D0A9-441C-B9FE-4CD2E736F2E5}" type="datetime1">
              <a:rPr lang="en-US" smtClean="0"/>
              <a:t>9/15/2025</a:t>
            </a:fld>
            <a:endParaRPr lang="en-US"/>
          </a:p>
        </p:txBody>
      </p:sp>
    </p:spTree>
    <p:extLst>
      <p:ext uri="{BB962C8B-B14F-4D97-AF65-F5344CB8AC3E}">
        <p14:creationId xmlns:p14="http://schemas.microsoft.com/office/powerpoint/2010/main" val="14411339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DEC3-1B13-4888-A128-6F4C791E111D}"/>
              </a:ext>
            </a:extLst>
          </p:cNvPr>
          <p:cNvSpPr>
            <a:spLocks noGrp="1"/>
          </p:cNvSpPr>
          <p:nvPr>
            <p:ph type="title"/>
          </p:nvPr>
        </p:nvSpPr>
        <p:spPr/>
        <p:txBody>
          <a:bodyPr>
            <a:normAutofit fontScale="90000"/>
          </a:bodyPr>
          <a:lstStyle/>
          <a:p>
            <a:r>
              <a:rPr lang="en-US" dirty="0"/>
              <a:t>jQuery</a:t>
            </a:r>
          </a:p>
        </p:txBody>
      </p:sp>
      <p:sp>
        <p:nvSpPr>
          <p:cNvPr id="3" name="Content Placeholder 2">
            <a:extLst>
              <a:ext uri="{FF2B5EF4-FFF2-40B4-BE49-F238E27FC236}">
                <a16:creationId xmlns:a16="http://schemas.microsoft.com/office/drawing/2014/main" id="{5F6E16A6-ABC5-4408-AB4E-F4709E078264}"/>
              </a:ext>
            </a:extLst>
          </p:cNvPr>
          <p:cNvSpPr>
            <a:spLocks noGrp="1"/>
          </p:cNvSpPr>
          <p:nvPr>
            <p:ph idx="1"/>
          </p:nvPr>
        </p:nvSpPr>
        <p:spPr/>
        <p:txBody>
          <a:bodyPr>
            <a:normAutofit/>
          </a:bodyPr>
          <a:lstStyle/>
          <a:p>
            <a:pPr marL="0" indent="0" algn="ctr">
              <a:buNone/>
            </a:pPr>
            <a:r>
              <a:rPr lang="en-US" b="1" dirty="0"/>
              <a:t>DOM Manipulation Methods in jQuery</a:t>
            </a:r>
          </a:p>
          <a:p>
            <a:pPr marL="0" indent="0" algn="ctr">
              <a:buNone/>
            </a:pPr>
            <a:endParaRPr lang="en-US" sz="1200" b="1" dirty="0"/>
          </a:p>
          <a:p>
            <a:r>
              <a:rPr lang="en-US" sz="2400" dirty="0"/>
              <a:t>The following table lists some important methods to add/remove new DOM elements.</a:t>
            </a:r>
          </a:p>
        </p:txBody>
      </p:sp>
      <p:sp>
        <p:nvSpPr>
          <p:cNvPr id="4" name="Slide Number Placeholder 3">
            <a:extLst>
              <a:ext uri="{FF2B5EF4-FFF2-40B4-BE49-F238E27FC236}">
                <a16:creationId xmlns:a16="http://schemas.microsoft.com/office/drawing/2014/main" id="{B44B9735-F95F-435D-9DFF-B99613118B71}"/>
              </a:ext>
            </a:extLst>
          </p:cNvPr>
          <p:cNvSpPr>
            <a:spLocks noGrp="1"/>
          </p:cNvSpPr>
          <p:nvPr>
            <p:ph type="sldNum" sz="quarter" idx="12"/>
          </p:nvPr>
        </p:nvSpPr>
        <p:spPr/>
        <p:txBody>
          <a:bodyPr/>
          <a:lstStyle/>
          <a:p>
            <a:fld id="{4F5037F2-DC85-406A-A4EA-1E681A25B4F8}" type="slidenum">
              <a:rPr lang="en-US" smtClean="0"/>
              <a:t>39</a:t>
            </a:fld>
            <a:endParaRPr lang="en-US" dirty="0"/>
          </a:p>
        </p:txBody>
      </p:sp>
      <p:sp>
        <p:nvSpPr>
          <p:cNvPr id="5" name="Date Placeholder 4">
            <a:extLst>
              <a:ext uri="{FF2B5EF4-FFF2-40B4-BE49-F238E27FC236}">
                <a16:creationId xmlns:a16="http://schemas.microsoft.com/office/drawing/2014/main" id="{409F3AD3-861D-4AB8-9DC1-A7F8DA4C86CE}"/>
              </a:ext>
            </a:extLst>
          </p:cNvPr>
          <p:cNvSpPr>
            <a:spLocks noGrp="1"/>
          </p:cNvSpPr>
          <p:nvPr>
            <p:ph type="dt" sz="half" idx="10"/>
          </p:nvPr>
        </p:nvSpPr>
        <p:spPr/>
        <p:txBody>
          <a:bodyPr/>
          <a:lstStyle/>
          <a:p>
            <a:fld id="{861F9A3E-82BD-467F-8156-46DAE4FAF42C}" type="datetime1">
              <a:rPr lang="en-US" smtClean="0"/>
              <a:t>9/15/2025</a:t>
            </a:fld>
            <a:endParaRPr lang="en-US"/>
          </a:p>
        </p:txBody>
      </p:sp>
      <p:pic>
        <p:nvPicPr>
          <p:cNvPr id="6" name="Picture 5">
            <a:extLst>
              <a:ext uri="{FF2B5EF4-FFF2-40B4-BE49-F238E27FC236}">
                <a16:creationId xmlns:a16="http://schemas.microsoft.com/office/drawing/2014/main" id="{27FE2DC7-F25F-44C8-B7D5-D39E5397EEFF}"/>
              </a:ext>
            </a:extLst>
          </p:cNvPr>
          <p:cNvPicPr>
            <a:picLocks noChangeAspect="1"/>
          </p:cNvPicPr>
          <p:nvPr/>
        </p:nvPicPr>
        <p:blipFill>
          <a:blip r:embed="rId2"/>
          <a:stretch>
            <a:fillRect/>
          </a:stretch>
        </p:blipFill>
        <p:spPr>
          <a:xfrm>
            <a:off x="179512" y="2780928"/>
            <a:ext cx="8842133" cy="3528392"/>
          </a:xfrm>
          <a:prstGeom prst="rect">
            <a:avLst/>
          </a:prstGeom>
        </p:spPr>
      </p:pic>
    </p:spTree>
    <p:extLst>
      <p:ext uri="{BB962C8B-B14F-4D97-AF65-F5344CB8AC3E}">
        <p14:creationId xmlns:p14="http://schemas.microsoft.com/office/powerpoint/2010/main" val="23833592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E3BEB-1248-46F6-B857-EA576BC1744F}"/>
              </a:ext>
            </a:extLst>
          </p:cNvPr>
          <p:cNvSpPr>
            <a:spLocks noGrp="1"/>
          </p:cNvSpPr>
          <p:nvPr>
            <p:ph type="title"/>
          </p:nvPr>
        </p:nvSpPr>
        <p:spPr/>
        <p:txBody>
          <a:bodyPr>
            <a:normAutofit fontScale="90000"/>
          </a:bodyPr>
          <a:lstStyle/>
          <a:p>
            <a:r>
              <a:rPr lang="en-US" dirty="0"/>
              <a:t>jQuery</a:t>
            </a:r>
          </a:p>
        </p:txBody>
      </p:sp>
      <p:sp>
        <p:nvSpPr>
          <p:cNvPr id="3" name="Content Placeholder 2">
            <a:extLst>
              <a:ext uri="{FF2B5EF4-FFF2-40B4-BE49-F238E27FC236}">
                <a16:creationId xmlns:a16="http://schemas.microsoft.com/office/drawing/2014/main" id="{71C5A3EB-2A2A-4900-B684-6DA42DB68D48}"/>
              </a:ext>
            </a:extLst>
          </p:cNvPr>
          <p:cNvSpPr>
            <a:spLocks noGrp="1"/>
          </p:cNvSpPr>
          <p:nvPr>
            <p:ph idx="1"/>
          </p:nvPr>
        </p:nvSpPr>
        <p:spPr/>
        <p:txBody>
          <a:bodyPr>
            <a:normAutofit/>
          </a:bodyPr>
          <a:lstStyle/>
          <a:p>
            <a:r>
              <a:rPr lang="en-US" sz="2400" dirty="0"/>
              <a:t>The following figure shows how the DOM manipulation methods add new elements.</a:t>
            </a:r>
          </a:p>
        </p:txBody>
      </p:sp>
      <p:sp>
        <p:nvSpPr>
          <p:cNvPr id="4" name="Slide Number Placeholder 3">
            <a:extLst>
              <a:ext uri="{FF2B5EF4-FFF2-40B4-BE49-F238E27FC236}">
                <a16:creationId xmlns:a16="http://schemas.microsoft.com/office/drawing/2014/main" id="{1708C157-F8FC-4D45-B130-59B36016E555}"/>
              </a:ext>
            </a:extLst>
          </p:cNvPr>
          <p:cNvSpPr>
            <a:spLocks noGrp="1"/>
          </p:cNvSpPr>
          <p:nvPr>
            <p:ph type="sldNum" sz="quarter" idx="12"/>
          </p:nvPr>
        </p:nvSpPr>
        <p:spPr/>
        <p:txBody>
          <a:bodyPr/>
          <a:lstStyle/>
          <a:p>
            <a:fld id="{4F5037F2-DC85-406A-A4EA-1E681A25B4F8}" type="slidenum">
              <a:rPr lang="en-US" smtClean="0"/>
              <a:t>40</a:t>
            </a:fld>
            <a:endParaRPr lang="en-US" dirty="0"/>
          </a:p>
        </p:txBody>
      </p:sp>
      <p:sp>
        <p:nvSpPr>
          <p:cNvPr id="5" name="Date Placeholder 4">
            <a:extLst>
              <a:ext uri="{FF2B5EF4-FFF2-40B4-BE49-F238E27FC236}">
                <a16:creationId xmlns:a16="http://schemas.microsoft.com/office/drawing/2014/main" id="{6645F903-5E55-4290-8B34-DFC346EAEFCD}"/>
              </a:ext>
            </a:extLst>
          </p:cNvPr>
          <p:cNvSpPr>
            <a:spLocks noGrp="1"/>
          </p:cNvSpPr>
          <p:nvPr>
            <p:ph type="dt" sz="half" idx="10"/>
          </p:nvPr>
        </p:nvSpPr>
        <p:spPr/>
        <p:txBody>
          <a:bodyPr/>
          <a:lstStyle/>
          <a:p>
            <a:fld id="{BF49A55D-22D7-4D73-9C8B-699CCE8255C2}" type="datetime1">
              <a:rPr lang="en-US" smtClean="0"/>
              <a:t>9/15/2025</a:t>
            </a:fld>
            <a:endParaRPr lang="en-US"/>
          </a:p>
        </p:txBody>
      </p:sp>
      <p:pic>
        <p:nvPicPr>
          <p:cNvPr id="6" name="Picture 5">
            <a:extLst>
              <a:ext uri="{FF2B5EF4-FFF2-40B4-BE49-F238E27FC236}">
                <a16:creationId xmlns:a16="http://schemas.microsoft.com/office/drawing/2014/main" id="{BDA48ACB-B01E-4044-B3AB-920D7EC30358}"/>
              </a:ext>
            </a:extLst>
          </p:cNvPr>
          <p:cNvPicPr>
            <a:picLocks noChangeAspect="1"/>
          </p:cNvPicPr>
          <p:nvPr/>
        </p:nvPicPr>
        <p:blipFill>
          <a:blip r:embed="rId2"/>
          <a:stretch>
            <a:fillRect/>
          </a:stretch>
        </p:blipFill>
        <p:spPr>
          <a:xfrm>
            <a:off x="144512" y="2069480"/>
            <a:ext cx="8819976" cy="3816424"/>
          </a:xfrm>
          <a:prstGeom prst="rect">
            <a:avLst/>
          </a:prstGeom>
          <a:ln>
            <a:solidFill>
              <a:schemeClr val="tx1"/>
            </a:solidFill>
          </a:ln>
        </p:spPr>
      </p:pic>
    </p:spTree>
    <p:extLst>
      <p:ext uri="{BB962C8B-B14F-4D97-AF65-F5344CB8AC3E}">
        <p14:creationId xmlns:p14="http://schemas.microsoft.com/office/powerpoint/2010/main" val="2395878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34"/>
          <p:cNvSpPr txBox="1">
            <a:spLocks noGrp="1"/>
          </p:cNvSpPr>
          <p:nvPr>
            <p:ph type="title"/>
          </p:nvPr>
        </p:nvSpPr>
        <p:spPr>
          <a:xfrm>
            <a:off x="179512" y="188640"/>
            <a:ext cx="8640638" cy="48722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lt1"/>
              </a:buClr>
              <a:buSzPts val="2880"/>
              <a:buFont typeface="Helvetica Neue"/>
              <a:buNone/>
            </a:pPr>
            <a:r>
              <a:rPr lang="en-US" sz="2880"/>
              <a:t>jQuery</a:t>
            </a:r>
            <a:endParaRPr sz="2880"/>
          </a:p>
        </p:txBody>
      </p:sp>
      <p:sp>
        <p:nvSpPr>
          <p:cNvPr id="532" name="Google Shape;532;p34"/>
          <p:cNvSpPr txBox="1">
            <a:spLocks noGrp="1"/>
          </p:cNvSpPr>
          <p:nvPr>
            <p:ph type="body" idx="1"/>
          </p:nvPr>
        </p:nvSpPr>
        <p:spPr>
          <a:xfrm>
            <a:off x="179512" y="980728"/>
            <a:ext cx="8658696" cy="532859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800"/>
              <a:buNone/>
            </a:pPr>
            <a:r>
              <a:rPr lang="en-US" sz="2800" b="1"/>
              <a:t>Manipulate HTML Attributes using jQuery</a:t>
            </a:r>
            <a:endParaRPr/>
          </a:p>
          <a:p>
            <a:pPr marL="0" lvl="0" indent="0" algn="ctr" rtl="0">
              <a:spcBef>
                <a:spcPts val="240"/>
              </a:spcBef>
              <a:spcAft>
                <a:spcPts val="0"/>
              </a:spcAft>
              <a:buClr>
                <a:schemeClr val="dk1"/>
              </a:buClr>
              <a:buSzPts val="1200"/>
              <a:buNone/>
            </a:pPr>
            <a:endParaRPr sz="1200" b="1"/>
          </a:p>
          <a:p>
            <a:pPr marL="342900" lvl="0" indent="-342900" algn="l" rtl="0">
              <a:spcBef>
                <a:spcPts val="400"/>
              </a:spcBef>
              <a:spcAft>
                <a:spcPts val="0"/>
              </a:spcAft>
              <a:buClr>
                <a:schemeClr val="dk1"/>
              </a:buClr>
              <a:buSzPts val="2000"/>
              <a:buChar char="•"/>
            </a:pPr>
            <a:r>
              <a:rPr lang="en-US" sz="2000"/>
              <a:t>The following table lists jQuery methods to get or set value of attribute, property, text or html.</a:t>
            </a:r>
            <a:endParaRPr sz="1600"/>
          </a:p>
        </p:txBody>
      </p:sp>
      <p:sp>
        <p:nvSpPr>
          <p:cNvPr id="533" name="Google Shape;533;p34"/>
          <p:cNvSpPr txBox="1">
            <a:spLocks noGrp="1"/>
          </p:cNvSpPr>
          <p:nvPr>
            <p:ph type="sldNum" idx="12"/>
          </p:nvPr>
        </p:nvSpPr>
        <p:spPr>
          <a:xfrm>
            <a:off x="179512" y="6430858"/>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41</a:t>
            </a:fld>
            <a:endParaRPr/>
          </a:p>
        </p:txBody>
      </p:sp>
      <p:pic>
        <p:nvPicPr>
          <p:cNvPr id="534" name="Google Shape;534;p34"/>
          <p:cNvPicPr preferRelativeResize="0"/>
          <p:nvPr/>
        </p:nvPicPr>
        <p:blipFill rotWithShape="1">
          <a:blip r:embed="rId3">
            <a:alphaModFix/>
          </a:blip>
          <a:srcRect/>
          <a:stretch/>
        </p:blipFill>
        <p:spPr>
          <a:xfrm>
            <a:off x="164971" y="2554862"/>
            <a:ext cx="8814057" cy="281835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35"/>
          <p:cNvSpPr txBox="1">
            <a:spLocks noGrp="1"/>
          </p:cNvSpPr>
          <p:nvPr>
            <p:ph type="title"/>
          </p:nvPr>
        </p:nvSpPr>
        <p:spPr>
          <a:xfrm>
            <a:off x="179512" y="188640"/>
            <a:ext cx="8640638" cy="48722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lt1"/>
              </a:buClr>
              <a:buSzPts val="2880"/>
              <a:buFont typeface="Helvetica Neue"/>
              <a:buNone/>
            </a:pPr>
            <a:r>
              <a:rPr lang="en-US" sz="2880"/>
              <a:t>jQuery</a:t>
            </a:r>
            <a:endParaRPr sz="2880"/>
          </a:p>
        </p:txBody>
      </p:sp>
      <p:sp>
        <p:nvSpPr>
          <p:cNvPr id="540" name="Google Shape;540;p35"/>
          <p:cNvSpPr txBox="1">
            <a:spLocks noGrp="1"/>
          </p:cNvSpPr>
          <p:nvPr>
            <p:ph type="body" idx="1"/>
          </p:nvPr>
        </p:nvSpPr>
        <p:spPr>
          <a:xfrm>
            <a:off x="179512" y="980728"/>
            <a:ext cx="8658696" cy="5328592"/>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800"/>
              <a:buChar char="•"/>
            </a:pPr>
            <a:r>
              <a:rPr lang="en-US" sz="1800"/>
              <a:t>The following figure shows various jQuery methods to access DOM element's attributes, properties and values.</a:t>
            </a:r>
            <a:endParaRPr sz="1050"/>
          </a:p>
        </p:txBody>
      </p:sp>
      <p:sp>
        <p:nvSpPr>
          <p:cNvPr id="541" name="Google Shape;541;p35"/>
          <p:cNvSpPr txBox="1">
            <a:spLocks noGrp="1"/>
          </p:cNvSpPr>
          <p:nvPr>
            <p:ph type="sldNum" idx="12"/>
          </p:nvPr>
        </p:nvSpPr>
        <p:spPr>
          <a:xfrm>
            <a:off x="179512" y="6430858"/>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42</a:t>
            </a:fld>
            <a:endParaRPr/>
          </a:p>
        </p:txBody>
      </p:sp>
      <p:grpSp>
        <p:nvGrpSpPr>
          <p:cNvPr id="542" name="Google Shape;542;p35"/>
          <p:cNvGrpSpPr/>
          <p:nvPr/>
        </p:nvGrpSpPr>
        <p:grpSpPr>
          <a:xfrm>
            <a:off x="899592" y="1886567"/>
            <a:ext cx="7182544" cy="4496779"/>
            <a:chOff x="899592" y="1886567"/>
            <a:chExt cx="7182544" cy="4496779"/>
          </a:xfrm>
        </p:grpSpPr>
        <p:pic>
          <p:nvPicPr>
            <p:cNvPr id="543" name="Google Shape;543;p35"/>
            <p:cNvPicPr preferRelativeResize="0"/>
            <p:nvPr/>
          </p:nvPicPr>
          <p:blipFill rotWithShape="1">
            <a:blip r:embed="rId3">
              <a:alphaModFix/>
            </a:blip>
            <a:srcRect/>
            <a:stretch/>
          </p:blipFill>
          <p:spPr>
            <a:xfrm>
              <a:off x="899592" y="1886567"/>
              <a:ext cx="7182544" cy="4496779"/>
            </a:xfrm>
            <a:prstGeom prst="rect">
              <a:avLst/>
            </a:prstGeom>
            <a:noFill/>
            <a:ln w="9525" cap="flat" cmpd="sng">
              <a:solidFill>
                <a:schemeClr val="dk1"/>
              </a:solidFill>
              <a:prstDash val="solid"/>
              <a:round/>
              <a:headEnd type="none" w="sm" len="sm"/>
              <a:tailEnd type="none" w="sm" len="sm"/>
            </a:ln>
          </p:spPr>
        </p:pic>
        <p:sp>
          <p:nvSpPr>
            <p:cNvPr id="544" name="Google Shape;544;p35"/>
            <p:cNvSpPr/>
            <p:nvPr/>
          </p:nvSpPr>
          <p:spPr>
            <a:xfrm>
              <a:off x="2061880" y="3670920"/>
              <a:ext cx="2520280" cy="2160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6"/>
          <p:cNvSpPr txBox="1">
            <a:spLocks noGrp="1"/>
          </p:cNvSpPr>
          <p:nvPr>
            <p:ph type="title"/>
          </p:nvPr>
        </p:nvSpPr>
        <p:spPr>
          <a:xfrm>
            <a:off x="179512" y="188640"/>
            <a:ext cx="8640638" cy="48722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lt1"/>
              </a:buClr>
              <a:buSzPts val="2880"/>
              <a:buFont typeface="Helvetica Neue"/>
              <a:buNone/>
            </a:pPr>
            <a:r>
              <a:rPr lang="en-US" sz="2880"/>
              <a:t>jQuery</a:t>
            </a:r>
            <a:endParaRPr sz="2880"/>
          </a:p>
        </p:txBody>
      </p:sp>
      <p:sp>
        <p:nvSpPr>
          <p:cNvPr id="550" name="Google Shape;550;p36"/>
          <p:cNvSpPr txBox="1">
            <a:spLocks noGrp="1"/>
          </p:cNvSpPr>
          <p:nvPr>
            <p:ph type="body" idx="1"/>
          </p:nvPr>
        </p:nvSpPr>
        <p:spPr>
          <a:xfrm>
            <a:off x="179512" y="980728"/>
            <a:ext cx="8658696" cy="532859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800"/>
              <a:buNone/>
            </a:pPr>
            <a:r>
              <a:rPr lang="en-US" sz="2800" b="1"/>
              <a:t>CSS Manipulation using jQuery</a:t>
            </a:r>
            <a:endParaRPr/>
          </a:p>
          <a:p>
            <a:pPr marL="0" lvl="0" indent="0" algn="ctr" rtl="0">
              <a:spcBef>
                <a:spcPts val="240"/>
              </a:spcBef>
              <a:spcAft>
                <a:spcPts val="0"/>
              </a:spcAft>
              <a:buClr>
                <a:schemeClr val="dk1"/>
              </a:buClr>
              <a:buSzPts val="1200"/>
              <a:buNone/>
            </a:pPr>
            <a:endParaRPr sz="1200" b="1"/>
          </a:p>
          <a:p>
            <a:pPr marL="342900" lvl="0" indent="-342900" algn="just" rtl="0">
              <a:spcBef>
                <a:spcPts val="360"/>
              </a:spcBef>
              <a:spcAft>
                <a:spcPts val="0"/>
              </a:spcAft>
              <a:buClr>
                <a:schemeClr val="dk1"/>
              </a:buClr>
              <a:buSzPts val="1800"/>
              <a:buChar char="•"/>
            </a:pPr>
            <a:r>
              <a:rPr lang="en-US" sz="1800"/>
              <a:t>The jQuery library includes various methods to manipulate style properties and CSS class of DOM element(s).</a:t>
            </a:r>
            <a:endParaRPr sz="1050"/>
          </a:p>
        </p:txBody>
      </p:sp>
      <p:sp>
        <p:nvSpPr>
          <p:cNvPr id="551" name="Google Shape;551;p36"/>
          <p:cNvSpPr txBox="1">
            <a:spLocks noGrp="1"/>
          </p:cNvSpPr>
          <p:nvPr>
            <p:ph type="sldNum" idx="12"/>
          </p:nvPr>
        </p:nvSpPr>
        <p:spPr>
          <a:xfrm>
            <a:off x="179512" y="6430858"/>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43</a:t>
            </a:fld>
            <a:endParaRPr/>
          </a:p>
        </p:txBody>
      </p:sp>
      <p:pic>
        <p:nvPicPr>
          <p:cNvPr id="552" name="Google Shape;552;p36"/>
          <p:cNvPicPr preferRelativeResize="0"/>
          <p:nvPr/>
        </p:nvPicPr>
        <p:blipFill rotWithShape="1">
          <a:blip r:embed="rId3">
            <a:alphaModFix/>
          </a:blip>
          <a:srcRect/>
          <a:stretch/>
        </p:blipFill>
        <p:spPr>
          <a:xfrm>
            <a:off x="242652" y="2780928"/>
            <a:ext cx="8658696" cy="2497541"/>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37"/>
          <p:cNvSpPr txBox="1">
            <a:spLocks noGrp="1"/>
          </p:cNvSpPr>
          <p:nvPr>
            <p:ph type="title"/>
          </p:nvPr>
        </p:nvSpPr>
        <p:spPr>
          <a:xfrm>
            <a:off x="179512" y="188640"/>
            <a:ext cx="8640638" cy="48722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lt1"/>
              </a:buClr>
              <a:buSzPts val="2880"/>
              <a:buFont typeface="Helvetica Neue"/>
              <a:buNone/>
            </a:pPr>
            <a:r>
              <a:rPr lang="en-US" sz="2880"/>
              <a:t>jQuery</a:t>
            </a:r>
            <a:endParaRPr/>
          </a:p>
        </p:txBody>
      </p:sp>
      <p:sp>
        <p:nvSpPr>
          <p:cNvPr id="558" name="Google Shape;558;p37"/>
          <p:cNvSpPr txBox="1">
            <a:spLocks noGrp="1"/>
          </p:cNvSpPr>
          <p:nvPr>
            <p:ph type="body" idx="1"/>
          </p:nvPr>
        </p:nvSpPr>
        <p:spPr>
          <a:xfrm>
            <a:off x="179512" y="980728"/>
            <a:ext cx="8658696" cy="5328592"/>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800"/>
              <a:buChar char="•"/>
            </a:pPr>
            <a:r>
              <a:rPr lang="en-US" sz="1800"/>
              <a:t>The following figure shows how jQuery methods changes style and css class of the DOM elements.</a:t>
            </a:r>
            <a:endParaRPr sz="700"/>
          </a:p>
        </p:txBody>
      </p:sp>
      <p:sp>
        <p:nvSpPr>
          <p:cNvPr id="559" name="Google Shape;559;p37"/>
          <p:cNvSpPr txBox="1">
            <a:spLocks noGrp="1"/>
          </p:cNvSpPr>
          <p:nvPr>
            <p:ph type="sldNum" idx="12"/>
          </p:nvPr>
        </p:nvSpPr>
        <p:spPr>
          <a:xfrm>
            <a:off x="179512" y="6430858"/>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44</a:t>
            </a:fld>
            <a:endParaRPr/>
          </a:p>
        </p:txBody>
      </p:sp>
      <p:pic>
        <p:nvPicPr>
          <p:cNvPr id="560" name="Google Shape;560;p37"/>
          <p:cNvPicPr preferRelativeResize="0"/>
          <p:nvPr/>
        </p:nvPicPr>
        <p:blipFill rotWithShape="1">
          <a:blip r:embed="rId3">
            <a:alphaModFix/>
          </a:blip>
          <a:srcRect/>
          <a:stretch/>
        </p:blipFill>
        <p:spPr>
          <a:xfrm>
            <a:off x="115612" y="2132856"/>
            <a:ext cx="8912775" cy="324036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38"/>
          <p:cNvSpPr txBox="1">
            <a:spLocks noGrp="1"/>
          </p:cNvSpPr>
          <p:nvPr>
            <p:ph type="title"/>
          </p:nvPr>
        </p:nvSpPr>
        <p:spPr>
          <a:xfrm>
            <a:off x="179512" y="188640"/>
            <a:ext cx="8640638" cy="48722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lt1"/>
              </a:buClr>
              <a:buSzPts val="2880"/>
              <a:buFont typeface="Helvetica Neue"/>
              <a:buNone/>
            </a:pPr>
            <a:r>
              <a:rPr lang="en-US" sz="2880"/>
              <a:t>jQuery</a:t>
            </a:r>
            <a:endParaRPr/>
          </a:p>
        </p:txBody>
      </p:sp>
      <p:sp>
        <p:nvSpPr>
          <p:cNvPr id="566" name="Google Shape;566;p38"/>
          <p:cNvSpPr txBox="1">
            <a:spLocks noGrp="1"/>
          </p:cNvSpPr>
          <p:nvPr>
            <p:ph type="body" idx="1"/>
          </p:nvPr>
        </p:nvSpPr>
        <p:spPr>
          <a:xfrm>
            <a:off x="179512" y="980728"/>
            <a:ext cx="8658696" cy="532859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3200"/>
              <a:buNone/>
            </a:pPr>
            <a:r>
              <a:rPr lang="en-US" b="1"/>
              <a:t>Traversing DOM Elements using jQuery</a:t>
            </a:r>
            <a:endParaRPr/>
          </a:p>
          <a:p>
            <a:pPr marL="0" lvl="0" indent="0" algn="ctr" rtl="0">
              <a:spcBef>
                <a:spcPts val="240"/>
              </a:spcBef>
              <a:spcAft>
                <a:spcPts val="0"/>
              </a:spcAft>
              <a:buClr>
                <a:schemeClr val="dk1"/>
              </a:buClr>
              <a:buSzPts val="1200"/>
              <a:buNone/>
            </a:pPr>
            <a:endParaRPr sz="1200" b="1"/>
          </a:p>
          <a:p>
            <a:pPr marL="342900" lvl="0" indent="-342900" algn="just" rtl="0">
              <a:spcBef>
                <a:spcPts val="360"/>
              </a:spcBef>
              <a:spcAft>
                <a:spcPts val="0"/>
              </a:spcAft>
              <a:buClr>
                <a:schemeClr val="dk1"/>
              </a:buClr>
              <a:buSzPts val="1800"/>
              <a:buChar char="•"/>
            </a:pPr>
            <a:r>
              <a:rPr lang="en-US" sz="1800"/>
              <a:t>The jQuery library includes various methods to traverse DOM elements in a DOM hierarchy.</a:t>
            </a:r>
            <a:endParaRPr sz="700"/>
          </a:p>
        </p:txBody>
      </p:sp>
      <p:sp>
        <p:nvSpPr>
          <p:cNvPr id="567" name="Google Shape;567;p38"/>
          <p:cNvSpPr txBox="1">
            <a:spLocks noGrp="1"/>
          </p:cNvSpPr>
          <p:nvPr>
            <p:ph type="sldNum" idx="12"/>
          </p:nvPr>
        </p:nvSpPr>
        <p:spPr>
          <a:xfrm>
            <a:off x="179512" y="6430858"/>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45</a:t>
            </a:fld>
            <a:endParaRPr/>
          </a:p>
        </p:txBody>
      </p:sp>
      <p:pic>
        <p:nvPicPr>
          <p:cNvPr id="568" name="Google Shape;568;p38"/>
          <p:cNvPicPr preferRelativeResize="0"/>
          <p:nvPr/>
        </p:nvPicPr>
        <p:blipFill rotWithShape="1">
          <a:blip r:embed="rId3">
            <a:alphaModFix/>
          </a:blip>
          <a:srcRect/>
          <a:stretch/>
        </p:blipFill>
        <p:spPr>
          <a:xfrm>
            <a:off x="257554" y="2492896"/>
            <a:ext cx="8707430" cy="3672408"/>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9"/>
          <p:cNvSpPr txBox="1">
            <a:spLocks noGrp="1"/>
          </p:cNvSpPr>
          <p:nvPr>
            <p:ph type="title"/>
          </p:nvPr>
        </p:nvSpPr>
        <p:spPr>
          <a:xfrm>
            <a:off x="179512" y="188640"/>
            <a:ext cx="8640638" cy="48722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lt1"/>
              </a:buClr>
              <a:buSzPts val="2880"/>
              <a:buFont typeface="Helvetica Neue"/>
              <a:buNone/>
            </a:pPr>
            <a:r>
              <a:rPr lang="en-US" sz="2880"/>
              <a:t>jQuery</a:t>
            </a:r>
            <a:endParaRPr/>
          </a:p>
        </p:txBody>
      </p:sp>
      <p:sp>
        <p:nvSpPr>
          <p:cNvPr id="574" name="Google Shape;574;p39"/>
          <p:cNvSpPr txBox="1">
            <a:spLocks noGrp="1"/>
          </p:cNvSpPr>
          <p:nvPr>
            <p:ph type="body" idx="1"/>
          </p:nvPr>
        </p:nvSpPr>
        <p:spPr>
          <a:xfrm>
            <a:off x="181050" y="764704"/>
            <a:ext cx="8658696" cy="5328592"/>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a:t>The following figure shows how the jQuery traversing methods get DOM elements.</a:t>
            </a:r>
            <a:endParaRPr sz="400"/>
          </a:p>
        </p:txBody>
      </p:sp>
      <p:sp>
        <p:nvSpPr>
          <p:cNvPr id="575" name="Google Shape;575;p39"/>
          <p:cNvSpPr txBox="1">
            <a:spLocks noGrp="1"/>
          </p:cNvSpPr>
          <p:nvPr>
            <p:ph type="sldNum" idx="12"/>
          </p:nvPr>
        </p:nvSpPr>
        <p:spPr>
          <a:xfrm>
            <a:off x="179512" y="6430858"/>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46</a:t>
            </a:fld>
            <a:endParaRPr/>
          </a:p>
        </p:txBody>
      </p:sp>
      <p:grpSp>
        <p:nvGrpSpPr>
          <p:cNvPr id="576" name="Google Shape;576;p39"/>
          <p:cNvGrpSpPr/>
          <p:nvPr/>
        </p:nvGrpSpPr>
        <p:grpSpPr>
          <a:xfrm>
            <a:off x="1763688" y="1267122"/>
            <a:ext cx="7229742" cy="5042198"/>
            <a:chOff x="1763688" y="1267122"/>
            <a:chExt cx="7229742" cy="5042198"/>
          </a:xfrm>
        </p:grpSpPr>
        <p:pic>
          <p:nvPicPr>
            <p:cNvPr id="577" name="Google Shape;577;p39"/>
            <p:cNvPicPr preferRelativeResize="0"/>
            <p:nvPr/>
          </p:nvPicPr>
          <p:blipFill rotWithShape="1">
            <a:blip r:embed="rId3">
              <a:alphaModFix/>
            </a:blip>
            <a:srcRect/>
            <a:stretch/>
          </p:blipFill>
          <p:spPr>
            <a:xfrm>
              <a:off x="1763688" y="1267122"/>
              <a:ext cx="7229742" cy="5042198"/>
            </a:xfrm>
            <a:prstGeom prst="rect">
              <a:avLst/>
            </a:prstGeom>
            <a:noFill/>
            <a:ln w="9525" cap="flat" cmpd="sng">
              <a:solidFill>
                <a:schemeClr val="dk1"/>
              </a:solidFill>
              <a:prstDash val="solid"/>
              <a:round/>
              <a:headEnd type="none" w="sm" len="sm"/>
              <a:tailEnd type="none" w="sm" len="sm"/>
            </a:ln>
          </p:spPr>
        </p:pic>
        <p:sp>
          <p:nvSpPr>
            <p:cNvPr id="578" name="Google Shape;578;p39"/>
            <p:cNvSpPr/>
            <p:nvPr/>
          </p:nvSpPr>
          <p:spPr>
            <a:xfrm>
              <a:off x="4139952" y="5085184"/>
              <a:ext cx="2304256" cy="144016"/>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8D030-4682-4B2B-B7D3-40EA972DE7AC}"/>
              </a:ext>
            </a:extLst>
          </p:cNvPr>
          <p:cNvSpPr>
            <a:spLocks noGrp="1"/>
          </p:cNvSpPr>
          <p:nvPr>
            <p:ph type="title"/>
          </p:nvPr>
        </p:nvSpPr>
        <p:spPr/>
        <p:txBody>
          <a:bodyPr>
            <a:normAutofit fontScale="90000"/>
          </a:bodyPr>
          <a:lstStyle/>
          <a:p>
            <a:r>
              <a:rPr lang="en-US" dirty="0"/>
              <a:t>ICON</a:t>
            </a:r>
          </a:p>
        </p:txBody>
      </p:sp>
      <p:sp>
        <p:nvSpPr>
          <p:cNvPr id="3" name="Content Placeholder 2">
            <a:extLst>
              <a:ext uri="{FF2B5EF4-FFF2-40B4-BE49-F238E27FC236}">
                <a16:creationId xmlns:a16="http://schemas.microsoft.com/office/drawing/2014/main" id="{11BAB4A2-0309-4058-A4D9-311EC9455DDB}"/>
              </a:ext>
            </a:extLst>
          </p:cNvPr>
          <p:cNvSpPr>
            <a:spLocks noGrp="1"/>
          </p:cNvSpPr>
          <p:nvPr>
            <p:ph idx="1"/>
          </p:nvPr>
        </p:nvSpPr>
        <p:spPr/>
        <p:txBody>
          <a:bodyPr/>
          <a:lstStyle/>
          <a:p>
            <a:r>
              <a:rPr lang="en-US" dirty="0"/>
              <a:t>What is Icon?</a:t>
            </a:r>
          </a:p>
          <a:p>
            <a:pPr lvl="1"/>
            <a:r>
              <a:rPr lang="en-US" dirty="0"/>
              <a:t>An </a:t>
            </a:r>
            <a:r>
              <a:rPr lang="en-US" b="1" dirty="0"/>
              <a:t>icon</a:t>
            </a:r>
            <a:r>
              <a:rPr lang="en-US" dirty="0"/>
              <a:t> is a small graphical representation that helps a user to easily understand the concept or thing in a web page.</a:t>
            </a:r>
          </a:p>
          <a:p>
            <a:pPr lvl="1"/>
            <a:r>
              <a:rPr lang="en-US" dirty="0"/>
              <a:t>For example</a:t>
            </a:r>
          </a:p>
          <a:p>
            <a:pPr lvl="2"/>
            <a:r>
              <a:rPr lang="en-US" dirty="0"/>
              <a:t>Home</a:t>
            </a:r>
          </a:p>
          <a:p>
            <a:pPr lvl="2"/>
            <a:r>
              <a:rPr lang="en-US" dirty="0"/>
              <a:t>Time</a:t>
            </a:r>
          </a:p>
          <a:p>
            <a:pPr lvl="2"/>
            <a:r>
              <a:rPr lang="en-US" dirty="0"/>
              <a:t>Store/copy</a:t>
            </a:r>
          </a:p>
          <a:p>
            <a:pPr lvl="2"/>
            <a:r>
              <a:rPr lang="en-US" dirty="0"/>
              <a:t>Shopping cart</a:t>
            </a:r>
          </a:p>
          <a:p>
            <a:pPr lvl="2"/>
            <a:endParaRPr lang="en-US" dirty="0"/>
          </a:p>
        </p:txBody>
      </p:sp>
      <p:sp>
        <p:nvSpPr>
          <p:cNvPr id="4" name="Slide Number Placeholder 3">
            <a:extLst>
              <a:ext uri="{FF2B5EF4-FFF2-40B4-BE49-F238E27FC236}">
                <a16:creationId xmlns:a16="http://schemas.microsoft.com/office/drawing/2014/main" id="{89A9D93C-2276-4A8C-A12A-AE8C8DEBBBD3}"/>
              </a:ext>
            </a:extLst>
          </p:cNvPr>
          <p:cNvSpPr>
            <a:spLocks noGrp="1"/>
          </p:cNvSpPr>
          <p:nvPr>
            <p:ph type="sldNum" sz="quarter" idx="12"/>
          </p:nvPr>
        </p:nvSpPr>
        <p:spPr/>
        <p:txBody>
          <a:bodyPr/>
          <a:lstStyle/>
          <a:p>
            <a:fld id="{4F5037F2-DC85-406A-A4EA-1E681A25B4F8}" type="slidenum">
              <a:rPr lang="en-US" smtClean="0"/>
              <a:t>47</a:t>
            </a:fld>
            <a:endParaRPr lang="en-US" dirty="0"/>
          </a:p>
        </p:txBody>
      </p:sp>
      <p:sp>
        <p:nvSpPr>
          <p:cNvPr id="5" name="Date Placeholder 4">
            <a:extLst>
              <a:ext uri="{FF2B5EF4-FFF2-40B4-BE49-F238E27FC236}">
                <a16:creationId xmlns:a16="http://schemas.microsoft.com/office/drawing/2014/main" id="{CB5D4DA0-7B20-43A8-A5B3-897969438FE0}"/>
              </a:ext>
            </a:extLst>
          </p:cNvPr>
          <p:cNvSpPr>
            <a:spLocks noGrp="1"/>
          </p:cNvSpPr>
          <p:nvPr>
            <p:ph type="dt" sz="half" idx="10"/>
          </p:nvPr>
        </p:nvSpPr>
        <p:spPr/>
        <p:txBody>
          <a:bodyPr/>
          <a:lstStyle/>
          <a:p>
            <a:fld id="{A78155EB-3BC8-445D-9759-0DAE9E8160CC}" type="datetime1">
              <a:rPr lang="en-US" smtClean="0"/>
              <a:t>9/15/2025</a:t>
            </a:fld>
            <a:endParaRPr lang="en-US"/>
          </a:p>
        </p:txBody>
      </p:sp>
      <p:pic>
        <p:nvPicPr>
          <p:cNvPr id="6" name="Picture 5">
            <a:extLst>
              <a:ext uri="{FF2B5EF4-FFF2-40B4-BE49-F238E27FC236}">
                <a16:creationId xmlns:a16="http://schemas.microsoft.com/office/drawing/2014/main" id="{238254F2-11F4-46AB-94CF-F77DEF2B0540}"/>
              </a:ext>
            </a:extLst>
          </p:cNvPr>
          <p:cNvPicPr>
            <a:picLocks noChangeAspect="1"/>
          </p:cNvPicPr>
          <p:nvPr/>
        </p:nvPicPr>
        <p:blipFill>
          <a:blip r:embed="rId2"/>
          <a:stretch>
            <a:fillRect/>
          </a:stretch>
        </p:blipFill>
        <p:spPr>
          <a:xfrm>
            <a:off x="2755512" y="3270028"/>
            <a:ext cx="710940" cy="599420"/>
          </a:xfrm>
          <a:prstGeom prst="rect">
            <a:avLst/>
          </a:prstGeom>
        </p:spPr>
      </p:pic>
      <p:pic>
        <p:nvPicPr>
          <p:cNvPr id="8" name="Picture 7">
            <a:extLst>
              <a:ext uri="{FF2B5EF4-FFF2-40B4-BE49-F238E27FC236}">
                <a16:creationId xmlns:a16="http://schemas.microsoft.com/office/drawing/2014/main" id="{FD725512-3925-46D2-ACFA-EC2C31393254}"/>
              </a:ext>
            </a:extLst>
          </p:cNvPr>
          <p:cNvPicPr>
            <a:picLocks noChangeAspect="1"/>
          </p:cNvPicPr>
          <p:nvPr/>
        </p:nvPicPr>
        <p:blipFill>
          <a:blip r:embed="rId3"/>
          <a:stretch>
            <a:fillRect/>
          </a:stretch>
        </p:blipFill>
        <p:spPr>
          <a:xfrm>
            <a:off x="2778767" y="3863947"/>
            <a:ext cx="569783" cy="531797"/>
          </a:xfrm>
          <a:prstGeom prst="rect">
            <a:avLst/>
          </a:prstGeom>
        </p:spPr>
      </p:pic>
      <p:pic>
        <p:nvPicPr>
          <p:cNvPr id="9" name="Picture 8">
            <a:extLst>
              <a:ext uri="{FF2B5EF4-FFF2-40B4-BE49-F238E27FC236}">
                <a16:creationId xmlns:a16="http://schemas.microsoft.com/office/drawing/2014/main" id="{9F9CE2F4-746D-442A-9CD9-E32390EED427}"/>
              </a:ext>
            </a:extLst>
          </p:cNvPr>
          <p:cNvPicPr>
            <a:picLocks noChangeAspect="1"/>
          </p:cNvPicPr>
          <p:nvPr/>
        </p:nvPicPr>
        <p:blipFill>
          <a:blip r:embed="rId4"/>
          <a:stretch>
            <a:fillRect/>
          </a:stretch>
        </p:blipFill>
        <p:spPr>
          <a:xfrm>
            <a:off x="2849345" y="4300561"/>
            <a:ext cx="428625" cy="400050"/>
          </a:xfrm>
          <a:prstGeom prst="rect">
            <a:avLst/>
          </a:prstGeom>
        </p:spPr>
      </p:pic>
      <p:pic>
        <p:nvPicPr>
          <p:cNvPr id="11" name="Picture 10">
            <a:extLst>
              <a:ext uri="{FF2B5EF4-FFF2-40B4-BE49-F238E27FC236}">
                <a16:creationId xmlns:a16="http://schemas.microsoft.com/office/drawing/2014/main" id="{E2DC3B68-26AE-4325-BBFD-2ABEFD460CDF}"/>
              </a:ext>
            </a:extLst>
          </p:cNvPr>
          <p:cNvPicPr>
            <a:picLocks noChangeAspect="1"/>
          </p:cNvPicPr>
          <p:nvPr/>
        </p:nvPicPr>
        <p:blipFill>
          <a:blip r:embed="rId5"/>
          <a:stretch>
            <a:fillRect/>
          </a:stretch>
        </p:blipFill>
        <p:spPr>
          <a:xfrm>
            <a:off x="3308801" y="4636973"/>
            <a:ext cx="568382" cy="499487"/>
          </a:xfrm>
          <a:prstGeom prst="rect">
            <a:avLst/>
          </a:prstGeom>
        </p:spPr>
      </p:pic>
    </p:spTree>
    <p:extLst>
      <p:ext uri="{BB962C8B-B14F-4D97-AF65-F5344CB8AC3E}">
        <p14:creationId xmlns:p14="http://schemas.microsoft.com/office/powerpoint/2010/main" val="3748884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CE27F-64ED-4CB6-A1A1-57964E058C8D}"/>
              </a:ext>
            </a:extLst>
          </p:cNvPr>
          <p:cNvSpPr>
            <a:spLocks noGrp="1"/>
          </p:cNvSpPr>
          <p:nvPr>
            <p:ph type="title"/>
          </p:nvPr>
        </p:nvSpPr>
        <p:spPr/>
        <p:txBody>
          <a:bodyPr>
            <a:normAutofit fontScale="90000"/>
          </a:bodyPr>
          <a:lstStyle/>
          <a:p>
            <a:r>
              <a:rPr lang="en-US" dirty="0"/>
              <a:t>Icons</a:t>
            </a:r>
          </a:p>
        </p:txBody>
      </p:sp>
      <p:sp>
        <p:nvSpPr>
          <p:cNvPr id="3" name="Content Placeholder 2">
            <a:extLst>
              <a:ext uri="{FF2B5EF4-FFF2-40B4-BE49-F238E27FC236}">
                <a16:creationId xmlns:a16="http://schemas.microsoft.com/office/drawing/2014/main" id="{7D0E7905-580D-403F-8A10-3BF02EC91397}"/>
              </a:ext>
            </a:extLst>
          </p:cNvPr>
          <p:cNvSpPr>
            <a:spLocks noGrp="1"/>
          </p:cNvSpPr>
          <p:nvPr>
            <p:ph idx="1"/>
          </p:nvPr>
        </p:nvSpPr>
        <p:spPr/>
        <p:txBody>
          <a:bodyPr/>
          <a:lstStyle/>
          <a:p>
            <a:r>
              <a:rPr lang="en-US" dirty="0"/>
              <a:t>In order to use icon un your web page, you need to download icon file that contains icons. </a:t>
            </a:r>
          </a:p>
          <a:p>
            <a:pPr lvl="1"/>
            <a:r>
              <a:rPr lang="en-US" dirty="0"/>
              <a:t>For reference</a:t>
            </a:r>
          </a:p>
          <a:p>
            <a:pPr lvl="2"/>
            <a:r>
              <a:rPr lang="en-US" dirty="0">
                <a:hlinkClick r:id="rId2"/>
              </a:rPr>
              <a:t>https://kit.fontawesome.com/a076d05399.js</a:t>
            </a:r>
            <a:endParaRPr lang="en-US" dirty="0"/>
          </a:p>
          <a:p>
            <a:pPr lvl="2"/>
            <a:r>
              <a:rPr lang="en-US" dirty="0">
                <a:hlinkClick r:id="rId3"/>
              </a:rPr>
              <a:t>https://github.com/google/material-design-icons/</a:t>
            </a:r>
            <a:endParaRPr lang="en-US" dirty="0"/>
          </a:p>
        </p:txBody>
      </p:sp>
      <p:sp>
        <p:nvSpPr>
          <p:cNvPr id="4" name="Slide Number Placeholder 3">
            <a:extLst>
              <a:ext uri="{FF2B5EF4-FFF2-40B4-BE49-F238E27FC236}">
                <a16:creationId xmlns:a16="http://schemas.microsoft.com/office/drawing/2014/main" id="{B7F409A4-DED8-4E81-BAB8-57274C48D47D}"/>
              </a:ext>
            </a:extLst>
          </p:cNvPr>
          <p:cNvSpPr>
            <a:spLocks noGrp="1"/>
          </p:cNvSpPr>
          <p:nvPr>
            <p:ph type="sldNum" sz="quarter" idx="12"/>
          </p:nvPr>
        </p:nvSpPr>
        <p:spPr/>
        <p:txBody>
          <a:bodyPr/>
          <a:lstStyle/>
          <a:p>
            <a:fld id="{4F5037F2-DC85-406A-A4EA-1E681A25B4F8}" type="slidenum">
              <a:rPr lang="en-US" smtClean="0"/>
              <a:t>48</a:t>
            </a:fld>
            <a:endParaRPr lang="en-US" dirty="0"/>
          </a:p>
        </p:txBody>
      </p:sp>
      <p:sp>
        <p:nvSpPr>
          <p:cNvPr id="5" name="Date Placeholder 4">
            <a:extLst>
              <a:ext uri="{FF2B5EF4-FFF2-40B4-BE49-F238E27FC236}">
                <a16:creationId xmlns:a16="http://schemas.microsoft.com/office/drawing/2014/main" id="{8FA7D961-EE6E-4482-B991-7CFE01ECCB3C}"/>
              </a:ext>
            </a:extLst>
          </p:cNvPr>
          <p:cNvSpPr>
            <a:spLocks noGrp="1"/>
          </p:cNvSpPr>
          <p:nvPr>
            <p:ph type="dt" sz="half" idx="10"/>
          </p:nvPr>
        </p:nvSpPr>
        <p:spPr/>
        <p:txBody>
          <a:bodyPr/>
          <a:lstStyle/>
          <a:p>
            <a:fld id="{B8658B8D-5B04-493B-8FAB-7D73EEC8D91B}" type="datetime1">
              <a:rPr lang="en-US" smtClean="0"/>
              <a:t>9/15/2025</a:t>
            </a:fld>
            <a:endParaRPr lang="en-US"/>
          </a:p>
        </p:txBody>
      </p:sp>
    </p:spTree>
    <p:extLst>
      <p:ext uri="{BB962C8B-B14F-4D97-AF65-F5344CB8AC3E}">
        <p14:creationId xmlns:p14="http://schemas.microsoft.com/office/powerpoint/2010/main" val="14993698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6704-79C8-46D6-AEFD-E233171AD54E}"/>
              </a:ext>
            </a:extLst>
          </p:cNvPr>
          <p:cNvSpPr>
            <a:spLocks noGrp="1"/>
          </p:cNvSpPr>
          <p:nvPr>
            <p:ph type="title"/>
          </p:nvPr>
        </p:nvSpPr>
        <p:spPr/>
        <p:txBody>
          <a:bodyPr>
            <a:normAutofit fontScale="90000"/>
          </a:bodyPr>
          <a:lstStyle/>
          <a:p>
            <a:r>
              <a:rPr lang="en-US" dirty="0"/>
              <a:t>Icons: Example</a:t>
            </a:r>
          </a:p>
        </p:txBody>
      </p:sp>
      <p:sp>
        <p:nvSpPr>
          <p:cNvPr id="3" name="Content Placeholder 2">
            <a:extLst>
              <a:ext uri="{FF2B5EF4-FFF2-40B4-BE49-F238E27FC236}">
                <a16:creationId xmlns:a16="http://schemas.microsoft.com/office/drawing/2014/main" id="{663E271C-8F60-4000-8348-B49402DC65BD}"/>
              </a:ext>
            </a:extLst>
          </p:cNvPr>
          <p:cNvSpPr>
            <a:spLocks noGrp="1"/>
          </p:cNvSpPr>
          <p:nvPr>
            <p:ph idx="1"/>
          </p:nvPr>
        </p:nvSpPr>
        <p:spPr/>
        <p:txBody>
          <a:bodyPr/>
          <a:lstStyle/>
          <a:p>
            <a:pPr marL="0" indent="0">
              <a:buNone/>
            </a:pPr>
            <a:endParaRPr lang="en-US" dirty="0"/>
          </a:p>
        </p:txBody>
      </p:sp>
      <p:sp>
        <p:nvSpPr>
          <p:cNvPr id="4" name="Slide Number Placeholder 3">
            <a:extLst>
              <a:ext uri="{FF2B5EF4-FFF2-40B4-BE49-F238E27FC236}">
                <a16:creationId xmlns:a16="http://schemas.microsoft.com/office/drawing/2014/main" id="{53BEE72C-0C21-45D6-9F39-57C041FBE3CF}"/>
              </a:ext>
            </a:extLst>
          </p:cNvPr>
          <p:cNvSpPr>
            <a:spLocks noGrp="1"/>
          </p:cNvSpPr>
          <p:nvPr>
            <p:ph type="sldNum" sz="quarter" idx="12"/>
          </p:nvPr>
        </p:nvSpPr>
        <p:spPr/>
        <p:txBody>
          <a:bodyPr/>
          <a:lstStyle/>
          <a:p>
            <a:fld id="{4F5037F2-DC85-406A-A4EA-1E681A25B4F8}" type="slidenum">
              <a:rPr lang="en-US" smtClean="0"/>
              <a:t>49</a:t>
            </a:fld>
            <a:endParaRPr lang="en-US" dirty="0"/>
          </a:p>
        </p:txBody>
      </p:sp>
      <p:sp>
        <p:nvSpPr>
          <p:cNvPr id="5" name="Date Placeholder 4">
            <a:extLst>
              <a:ext uri="{FF2B5EF4-FFF2-40B4-BE49-F238E27FC236}">
                <a16:creationId xmlns:a16="http://schemas.microsoft.com/office/drawing/2014/main" id="{AC49E8BE-A0F3-4261-970D-2147043E3396}"/>
              </a:ext>
            </a:extLst>
          </p:cNvPr>
          <p:cNvSpPr>
            <a:spLocks noGrp="1"/>
          </p:cNvSpPr>
          <p:nvPr>
            <p:ph type="dt" sz="half" idx="10"/>
          </p:nvPr>
        </p:nvSpPr>
        <p:spPr/>
        <p:txBody>
          <a:bodyPr/>
          <a:lstStyle/>
          <a:p>
            <a:fld id="{9EC1E239-F093-4779-99A6-6D1263068E84}" type="datetime1">
              <a:rPr lang="en-US" smtClean="0"/>
              <a:t>9/15/2025</a:t>
            </a:fld>
            <a:endParaRPr lang="en-US"/>
          </a:p>
        </p:txBody>
      </p:sp>
      <p:pic>
        <p:nvPicPr>
          <p:cNvPr id="8" name="Picture 7">
            <a:extLst>
              <a:ext uri="{FF2B5EF4-FFF2-40B4-BE49-F238E27FC236}">
                <a16:creationId xmlns:a16="http://schemas.microsoft.com/office/drawing/2014/main" id="{B1A465C9-E859-4CB5-9275-E3547CF2160A}"/>
              </a:ext>
            </a:extLst>
          </p:cNvPr>
          <p:cNvPicPr>
            <a:picLocks noChangeAspect="1"/>
          </p:cNvPicPr>
          <p:nvPr/>
        </p:nvPicPr>
        <p:blipFill>
          <a:blip r:embed="rId2"/>
          <a:stretch>
            <a:fillRect/>
          </a:stretch>
        </p:blipFill>
        <p:spPr>
          <a:xfrm>
            <a:off x="0" y="675861"/>
            <a:ext cx="9144000" cy="4451715"/>
          </a:xfrm>
          <a:prstGeom prst="rect">
            <a:avLst/>
          </a:prstGeom>
        </p:spPr>
      </p:pic>
      <p:pic>
        <p:nvPicPr>
          <p:cNvPr id="7" name="Picture 6">
            <a:extLst>
              <a:ext uri="{FF2B5EF4-FFF2-40B4-BE49-F238E27FC236}">
                <a16:creationId xmlns:a16="http://schemas.microsoft.com/office/drawing/2014/main" id="{7C42E5E2-85D9-459E-857C-69AFC01437C8}"/>
              </a:ext>
            </a:extLst>
          </p:cNvPr>
          <p:cNvPicPr>
            <a:picLocks noChangeAspect="1"/>
          </p:cNvPicPr>
          <p:nvPr/>
        </p:nvPicPr>
        <p:blipFill>
          <a:blip r:embed="rId3"/>
          <a:stretch>
            <a:fillRect/>
          </a:stretch>
        </p:blipFill>
        <p:spPr>
          <a:xfrm>
            <a:off x="5590752" y="4653136"/>
            <a:ext cx="3533775" cy="2207298"/>
          </a:xfrm>
          <a:prstGeom prst="rect">
            <a:avLst/>
          </a:prstGeom>
        </p:spPr>
      </p:pic>
    </p:spTree>
    <p:extLst>
      <p:ext uri="{BB962C8B-B14F-4D97-AF65-F5344CB8AC3E}">
        <p14:creationId xmlns:p14="http://schemas.microsoft.com/office/powerpoint/2010/main" val="21587044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F520-DF04-4293-92D3-59CF235834CC}"/>
              </a:ext>
            </a:extLst>
          </p:cNvPr>
          <p:cNvSpPr>
            <a:spLocks noGrp="1"/>
          </p:cNvSpPr>
          <p:nvPr>
            <p:ph type="title"/>
          </p:nvPr>
        </p:nvSpPr>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63619160-22A4-4A40-B066-AAE0C1824B32}"/>
              </a:ext>
            </a:extLst>
          </p:cNvPr>
          <p:cNvSpPr>
            <a:spLocks noGrp="1"/>
          </p:cNvSpPr>
          <p:nvPr>
            <p:ph idx="1"/>
          </p:nvPr>
        </p:nvSpPr>
        <p:spPr/>
        <p:txBody>
          <a:bodyPr/>
          <a:lstStyle/>
          <a:p>
            <a:r>
              <a:rPr lang="en-US" dirty="0"/>
              <a:t>Suppose you have a navigation bar and you just want to add a shopping cart icon into it.</a:t>
            </a:r>
          </a:p>
          <a:p>
            <a:endParaRPr lang="en-US" dirty="0"/>
          </a:p>
          <a:p>
            <a:endParaRPr lang="en-US" dirty="0"/>
          </a:p>
          <a:p>
            <a:endParaRPr lang="en-US" dirty="0"/>
          </a:p>
          <a:p>
            <a:endParaRPr lang="en-US" dirty="0"/>
          </a:p>
          <a:p>
            <a:endParaRPr lang="en-US" dirty="0"/>
          </a:p>
          <a:p>
            <a:r>
              <a:rPr lang="en-US" dirty="0"/>
              <a:t>output</a:t>
            </a:r>
          </a:p>
          <a:p>
            <a:endParaRPr lang="en-US" dirty="0"/>
          </a:p>
        </p:txBody>
      </p:sp>
      <p:sp>
        <p:nvSpPr>
          <p:cNvPr id="4" name="Slide Number Placeholder 3">
            <a:extLst>
              <a:ext uri="{FF2B5EF4-FFF2-40B4-BE49-F238E27FC236}">
                <a16:creationId xmlns:a16="http://schemas.microsoft.com/office/drawing/2014/main" id="{58D38DFC-2C3E-4D8F-B424-FE2B2DAE4394}"/>
              </a:ext>
            </a:extLst>
          </p:cNvPr>
          <p:cNvSpPr>
            <a:spLocks noGrp="1"/>
          </p:cNvSpPr>
          <p:nvPr>
            <p:ph type="sldNum" sz="quarter" idx="12"/>
          </p:nvPr>
        </p:nvSpPr>
        <p:spPr/>
        <p:txBody>
          <a:bodyPr/>
          <a:lstStyle/>
          <a:p>
            <a:fld id="{4F5037F2-DC85-406A-A4EA-1E681A25B4F8}" type="slidenum">
              <a:rPr lang="en-US" smtClean="0"/>
              <a:t>50</a:t>
            </a:fld>
            <a:endParaRPr lang="en-US" dirty="0"/>
          </a:p>
        </p:txBody>
      </p:sp>
      <p:sp>
        <p:nvSpPr>
          <p:cNvPr id="5" name="Date Placeholder 4">
            <a:extLst>
              <a:ext uri="{FF2B5EF4-FFF2-40B4-BE49-F238E27FC236}">
                <a16:creationId xmlns:a16="http://schemas.microsoft.com/office/drawing/2014/main" id="{0C3B28FA-9D33-479A-B3DB-E3977A7FC082}"/>
              </a:ext>
            </a:extLst>
          </p:cNvPr>
          <p:cNvSpPr>
            <a:spLocks noGrp="1"/>
          </p:cNvSpPr>
          <p:nvPr>
            <p:ph type="dt" sz="half" idx="10"/>
          </p:nvPr>
        </p:nvSpPr>
        <p:spPr/>
        <p:txBody>
          <a:bodyPr/>
          <a:lstStyle/>
          <a:p>
            <a:fld id="{892223F8-AFFA-431D-B3D1-FAA2BA1D0056}" type="datetime1">
              <a:rPr lang="en-US" smtClean="0"/>
              <a:t>9/15/2025</a:t>
            </a:fld>
            <a:endParaRPr lang="en-US"/>
          </a:p>
        </p:txBody>
      </p:sp>
      <p:pic>
        <p:nvPicPr>
          <p:cNvPr id="6" name="Picture 5">
            <a:extLst>
              <a:ext uri="{FF2B5EF4-FFF2-40B4-BE49-F238E27FC236}">
                <a16:creationId xmlns:a16="http://schemas.microsoft.com/office/drawing/2014/main" id="{B739D922-DEE7-4E95-95E0-8862B64D3799}"/>
              </a:ext>
            </a:extLst>
          </p:cNvPr>
          <p:cNvPicPr>
            <a:picLocks noChangeAspect="1"/>
          </p:cNvPicPr>
          <p:nvPr/>
        </p:nvPicPr>
        <p:blipFill>
          <a:blip r:embed="rId2"/>
          <a:stretch>
            <a:fillRect/>
          </a:stretch>
        </p:blipFill>
        <p:spPr>
          <a:xfrm>
            <a:off x="395536" y="1988840"/>
            <a:ext cx="8784976" cy="3131232"/>
          </a:xfrm>
          <a:prstGeom prst="rect">
            <a:avLst/>
          </a:prstGeom>
        </p:spPr>
      </p:pic>
      <p:pic>
        <p:nvPicPr>
          <p:cNvPr id="7" name="Picture 6">
            <a:extLst>
              <a:ext uri="{FF2B5EF4-FFF2-40B4-BE49-F238E27FC236}">
                <a16:creationId xmlns:a16="http://schemas.microsoft.com/office/drawing/2014/main" id="{4B0E58CF-5229-4B92-9ABD-BDE31A9767B2}"/>
              </a:ext>
            </a:extLst>
          </p:cNvPr>
          <p:cNvPicPr>
            <a:picLocks noChangeAspect="1"/>
          </p:cNvPicPr>
          <p:nvPr/>
        </p:nvPicPr>
        <p:blipFill>
          <a:blip r:embed="rId3"/>
          <a:stretch>
            <a:fillRect/>
          </a:stretch>
        </p:blipFill>
        <p:spPr>
          <a:xfrm>
            <a:off x="0" y="5419056"/>
            <a:ext cx="9144000" cy="1505383"/>
          </a:xfrm>
          <a:prstGeom prst="rect">
            <a:avLst/>
          </a:prstGeom>
        </p:spPr>
      </p:pic>
      <p:sp>
        <p:nvSpPr>
          <p:cNvPr id="8" name="Rectangle 7">
            <a:extLst>
              <a:ext uri="{FF2B5EF4-FFF2-40B4-BE49-F238E27FC236}">
                <a16:creationId xmlns:a16="http://schemas.microsoft.com/office/drawing/2014/main" id="{DC65187B-AB14-4AB4-A93C-E3FE22AEC6F2}"/>
              </a:ext>
            </a:extLst>
          </p:cNvPr>
          <p:cNvSpPr/>
          <p:nvPr/>
        </p:nvSpPr>
        <p:spPr>
          <a:xfrm>
            <a:off x="304254" y="4005064"/>
            <a:ext cx="8839746" cy="576064"/>
          </a:xfrm>
          <a:prstGeom prst="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9" name="Rectangle 8">
            <a:extLst>
              <a:ext uri="{FF2B5EF4-FFF2-40B4-BE49-F238E27FC236}">
                <a16:creationId xmlns:a16="http://schemas.microsoft.com/office/drawing/2014/main" id="{6140CC23-8C3D-435C-8183-5C9ACC7DE5A5}"/>
              </a:ext>
            </a:extLst>
          </p:cNvPr>
          <p:cNvSpPr/>
          <p:nvPr/>
        </p:nvSpPr>
        <p:spPr>
          <a:xfrm>
            <a:off x="683568" y="5419056"/>
            <a:ext cx="2952328" cy="576064"/>
          </a:xfrm>
          <a:prstGeom prst="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0" name="Rectangle 9">
            <a:extLst>
              <a:ext uri="{FF2B5EF4-FFF2-40B4-BE49-F238E27FC236}">
                <a16:creationId xmlns:a16="http://schemas.microsoft.com/office/drawing/2014/main" id="{3A092091-8EFE-49F9-9871-88C4B466AE8A}"/>
              </a:ext>
            </a:extLst>
          </p:cNvPr>
          <p:cNvSpPr/>
          <p:nvPr/>
        </p:nvSpPr>
        <p:spPr>
          <a:xfrm>
            <a:off x="2987824" y="6219919"/>
            <a:ext cx="5976664" cy="576064"/>
          </a:xfrm>
          <a:prstGeom prst="rect">
            <a:avLst/>
          </a:prstGeom>
          <a:noFill/>
          <a:ln w="38100" cap="flat" cmpd="sng" algn="ctr">
            <a:solidFill>
              <a:schemeClr val="tx1">
                <a:lumMod val="95000"/>
                <a:lumOff val="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t>Focus on : “Feature” “Pricing” “About” in next slide</a:t>
            </a:r>
          </a:p>
        </p:txBody>
      </p:sp>
      <p:cxnSp>
        <p:nvCxnSpPr>
          <p:cNvPr id="12" name="Connector: Elbow 11">
            <a:extLst>
              <a:ext uri="{FF2B5EF4-FFF2-40B4-BE49-F238E27FC236}">
                <a16:creationId xmlns:a16="http://schemas.microsoft.com/office/drawing/2014/main" id="{CD3D8929-F07D-4BA5-B375-8FBC863E0CA3}"/>
              </a:ext>
            </a:extLst>
          </p:cNvPr>
          <p:cNvCxnSpPr>
            <a:stCxn id="10" idx="1"/>
            <a:endCxn id="9" idx="2"/>
          </p:cNvCxnSpPr>
          <p:nvPr/>
        </p:nvCxnSpPr>
        <p:spPr>
          <a:xfrm rot="10800000">
            <a:off x="2159732" y="5995121"/>
            <a:ext cx="828092" cy="512831"/>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126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6111-E742-4482-947C-809FA38A4BEA}"/>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45FEAA57-9FBA-4A72-8160-DDD7C58A2A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570DCD3-44BB-4EC6-8A3F-71123942ACD0}"/>
              </a:ext>
            </a:extLst>
          </p:cNvPr>
          <p:cNvSpPr>
            <a:spLocks noGrp="1"/>
          </p:cNvSpPr>
          <p:nvPr>
            <p:ph type="sldNum" sz="quarter" idx="12"/>
          </p:nvPr>
        </p:nvSpPr>
        <p:spPr/>
        <p:txBody>
          <a:bodyPr/>
          <a:lstStyle/>
          <a:p>
            <a:fld id="{4F5037F2-DC85-406A-A4EA-1E681A25B4F8}" type="slidenum">
              <a:rPr lang="en-US" smtClean="0"/>
              <a:t>51</a:t>
            </a:fld>
            <a:endParaRPr lang="en-US" dirty="0"/>
          </a:p>
        </p:txBody>
      </p:sp>
      <p:sp>
        <p:nvSpPr>
          <p:cNvPr id="5" name="Date Placeholder 4">
            <a:extLst>
              <a:ext uri="{FF2B5EF4-FFF2-40B4-BE49-F238E27FC236}">
                <a16:creationId xmlns:a16="http://schemas.microsoft.com/office/drawing/2014/main" id="{5DA4A385-5867-4BFA-BC83-ADF4DD10688F}"/>
              </a:ext>
            </a:extLst>
          </p:cNvPr>
          <p:cNvSpPr>
            <a:spLocks noGrp="1"/>
          </p:cNvSpPr>
          <p:nvPr>
            <p:ph type="dt" sz="half" idx="10"/>
          </p:nvPr>
        </p:nvSpPr>
        <p:spPr/>
        <p:txBody>
          <a:bodyPr/>
          <a:lstStyle/>
          <a:p>
            <a:fld id="{06B73F17-435C-4888-859F-9615DB269D69}" type="datetime1">
              <a:rPr lang="en-US" smtClean="0"/>
              <a:t>9/15/2025</a:t>
            </a:fld>
            <a:endParaRPr lang="en-US"/>
          </a:p>
        </p:txBody>
      </p:sp>
      <p:pic>
        <p:nvPicPr>
          <p:cNvPr id="6" name="Picture 5">
            <a:extLst>
              <a:ext uri="{FF2B5EF4-FFF2-40B4-BE49-F238E27FC236}">
                <a16:creationId xmlns:a16="http://schemas.microsoft.com/office/drawing/2014/main" id="{01658940-F5BC-4267-A7B5-96CDC90D858D}"/>
              </a:ext>
            </a:extLst>
          </p:cNvPr>
          <p:cNvPicPr>
            <a:picLocks noChangeAspect="1"/>
          </p:cNvPicPr>
          <p:nvPr/>
        </p:nvPicPr>
        <p:blipFill>
          <a:blip r:embed="rId2"/>
          <a:stretch>
            <a:fillRect/>
          </a:stretch>
        </p:blipFill>
        <p:spPr>
          <a:xfrm>
            <a:off x="0" y="0"/>
            <a:ext cx="9144000" cy="6858000"/>
          </a:xfrm>
          <a:prstGeom prst="rect">
            <a:avLst/>
          </a:prstGeom>
        </p:spPr>
      </p:pic>
      <p:sp>
        <p:nvSpPr>
          <p:cNvPr id="7" name="Rectangle 6">
            <a:extLst>
              <a:ext uri="{FF2B5EF4-FFF2-40B4-BE49-F238E27FC236}">
                <a16:creationId xmlns:a16="http://schemas.microsoft.com/office/drawing/2014/main" id="{601BA069-7D49-410D-8A66-B75D49308117}"/>
              </a:ext>
            </a:extLst>
          </p:cNvPr>
          <p:cNvSpPr/>
          <p:nvPr/>
        </p:nvSpPr>
        <p:spPr>
          <a:xfrm>
            <a:off x="683568" y="1844824"/>
            <a:ext cx="7200800" cy="2448272"/>
          </a:xfrm>
          <a:prstGeom prst="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Oval 7">
            <a:extLst>
              <a:ext uri="{FF2B5EF4-FFF2-40B4-BE49-F238E27FC236}">
                <a16:creationId xmlns:a16="http://schemas.microsoft.com/office/drawing/2014/main" id="{1D662AC7-2297-4231-BA1B-0CE84D078A3E}"/>
              </a:ext>
            </a:extLst>
          </p:cNvPr>
          <p:cNvSpPr/>
          <p:nvPr/>
        </p:nvSpPr>
        <p:spPr>
          <a:xfrm>
            <a:off x="4716016" y="2924944"/>
            <a:ext cx="2448272" cy="10081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Readymade old code   </a:t>
            </a:r>
            <a:endParaRPr lang="en-US" dirty="0">
              <a:solidFill>
                <a:srgbClr val="FFFF00"/>
              </a:solidFill>
            </a:endParaRPr>
          </a:p>
        </p:txBody>
      </p:sp>
      <p:sp>
        <p:nvSpPr>
          <p:cNvPr id="9" name="Rectangle 8">
            <a:extLst>
              <a:ext uri="{FF2B5EF4-FFF2-40B4-BE49-F238E27FC236}">
                <a16:creationId xmlns:a16="http://schemas.microsoft.com/office/drawing/2014/main" id="{887F224B-30AE-4190-844E-E2EDE1BC9122}"/>
              </a:ext>
            </a:extLst>
          </p:cNvPr>
          <p:cNvSpPr/>
          <p:nvPr/>
        </p:nvSpPr>
        <p:spPr>
          <a:xfrm>
            <a:off x="683568" y="4293096"/>
            <a:ext cx="8136582" cy="692696"/>
          </a:xfrm>
          <a:prstGeom prst="rect">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0" name="Oval 9">
            <a:extLst>
              <a:ext uri="{FF2B5EF4-FFF2-40B4-BE49-F238E27FC236}">
                <a16:creationId xmlns:a16="http://schemas.microsoft.com/office/drawing/2014/main" id="{44F071D4-5399-4E95-A32D-7A7F1E852277}"/>
              </a:ext>
            </a:extLst>
          </p:cNvPr>
          <p:cNvSpPr/>
          <p:nvPr/>
        </p:nvSpPr>
        <p:spPr>
          <a:xfrm>
            <a:off x="6516216" y="5082721"/>
            <a:ext cx="2141895" cy="12240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Write your code</a:t>
            </a:r>
          </a:p>
        </p:txBody>
      </p:sp>
    </p:spTree>
    <p:extLst>
      <p:ext uri="{BB962C8B-B14F-4D97-AF65-F5344CB8AC3E}">
        <p14:creationId xmlns:p14="http://schemas.microsoft.com/office/powerpoint/2010/main" val="674603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2000"/>
                                        <p:tgtEl>
                                          <p:spTgt spid="8">
                                            <p:txEl>
                                              <p:pRg st="0" end="0"/>
                                            </p:txEl>
                                          </p:spTgt>
                                        </p:tgtEl>
                                      </p:cBhvr>
                                    </p:animEffect>
                                    <p:anim calcmode="lin" valueType="num">
                                      <p:cBhvr>
                                        <p:cTn id="14" dur="2000" fill="hold"/>
                                        <p:tgtEl>
                                          <p:spTgt spid="8">
                                            <p:txEl>
                                              <p:pRg st="0" end="0"/>
                                            </p:txEl>
                                          </p:spTgt>
                                        </p:tgtEl>
                                        <p:attrNameLst>
                                          <p:attrName>ppt_w</p:attrName>
                                        </p:attrNameLst>
                                      </p:cBhvr>
                                      <p:tavLst>
                                        <p:tav tm="0" fmla="#ppt_w*sin(2.5*pi*$)">
                                          <p:val>
                                            <p:fltVal val="0"/>
                                          </p:val>
                                        </p:tav>
                                        <p:tav tm="100000">
                                          <p:val>
                                            <p:fltVal val="1"/>
                                          </p:val>
                                        </p:tav>
                                      </p:tavLst>
                                    </p:anim>
                                    <p:anim calcmode="lin" valueType="num">
                                      <p:cBhvr>
                                        <p:cTn id="15" dur="2000" fill="hold"/>
                                        <p:tgtEl>
                                          <p:spTgt spid="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308B2-3C6B-40EC-A729-3D45455B5DA5}"/>
              </a:ext>
            </a:extLst>
          </p:cNvPr>
          <p:cNvSpPr>
            <a:spLocks noGrp="1"/>
          </p:cNvSpPr>
          <p:nvPr>
            <p:ph type="title"/>
          </p:nvPr>
        </p:nvSpPr>
        <p:spPr/>
        <p:txBody>
          <a:bodyPr>
            <a:normAutofit fontScale="90000"/>
          </a:bodyPr>
          <a:lstStyle/>
          <a:p>
            <a:r>
              <a:rPr lang="en-US" dirty="0"/>
              <a:t>Icon</a:t>
            </a:r>
          </a:p>
        </p:txBody>
      </p:sp>
      <p:sp>
        <p:nvSpPr>
          <p:cNvPr id="3" name="Content Placeholder 2">
            <a:extLst>
              <a:ext uri="{FF2B5EF4-FFF2-40B4-BE49-F238E27FC236}">
                <a16:creationId xmlns:a16="http://schemas.microsoft.com/office/drawing/2014/main" id="{3003866B-798F-4A8B-AA4A-71431A90961D}"/>
              </a:ext>
            </a:extLst>
          </p:cNvPr>
          <p:cNvSpPr>
            <a:spLocks noGrp="1"/>
          </p:cNvSpPr>
          <p:nvPr>
            <p:ph idx="1"/>
          </p:nvPr>
        </p:nvSpPr>
        <p:spPr>
          <a:xfrm>
            <a:off x="161454" y="980728"/>
            <a:ext cx="8658696" cy="5328592"/>
          </a:xfrm>
        </p:spPr>
        <p:txBody>
          <a:bodyPr/>
          <a:lstStyle/>
          <a:p>
            <a:r>
              <a:rPr lang="en-US" dirty="0"/>
              <a:t>Output</a:t>
            </a:r>
          </a:p>
          <a:p>
            <a:endParaRPr lang="en-US" dirty="0"/>
          </a:p>
          <a:p>
            <a:endParaRPr lang="en-US" dirty="0"/>
          </a:p>
          <a:p>
            <a:endParaRPr lang="en-US" dirty="0"/>
          </a:p>
          <a:p>
            <a:r>
              <a:rPr lang="en-US" dirty="0"/>
              <a:t>Compare with previous one</a:t>
            </a:r>
          </a:p>
        </p:txBody>
      </p:sp>
      <p:sp>
        <p:nvSpPr>
          <p:cNvPr id="4" name="Slide Number Placeholder 3">
            <a:extLst>
              <a:ext uri="{FF2B5EF4-FFF2-40B4-BE49-F238E27FC236}">
                <a16:creationId xmlns:a16="http://schemas.microsoft.com/office/drawing/2014/main" id="{CB9A48AE-7FE0-41BC-97C4-DB768B9E0A00}"/>
              </a:ext>
            </a:extLst>
          </p:cNvPr>
          <p:cNvSpPr>
            <a:spLocks noGrp="1"/>
          </p:cNvSpPr>
          <p:nvPr>
            <p:ph type="sldNum" sz="quarter" idx="12"/>
          </p:nvPr>
        </p:nvSpPr>
        <p:spPr/>
        <p:txBody>
          <a:bodyPr/>
          <a:lstStyle/>
          <a:p>
            <a:fld id="{4F5037F2-DC85-406A-A4EA-1E681A25B4F8}" type="slidenum">
              <a:rPr lang="en-US" smtClean="0"/>
              <a:t>52</a:t>
            </a:fld>
            <a:endParaRPr lang="en-US" dirty="0"/>
          </a:p>
        </p:txBody>
      </p:sp>
      <p:sp>
        <p:nvSpPr>
          <p:cNvPr id="5" name="Date Placeholder 4">
            <a:extLst>
              <a:ext uri="{FF2B5EF4-FFF2-40B4-BE49-F238E27FC236}">
                <a16:creationId xmlns:a16="http://schemas.microsoft.com/office/drawing/2014/main" id="{C0D7622C-465C-40C5-9FE1-8C0D2DEAAEE9}"/>
              </a:ext>
            </a:extLst>
          </p:cNvPr>
          <p:cNvSpPr>
            <a:spLocks noGrp="1"/>
          </p:cNvSpPr>
          <p:nvPr>
            <p:ph type="dt" sz="half" idx="10"/>
          </p:nvPr>
        </p:nvSpPr>
        <p:spPr/>
        <p:txBody>
          <a:bodyPr/>
          <a:lstStyle/>
          <a:p>
            <a:fld id="{ACB4FDCF-094D-476A-8B50-61D5F51AA64D}" type="datetime1">
              <a:rPr lang="en-US" smtClean="0"/>
              <a:t>9/15/2025</a:t>
            </a:fld>
            <a:endParaRPr lang="en-US"/>
          </a:p>
        </p:txBody>
      </p:sp>
      <p:pic>
        <p:nvPicPr>
          <p:cNvPr id="6" name="Picture 5">
            <a:extLst>
              <a:ext uri="{FF2B5EF4-FFF2-40B4-BE49-F238E27FC236}">
                <a16:creationId xmlns:a16="http://schemas.microsoft.com/office/drawing/2014/main" id="{7D376213-33B8-4A8C-9025-36D2D02058F2}"/>
              </a:ext>
            </a:extLst>
          </p:cNvPr>
          <p:cNvPicPr>
            <a:picLocks noChangeAspect="1"/>
          </p:cNvPicPr>
          <p:nvPr/>
        </p:nvPicPr>
        <p:blipFill>
          <a:blip r:embed="rId2"/>
          <a:stretch>
            <a:fillRect/>
          </a:stretch>
        </p:blipFill>
        <p:spPr>
          <a:xfrm>
            <a:off x="0" y="1916832"/>
            <a:ext cx="9144000" cy="792088"/>
          </a:xfrm>
          <a:prstGeom prst="rect">
            <a:avLst/>
          </a:prstGeom>
        </p:spPr>
      </p:pic>
      <p:sp>
        <p:nvSpPr>
          <p:cNvPr id="7" name="Oval 6">
            <a:extLst>
              <a:ext uri="{FF2B5EF4-FFF2-40B4-BE49-F238E27FC236}">
                <a16:creationId xmlns:a16="http://schemas.microsoft.com/office/drawing/2014/main" id="{0ADBDD70-B0FA-4A57-906F-6E751E2D057B}"/>
              </a:ext>
            </a:extLst>
          </p:cNvPr>
          <p:cNvSpPr/>
          <p:nvPr/>
        </p:nvSpPr>
        <p:spPr>
          <a:xfrm>
            <a:off x="2843808" y="1916832"/>
            <a:ext cx="1008112" cy="792088"/>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n w="76200">
                <a:solidFill>
                  <a:schemeClr val="tx1"/>
                </a:solidFill>
              </a:ln>
            </a:endParaRPr>
          </a:p>
        </p:txBody>
      </p:sp>
      <p:pic>
        <p:nvPicPr>
          <p:cNvPr id="8" name="Picture 7">
            <a:extLst>
              <a:ext uri="{FF2B5EF4-FFF2-40B4-BE49-F238E27FC236}">
                <a16:creationId xmlns:a16="http://schemas.microsoft.com/office/drawing/2014/main" id="{1AAE3F1A-B135-4924-8B6D-B9F861FAC9C8}"/>
              </a:ext>
            </a:extLst>
          </p:cNvPr>
          <p:cNvPicPr>
            <a:picLocks noChangeAspect="1"/>
          </p:cNvPicPr>
          <p:nvPr/>
        </p:nvPicPr>
        <p:blipFill>
          <a:blip r:embed="rId3"/>
          <a:stretch>
            <a:fillRect/>
          </a:stretch>
        </p:blipFill>
        <p:spPr>
          <a:xfrm>
            <a:off x="21095" y="4149081"/>
            <a:ext cx="9144000" cy="1505383"/>
          </a:xfrm>
          <a:prstGeom prst="rect">
            <a:avLst/>
          </a:prstGeom>
        </p:spPr>
      </p:pic>
    </p:spTree>
    <p:extLst>
      <p:ext uri="{BB962C8B-B14F-4D97-AF65-F5344CB8AC3E}">
        <p14:creationId xmlns:p14="http://schemas.microsoft.com/office/powerpoint/2010/main" val="91886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ircle(in)">
                                      <p:cBhvr>
                                        <p:cTn id="19"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Affix Property</a:t>
            </a:r>
          </a:p>
        </p:txBody>
      </p:sp>
      <p:sp>
        <p:nvSpPr>
          <p:cNvPr id="3" name="Content Placeholder 2"/>
          <p:cNvSpPr>
            <a:spLocks noGrp="1"/>
          </p:cNvSpPr>
          <p:nvPr>
            <p:ph idx="1"/>
          </p:nvPr>
        </p:nvSpPr>
        <p:spPr/>
        <p:txBody>
          <a:bodyPr/>
          <a:lstStyle/>
          <a:p>
            <a:pPr algn="just"/>
            <a:r>
              <a:rPr lang="en-US" dirty="0"/>
              <a:t>The Affix plugin allows an element to become affixed (locked) to an area on the page. This is often used with navigation menus or social icon buttons, to make them "stick" at a specific area while scrolling up and down the page.</a:t>
            </a:r>
          </a:p>
          <a:p>
            <a:pPr algn="just"/>
            <a:r>
              <a:rPr lang="en-US" dirty="0"/>
              <a:t>Affix property comes in multiple variations such as</a:t>
            </a:r>
          </a:p>
          <a:p>
            <a:pPr lvl="1" algn="just"/>
            <a:r>
              <a:rPr lang="en-US" dirty="0"/>
              <a:t>Class=“fixed-top”</a:t>
            </a:r>
          </a:p>
          <a:p>
            <a:pPr lvl="1" algn="just"/>
            <a:r>
              <a:rPr lang="en-US" dirty="0"/>
              <a:t>data-spy=“</a:t>
            </a:r>
            <a:r>
              <a:rPr lang="en-US" dirty="0" err="1"/>
              <a:t>affic</a:t>
            </a:r>
            <a:r>
              <a:rPr lang="en-US" dirty="0"/>
              <a:t>”</a:t>
            </a:r>
          </a:p>
          <a:p>
            <a:pPr lvl="1" algn="just"/>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53</a:t>
            </a:fld>
            <a:endParaRPr lang="en-US" dirty="0"/>
          </a:p>
        </p:txBody>
      </p:sp>
      <p:sp>
        <p:nvSpPr>
          <p:cNvPr id="5" name="Date Placeholder 4"/>
          <p:cNvSpPr>
            <a:spLocks noGrp="1"/>
          </p:cNvSpPr>
          <p:nvPr>
            <p:ph type="dt" sz="half" idx="10"/>
          </p:nvPr>
        </p:nvSpPr>
        <p:spPr/>
        <p:txBody>
          <a:bodyPr/>
          <a:lstStyle/>
          <a:p>
            <a:fld id="{C44E27C6-B51D-481A-9CB2-F1FF9C018597}" type="datetime1">
              <a:rPr lang="en-US" smtClean="0"/>
              <a:t>9/15/2025</a:t>
            </a:fld>
            <a:endParaRPr lang="en-US"/>
          </a:p>
        </p:txBody>
      </p:sp>
    </p:spTree>
    <p:extLst>
      <p:ext uri="{BB962C8B-B14F-4D97-AF65-F5344CB8AC3E}">
        <p14:creationId xmlns:p14="http://schemas.microsoft.com/office/powerpoint/2010/main" val="40003806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C7FF31-03FD-4AB1-9458-A57F8EA5D88B}"/>
              </a:ext>
            </a:extLst>
          </p:cNvPr>
          <p:cNvPicPr>
            <a:picLocks noChangeAspect="1"/>
          </p:cNvPicPr>
          <p:nvPr/>
        </p:nvPicPr>
        <p:blipFill>
          <a:blip r:embed="rId2"/>
          <a:stretch>
            <a:fillRect/>
          </a:stretch>
        </p:blipFill>
        <p:spPr>
          <a:xfrm>
            <a:off x="-126279" y="0"/>
            <a:ext cx="9270277" cy="6858000"/>
          </a:xfrm>
          <a:prstGeom prst="rect">
            <a:avLst/>
          </a:prstGeom>
        </p:spPr>
      </p:pic>
      <p:sp>
        <p:nvSpPr>
          <p:cNvPr id="5" name="Date Placeholder 4">
            <a:extLst>
              <a:ext uri="{FF2B5EF4-FFF2-40B4-BE49-F238E27FC236}">
                <a16:creationId xmlns:a16="http://schemas.microsoft.com/office/drawing/2014/main" id="{55DBB741-F794-45E6-AF51-67B18ACC99DA}"/>
              </a:ext>
            </a:extLst>
          </p:cNvPr>
          <p:cNvSpPr>
            <a:spLocks noGrp="1"/>
          </p:cNvSpPr>
          <p:nvPr>
            <p:ph type="dt" sz="half" idx="10"/>
          </p:nvPr>
        </p:nvSpPr>
        <p:spPr/>
        <p:txBody>
          <a:bodyPr/>
          <a:lstStyle/>
          <a:p>
            <a:fld id="{0701639A-15F3-4B9F-94F8-7C0CFCE8B4FC}" type="datetime1">
              <a:rPr lang="en-US" smtClean="0"/>
              <a:t>9/15/2025</a:t>
            </a:fld>
            <a:endParaRPr lang="en-US"/>
          </a:p>
        </p:txBody>
      </p:sp>
      <p:sp>
        <p:nvSpPr>
          <p:cNvPr id="4" name="Slide Number Placeholder 3">
            <a:extLst>
              <a:ext uri="{FF2B5EF4-FFF2-40B4-BE49-F238E27FC236}">
                <a16:creationId xmlns:a16="http://schemas.microsoft.com/office/drawing/2014/main" id="{243F9ED8-4BD4-463D-854F-7100DFB5EA1E}"/>
              </a:ext>
            </a:extLst>
          </p:cNvPr>
          <p:cNvSpPr>
            <a:spLocks noGrp="1"/>
          </p:cNvSpPr>
          <p:nvPr>
            <p:ph type="sldNum" sz="quarter" idx="12"/>
          </p:nvPr>
        </p:nvSpPr>
        <p:spPr/>
        <p:txBody>
          <a:bodyPr/>
          <a:lstStyle/>
          <a:p>
            <a:fld id="{4F5037F2-DC85-406A-A4EA-1E681A25B4F8}" type="slidenum">
              <a:rPr lang="en-US" smtClean="0"/>
              <a:t>54</a:t>
            </a:fld>
            <a:endParaRPr lang="en-US" dirty="0"/>
          </a:p>
        </p:txBody>
      </p:sp>
      <p:sp>
        <p:nvSpPr>
          <p:cNvPr id="2" name="Title 1">
            <a:extLst>
              <a:ext uri="{FF2B5EF4-FFF2-40B4-BE49-F238E27FC236}">
                <a16:creationId xmlns:a16="http://schemas.microsoft.com/office/drawing/2014/main" id="{A27C9EF7-57E1-4FFA-8A00-7B284C179643}"/>
              </a:ext>
            </a:extLst>
          </p:cNvPr>
          <p:cNvSpPr>
            <a:spLocks noGrp="1"/>
          </p:cNvSpPr>
          <p:nvPr>
            <p:ph type="title" idx="4294967295"/>
          </p:nvPr>
        </p:nvSpPr>
        <p:spPr>
          <a:xfrm>
            <a:off x="0" y="188913"/>
            <a:ext cx="8640763" cy="487362"/>
          </a:xfrm>
        </p:spPr>
        <p:txBody>
          <a:bodyPr>
            <a:normAutofit fontScale="90000"/>
          </a:bodyPr>
          <a:lstStyle/>
          <a:p>
            <a:r>
              <a:rPr lang="en-US" dirty="0"/>
              <a:t> </a:t>
            </a:r>
          </a:p>
        </p:txBody>
      </p:sp>
      <p:sp>
        <p:nvSpPr>
          <p:cNvPr id="7" name="Rectangle 6">
            <a:extLst>
              <a:ext uri="{FF2B5EF4-FFF2-40B4-BE49-F238E27FC236}">
                <a16:creationId xmlns:a16="http://schemas.microsoft.com/office/drawing/2014/main" id="{A048CFE1-93A6-4681-9A1E-375286FFEC1B}"/>
              </a:ext>
            </a:extLst>
          </p:cNvPr>
          <p:cNvSpPr/>
          <p:nvPr/>
        </p:nvSpPr>
        <p:spPr>
          <a:xfrm>
            <a:off x="179512" y="548681"/>
            <a:ext cx="6696744" cy="648072"/>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Rectangle 7">
            <a:extLst>
              <a:ext uri="{FF2B5EF4-FFF2-40B4-BE49-F238E27FC236}">
                <a16:creationId xmlns:a16="http://schemas.microsoft.com/office/drawing/2014/main" id="{A3253D3C-9477-4F02-9337-565B912EBAED}"/>
              </a:ext>
            </a:extLst>
          </p:cNvPr>
          <p:cNvSpPr/>
          <p:nvPr/>
        </p:nvSpPr>
        <p:spPr>
          <a:xfrm>
            <a:off x="6876256" y="342647"/>
            <a:ext cx="2267743" cy="8541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Get bootstrap.js &amp;jquery.js from google</a:t>
            </a:r>
          </a:p>
        </p:txBody>
      </p:sp>
      <p:sp>
        <p:nvSpPr>
          <p:cNvPr id="10" name="Rectangle 9">
            <a:extLst>
              <a:ext uri="{FF2B5EF4-FFF2-40B4-BE49-F238E27FC236}">
                <a16:creationId xmlns:a16="http://schemas.microsoft.com/office/drawing/2014/main" id="{78BBA1EC-BE1B-4655-BADB-42965C9EC940}"/>
              </a:ext>
            </a:extLst>
          </p:cNvPr>
          <p:cNvSpPr/>
          <p:nvPr/>
        </p:nvSpPr>
        <p:spPr>
          <a:xfrm>
            <a:off x="7668344" y="1412776"/>
            <a:ext cx="1368152" cy="365125"/>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AE1C12B-C7F0-4448-8E8D-4E4CE2A4000F}"/>
                  </a:ext>
                </a:extLst>
              </p14:cNvPr>
              <p14:cNvContentPartPr/>
              <p14:nvPr/>
            </p14:nvContentPartPr>
            <p14:xfrm>
              <a:off x="8013960" y="1276200"/>
              <a:ext cx="349560" cy="273600"/>
            </p14:xfrm>
          </p:contentPart>
        </mc:Choice>
        <mc:Fallback xmlns="">
          <p:pic>
            <p:nvPicPr>
              <p:cNvPr id="3" name="Ink 2">
                <a:extLst>
                  <a:ext uri="{FF2B5EF4-FFF2-40B4-BE49-F238E27FC236}">
                    <a16:creationId xmlns:a16="http://schemas.microsoft.com/office/drawing/2014/main" id="{FAE1C12B-C7F0-4448-8E8D-4E4CE2A4000F}"/>
                  </a:ext>
                </a:extLst>
              </p:cNvPr>
              <p:cNvPicPr/>
              <p:nvPr/>
            </p:nvPicPr>
            <p:blipFill>
              <a:blip r:embed="rId4"/>
              <a:stretch>
                <a:fillRect/>
              </a:stretch>
            </p:blipFill>
            <p:spPr>
              <a:xfrm>
                <a:off x="8004600" y="1266840"/>
                <a:ext cx="368280" cy="292320"/>
              </a:xfrm>
              <a:prstGeom prst="rect">
                <a:avLst/>
              </a:prstGeom>
            </p:spPr>
          </p:pic>
        </mc:Fallback>
      </mc:AlternateContent>
    </p:spTree>
    <p:extLst>
      <p:ext uri="{BB962C8B-B14F-4D97-AF65-F5344CB8AC3E}">
        <p14:creationId xmlns:p14="http://schemas.microsoft.com/office/powerpoint/2010/main" val="1873797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4E71C4-6455-4A0B-BFB9-4699C5FA5441}"/>
              </a:ext>
            </a:extLst>
          </p:cNvPr>
          <p:cNvPicPr>
            <a:picLocks noChangeAspect="1"/>
          </p:cNvPicPr>
          <p:nvPr/>
        </p:nvPicPr>
        <p:blipFill rotWithShape="1">
          <a:blip r:embed="rId2"/>
          <a:srcRect t="19360"/>
          <a:stretch/>
        </p:blipFill>
        <p:spPr>
          <a:xfrm>
            <a:off x="-28398" y="965336"/>
            <a:ext cx="9144000" cy="2463664"/>
          </a:xfrm>
          <a:prstGeom prst="rect">
            <a:avLst/>
          </a:prstGeom>
        </p:spPr>
      </p:pic>
      <p:sp>
        <p:nvSpPr>
          <p:cNvPr id="3" name="Rectangle 2">
            <a:extLst>
              <a:ext uri="{FF2B5EF4-FFF2-40B4-BE49-F238E27FC236}">
                <a16:creationId xmlns:a16="http://schemas.microsoft.com/office/drawing/2014/main" id="{6326B76E-3345-4F62-853B-09A42CE70B7D}"/>
              </a:ext>
            </a:extLst>
          </p:cNvPr>
          <p:cNvSpPr/>
          <p:nvPr/>
        </p:nvSpPr>
        <p:spPr>
          <a:xfrm>
            <a:off x="683568" y="4221088"/>
            <a:ext cx="7632848" cy="2088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You are scrolling the page but, nav-bar is still visible!!!!!!!!</a:t>
            </a:r>
          </a:p>
        </p:txBody>
      </p:sp>
      <p:cxnSp>
        <p:nvCxnSpPr>
          <p:cNvPr id="5" name="Straight Arrow Connector 4">
            <a:extLst>
              <a:ext uri="{FF2B5EF4-FFF2-40B4-BE49-F238E27FC236}">
                <a16:creationId xmlns:a16="http://schemas.microsoft.com/office/drawing/2014/main" id="{66C0EA05-9D32-40CF-9D3B-AD6C01717878}"/>
              </a:ext>
            </a:extLst>
          </p:cNvPr>
          <p:cNvCxnSpPr>
            <a:cxnSpLocks/>
            <a:stCxn id="3" idx="0"/>
          </p:cNvCxnSpPr>
          <p:nvPr/>
        </p:nvCxnSpPr>
        <p:spPr>
          <a:xfrm flipV="1">
            <a:off x="4499992" y="2204864"/>
            <a:ext cx="4392488" cy="20162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4AA6B978-9A79-4DA2-8E0D-0FC9B40B95C2}"/>
              </a:ext>
            </a:extLst>
          </p:cNvPr>
          <p:cNvCxnSpPr>
            <a:cxnSpLocks/>
            <a:stCxn id="3" idx="0"/>
          </p:cNvCxnSpPr>
          <p:nvPr/>
        </p:nvCxnSpPr>
        <p:spPr>
          <a:xfrm flipV="1">
            <a:off x="4499992" y="1757424"/>
            <a:ext cx="144016" cy="24636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70021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Affix Property</a:t>
            </a:r>
          </a:p>
        </p:txBody>
      </p:sp>
      <p:sp>
        <p:nvSpPr>
          <p:cNvPr id="3" name="Content Placeholder 2"/>
          <p:cNvSpPr>
            <a:spLocks noGrp="1"/>
          </p:cNvSpPr>
          <p:nvPr>
            <p:ph idx="1"/>
          </p:nvPr>
        </p:nvSpPr>
        <p:spPr/>
        <p:txBody>
          <a:bodyPr/>
          <a:lstStyle/>
          <a:p>
            <a:r>
              <a:rPr lang="en-US" dirty="0"/>
              <a:t>Example</a:t>
            </a:r>
          </a:p>
        </p:txBody>
      </p:sp>
      <p:sp>
        <p:nvSpPr>
          <p:cNvPr id="4" name="Slide Number Placeholder 3"/>
          <p:cNvSpPr>
            <a:spLocks noGrp="1"/>
          </p:cNvSpPr>
          <p:nvPr>
            <p:ph type="sldNum" sz="quarter" idx="12"/>
          </p:nvPr>
        </p:nvSpPr>
        <p:spPr/>
        <p:txBody>
          <a:bodyPr/>
          <a:lstStyle/>
          <a:p>
            <a:fld id="{4F5037F2-DC85-406A-A4EA-1E681A25B4F8}" type="slidenum">
              <a:rPr lang="en-US" smtClean="0"/>
              <a:t>56</a:t>
            </a:fld>
            <a:endParaRPr lang="en-US" dirty="0"/>
          </a:p>
        </p:txBody>
      </p:sp>
      <p:sp>
        <p:nvSpPr>
          <p:cNvPr id="5" name="Date Placeholder 4"/>
          <p:cNvSpPr>
            <a:spLocks noGrp="1"/>
          </p:cNvSpPr>
          <p:nvPr>
            <p:ph type="dt" sz="half" idx="10"/>
          </p:nvPr>
        </p:nvSpPr>
        <p:spPr/>
        <p:txBody>
          <a:bodyPr/>
          <a:lstStyle/>
          <a:p>
            <a:fld id="{CE42BB7F-A269-43BD-A8FC-7B5E8AE7BDA2}" type="datetime1">
              <a:rPr lang="en-US" smtClean="0"/>
              <a:t>9/15/2025</a:t>
            </a:fld>
            <a:endParaRPr lang="en-US"/>
          </a:p>
        </p:txBody>
      </p:sp>
      <p:pic>
        <p:nvPicPr>
          <p:cNvPr id="6" name="Picture 5"/>
          <p:cNvPicPr>
            <a:picLocks noChangeAspect="1"/>
          </p:cNvPicPr>
          <p:nvPr/>
        </p:nvPicPr>
        <p:blipFill>
          <a:blip r:embed="rId2"/>
          <a:stretch>
            <a:fillRect/>
          </a:stretch>
        </p:blipFill>
        <p:spPr>
          <a:xfrm>
            <a:off x="2752725" y="797399"/>
            <a:ext cx="6391275" cy="52959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0F1528B8-C924-425F-A1AD-FF2A84CE3B31}"/>
                  </a:ext>
                </a:extLst>
              </p14:cNvPr>
              <p14:cNvContentPartPr/>
              <p14:nvPr/>
            </p14:nvContentPartPr>
            <p14:xfrm>
              <a:off x="6985080" y="1327320"/>
              <a:ext cx="1530720" cy="285840"/>
            </p14:xfrm>
          </p:contentPart>
        </mc:Choice>
        <mc:Fallback xmlns="">
          <p:pic>
            <p:nvPicPr>
              <p:cNvPr id="7" name="Ink 6">
                <a:extLst>
                  <a:ext uri="{FF2B5EF4-FFF2-40B4-BE49-F238E27FC236}">
                    <a16:creationId xmlns:a16="http://schemas.microsoft.com/office/drawing/2014/main" id="{0F1528B8-C924-425F-A1AD-FF2A84CE3B31}"/>
                  </a:ext>
                </a:extLst>
              </p:cNvPr>
              <p:cNvPicPr/>
              <p:nvPr/>
            </p:nvPicPr>
            <p:blipFill>
              <a:blip r:embed="rId4"/>
              <a:stretch>
                <a:fillRect/>
              </a:stretch>
            </p:blipFill>
            <p:spPr>
              <a:xfrm>
                <a:off x="6975720" y="1317960"/>
                <a:ext cx="1549440" cy="304560"/>
              </a:xfrm>
              <a:prstGeom prst="rect">
                <a:avLst/>
              </a:prstGeom>
            </p:spPr>
          </p:pic>
        </mc:Fallback>
      </mc:AlternateContent>
    </p:spTree>
    <p:extLst>
      <p:ext uri="{BB962C8B-B14F-4D97-AF65-F5344CB8AC3E}">
        <p14:creationId xmlns:p14="http://schemas.microsoft.com/office/powerpoint/2010/main" val="38174704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Affix Property</a:t>
            </a:r>
          </a:p>
        </p:txBody>
      </p:sp>
      <p:sp>
        <p:nvSpPr>
          <p:cNvPr id="3" name="Content Placeholder 2"/>
          <p:cNvSpPr>
            <a:spLocks noGrp="1"/>
          </p:cNvSpPr>
          <p:nvPr>
            <p:ph idx="1"/>
          </p:nvPr>
        </p:nvSpPr>
        <p:spPr/>
        <p:txBody>
          <a:bodyPr/>
          <a:lstStyle/>
          <a:p>
            <a:r>
              <a:rPr lang="en-US" dirty="0"/>
              <a:t>Output </a:t>
            </a:r>
          </a:p>
        </p:txBody>
      </p:sp>
      <p:sp>
        <p:nvSpPr>
          <p:cNvPr id="4" name="Slide Number Placeholder 3"/>
          <p:cNvSpPr>
            <a:spLocks noGrp="1"/>
          </p:cNvSpPr>
          <p:nvPr>
            <p:ph type="sldNum" sz="quarter" idx="12"/>
          </p:nvPr>
        </p:nvSpPr>
        <p:spPr/>
        <p:txBody>
          <a:bodyPr/>
          <a:lstStyle/>
          <a:p>
            <a:fld id="{4F5037F2-DC85-406A-A4EA-1E681A25B4F8}" type="slidenum">
              <a:rPr lang="en-US" smtClean="0"/>
              <a:t>57</a:t>
            </a:fld>
            <a:endParaRPr lang="en-US" dirty="0"/>
          </a:p>
        </p:txBody>
      </p:sp>
      <p:sp>
        <p:nvSpPr>
          <p:cNvPr id="5" name="Date Placeholder 4"/>
          <p:cNvSpPr>
            <a:spLocks noGrp="1"/>
          </p:cNvSpPr>
          <p:nvPr>
            <p:ph type="dt" sz="half" idx="10"/>
          </p:nvPr>
        </p:nvSpPr>
        <p:spPr/>
        <p:txBody>
          <a:bodyPr/>
          <a:lstStyle/>
          <a:p>
            <a:fld id="{CC52B4A2-E053-4828-BDED-CD4DC6971AD6}" type="datetime1">
              <a:rPr lang="en-US" smtClean="0"/>
              <a:t>9/15/2025</a:t>
            </a:fld>
            <a:endParaRPr lang="en-US"/>
          </a:p>
        </p:txBody>
      </p:sp>
      <p:pic>
        <p:nvPicPr>
          <p:cNvPr id="6" name="Picture 5"/>
          <p:cNvPicPr>
            <a:picLocks noChangeAspect="1"/>
          </p:cNvPicPr>
          <p:nvPr/>
        </p:nvPicPr>
        <p:blipFill>
          <a:blip r:embed="rId2"/>
          <a:stretch>
            <a:fillRect/>
          </a:stretch>
        </p:blipFill>
        <p:spPr>
          <a:xfrm>
            <a:off x="1259632" y="2019022"/>
            <a:ext cx="7792244" cy="4772025"/>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808892F-76B4-4A90-92A5-523A5A30BB98}"/>
                  </a:ext>
                </a:extLst>
              </p14:cNvPr>
              <p14:cNvContentPartPr/>
              <p14:nvPr/>
            </p14:nvContentPartPr>
            <p14:xfrm>
              <a:off x="1562400" y="2019240"/>
              <a:ext cx="1149480" cy="1651320"/>
            </p14:xfrm>
          </p:contentPart>
        </mc:Choice>
        <mc:Fallback xmlns="">
          <p:pic>
            <p:nvPicPr>
              <p:cNvPr id="7" name="Ink 6">
                <a:extLst>
                  <a:ext uri="{FF2B5EF4-FFF2-40B4-BE49-F238E27FC236}">
                    <a16:creationId xmlns:a16="http://schemas.microsoft.com/office/drawing/2014/main" id="{7808892F-76B4-4A90-92A5-523A5A30BB98}"/>
                  </a:ext>
                </a:extLst>
              </p:cNvPr>
              <p:cNvPicPr/>
              <p:nvPr/>
            </p:nvPicPr>
            <p:blipFill>
              <a:blip r:embed="rId4"/>
              <a:stretch>
                <a:fillRect/>
              </a:stretch>
            </p:blipFill>
            <p:spPr>
              <a:xfrm>
                <a:off x="1553040" y="2009880"/>
                <a:ext cx="1168200" cy="1670040"/>
              </a:xfrm>
              <a:prstGeom prst="rect">
                <a:avLst/>
              </a:prstGeom>
            </p:spPr>
          </p:pic>
        </mc:Fallback>
      </mc:AlternateContent>
    </p:spTree>
    <p:extLst>
      <p:ext uri="{BB962C8B-B14F-4D97-AF65-F5344CB8AC3E}">
        <p14:creationId xmlns:p14="http://schemas.microsoft.com/office/powerpoint/2010/main" val="7049326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DAE5-6A8C-4C2D-8DEF-D2FC9717482B}"/>
              </a:ext>
            </a:extLst>
          </p:cNvPr>
          <p:cNvSpPr>
            <a:spLocks noGrp="1"/>
          </p:cNvSpPr>
          <p:nvPr>
            <p:ph type="title"/>
          </p:nvPr>
        </p:nvSpPr>
        <p:spPr/>
        <p:txBody>
          <a:bodyPr>
            <a:normAutofit fontScale="90000"/>
          </a:bodyPr>
          <a:lstStyle/>
          <a:p>
            <a:r>
              <a:rPr lang="en-US" dirty="0"/>
              <a:t>Filter Element</a:t>
            </a:r>
          </a:p>
        </p:txBody>
      </p:sp>
      <p:sp>
        <p:nvSpPr>
          <p:cNvPr id="3" name="Content Placeholder 2">
            <a:extLst>
              <a:ext uri="{FF2B5EF4-FFF2-40B4-BE49-F238E27FC236}">
                <a16:creationId xmlns:a16="http://schemas.microsoft.com/office/drawing/2014/main" id="{F2E2376D-4F61-49D7-956F-E74FC74DA881}"/>
              </a:ext>
            </a:extLst>
          </p:cNvPr>
          <p:cNvSpPr>
            <a:spLocks noGrp="1"/>
          </p:cNvSpPr>
          <p:nvPr>
            <p:ph idx="1"/>
          </p:nvPr>
        </p:nvSpPr>
        <p:spPr/>
        <p:txBody>
          <a:bodyPr/>
          <a:lstStyle/>
          <a:p>
            <a:r>
              <a:rPr lang="en-US" dirty="0"/>
              <a:t>Filter element in HTML document can help to filter required elements and hide all other elements from the document. For example</a:t>
            </a:r>
          </a:p>
          <a:p>
            <a:pPr lvl="1"/>
            <a:r>
              <a:rPr lang="en-US" dirty="0"/>
              <a:t>See next slide</a:t>
            </a:r>
          </a:p>
        </p:txBody>
      </p:sp>
      <p:sp>
        <p:nvSpPr>
          <p:cNvPr id="4" name="Slide Number Placeholder 3">
            <a:extLst>
              <a:ext uri="{FF2B5EF4-FFF2-40B4-BE49-F238E27FC236}">
                <a16:creationId xmlns:a16="http://schemas.microsoft.com/office/drawing/2014/main" id="{C37166DA-990F-489B-9771-E8F48429A069}"/>
              </a:ext>
            </a:extLst>
          </p:cNvPr>
          <p:cNvSpPr>
            <a:spLocks noGrp="1"/>
          </p:cNvSpPr>
          <p:nvPr>
            <p:ph type="sldNum" sz="quarter" idx="12"/>
          </p:nvPr>
        </p:nvSpPr>
        <p:spPr/>
        <p:txBody>
          <a:bodyPr/>
          <a:lstStyle/>
          <a:p>
            <a:fld id="{4F5037F2-DC85-406A-A4EA-1E681A25B4F8}" type="slidenum">
              <a:rPr lang="en-US" smtClean="0"/>
              <a:t>58</a:t>
            </a:fld>
            <a:endParaRPr lang="en-US" dirty="0"/>
          </a:p>
        </p:txBody>
      </p:sp>
      <p:sp>
        <p:nvSpPr>
          <p:cNvPr id="5" name="Date Placeholder 4">
            <a:extLst>
              <a:ext uri="{FF2B5EF4-FFF2-40B4-BE49-F238E27FC236}">
                <a16:creationId xmlns:a16="http://schemas.microsoft.com/office/drawing/2014/main" id="{922F0B44-1227-4AE4-AB10-8CAA5F6982BE}"/>
              </a:ext>
            </a:extLst>
          </p:cNvPr>
          <p:cNvSpPr>
            <a:spLocks noGrp="1"/>
          </p:cNvSpPr>
          <p:nvPr>
            <p:ph type="dt" sz="half" idx="10"/>
          </p:nvPr>
        </p:nvSpPr>
        <p:spPr/>
        <p:txBody>
          <a:bodyPr/>
          <a:lstStyle/>
          <a:p>
            <a:fld id="{6FF49C41-95AD-4854-8165-E5E22BE9AFFD}" type="datetime1">
              <a:rPr lang="en-US" smtClean="0"/>
              <a:t>9/15/2025</a:t>
            </a:fld>
            <a:endParaRPr lang="en-US"/>
          </a:p>
        </p:txBody>
      </p:sp>
    </p:spTree>
    <p:extLst>
      <p:ext uri="{BB962C8B-B14F-4D97-AF65-F5344CB8AC3E}">
        <p14:creationId xmlns:p14="http://schemas.microsoft.com/office/powerpoint/2010/main" val="41849334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E4CE7CD-F156-45B8-831C-BB7AB03D2050}"/>
              </a:ext>
            </a:extLst>
          </p:cNvPr>
          <p:cNvSpPr>
            <a:spLocks noGrp="1"/>
          </p:cNvSpPr>
          <p:nvPr>
            <p:ph type="dt" sz="half" idx="10"/>
          </p:nvPr>
        </p:nvSpPr>
        <p:spPr/>
        <p:txBody>
          <a:bodyPr/>
          <a:lstStyle/>
          <a:p>
            <a:fld id="{5C1E5A81-8660-4CB0-BFA2-D30655B8075D}" type="datetime1">
              <a:rPr lang="en-US" smtClean="0"/>
              <a:t>9/15/2025</a:t>
            </a:fld>
            <a:endParaRPr lang="en-US"/>
          </a:p>
        </p:txBody>
      </p:sp>
      <p:sp>
        <p:nvSpPr>
          <p:cNvPr id="4" name="Slide Number Placeholder 3">
            <a:extLst>
              <a:ext uri="{FF2B5EF4-FFF2-40B4-BE49-F238E27FC236}">
                <a16:creationId xmlns:a16="http://schemas.microsoft.com/office/drawing/2014/main" id="{ADFD2D6C-D0AA-4449-9517-9F8C1C20C8AD}"/>
              </a:ext>
            </a:extLst>
          </p:cNvPr>
          <p:cNvSpPr>
            <a:spLocks noGrp="1"/>
          </p:cNvSpPr>
          <p:nvPr>
            <p:ph type="sldNum" sz="quarter" idx="12"/>
          </p:nvPr>
        </p:nvSpPr>
        <p:spPr/>
        <p:txBody>
          <a:bodyPr/>
          <a:lstStyle/>
          <a:p>
            <a:fld id="{4F5037F2-DC85-406A-A4EA-1E681A25B4F8}" type="slidenum">
              <a:rPr lang="en-US" smtClean="0"/>
              <a:t>59</a:t>
            </a:fld>
            <a:endParaRPr lang="en-US" dirty="0"/>
          </a:p>
        </p:txBody>
      </p:sp>
      <p:pic>
        <p:nvPicPr>
          <p:cNvPr id="6" name="Picture 5">
            <a:extLst>
              <a:ext uri="{FF2B5EF4-FFF2-40B4-BE49-F238E27FC236}">
                <a16:creationId xmlns:a16="http://schemas.microsoft.com/office/drawing/2014/main" id="{20F979AD-FB83-4AF0-B6CD-6E638BC72567}"/>
              </a:ext>
            </a:extLst>
          </p:cNvPr>
          <p:cNvPicPr>
            <a:picLocks noChangeAspect="1"/>
          </p:cNvPicPr>
          <p:nvPr/>
        </p:nvPicPr>
        <p:blipFill>
          <a:blip r:embed="rId2"/>
          <a:stretch>
            <a:fillRect/>
          </a:stretch>
        </p:blipFill>
        <p:spPr>
          <a:xfrm>
            <a:off x="0" y="0"/>
            <a:ext cx="9144000" cy="6858000"/>
          </a:xfrm>
          <a:prstGeom prst="rect">
            <a:avLst/>
          </a:prstGeom>
        </p:spPr>
      </p:pic>
      <p:sp>
        <p:nvSpPr>
          <p:cNvPr id="7" name="Rectangle: Rounded Corners 6">
            <a:extLst>
              <a:ext uri="{FF2B5EF4-FFF2-40B4-BE49-F238E27FC236}">
                <a16:creationId xmlns:a16="http://schemas.microsoft.com/office/drawing/2014/main" id="{B5174165-7B8D-4E88-BAB9-3CD6F1101B6C}"/>
              </a:ext>
            </a:extLst>
          </p:cNvPr>
          <p:cNvSpPr/>
          <p:nvPr/>
        </p:nvSpPr>
        <p:spPr>
          <a:xfrm>
            <a:off x="5508104" y="2348880"/>
            <a:ext cx="1440160" cy="216024"/>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20BDDD5C-C63C-4479-9462-D434FEDEC85C}"/>
              </a:ext>
            </a:extLst>
          </p:cNvPr>
          <p:cNvSpPr/>
          <p:nvPr/>
        </p:nvSpPr>
        <p:spPr>
          <a:xfrm>
            <a:off x="2374776" y="3861048"/>
            <a:ext cx="432048" cy="197904"/>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60568209-8063-486F-93B7-C3E5D77D73D4}"/>
              </a:ext>
            </a:extLst>
          </p:cNvPr>
          <p:cNvSpPr/>
          <p:nvPr/>
        </p:nvSpPr>
        <p:spPr>
          <a:xfrm>
            <a:off x="2374776" y="4527240"/>
            <a:ext cx="432048" cy="197904"/>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F41946E2-F9B7-45EB-AE5E-81A0BEB290C6}"/>
              </a:ext>
            </a:extLst>
          </p:cNvPr>
          <p:cNvSpPr/>
          <p:nvPr/>
        </p:nvSpPr>
        <p:spPr>
          <a:xfrm>
            <a:off x="2411760" y="5085184"/>
            <a:ext cx="432048" cy="197904"/>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65F3C623-48F9-4050-BEBA-E65365D6432A}"/>
              </a:ext>
            </a:extLst>
          </p:cNvPr>
          <p:cNvSpPr/>
          <p:nvPr/>
        </p:nvSpPr>
        <p:spPr>
          <a:xfrm>
            <a:off x="2411760" y="5751376"/>
            <a:ext cx="432048" cy="197904"/>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Rectangle 11">
            <a:extLst>
              <a:ext uri="{FF2B5EF4-FFF2-40B4-BE49-F238E27FC236}">
                <a16:creationId xmlns:a16="http://schemas.microsoft.com/office/drawing/2014/main" id="{12C2BA16-5BE7-4277-879B-53017CE69889}"/>
              </a:ext>
            </a:extLst>
          </p:cNvPr>
          <p:cNvSpPr/>
          <p:nvPr/>
        </p:nvSpPr>
        <p:spPr>
          <a:xfrm>
            <a:off x="4860032" y="4365104"/>
            <a:ext cx="3826768" cy="19912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If you clicked here, then all elements with class “.all” will be visible</a:t>
            </a:r>
          </a:p>
        </p:txBody>
      </p:sp>
      <p:cxnSp>
        <p:nvCxnSpPr>
          <p:cNvPr id="14" name="Straight Arrow Connector 13">
            <a:extLst>
              <a:ext uri="{FF2B5EF4-FFF2-40B4-BE49-F238E27FC236}">
                <a16:creationId xmlns:a16="http://schemas.microsoft.com/office/drawing/2014/main" id="{76B5C628-D74C-4783-9A84-65FDF1AD9F5B}"/>
              </a:ext>
            </a:extLst>
          </p:cNvPr>
          <p:cNvCxnSpPr>
            <a:endCxn id="7" idx="2"/>
          </p:cNvCxnSpPr>
          <p:nvPr/>
        </p:nvCxnSpPr>
        <p:spPr>
          <a:xfrm flipH="1" flipV="1">
            <a:off x="6228184" y="2564904"/>
            <a:ext cx="504056" cy="172819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61224438-5A14-4CD9-B55E-567E027BF947}"/>
              </a:ext>
            </a:extLst>
          </p:cNvPr>
          <p:cNvCxnSpPr>
            <a:cxnSpLocks/>
          </p:cNvCxnSpPr>
          <p:nvPr/>
        </p:nvCxnSpPr>
        <p:spPr>
          <a:xfrm flipH="1" flipV="1">
            <a:off x="3563888" y="4058952"/>
            <a:ext cx="1296144" cy="137378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7" name="Straight Arrow Connector 16">
            <a:extLst>
              <a:ext uri="{FF2B5EF4-FFF2-40B4-BE49-F238E27FC236}">
                <a16:creationId xmlns:a16="http://schemas.microsoft.com/office/drawing/2014/main" id="{B41F45CD-3312-4AD5-BDA3-8720B6F63813}"/>
              </a:ext>
            </a:extLst>
          </p:cNvPr>
          <p:cNvCxnSpPr>
            <a:cxnSpLocks/>
          </p:cNvCxnSpPr>
          <p:nvPr/>
        </p:nvCxnSpPr>
        <p:spPr>
          <a:xfrm flipH="1" flipV="1">
            <a:off x="2843808" y="4725145"/>
            <a:ext cx="2016224" cy="70758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0" name="Straight Arrow Connector 19">
            <a:extLst>
              <a:ext uri="{FF2B5EF4-FFF2-40B4-BE49-F238E27FC236}">
                <a16:creationId xmlns:a16="http://schemas.microsoft.com/office/drawing/2014/main" id="{75C823FE-60A8-4FDC-82B4-168DF08EDB94}"/>
              </a:ext>
            </a:extLst>
          </p:cNvPr>
          <p:cNvCxnSpPr>
            <a:cxnSpLocks/>
          </p:cNvCxnSpPr>
          <p:nvPr/>
        </p:nvCxnSpPr>
        <p:spPr>
          <a:xfrm flipH="1" flipV="1">
            <a:off x="2806824" y="5283088"/>
            <a:ext cx="2053208" cy="149647"/>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3" name="Straight Arrow Connector 22">
            <a:extLst>
              <a:ext uri="{FF2B5EF4-FFF2-40B4-BE49-F238E27FC236}">
                <a16:creationId xmlns:a16="http://schemas.microsoft.com/office/drawing/2014/main" id="{A0D8C88F-B525-490F-BEBC-365F343C6B1C}"/>
              </a:ext>
            </a:extLst>
          </p:cNvPr>
          <p:cNvCxnSpPr>
            <a:cxnSpLocks/>
          </p:cNvCxnSpPr>
          <p:nvPr/>
        </p:nvCxnSpPr>
        <p:spPr>
          <a:xfrm flipH="1">
            <a:off x="2806824" y="5480993"/>
            <a:ext cx="2053208" cy="30615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D4F2903-6CC2-447C-8E91-47F500B0AD7A}"/>
                  </a:ext>
                </a:extLst>
              </p14:cNvPr>
              <p14:cNvContentPartPr/>
              <p14:nvPr/>
            </p14:nvContentPartPr>
            <p14:xfrm>
              <a:off x="2470320" y="2546280"/>
              <a:ext cx="4426200" cy="2273760"/>
            </p14:xfrm>
          </p:contentPart>
        </mc:Choice>
        <mc:Fallback xmlns="">
          <p:pic>
            <p:nvPicPr>
              <p:cNvPr id="2" name="Ink 1">
                <a:extLst>
                  <a:ext uri="{FF2B5EF4-FFF2-40B4-BE49-F238E27FC236}">
                    <a16:creationId xmlns:a16="http://schemas.microsoft.com/office/drawing/2014/main" id="{5D4F2903-6CC2-447C-8E91-47F500B0AD7A}"/>
                  </a:ext>
                </a:extLst>
              </p:cNvPr>
              <p:cNvPicPr/>
              <p:nvPr/>
            </p:nvPicPr>
            <p:blipFill>
              <a:blip r:embed="rId4"/>
              <a:stretch>
                <a:fillRect/>
              </a:stretch>
            </p:blipFill>
            <p:spPr>
              <a:xfrm>
                <a:off x="2460960" y="2536920"/>
                <a:ext cx="4444920" cy="2292480"/>
              </a:xfrm>
              <a:prstGeom prst="rect">
                <a:avLst/>
              </a:prstGeom>
            </p:spPr>
          </p:pic>
        </mc:Fallback>
      </mc:AlternateContent>
    </p:spTree>
    <p:extLst>
      <p:ext uri="{BB962C8B-B14F-4D97-AF65-F5344CB8AC3E}">
        <p14:creationId xmlns:p14="http://schemas.microsoft.com/office/powerpoint/2010/main" val="197792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E4CE7CD-F156-45B8-831C-BB7AB03D2050}"/>
              </a:ext>
            </a:extLst>
          </p:cNvPr>
          <p:cNvSpPr>
            <a:spLocks noGrp="1"/>
          </p:cNvSpPr>
          <p:nvPr>
            <p:ph type="dt" sz="half" idx="10"/>
          </p:nvPr>
        </p:nvSpPr>
        <p:spPr/>
        <p:txBody>
          <a:bodyPr/>
          <a:lstStyle/>
          <a:p>
            <a:fld id="{5C1E5A81-8660-4CB0-BFA2-D30655B8075D}" type="datetime1">
              <a:rPr lang="en-US" smtClean="0"/>
              <a:t>9/15/2025</a:t>
            </a:fld>
            <a:endParaRPr lang="en-US"/>
          </a:p>
        </p:txBody>
      </p:sp>
      <p:sp>
        <p:nvSpPr>
          <p:cNvPr id="4" name="Slide Number Placeholder 3">
            <a:extLst>
              <a:ext uri="{FF2B5EF4-FFF2-40B4-BE49-F238E27FC236}">
                <a16:creationId xmlns:a16="http://schemas.microsoft.com/office/drawing/2014/main" id="{ADFD2D6C-D0AA-4449-9517-9F8C1C20C8AD}"/>
              </a:ext>
            </a:extLst>
          </p:cNvPr>
          <p:cNvSpPr>
            <a:spLocks noGrp="1"/>
          </p:cNvSpPr>
          <p:nvPr>
            <p:ph type="sldNum" sz="quarter" idx="12"/>
          </p:nvPr>
        </p:nvSpPr>
        <p:spPr/>
        <p:txBody>
          <a:bodyPr/>
          <a:lstStyle/>
          <a:p>
            <a:fld id="{4F5037F2-DC85-406A-A4EA-1E681A25B4F8}" type="slidenum">
              <a:rPr lang="en-US" smtClean="0"/>
              <a:t>60</a:t>
            </a:fld>
            <a:endParaRPr lang="en-US" dirty="0"/>
          </a:p>
        </p:txBody>
      </p:sp>
      <p:pic>
        <p:nvPicPr>
          <p:cNvPr id="6" name="Picture 5">
            <a:extLst>
              <a:ext uri="{FF2B5EF4-FFF2-40B4-BE49-F238E27FC236}">
                <a16:creationId xmlns:a16="http://schemas.microsoft.com/office/drawing/2014/main" id="{20F979AD-FB83-4AF0-B6CD-6E638BC72567}"/>
              </a:ext>
            </a:extLst>
          </p:cNvPr>
          <p:cNvPicPr>
            <a:picLocks noChangeAspect="1"/>
          </p:cNvPicPr>
          <p:nvPr/>
        </p:nvPicPr>
        <p:blipFill>
          <a:blip r:embed="rId2"/>
          <a:stretch>
            <a:fillRect/>
          </a:stretch>
        </p:blipFill>
        <p:spPr>
          <a:xfrm>
            <a:off x="0" y="0"/>
            <a:ext cx="9144000" cy="6858000"/>
          </a:xfrm>
          <a:prstGeom prst="rect">
            <a:avLst/>
          </a:prstGeom>
        </p:spPr>
      </p:pic>
      <p:sp>
        <p:nvSpPr>
          <p:cNvPr id="7" name="Rectangle: Rounded Corners 6">
            <a:extLst>
              <a:ext uri="{FF2B5EF4-FFF2-40B4-BE49-F238E27FC236}">
                <a16:creationId xmlns:a16="http://schemas.microsoft.com/office/drawing/2014/main" id="{B5174165-7B8D-4E88-BAB9-3CD6F1101B6C}"/>
              </a:ext>
            </a:extLst>
          </p:cNvPr>
          <p:cNvSpPr/>
          <p:nvPr/>
        </p:nvSpPr>
        <p:spPr>
          <a:xfrm>
            <a:off x="5508104" y="2536390"/>
            <a:ext cx="1872208" cy="244538"/>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20BDDD5C-C63C-4479-9462-D434FEDEC85C}"/>
              </a:ext>
            </a:extLst>
          </p:cNvPr>
          <p:cNvSpPr/>
          <p:nvPr/>
        </p:nvSpPr>
        <p:spPr>
          <a:xfrm>
            <a:off x="2734816" y="3861048"/>
            <a:ext cx="757064" cy="197904"/>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Rectangle 11">
            <a:extLst>
              <a:ext uri="{FF2B5EF4-FFF2-40B4-BE49-F238E27FC236}">
                <a16:creationId xmlns:a16="http://schemas.microsoft.com/office/drawing/2014/main" id="{12C2BA16-5BE7-4277-879B-53017CE69889}"/>
              </a:ext>
            </a:extLst>
          </p:cNvPr>
          <p:cNvSpPr/>
          <p:nvPr/>
        </p:nvSpPr>
        <p:spPr>
          <a:xfrm>
            <a:off x="4860032" y="4365104"/>
            <a:ext cx="3826768" cy="19912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If you clicked here, then all elements with class “.category1” will be visible</a:t>
            </a:r>
          </a:p>
        </p:txBody>
      </p:sp>
      <p:cxnSp>
        <p:nvCxnSpPr>
          <p:cNvPr id="14" name="Straight Arrow Connector 13">
            <a:extLst>
              <a:ext uri="{FF2B5EF4-FFF2-40B4-BE49-F238E27FC236}">
                <a16:creationId xmlns:a16="http://schemas.microsoft.com/office/drawing/2014/main" id="{76B5C628-D74C-4783-9A84-65FDF1AD9F5B}"/>
              </a:ext>
            </a:extLst>
          </p:cNvPr>
          <p:cNvCxnSpPr>
            <a:cxnSpLocks/>
          </p:cNvCxnSpPr>
          <p:nvPr/>
        </p:nvCxnSpPr>
        <p:spPr>
          <a:xfrm flipV="1">
            <a:off x="6732240" y="2780928"/>
            <a:ext cx="216024" cy="151217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61224438-5A14-4CD9-B55E-567E027BF947}"/>
              </a:ext>
            </a:extLst>
          </p:cNvPr>
          <p:cNvCxnSpPr>
            <a:cxnSpLocks/>
          </p:cNvCxnSpPr>
          <p:nvPr/>
        </p:nvCxnSpPr>
        <p:spPr>
          <a:xfrm flipH="1" flipV="1">
            <a:off x="3563888" y="4058952"/>
            <a:ext cx="1296144" cy="137378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12126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4610B5-25C0-4B23-8B46-5C09A0BD92AA}"/>
              </a:ext>
            </a:extLst>
          </p:cNvPr>
          <p:cNvPicPr>
            <a:picLocks noChangeAspect="1"/>
          </p:cNvPicPr>
          <p:nvPr/>
        </p:nvPicPr>
        <p:blipFill>
          <a:blip r:embed="rId2"/>
          <a:stretch>
            <a:fillRect/>
          </a:stretch>
        </p:blipFill>
        <p:spPr>
          <a:xfrm>
            <a:off x="0" y="0"/>
            <a:ext cx="9144000" cy="6858000"/>
          </a:xfrm>
          <a:prstGeom prst="rect">
            <a:avLst/>
          </a:prstGeom>
        </p:spPr>
      </p:pic>
      <p:sp>
        <p:nvSpPr>
          <p:cNvPr id="3" name="Rectangle: Rounded Corners 2">
            <a:extLst>
              <a:ext uri="{FF2B5EF4-FFF2-40B4-BE49-F238E27FC236}">
                <a16:creationId xmlns:a16="http://schemas.microsoft.com/office/drawing/2014/main" id="{DA957142-8822-45D5-82B1-394389B10761}"/>
              </a:ext>
            </a:extLst>
          </p:cNvPr>
          <p:cNvSpPr/>
          <p:nvPr/>
        </p:nvSpPr>
        <p:spPr>
          <a:xfrm>
            <a:off x="827584" y="836712"/>
            <a:ext cx="1872208" cy="244538"/>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Rectangle 3">
            <a:extLst>
              <a:ext uri="{FF2B5EF4-FFF2-40B4-BE49-F238E27FC236}">
                <a16:creationId xmlns:a16="http://schemas.microsoft.com/office/drawing/2014/main" id="{550409B1-9715-4FFE-B601-9F2071A721A7}"/>
              </a:ext>
            </a:extLst>
          </p:cNvPr>
          <p:cNvSpPr/>
          <p:nvPr/>
        </p:nvSpPr>
        <p:spPr>
          <a:xfrm>
            <a:off x="4860032" y="4365104"/>
            <a:ext cx="3826768" cy="19912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What is inside this </a:t>
            </a:r>
            <a:r>
              <a:rPr lang="en-US" sz="2800" dirty="0" err="1"/>
              <a:t>js</a:t>
            </a:r>
            <a:r>
              <a:rPr lang="en-US" sz="2800" dirty="0"/>
              <a:t> file???</a:t>
            </a:r>
          </a:p>
        </p:txBody>
      </p:sp>
      <p:cxnSp>
        <p:nvCxnSpPr>
          <p:cNvPr id="6" name="Straight Arrow Connector 5">
            <a:extLst>
              <a:ext uri="{FF2B5EF4-FFF2-40B4-BE49-F238E27FC236}">
                <a16:creationId xmlns:a16="http://schemas.microsoft.com/office/drawing/2014/main" id="{3EBAA696-3B4B-49F7-B9BC-26358A52389C}"/>
              </a:ext>
            </a:extLst>
          </p:cNvPr>
          <p:cNvCxnSpPr>
            <a:stCxn id="4" idx="0"/>
          </p:cNvCxnSpPr>
          <p:nvPr/>
        </p:nvCxnSpPr>
        <p:spPr>
          <a:xfrm flipH="1" flipV="1">
            <a:off x="2051720" y="1081250"/>
            <a:ext cx="4721696" cy="32838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010603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388619-2C9C-439C-B041-3029D192F617}"/>
              </a:ext>
            </a:extLst>
          </p:cNvPr>
          <p:cNvPicPr>
            <a:picLocks noChangeAspect="1"/>
          </p:cNvPicPr>
          <p:nvPr/>
        </p:nvPicPr>
        <p:blipFill>
          <a:blip r:embed="rId2"/>
          <a:stretch>
            <a:fillRect/>
          </a:stretch>
        </p:blipFill>
        <p:spPr>
          <a:xfrm>
            <a:off x="-3246" y="91423"/>
            <a:ext cx="6306070" cy="5792918"/>
          </a:xfrm>
          <a:prstGeom prst="rect">
            <a:avLst/>
          </a:prstGeom>
        </p:spPr>
      </p:pic>
      <p:sp>
        <p:nvSpPr>
          <p:cNvPr id="3" name="Rectangle 2">
            <a:extLst>
              <a:ext uri="{FF2B5EF4-FFF2-40B4-BE49-F238E27FC236}">
                <a16:creationId xmlns:a16="http://schemas.microsoft.com/office/drawing/2014/main" id="{22DAC682-4993-48FA-B95A-C72ACF0A08EF}"/>
              </a:ext>
            </a:extLst>
          </p:cNvPr>
          <p:cNvSpPr/>
          <p:nvPr/>
        </p:nvSpPr>
        <p:spPr>
          <a:xfrm>
            <a:off x="4932040" y="4653136"/>
            <a:ext cx="3826768" cy="19912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If you clicked on all, then ‘data-filter’ will contain “all” and elements with class “all” will be visible</a:t>
            </a:r>
          </a:p>
        </p:txBody>
      </p:sp>
      <p:cxnSp>
        <p:nvCxnSpPr>
          <p:cNvPr id="4" name="Straight Arrow Connector 3">
            <a:extLst>
              <a:ext uri="{FF2B5EF4-FFF2-40B4-BE49-F238E27FC236}">
                <a16:creationId xmlns:a16="http://schemas.microsoft.com/office/drawing/2014/main" id="{71B14E5B-2F3D-44E0-B5D7-53039FD3C918}"/>
              </a:ext>
            </a:extLst>
          </p:cNvPr>
          <p:cNvCxnSpPr>
            <a:cxnSpLocks/>
            <a:stCxn id="3" idx="0"/>
          </p:cNvCxnSpPr>
          <p:nvPr/>
        </p:nvCxnSpPr>
        <p:spPr>
          <a:xfrm flipH="1" flipV="1">
            <a:off x="5292080" y="836712"/>
            <a:ext cx="1553344" cy="38164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803708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4D48-10D6-4AA5-9D00-EBE75A981EAB}"/>
              </a:ext>
            </a:extLst>
          </p:cNvPr>
          <p:cNvSpPr>
            <a:spLocks noGrp="1"/>
          </p:cNvSpPr>
          <p:nvPr>
            <p:ph type="title"/>
          </p:nvPr>
        </p:nvSpPr>
        <p:spPr/>
        <p:txBody>
          <a:bodyPr>
            <a:normAutofit/>
          </a:bodyPr>
          <a:lstStyle/>
          <a:p>
            <a:r>
              <a:rPr lang="en-US" sz="4000" dirty="0"/>
              <a:t>Output after click on different tabs </a:t>
            </a:r>
          </a:p>
        </p:txBody>
      </p:sp>
      <p:pic>
        <p:nvPicPr>
          <p:cNvPr id="3" name="Picture 2">
            <a:extLst>
              <a:ext uri="{FF2B5EF4-FFF2-40B4-BE49-F238E27FC236}">
                <a16:creationId xmlns:a16="http://schemas.microsoft.com/office/drawing/2014/main" id="{606DED7E-5B4A-48A0-A662-43B3A80CB214}"/>
              </a:ext>
            </a:extLst>
          </p:cNvPr>
          <p:cNvPicPr>
            <a:picLocks noChangeAspect="1"/>
          </p:cNvPicPr>
          <p:nvPr/>
        </p:nvPicPr>
        <p:blipFill>
          <a:blip r:embed="rId2"/>
          <a:stretch>
            <a:fillRect/>
          </a:stretch>
        </p:blipFill>
        <p:spPr>
          <a:xfrm>
            <a:off x="179512" y="1268760"/>
            <a:ext cx="6551522" cy="1268537"/>
          </a:xfrm>
          <a:prstGeom prst="rect">
            <a:avLst/>
          </a:prstGeom>
          <a:ln>
            <a:solidFill>
              <a:srgbClr val="1F2429"/>
            </a:solidFill>
          </a:ln>
        </p:spPr>
      </p:pic>
      <p:pic>
        <p:nvPicPr>
          <p:cNvPr id="4" name="Picture 3">
            <a:extLst>
              <a:ext uri="{FF2B5EF4-FFF2-40B4-BE49-F238E27FC236}">
                <a16:creationId xmlns:a16="http://schemas.microsoft.com/office/drawing/2014/main" id="{B6CB497C-B46D-42F6-A5D2-52EAFA39BF45}"/>
              </a:ext>
            </a:extLst>
          </p:cNvPr>
          <p:cNvPicPr>
            <a:picLocks noChangeAspect="1"/>
          </p:cNvPicPr>
          <p:nvPr/>
        </p:nvPicPr>
        <p:blipFill>
          <a:blip r:embed="rId3"/>
          <a:stretch>
            <a:fillRect/>
          </a:stretch>
        </p:blipFill>
        <p:spPr>
          <a:xfrm>
            <a:off x="179512" y="2780928"/>
            <a:ext cx="6696744" cy="1066800"/>
          </a:xfrm>
          <a:prstGeom prst="rect">
            <a:avLst/>
          </a:prstGeom>
          <a:ln>
            <a:solidFill>
              <a:srgbClr val="1F2429"/>
            </a:solidFill>
          </a:ln>
        </p:spPr>
      </p:pic>
      <p:pic>
        <p:nvPicPr>
          <p:cNvPr id="5" name="Picture 4">
            <a:extLst>
              <a:ext uri="{FF2B5EF4-FFF2-40B4-BE49-F238E27FC236}">
                <a16:creationId xmlns:a16="http://schemas.microsoft.com/office/drawing/2014/main" id="{E1B1E89E-B4BC-4E82-9E96-61188D137CB0}"/>
              </a:ext>
            </a:extLst>
          </p:cNvPr>
          <p:cNvPicPr>
            <a:picLocks noChangeAspect="1"/>
          </p:cNvPicPr>
          <p:nvPr/>
        </p:nvPicPr>
        <p:blipFill>
          <a:blip r:embed="rId4"/>
          <a:stretch>
            <a:fillRect/>
          </a:stretch>
        </p:blipFill>
        <p:spPr>
          <a:xfrm>
            <a:off x="179512" y="4221088"/>
            <a:ext cx="6912768" cy="1724025"/>
          </a:xfrm>
          <a:prstGeom prst="rect">
            <a:avLst/>
          </a:prstGeom>
          <a:ln>
            <a:solidFill>
              <a:srgbClr val="1F2429"/>
            </a:solidFill>
          </a:ln>
        </p:spPr>
      </p:pic>
    </p:spTree>
    <p:extLst>
      <p:ext uri="{BB962C8B-B14F-4D97-AF65-F5344CB8AC3E}">
        <p14:creationId xmlns:p14="http://schemas.microsoft.com/office/powerpoint/2010/main" val="19241231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1CCA4-A139-4199-83E4-17C5878BB215}"/>
              </a:ext>
            </a:extLst>
          </p:cNvPr>
          <p:cNvSpPr>
            <a:spLocks noGrp="1"/>
          </p:cNvSpPr>
          <p:nvPr>
            <p:ph type="title"/>
          </p:nvPr>
        </p:nvSpPr>
        <p:spPr/>
        <p:txBody>
          <a:bodyPr/>
          <a:lstStyle/>
          <a:p>
            <a:r>
              <a:rPr lang="en-US" dirty="0"/>
              <a:t>More Practical</a:t>
            </a:r>
          </a:p>
        </p:txBody>
      </p:sp>
      <p:pic>
        <p:nvPicPr>
          <p:cNvPr id="3" name="Picture 2">
            <a:extLst>
              <a:ext uri="{FF2B5EF4-FFF2-40B4-BE49-F238E27FC236}">
                <a16:creationId xmlns:a16="http://schemas.microsoft.com/office/drawing/2014/main" id="{65D649AD-64FA-42D5-A787-63755D37BFD2}"/>
              </a:ext>
            </a:extLst>
          </p:cNvPr>
          <p:cNvPicPr>
            <a:picLocks noChangeAspect="1"/>
          </p:cNvPicPr>
          <p:nvPr/>
        </p:nvPicPr>
        <p:blipFill>
          <a:blip r:embed="rId2"/>
          <a:stretch>
            <a:fillRect/>
          </a:stretch>
        </p:blipFill>
        <p:spPr>
          <a:xfrm>
            <a:off x="0" y="1420670"/>
            <a:ext cx="9144000" cy="5248689"/>
          </a:xfrm>
          <a:prstGeom prst="rect">
            <a:avLst/>
          </a:prstGeom>
        </p:spPr>
      </p:pic>
    </p:spTree>
    <p:extLst>
      <p:ext uri="{BB962C8B-B14F-4D97-AF65-F5344CB8AC3E}">
        <p14:creationId xmlns:p14="http://schemas.microsoft.com/office/powerpoint/2010/main" val="32733286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3D050-82D9-493B-9479-E95E22F09312}"/>
              </a:ext>
            </a:extLst>
          </p:cNvPr>
          <p:cNvSpPr>
            <a:spLocks noGrp="1"/>
          </p:cNvSpPr>
          <p:nvPr>
            <p:ph type="title"/>
          </p:nvPr>
        </p:nvSpPr>
        <p:spPr/>
        <p:txBody>
          <a:bodyPr>
            <a:normAutofit fontScale="90000"/>
          </a:bodyPr>
          <a:lstStyle/>
          <a:p>
            <a:r>
              <a:rPr lang="en-US" dirty="0"/>
              <a:t>Modal Dialog </a:t>
            </a:r>
          </a:p>
        </p:txBody>
      </p:sp>
      <p:sp>
        <p:nvSpPr>
          <p:cNvPr id="3" name="Content Placeholder 2">
            <a:extLst>
              <a:ext uri="{FF2B5EF4-FFF2-40B4-BE49-F238E27FC236}">
                <a16:creationId xmlns:a16="http://schemas.microsoft.com/office/drawing/2014/main" id="{19CB8629-DB9B-4B3C-A7B1-15EF0C5D9B6C}"/>
              </a:ext>
            </a:extLst>
          </p:cNvPr>
          <p:cNvSpPr>
            <a:spLocks noGrp="1"/>
          </p:cNvSpPr>
          <p:nvPr>
            <p:ph idx="1"/>
          </p:nvPr>
        </p:nvSpPr>
        <p:spPr/>
        <p:txBody>
          <a:bodyPr/>
          <a:lstStyle/>
          <a:p>
            <a:r>
              <a:rPr lang="en-US" dirty="0"/>
              <a:t>The </a:t>
            </a:r>
            <a:r>
              <a:rPr lang="en-US" b="1" dirty="0"/>
              <a:t>Modal</a:t>
            </a:r>
            <a:r>
              <a:rPr lang="en-US" dirty="0"/>
              <a:t> plugin is a </a:t>
            </a:r>
            <a:r>
              <a:rPr lang="en-US" b="1" dirty="0"/>
              <a:t>dialog</a:t>
            </a:r>
            <a:r>
              <a:rPr lang="en-US" dirty="0"/>
              <a:t> box/</a:t>
            </a:r>
            <a:r>
              <a:rPr lang="en-US" b="1" dirty="0"/>
              <a:t>popup</a:t>
            </a:r>
            <a:r>
              <a:rPr lang="en-US" dirty="0"/>
              <a:t> window that is displayed on top of the current page.</a:t>
            </a:r>
          </a:p>
          <a:p>
            <a:endParaRPr lang="en-US" dirty="0"/>
          </a:p>
          <a:p>
            <a:pPr algn="just"/>
            <a:r>
              <a:rPr lang="en-US" dirty="0"/>
              <a:t>A </a:t>
            </a:r>
            <a:r>
              <a:rPr lang="en-US" b="1" dirty="0"/>
              <a:t>Modal</a:t>
            </a:r>
            <a:r>
              <a:rPr lang="en-US" dirty="0"/>
              <a:t> is a </a:t>
            </a:r>
            <a:r>
              <a:rPr lang="en-US" b="1" dirty="0"/>
              <a:t>dialog</a:t>
            </a:r>
            <a:r>
              <a:rPr lang="en-US" dirty="0"/>
              <a:t> box/</a:t>
            </a:r>
            <a:r>
              <a:rPr lang="en-US" b="1" dirty="0"/>
              <a:t>popup</a:t>
            </a:r>
            <a:r>
              <a:rPr lang="en-US" dirty="0"/>
              <a:t> window that can be used for lightboxes, user notifications and UI enhancements etc.</a:t>
            </a:r>
          </a:p>
        </p:txBody>
      </p:sp>
      <p:sp>
        <p:nvSpPr>
          <p:cNvPr id="4" name="Slide Number Placeholder 3">
            <a:extLst>
              <a:ext uri="{FF2B5EF4-FFF2-40B4-BE49-F238E27FC236}">
                <a16:creationId xmlns:a16="http://schemas.microsoft.com/office/drawing/2014/main" id="{33E7A1F6-5186-434F-9777-D8054614D3E8}"/>
              </a:ext>
            </a:extLst>
          </p:cNvPr>
          <p:cNvSpPr>
            <a:spLocks noGrp="1"/>
          </p:cNvSpPr>
          <p:nvPr>
            <p:ph type="sldNum" sz="quarter" idx="12"/>
          </p:nvPr>
        </p:nvSpPr>
        <p:spPr/>
        <p:txBody>
          <a:bodyPr/>
          <a:lstStyle/>
          <a:p>
            <a:fld id="{4F5037F2-DC85-406A-A4EA-1E681A25B4F8}" type="slidenum">
              <a:rPr lang="en-US" smtClean="0"/>
              <a:t>65</a:t>
            </a:fld>
            <a:endParaRPr lang="en-US" dirty="0"/>
          </a:p>
        </p:txBody>
      </p:sp>
      <p:sp>
        <p:nvSpPr>
          <p:cNvPr id="5" name="Date Placeholder 4">
            <a:extLst>
              <a:ext uri="{FF2B5EF4-FFF2-40B4-BE49-F238E27FC236}">
                <a16:creationId xmlns:a16="http://schemas.microsoft.com/office/drawing/2014/main" id="{ECA4CAAA-6826-4175-97A5-69D4353CFB34}"/>
              </a:ext>
            </a:extLst>
          </p:cNvPr>
          <p:cNvSpPr>
            <a:spLocks noGrp="1"/>
          </p:cNvSpPr>
          <p:nvPr>
            <p:ph type="dt" sz="half" idx="10"/>
          </p:nvPr>
        </p:nvSpPr>
        <p:spPr/>
        <p:txBody>
          <a:bodyPr/>
          <a:lstStyle/>
          <a:p>
            <a:fld id="{773FA099-7CDF-4801-9674-66DCCB24454D}" type="datetime1">
              <a:rPr lang="en-US" smtClean="0"/>
              <a:t>9/15/2025</a:t>
            </a:fld>
            <a:endParaRPr lang="en-US"/>
          </a:p>
        </p:txBody>
      </p:sp>
    </p:spTree>
    <p:extLst>
      <p:ext uri="{BB962C8B-B14F-4D97-AF65-F5344CB8AC3E}">
        <p14:creationId xmlns:p14="http://schemas.microsoft.com/office/powerpoint/2010/main" val="41001026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3D050-82D9-493B-9479-E95E22F09312}"/>
              </a:ext>
            </a:extLst>
          </p:cNvPr>
          <p:cNvSpPr>
            <a:spLocks noGrp="1"/>
          </p:cNvSpPr>
          <p:nvPr>
            <p:ph type="title"/>
          </p:nvPr>
        </p:nvSpPr>
        <p:spPr/>
        <p:txBody>
          <a:bodyPr>
            <a:normAutofit fontScale="90000"/>
          </a:bodyPr>
          <a:lstStyle/>
          <a:p>
            <a:r>
              <a:rPr lang="en-US" dirty="0"/>
              <a:t>Modal Dialog </a:t>
            </a:r>
          </a:p>
        </p:txBody>
      </p:sp>
      <p:pic>
        <p:nvPicPr>
          <p:cNvPr id="6" name="Content Placeholder 5">
            <a:extLst>
              <a:ext uri="{FF2B5EF4-FFF2-40B4-BE49-F238E27FC236}">
                <a16:creationId xmlns:a16="http://schemas.microsoft.com/office/drawing/2014/main" id="{EF57C31A-6D1F-4736-BA70-1C2C5E14E581}"/>
              </a:ext>
            </a:extLst>
          </p:cNvPr>
          <p:cNvPicPr>
            <a:picLocks noGrp="1" noChangeAspect="1"/>
          </p:cNvPicPr>
          <p:nvPr>
            <p:ph idx="1"/>
          </p:nvPr>
        </p:nvPicPr>
        <p:blipFill>
          <a:blip r:embed="rId2"/>
          <a:stretch>
            <a:fillRect/>
          </a:stretch>
        </p:blipFill>
        <p:spPr>
          <a:xfrm>
            <a:off x="170790" y="836712"/>
            <a:ext cx="8351676" cy="4104456"/>
          </a:xfrm>
          <a:prstGeom prst="rect">
            <a:avLst/>
          </a:prstGeom>
        </p:spPr>
      </p:pic>
      <p:sp>
        <p:nvSpPr>
          <p:cNvPr id="4" name="Slide Number Placeholder 3">
            <a:extLst>
              <a:ext uri="{FF2B5EF4-FFF2-40B4-BE49-F238E27FC236}">
                <a16:creationId xmlns:a16="http://schemas.microsoft.com/office/drawing/2014/main" id="{33E7A1F6-5186-434F-9777-D8054614D3E8}"/>
              </a:ext>
            </a:extLst>
          </p:cNvPr>
          <p:cNvSpPr>
            <a:spLocks noGrp="1"/>
          </p:cNvSpPr>
          <p:nvPr>
            <p:ph type="sldNum" sz="quarter" idx="12"/>
          </p:nvPr>
        </p:nvSpPr>
        <p:spPr/>
        <p:txBody>
          <a:bodyPr/>
          <a:lstStyle/>
          <a:p>
            <a:fld id="{4F5037F2-DC85-406A-A4EA-1E681A25B4F8}" type="slidenum">
              <a:rPr lang="en-US" smtClean="0"/>
              <a:t>66</a:t>
            </a:fld>
            <a:endParaRPr lang="en-US" dirty="0"/>
          </a:p>
        </p:txBody>
      </p:sp>
      <p:sp>
        <p:nvSpPr>
          <p:cNvPr id="5" name="Date Placeholder 4">
            <a:extLst>
              <a:ext uri="{FF2B5EF4-FFF2-40B4-BE49-F238E27FC236}">
                <a16:creationId xmlns:a16="http://schemas.microsoft.com/office/drawing/2014/main" id="{ECA4CAAA-6826-4175-97A5-69D4353CFB34}"/>
              </a:ext>
            </a:extLst>
          </p:cNvPr>
          <p:cNvSpPr>
            <a:spLocks noGrp="1"/>
          </p:cNvSpPr>
          <p:nvPr>
            <p:ph type="dt" sz="half" idx="10"/>
          </p:nvPr>
        </p:nvSpPr>
        <p:spPr/>
        <p:txBody>
          <a:bodyPr/>
          <a:lstStyle/>
          <a:p>
            <a:fld id="{773FA099-7CDF-4801-9674-66DCCB24454D}" type="datetime1">
              <a:rPr lang="en-US" smtClean="0"/>
              <a:t>9/15/2025</a:t>
            </a:fld>
            <a:endParaRPr lang="en-US"/>
          </a:p>
        </p:txBody>
      </p:sp>
      <p:sp>
        <p:nvSpPr>
          <p:cNvPr id="7" name="Rectangle 6">
            <a:extLst>
              <a:ext uri="{FF2B5EF4-FFF2-40B4-BE49-F238E27FC236}">
                <a16:creationId xmlns:a16="http://schemas.microsoft.com/office/drawing/2014/main" id="{9529C96F-7494-4A1E-AED6-467BEE5D7FB2}"/>
              </a:ext>
            </a:extLst>
          </p:cNvPr>
          <p:cNvSpPr/>
          <p:nvPr/>
        </p:nvSpPr>
        <p:spPr>
          <a:xfrm>
            <a:off x="2555776" y="4653136"/>
            <a:ext cx="6203032" cy="19912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If you clicked on button, the model dialog will open and it will also fade (turned dark) background </a:t>
            </a:r>
          </a:p>
        </p:txBody>
      </p:sp>
      <p:cxnSp>
        <p:nvCxnSpPr>
          <p:cNvPr id="8" name="Straight Arrow Connector 7">
            <a:extLst>
              <a:ext uri="{FF2B5EF4-FFF2-40B4-BE49-F238E27FC236}">
                <a16:creationId xmlns:a16="http://schemas.microsoft.com/office/drawing/2014/main" id="{A7ABCE43-D938-4AED-A990-D5C092C6161C}"/>
              </a:ext>
            </a:extLst>
          </p:cNvPr>
          <p:cNvCxnSpPr>
            <a:cxnSpLocks/>
            <a:stCxn id="7" idx="0"/>
          </p:cNvCxnSpPr>
          <p:nvPr/>
        </p:nvCxnSpPr>
        <p:spPr>
          <a:xfrm flipV="1">
            <a:off x="5657292" y="1988840"/>
            <a:ext cx="282860" cy="26642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11C3FE45-B87A-4B4B-9E45-0E7F86A6B9F3}"/>
              </a:ext>
            </a:extLst>
          </p:cNvPr>
          <p:cNvCxnSpPr>
            <a:cxnSpLocks/>
          </p:cNvCxnSpPr>
          <p:nvPr/>
        </p:nvCxnSpPr>
        <p:spPr>
          <a:xfrm flipH="1" flipV="1">
            <a:off x="4139952" y="2204864"/>
            <a:ext cx="1517340" cy="24482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1425FBA-7676-4B14-BF11-619DBE904E70}"/>
                  </a:ext>
                </a:extLst>
              </p14:cNvPr>
              <p14:cNvContentPartPr/>
              <p14:nvPr/>
            </p14:nvContentPartPr>
            <p14:xfrm>
              <a:off x="3797280" y="1536840"/>
              <a:ext cx="4286880" cy="514440"/>
            </p14:xfrm>
          </p:contentPart>
        </mc:Choice>
        <mc:Fallback xmlns="">
          <p:pic>
            <p:nvPicPr>
              <p:cNvPr id="3" name="Ink 2">
                <a:extLst>
                  <a:ext uri="{FF2B5EF4-FFF2-40B4-BE49-F238E27FC236}">
                    <a16:creationId xmlns:a16="http://schemas.microsoft.com/office/drawing/2014/main" id="{61425FBA-7676-4B14-BF11-619DBE904E70}"/>
                  </a:ext>
                </a:extLst>
              </p:cNvPr>
              <p:cNvPicPr/>
              <p:nvPr/>
            </p:nvPicPr>
            <p:blipFill>
              <a:blip r:embed="rId4"/>
              <a:stretch>
                <a:fillRect/>
              </a:stretch>
            </p:blipFill>
            <p:spPr>
              <a:xfrm>
                <a:off x="3787920" y="1527480"/>
                <a:ext cx="4305600" cy="533160"/>
              </a:xfrm>
              <a:prstGeom prst="rect">
                <a:avLst/>
              </a:prstGeom>
            </p:spPr>
          </p:pic>
        </mc:Fallback>
      </mc:AlternateContent>
    </p:spTree>
    <p:extLst>
      <p:ext uri="{BB962C8B-B14F-4D97-AF65-F5344CB8AC3E}">
        <p14:creationId xmlns:p14="http://schemas.microsoft.com/office/powerpoint/2010/main" val="25705799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A6FAA-5A13-497F-9519-D0717629EEFB}"/>
              </a:ext>
            </a:extLst>
          </p:cNvPr>
          <p:cNvSpPr>
            <a:spLocks noGrp="1"/>
          </p:cNvSpPr>
          <p:nvPr>
            <p:ph type="title"/>
          </p:nvPr>
        </p:nvSpPr>
        <p:spPr/>
        <p:txBody>
          <a:bodyPr>
            <a:normAutofit fontScale="90000"/>
          </a:bodyPr>
          <a:lstStyle/>
          <a:p>
            <a:r>
              <a:rPr lang="en-US" dirty="0"/>
              <a:t>Modal Dialog </a:t>
            </a:r>
          </a:p>
        </p:txBody>
      </p:sp>
      <p:sp>
        <p:nvSpPr>
          <p:cNvPr id="3" name="Content Placeholder 2">
            <a:extLst>
              <a:ext uri="{FF2B5EF4-FFF2-40B4-BE49-F238E27FC236}">
                <a16:creationId xmlns:a16="http://schemas.microsoft.com/office/drawing/2014/main" id="{677FE46B-7207-4453-8719-97DD7D6F7F0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546BFA7-25B9-479D-95B9-A0639998D3B6}"/>
              </a:ext>
            </a:extLst>
          </p:cNvPr>
          <p:cNvSpPr>
            <a:spLocks noGrp="1"/>
          </p:cNvSpPr>
          <p:nvPr>
            <p:ph type="sldNum" sz="quarter" idx="12"/>
          </p:nvPr>
        </p:nvSpPr>
        <p:spPr/>
        <p:txBody>
          <a:bodyPr/>
          <a:lstStyle/>
          <a:p>
            <a:fld id="{4F5037F2-DC85-406A-A4EA-1E681A25B4F8}" type="slidenum">
              <a:rPr lang="en-US" smtClean="0"/>
              <a:t>67</a:t>
            </a:fld>
            <a:endParaRPr lang="en-US" dirty="0"/>
          </a:p>
        </p:txBody>
      </p:sp>
      <p:sp>
        <p:nvSpPr>
          <p:cNvPr id="5" name="Date Placeholder 4">
            <a:extLst>
              <a:ext uri="{FF2B5EF4-FFF2-40B4-BE49-F238E27FC236}">
                <a16:creationId xmlns:a16="http://schemas.microsoft.com/office/drawing/2014/main" id="{F11DCFE9-983B-4F57-9E26-166228EFA14B}"/>
              </a:ext>
            </a:extLst>
          </p:cNvPr>
          <p:cNvSpPr>
            <a:spLocks noGrp="1"/>
          </p:cNvSpPr>
          <p:nvPr>
            <p:ph type="dt" sz="half" idx="10"/>
          </p:nvPr>
        </p:nvSpPr>
        <p:spPr/>
        <p:txBody>
          <a:bodyPr/>
          <a:lstStyle/>
          <a:p>
            <a:fld id="{D1636924-0E1B-4732-9B33-532087B91078}" type="datetime1">
              <a:rPr lang="en-US" smtClean="0"/>
              <a:t>9/15/2025</a:t>
            </a:fld>
            <a:endParaRPr lang="en-US"/>
          </a:p>
        </p:txBody>
      </p:sp>
      <p:pic>
        <p:nvPicPr>
          <p:cNvPr id="6" name="Content Placeholder 5">
            <a:extLst>
              <a:ext uri="{FF2B5EF4-FFF2-40B4-BE49-F238E27FC236}">
                <a16:creationId xmlns:a16="http://schemas.microsoft.com/office/drawing/2014/main" id="{2944446E-94D0-458E-8F2D-BA595E884AF3}"/>
              </a:ext>
            </a:extLst>
          </p:cNvPr>
          <p:cNvPicPr>
            <a:picLocks noChangeAspect="1"/>
          </p:cNvPicPr>
          <p:nvPr/>
        </p:nvPicPr>
        <p:blipFill>
          <a:blip r:embed="rId2"/>
          <a:stretch>
            <a:fillRect/>
          </a:stretch>
        </p:blipFill>
        <p:spPr>
          <a:xfrm>
            <a:off x="170790" y="836712"/>
            <a:ext cx="8351676" cy="4104456"/>
          </a:xfrm>
          <a:prstGeom prst="rect">
            <a:avLst/>
          </a:prstGeom>
        </p:spPr>
      </p:pic>
      <p:pic>
        <p:nvPicPr>
          <p:cNvPr id="7" name="Picture 6">
            <a:extLst>
              <a:ext uri="{FF2B5EF4-FFF2-40B4-BE49-F238E27FC236}">
                <a16:creationId xmlns:a16="http://schemas.microsoft.com/office/drawing/2014/main" id="{DE972DA5-267F-4461-9F33-5B97B4B08294}"/>
              </a:ext>
            </a:extLst>
          </p:cNvPr>
          <p:cNvPicPr>
            <a:picLocks noChangeAspect="1"/>
          </p:cNvPicPr>
          <p:nvPr/>
        </p:nvPicPr>
        <p:blipFill>
          <a:blip r:embed="rId3"/>
          <a:stretch>
            <a:fillRect/>
          </a:stretch>
        </p:blipFill>
        <p:spPr>
          <a:xfrm>
            <a:off x="2313112" y="3580234"/>
            <a:ext cx="4752975" cy="1504950"/>
          </a:xfrm>
          <a:prstGeom prst="rect">
            <a:avLst/>
          </a:prstGeom>
        </p:spPr>
      </p:pic>
      <p:sp>
        <p:nvSpPr>
          <p:cNvPr id="8" name="Rectangle 7">
            <a:extLst>
              <a:ext uri="{FF2B5EF4-FFF2-40B4-BE49-F238E27FC236}">
                <a16:creationId xmlns:a16="http://schemas.microsoft.com/office/drawing/2014/main" id="{2B68ABBD-55DB-4E2D-824C-BBFFEACBE4AE}"/>
              </a:ext>
            </a:extLst>
          </p:cNvPr>
          <p:cNvSpPr/>
          <p:nvPr/>
        </p:nvSpPr>
        <p:spPr>
          <a:xfrm>
            <a:off x="755576" y="5374466"/>
            <a:ext cx="2016224" cy="6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Now click</a:t>
            </a:r>
          </a:p>
        </p:txBody>
      </p:sp>
      <p:cxnSp>
        <p:nvCxnSpPr>
          <p:cNvPr id="9" name="Straight Arrow Connector 8">
            <a:extLst>
              <a:ext uri="{FF2B5EF4-FFF2-40B4-BE49-F238E27FC236}">
                <a16:creationId xmlns:a16="http://schemas.microsoft.com/office/drawing/2014/main" id="{A396369B-C8B7-4D79-B3EB-55A9436E382F}"/>
              </a:ext>
            </a:extLst>
          </p:cNvPr>
          <p:cNvCxnSpPr>
            <a:cxnSpLocks/>
            <a:stCxn id="8" idx="0"/>
          </p:cNvCxnSpPr>
          <p:nvPr/>
        </p:nvCxnSpPr>
        <p:spPr>
          <a:xfrm flipV="1">
            <a:off x="1763688" y="4725144"/>
            <a:ext cx="1872208" cy="6493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2" name="Picture 11">
            <a:extLst>
              <a:ext uri="{FF2B5EF4-FFF2-40B4-BE49-F238E27FC236}">
                <a16:creationId xmlns:a16="http://schemas.microsoft.com/office/drawing/2014/main" id="{49AB427A-9803-43F7-97AD-A3A3D0B4729D}"/>
              </a:ext>
            </a:extLst>
          </p:cNvPr>
          <p:cNvPicPr>
            <a:picLocks noChangeAspect="1"/>
          </p:cNvPicPr>
          <p:nvPr/>
        </p:nvPicPr>
        <p:blipFill>
          <a:blip r:embed="rId4"/>
          <a:stretch>
            <a:fillRect/>
          </a:stretch>
        </p:blipFill>
        <p:spPr>
          <a:xfrm>
            <a:off x="-72169" y="4483727"/>
            <a:ext cx="9144000" cy="1445989"/>
          </a:xfrm>
          <a:prstGeom prst="rect">
            <a:avLst/>
          </a:prstGeom>
        </p:spPr>
      </p:pic>
    </p:spTree>
    <p:extLst>
      <p:ext uri="{BB962C8B-B14F-4D97-AF65-F5344CB8AC3E}">
        <p14:creationId xmlns:p14="http://schemas.microsoft.com/office/powerpoint/2010/main" val="146437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000" dirty="0"/>
              <a:t>The toggle() method toggles between hide() and show() for the selected elements.</a:t>
            </a:r>
          </a:p>
          <a:p>
            <a:r>
              <a:rPr lang="en-US" sz="2000" dirty="0"/>
              <a:t>This method checks the selected elements for visibility. show() is run if an element is hidden. hide() is run if an element is visible - This creates a toggle effect.</a:t>
            </a:r>
          </a:p>
          <a:p>
            <a:endParaRPr lang="en-US" sz="2000" dirty="0"/>
          </a:p>
        </p:txBody>
      </p:sp>
      <p:sp>
        <p:nvSpPr>
          <p:cNvPr id="2" name="Title 1"/>
          <p:cNvSpPr>
            <a:spLocks noGrp="1"/>
          </p:cNvSpPr>
          <p:nvPr>
            <p:ph type="title"/>
          </p:nvPr>
        </p:nvSpPr>
        <p:spPr/>
        <p:txBody>
          <a:bodyPr>
            <a:normAutofit fontScale="90000"/>
          </a:bodyPr>
          <a:lstStyle/>
          <a:p>
            <a:r>
              <a:rPr lang="en-US" dirty="0" err="1"/>
              <a:t>Jquery</a:t>
            </a:r>
            <a:r>
              <a:rPr lang="en-US" dirty="0"/>
              <a:t> Toggle Example</a:t>
            </a:r>
          </a:p>
        </p:txBody>
      </p:sp>
      <p:sp>
        <p:nvSpPr>
          <p:cNvPr id="4" name="Slide Number Placeholder 3"/>
          <p:cNvSpPr>
            <a:spLocks noGrp="1"/>
          </p:cNvSpPr>
          <p:nvPr>
            <p:ph type="sldNum" sz="quarter" idx="12"/>
          </p:nvPr>
        </p:nvSpPr>
        <p:spPr/>
        <p:txBody>
          <a:bodyPr/>
          <a:lstStyle/>
          <a:p>
            <a:fld id="{4F5037F2-DC85-406A-A4EA-1E681A25B4F8}" type="slidenum">
              <a:rPr lang="en-US" smtClean="0"/>
              <a:t>68</a:t>
            </a:fld>
            <a:endParaRPr lang="en-US" dirty="0"/>
          </a:p>
        </p:txBody>
      </p:sp>
      <p:sp>
        <p:nvSpPr>
          <p:cNvPr id="5" name="Date Placeholder 4"/>
          <p:cNvSpPr>
            <a:spLocks noGrp="1"/>
          </p:cNvSpPr>
          <p:nvPr>
            <p:ph type="dt" sz="half" idx="10"/>
          </p:nvPr>
        </p:nvSpPr>
        <p:spPr/>
        <p:txBody>
          <a:bodyPr/>
          <a:lstStyle/>
          <a:p>
            <a:fld id="{AFF699D0-0019-4C22-9C99-7770A23BBE00}" type="datetime1">
              <a:rPr lang="en-US" smtClean="0"/>
              <a:t>9/15/2025</a:t>
            </a:fld>
            <a:endParaRPr lang="en-US"/>
          </a:p>
        </p:txBody>
      </p:sp>
      <p:pic>
        <p:nvPicPr>
          <p:cNvPr id="6" name="Picture 5"/>
          <p:cNvPicPr>
            <a:picLocks noChangeAspect="1"/>
          </p:cNvPicPr>
          <p:nvPr/>
        </p:nvPicPr>
        <p:blipFill>
          <a:blip r:embed="rId2"/>
          <a:stretch>
            <a:fillRect/>
          </a:stretch>
        </p:blipFill>
        <p:spPr>
          <a:xfrm>
            <a:off x="209253" y="2636912"/>
            <a:ext cx="8772525" cy="4221088"/>
          </a:xfrm>
          <a:prstGeom prst="rect">
            <a:avLst/>
          </a:prstGeom>
        </p:spPr>
      </p:pic>
      <p:pic>
        <p:nvPicPr>
          <p:cNvPr id="7" name="Picture 6"/>
          <p:cNvPicPr>
            <a:picLocks noChangeAspect="1"/>
          </p:cNvPicPr>
          <p:nvPr/>
        </p:nvPicPr>
        <p:blipFill>
          <a:blip r:embed="rId3"/>
          <a:stretch>
            <a:fillRect/>
          </a:stretch>
        </p:blipFill>
        <p:spPr>
          <a:xfrm>
            <a:off x="5580112" y="4369279"/>
            <a:ext cx="2790825" cy="828675"/>
          </a:xfrm>
          <a:prstGeom prst="rect">
            <a:avLst/>
          </a:prstGeom>
        </p:spPr>
      </p:pic>
      <p:pic>
        <p:nvPicPr>
          <p:cNvPr id="8" name="Picture 7"/>
          <p:cNvPicPr>
            <a:picLocks noChangeAspect="1"/>
          </p:cNvPicPr>
          <p:nvPr/>
        </p:nvPicPr>
        <p:blipFill>
          <a:blip r:embed="rId4"/>
          <a:stretch>
            <a:fillRect/>
          </a:stretch>
        </p:blipFill>
        <p:spPr>
          <a:xfrm>
            <a:off x="5580112" y="5871170"/>
            <a:ext cx="2705100" cy="438150"/>
          </a:xfrm>
          <a:prstGeom prst="rect">
            <a:avLst/>
          </a:prstGeom>
        </p:spPr>
      </p:pic>
    </p:spTree>
    <p:extLst>
      <p:ext uri="{BB962C8B-B14F-4D97-AF65-F5344CB8AC3E}">
        <p14:creationId xmlns:p14="http://schemas.microsoft.com/office/powerpoint/2010/main" val="1079456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Dynamic Fields Creation</a:t>
            </a:r>
          </a:p>
        </p:txBody>
      </p:sp>
      <p:sp>
        <p:nvSpPr>
          <p:cNvPr id="3" name="Content Placeholder 2"/>
          <p:cNvSpPr>
            <a:spLocks noGrp="1"/>
          </p:cNvSpPr>
          <p:nvPr>
            <p:ph idx="1"/>
          </p:nvPr>
        </p:nvSpPr>
        <p:spPr/>
        <p:txBody>
          <a:bodyPr/>
          <a:lstStyle/>
          <a:p>
            <a:r>
              <a:rPr lang="en-US" dirty="0" err="1"/>
              <a:t>Jquery</a:t>
            </a:r>
            <a:r>
              <a:rPr lang="en-US" dirty="0"/>
              <a:t> can create dynamic fields at runtime as described in following </a:t>
            </a:r>
          </a:p>
        </p:txBody>
      </p:sp>
      <p:sp>
        <p:nvSpPr>
          <p:cNvPr id="4" name="Slide Number Placeholder 3"/>
          <p:cNvSpPr>
            <a:spLocks noGrp="1"/>
          </p:cNvSpPr>
          <p:nvPr>
            <p:ph type="sldNum" sz="quarter" idx="12"/>
          </p:nvPr>
        </p:nvSpPr>
        <p:spPr/>
        <p:txBody>
          <a:bodyPr/>
          <a:lstStyle/>
          <a:p>
            <a:fld id="{4F5037F2-DC85-406A-A4EA-1E681A25B4F8}" type="slidenum">
              <a:rPr lang="en-US" smtClean="0"/>
              <a:t>69</a:t>
            </a:fld>
            <a:endParaRPr lang="en-US" dirty="0"/>
          </a:p>
        </p:txBody>
      </p:sp>
      <p:sp>
        <p:nvSpPr>
          <p:cNvPr id="5" name="Date Placeholder 4"/>
          <p:cNvSpPr>
            <a:spLocks noGrp="1"/>
          </p:cNvSpPr>
          <p:nvPr>
            <p:ph type="dt" sz="half" idx="10"/>
          </p:nvPr>
        </p:nvSpPr>
        <p:spPr/>
        <p:txBody>
          <a:bodyPr/>
          <a:lstStyle/>
          <a:p>
            <a:fld id="{9B49E10E-6927-4BD9-A844-D84CF6F8B720}" type="datetime1">
              <a:rPr lang="en-US" smtClean="0"/>
              <a:t>9/15/2025</a:t>
            </a:fld>
            <a:endParaRPr lang="en-US"/>
          </a:p>
        </p:txBody>
      </p:sp>
      <p:pic>
        <p:nvPicPr>
          <p:cNvPr id="6" name="Picture 5"/>
          <p:cNvPicPr>
            <a:picLocks noChangeAspect="1"/>
          </p:cNvPicPr>
          <p:nvPr/>
        </p:nvPicPr>
        <p:blipFill>
          <a:blip r:embed="rId2"/>
          <a:stretch>
            <a:fillRect/>
          </a:stretch>
        </p:blipFill>
        <p:spPr>
          <a:xfrm>
            <a:off x="169640" y="2348880"/>
            <a:ext cx="8839200" cy="3143250"/>
          </a:xfrm>
          <a:prstGeom prst="rect">
            <a:avLst/>
          </a:prstGeom>
        </p:spPr>
      </p:pic>
    </p:spTree>
    <p:extLst>
      <p:ext uri="{BB962C8B-B14F-4D97-AF65-F5344CB8AC3E}">
        <p14:creationId xmlns:p14="http://schemas.microsoft.com/office/powerpoint/2010/main" val="24657292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Dynamic Fields Creation </a:t>
            </a:r>
          </a:p>
        </p:txBody>
      </p:sp>
      <p:sp>
        <p:nvSpPr>
          <p:cNvPr id="4" name="Slide Number Placeholder 3"/>
          <p:cNvSpPr>
            <a:spLocks noGrp="1"/>
          </p:cNvSpPr>
          <p:nvPr>
            <p:ph type="sldNum" sz="quarter" idx="12"/>
          </p:nvPr>
        </p:nvSpPr>
        <p:spPr/>
        <p:txBody>
          <a:bodyPr/>
          <a:lstStyle/>
          <a:p>
            <a:fld id="{4F5037F2-DC85-406A-A4EA-1E681A25B4F8}" type="slidenum">
              <a:rPr lang="en-US" smtClean="0"/>
              <a:t>70</a:t>
            </a:fld>
            <a:endParaRPr lang="en-US" dirty="0"/>
          </a:p>
        </p:txBody>
      </p:sp>
      <p:sp>
        <p:nvSpPr>
          <p:cNvPr id="5" name="Date Placeholder 4"/>
          <p:cNvSpPr>
            <a:spLocks noGrp="1"/>
          </p:cNvSpPr>
          <p:nvPr>
            <p:ph type="dt" sz="half" idx="10"/>
          </p:nvPr>
        </p:nvSpPr>
        <p:spPr/>
        <p:txBody>
          <a:bodyPr/>
          <a:lstStyle/>
          <a:p>
            <a:fld id="{B8C4CC3C-3B0F-45C2-9882-3CAEF65822A6}" type="datetime1">
              <a:rPr lang="en-US" smtClean="0"/>
              <a:t>9/15/2025</a:t>
            </a:fld>
            <a:endParaRPr lang="en-US"/>
          </a:p>
        </p:txBody>
      </p:sp>
      <p:pic>
        <p:nvPicPr>
          <p:cNvPr id="3" name="Picture 2">
            <a:extLst>
              <a:ext uri="{FF2B5EF4-FFF2-40B4-BE49-F238E27FC236}">
                <a16:creationId xmlns:a16="http://schemas.microsoft.com/office/drawing/2014/main" id="{7A901929-FADE-4ECF-B348-C38C0958471B}"/>
              </a:ext>
            </a:extLst>
          </p:cNvPr>
          <p:cNvPicPr>
            <a:picLocks noChangeAspect="1"/>
          </p:cNvPicPr>
          <p:nvPr/>
        </p:nvPicPr>
        <p:blipFill>
          <a:blip r:embed="rId2"/>
          <a:stretch>
            <a:fillRect/>
          </a:stretch>
        </p:blipFill>
        <p:spPr>
          <a:xfrm>
            <a:off x="0" y="-1"/>
            <a:ext cx="9144000" cy="6795983"/>
          </a:xfrm>
          <a:prstGeom prst="rect">
            <a:avLst/>
          </a:prstGeom>
        </p:spPr>
      </p:pic>
    </p:spTree>
    <p:extLst>
      <p:ext uri="{BB962C8B-B14F-4D97-AF65-F5344CB8AC3E}">
        <p14:creationId xmlns:p14="http://schemas.microsoft.com/office/powerpoint/2010/main" val="26341160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Dynamic Fields Creation </a:t>
            </a:r>
          </a:p>
        </p:txBody>
      </p:sp>
      <p:sp>
        <p:nvSpPr>
          <p:cNvPr id="4" name="Slide Number Placeholder 3"/>
          <p:cNvSpPr>
            <a:spLocks noGrp="1"/>
          </p:cNvSpPr>
          <p:nvPr>
            <p:ph type="sldNum" sz="quarter" idx="12"/>
          </p:nvPr>
        </p:nvSpPr>
        <p:spPr/>
        <p:txBody>
          <a:bodyPr/>
          <a:lstStyle/>
          <a:p>
            <a:fld id="{4F5037F2-DC85-406A-A4EA-1E681A25B4F8}" type="slidenum">
              <a:rPr lang="en-US" smtClean="0"/>
              <a:t>71</a:t>
            </a:fld>
            <a:endParaRPr lang="en-US" dirty="0"/>
          </a:p>
        </p:txBody>
      </p:sp>
      <p:sp>
        <p:nvSpPr>
          <p:cNvPr id="5" name="Date Placeholder 4"/>
          <p:cNvSpPr>
            <a:spLocks noGrp="1"/>
          </p:cNvSpPr>
          <p:nvPr>
            <p:ph type="dt" sz="half" idx="10"/>
          </p:nvPr>
        </p:nvSpPr>
        <p:spPr/>
        <p:txBody>
          <a:bodyPr/>
          <a:lstStyle/>
          <a:p>
            <a:fld id="{B8C4CC3C-3B0F-45C2-9882-3CAEF65822A6}" type="datetime1">
              <a:rPr lang="en-US" smtClean="0"/>
              <a:t>9/15/2025</a:t>
            </a:fld>
            <a:endParaRPr lang="en-US"/>
          </a:p>
        </p:txBody>
      </p:sp>
      <p:pic>
        <p:nvPicPr>
          <p:cNvPr id="3" name="Picture 2">
            <a:extLst>
              <a:ext uri="{FF2B5EF4-FFF2-40B4-BE49-F238E27FC236}">
                <a16:creationId xmlns:a16="http://schemas.microsoft.com/office/drawing/2014/main" id="{7A901929-FADE-4ECF-B348-C38C0958471B}"/>
              </a:ext>
            </a:extLst>
          </p:cNvPr>
          <p:cNvPicPr>
            <a:picLocks noChangeAspect="1"/>
          </p:cNvPicPr>
          <p:nvPr/>
        </p:nvPicPr>
        <p:blipFill>
          <a:blip r:embed="rId2"/>
          <a:stretch>
            <a:fillRect/>
          </a:stretch>
        </p:blipFill>
        <p:spPr>
          <a:xfrm>
            <a:off x="0" y="-1"/>
            <a:ext cx="9144000" cy="6795983"/>
          </a:xfrm>
          <a:prstGeom prst="rect">
            <a:avLst/>
          </a:prstGeom>
        </p:spPr>
      </p:pic>
      <p:pic>
        <p:nvPicPr>
          <p:cNvPr id="6" name="Picture 5">
            <a:extLst>
              <a:ext uri="{FF2B5EF4-FFF2-40B4-BE49-F238E27FC236}">
                <a16:creationId xmlns:a16="http://schemas.microsoft.com/office/drawing/2014/main" id="{E7FB76D8-6D9E-4460-AE3A-496BEF7EFD79}"/>
              </a:ext>
            </a:extLst>
          </p:cNvPr>
          <p:cNvPicPr>
            <a:picLocks noChangeAspect="1"/>
          </p:cNvPicPr>
          <p:nvPr/>
        </p:nvPicPr>
        <p:blipFill>
          <a:blip r:embed="rId3"/>
          <a:stretch>
            <a:fillRect/>
          </a:stretch>
        </p:blipFill>
        <p:spPr>
          <a:xfrm>
            <a:off x="0" y="-9941"/>
            <a:ext cx="9144000" cy="1164008"/>
          </a:xfrm>
          <a:prstGeom prst="rect">
            <a:avLst/>
          </a:prstGeom>
        </p:spPr>
      </p:pic>
      <p:sp>
        <p:nvSpPr>
          <p:cNvPr id="7" name="Rectangle 6">
            <a:extLst>
              <a:ext uri="{FF2B5EF4-FFF2-40B4-BE49-F238E27FC236}">
                <a16:creationId xmlns:a16="http://schemas.microsoft.com/office/drawing/2014/main" id="{68CC6654-C476-4353-B64B-C6DE775A2D6E}"/>
              </a:ext>
            </a:extLst>
          </p:cNvPr>
          <p:cNvSpPr/>
          <p:nvPr/>
        </p:nvSpPr>
        <p:spPr>
          <a:xfrm>
            <a:off x="3563888" y="432250"/>
            <a:ext cx="4248472" cy="487221"/>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r>
              <a:rPr lang="en-US" sz="2400" b="1" dirty="0"/>
              <a:t>Once application is loaded</a:t>
            </a:r>
          </a:p>
        </p:txBody>
      </p:sp>
      <p:sp>
        <p:nvSpPr>
          <p:cNvPr id="8" name="Rectangle 7">
            <a:extLst>
              <a:ext uri="{FF2B5EF4-FFF2-40B4-BE49-F238E27FC236}">
                <a16:creationId xmlns:a16="http://schemas.microsoft.com/office/drawing/2014/main" id="{586E3C38-4023-4D8A-BF89-F4260AFB49A9}"/>
              </a:ext>
            </a:extLst>
          </p:cNvPr>
          <p:cNvSpPr/>
          <p:nvPr/>
        </p:nvSpPr>
        <p:spPr>
          <a:xfrm>
            <a:off x="899592" y="2420888"/>
            <a:ext cx="8136904" cy="864096"/>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F8648FA5-D869-4B77-A148-ABCB3445B879}"/>
              </a:ext>
            </a:extLst>
          </p:cNvPr>
          <p:cNvCxnSpPr>
            <a:cxnSpLocks/>
          </p:cNvCxnSpPr>
          <p:nvPr/>
        </p:nvCxnSpPr>
        <p:spPr>
          <a:xfrm flipV="1">
            <a:off x="1547664" y="3294924"/>
            <a:ext cx="1008112" cy="15742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id="{EEF20FE3-60D2-4C3B-BF88-786D463C5A1C}"/>
              </a:ext>
            </a:extLst>
          </p:cNvPr>
          <p:cNvSpPr/>
          <p:nvPr/>
        </p:nvSpPr>
        <p:spPr>
          <a:xfrm>
            <a:off x="3923928" y="3739798"/>
            <a:ext cx="4968552" cy="864096"/>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t>Once you clicked on add button, the code inside “.copy” class is assigned to a variable named </a:t>
            </a:r>
            <a:r>
              <a:rPr lang="en-US" b="1" u="sng" dirty="0"/>
              <a:t>html</a:t>
            </a:r>
            <a:endParaRPr lang="en-US" u="sng" dirty="0"/>
          </a:p>
        </p:txBody>
      </p:sp>
      <p:sp>
        <p:nvSpPr>
          <p:cNvPr id="13" name="Rectangle 12">
            <a:extLst>
              <a:ext uri="{FF2B5EF4-FFF2-40B4-BE49-F238E27FC236}">
                <a16:creationId xmlns:a16="http://schemas.microsoft.com/office/drawing/2014/main" id="{85A2CCB7-B594-467A-A66A-A9A555FA6F97}"/>
              </a:ext>
            </a:extLst>
          </p:cNvPr>
          <p:cNvSpPr/>
          <p:nvPr/>
        </p:nvSpPr>
        <p:spPr>
          <a:xfrm>
            <a:off x="3900805" y="4425873"/>
            <a:ext cx="4968552" cy="864096"/>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t>Then this code is made a sibling of “.</a:t>
            </a:r>
            <a:r>
              <a:rPr lang="en-US" b="1" dirty="0"/>
              <a:t>original”</a:t>
            </a:r>
            <a:r>
              <a:rPr lang="en-US" dirty="0"/>
              <a:t> class</a:t>
            </a:r>
            <a:endParaRPr lang="en-US" u="sng" dirty="0"/>
          </a:p>
        </p:txBody>
      </p:sp>
      <p:sp>
        <p:nvSpPr>
          <p:cNvPr id="20" name="Freeform: Shape 19">
            <a:extLst>
              <a:ext uri="{FF2B5EF4-FFF2-40B4-BE49-F238E27FC236}">
                <a16:creationId xmlns:a16="http://schemas.microsoft.com/office/drawing/2014/main" id="{65A824AC-BCAE-43BB-B033-0E8C5981D860}"/>
              </a:ext>
            </a:extLst>
          </p:cNvPr>
          <p:cNvSpPr/>
          <p:nvPr/>
        </p:nvSpPr>
        <p:spPr>
          <a:xfrm>
            <a:off x="47923" y="1903970"/>
            <a:ext cx="856538" cy="3204743"/>
          </a:xfrm>
          <a:custGeom>
            <a:avLst/>
            <a:gdLst>
              <a:gd name="connsiteX0" fmla="*/ 777025 w 856538"/>
              <a:gd name="connsiteY0" fmla="*/ 3204743 h 3204743"/>
              <a:gd name="connsiteX1" fmla="*/ 31590 w 856538"/>
              <a:gd name="connsiteY1" fmla="*/ 2399673 h 3204743"/>
              <a:gd name="connsiteX2" fmla="*/ 170738 w 856538"/>
              <a:gd name="connsiteY2" fmla="*/ 1197039 h 3204743"/>
              <a:gd name="connsiteX3" fmla="*/ 468912 w 856538"/>
              <a:gd name="connsiteY3" fmla="*/ 73917 h 3204743"/>
              <a:gd name="connsiteX4" fmla="*/ 856538 w 856538"/>
              <a:gd name="connsiteY4" fmla="*/ 103734 h 3204743"/>
              <a:gd name="connsiteX5" fmla="*/ 856538 w 856538"/>
              <a:gd name="connsiteY5" fmla="*/ 103734 h 3204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6538" h="3204743">
                <a:moveTo>
                  <a:pt x="777025" y="3204743"/>
                </a:moveTo>
                <a:cubicBezTo>
                  <a:pt x="454831" y="2969516"/>
                  <a:pt x="132638" y="2734290"/>
                  <a:pt x="31590" y="2399673"/>
                </a:cubicBezTo>
                <a:cubicBezTo>
                  <a:pt x="-69458" y="2065056"/>
                  <a:pt x="97851" y="1584665"/>
                  <a:pt x="170738" y="1197039"/>
                </a:cubicBezTo>
                <a:cubicBezTo>
                  <a:pt x="243625" y="809413"/>
                  <a:pt x="354612" y="256134"/>
                  <a:pt x="468912" y="73917"/>
                </a:cubicBezTo>
                <a:cubicBezTo>
                  <a:pt x="583212" y="-108300"/>
                  <a:pt x="856538" y="103734"/>
                  <a:pt x="856538" y="103734"/>
                </a:cubicBezTo>
                <a:lnTo>
                  <a:pt x="856538" y="103734"/>
                </a:ln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8167185C-0BAA-4129-B073-C2020E6E6DA4}"/>
              </a:ext>
            </a:extLst>
          </p:cNvPr>
          <p:cNvPicPr>
            <a:picLocks noChangeAspect="1"/>
          </p:cNvPicPr>
          <p:nvPr/>
        </p:nvPicPr>
        <p:blipFill>
          <a:blip r:embed="rId4"/>
          <a:stretch>
            <a:fillRect/>
          </a:stretch>
        </p:blipFill>
        <p:spPr>
          <a:xfrm>
            <a:off x="0" y="5128820"/>
            <a:ext cx="9144000" cy="1716858"/>
          </a:xfrm>
          <a:prstGeom prst="rect">
            <a:avLst/>
          </a:prstGeom>
        </p:spPr>
      </p:pic>
    </p:spTree>
    <p:extLst>
      <p:ext uri="{BB962C8B-B14F-4D97-AF65-F5344CB8AC3E}">
        <p14:creationId xmlns:p14="http://schemas.microsoft.com/office/powerpoint/2010/main" val="284509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1000"/>
                                        <p:tgtEl>
                                          <p:spTgt spid="20"/>
                                        </p:tgtEl>
                                      </p:cBhvr>
                                    </p:animEffect>
                                    <p:anim calcmode="lin" valueType="num">
                                      <p:cBhvr>
                                        <p:cTn id="36" dur="1000" fill="hold"/>
                                        <p:tgtEl>
                                          <p:spTgt spid="20"/>
                                        </p:tgtEl>
                                        <p:attrNameLst>
                                          <p:attrName>ppt_x</p:attrName>
                                        </p:attrNameLst>
                                      </p:cBhvr>
                                      <p:tavLst>
                                        <p:tav tm="0">
                                          <p:val>
                                            <p:strVal val="#ppt_x"/>
                                          </p:val>
                                        </p:tav>
                                        <p:tav tm="100000">
                                          <p:val>
                                            <p:strVal val="#ppt_x"/>
                                          </p:val>
                                        </p:tav>
                                      </p:tavLst>
                                    </p:anim>
                                    <p:anim calcmode="lin" valueType="num">
                                      <p:cBhvr>
                                        <p:cTn id="3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ppt_x"/>
                                          </p:val>
                                        </p:tav>
                                        <p:tav tm="100000">
                                          <p:val>
                                            <p:strVal val="#ppt_x"/>
                                          </p:val>
                                        </p:tav>
                                      </p:tavLst>
                                    </p:anim>
                                    <p:anim calcmode="lin" valueType="num">
                                      <p:cBhvr additive="base">
                                        <p:cTn id="4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2" grpId="0"/>
      <p:bldP spid="13" grpId="0"/>
      <p:bldP spid="2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Accordion</a:t>
            </a:r>
          </a:p>
        </p:txBody>
      </p:sp>
      <p:sp>
        <p:nvSpPr>
          <p:cNvPr id="3" name="Content Placeholder 2"/>
          <p:cNvSpPr>
            <a:spLocks noGrp="1"/>
          </p:cNvSpPr>
          <p:nvPr>
            <p:ph idx="1"/>
          </p:nvPr>
        </p:nvSpPr>
        <p:spPr/>
        <p:txBody>
          <a:bodyPr/>
          <a:lstStyle/>
          <a:p>
            <a:pPr algn="just"/>
            <a:r>
              <a:rPr lang="en-US" dirty="0"/>
              <a:t>Accordions (Dynamic List) are useful when you want to toggle between hiding and showing large amount of content</a:t>
            </a:r>
          </a:p>
        </p:txBody>
      </p:sp>
      <p:sp>
        <p:nvSpPr>
          <p:cNvPr id="4" name="Slide Number Placeholder 3"/>
          <p:cNvSpPr>
            <a:spLocks noGrp="1"/>
          </p:cNvSpPr>
          <p:nvPr>
            <p:ph type="sldNum" sz="quarter" idx="12"/>
          </p:nvPr>
        </p:nvSpPr>
        <p:spPr/>
        <p:txBody>
          <a:bodyPr/>
          <a:lstStyle/>
          <a:p>
            <a:fld id="{4F5037F2-DC85-406A-A4EA-1E681A25B4F8}" type="slidenum">
              <a:rPr lang="en-US" smtClean="0"/>
              <a:t>72</a:t>
            </a:fld>
            <a:endParaRPr lang="en-US" dirty="0"/>
          </a:p>
        </p:txBody>
      </p:sp>
      <p:sp>
        <p:nvSpPr>
          <p:cNvPr id="5" name="Date Placeholder 4"/>
          <p:cNvSpPr>
            <a:spLocks noGrp="1"/>
          </p:cNvSpPr>
          <p:nvPr>
            <p:ph type="dt" sz="half" idx="10"/>
          </p:nvPr>
        </p:nvSpPr>
        <p:spPr/>
        <p:txBody>
          <a:bodyPr/>
          <a:lstStyle/>
          <a:p>
            <a:fld id="{B75794E3-79CB-441E-BAF3-EA7D1EEFA9EA}" type="datetime1">
              <a:rPr lang="en-US" smtClean="0"/>
              <a:t>9/15/2025</a:t>
            </a:fld>
            <a:endParaRPr lang="en-US"/>
          </a:p>
        </p:txBody>
      </p:sp>
      <p:pic>
        <p:nvPicPr>
          <p:cNvPr id="6" name="Picture 5"/>
          <p:cNvPicPr>
            <a:picLocks noChangeAspect="1"/>
          </p:cNvPicPr>
          <p:nvPr/>
        </p:nvPicPr>
        <p:blipFill>
          <a:blip r:embed="rId2"/>
          <a:stretch>
            <a:fillRect/>
          </a:stretch>
        </p:blipFill>
        <p:spPr>
          <a:xfrm>
            <a:off x="-36512" y="2930649"/>
            <a:ext cx="8820150" cy="3962400"/>
          </a:xfrm>
          <a:prstGeom prst="rect">
            <a:avLst/>
          </a:prstGeom>
        </p:spPr>
      </p:pic>
    </p:spTree>
    <p:extLst>
      <p:ext uri="{BB962C8B-B14F-4D97-AF65-F5344CB8AC3E}">
        <p14:creationId xmlns:p14="http://schemas.microsoft.com/office/powerpoint/2010/main" val="3538276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73</a:t>
            </a:fld>
            <a:endParaRPr lang="en-US" dirty="0"/>
          </a:p>
        </p:txBody>
      </p:sp>
      <p:sp>
        <p:nvSpPr>
          <p:cNvPr id="5" name="Date Placeholder 4"/>
          <p:cNvSpPr>
            <a:spLocks noGrp="1"/>
          </p:cNvSpPr>
          <p:nvPr>
            <p:ph type="dt" sz="half" idx="10"/>
          </p:nvPr>
        </p:nvSpPr>
        <p:spPr/>
        <p:txBody>
          <a:bodyPr/>
          <a:lstStyle/>
          <a:p>
            <a:fld id="{8A62C098-8B90-4F49-BD42-3099701C8F80}" type="datetime1">
              <a:rPr lang="en-US" smtClean="0"/>
              <a:t>9/15/2025</a:t>
            </a:fld>
            <a:endParaRPr lang="en-US"/>
          </a:p>
        </p:txBody>
      </p:sp>
      <p:pic>
        <p:nvPicPr>
          <p:cNvPr id="7" name="Picture 6"/>
          <p:cNvPicPr>
            <a:picLocks noChangeAspect="1"/>
          </p:cNvPicPr>
          <p:nvPr/>
        </p:nvPicPr>
        <p:blipFill>
          <a:blip r:embed="rId2"/>
          <a:stretch>
            <a:fillRect/>
          </a:stretch>
        </p:blipFill>
        <p:spPr>
          <a:xfrm>
            <a:off x="-23242" y="0"/>
            <a:ext cx="9252520" cy="6923881"/>
          </a:xfrm>
          <a:prstGeom prst="rect">
            <a:avLst/>
          </a:prstGeom>
        </p:spPr>
      </p:pic>
      <p:pic>
        <p:nvPicPr>
          <p:cNvPr id="6" name="Picture 5">
            <a:extLst>
              <a:ext uri="{FF2B5EF4-FFF2-40B4-BE49-F238E27FC236}">
                <a16:creationId xmlns:a16="http://schemas.microsoft.com/office/drawing/2014/main" id="{2D2A2FE9-AE7D-464D-9113-DF8FCB284C53}"/>
              </a:ext>
            </a:extLst>
          </p:cNvPr>
          <p:cNvPicPr>
            <a:picLocks noChangeAspect="1"/>
          </p:cNvPicPr>
          <p:nvPr/>
        </p:nvPicPr>
        <p:blipFill>
          <a:blip r:embed="rId3"/>
          <a:stretch>
            <a:fillRect/>
          </a:stretch>
        </p:blipFill>
        <p:spPr>
          <a:xfrm>
            <a:off x="5004048" y="2857847"/>
            <a:ext cx="3571875" cy="3019425"/>
          </a:xfrm>
          <a:prstGeom prst="rect">
            <a:avLst/>
          </a:prstGeom>
        </p:spPr>
      </p:pic>
    </p:spTree>
    <p:extLst>
      <p:ext uri="{BB962C8B-B14F-4D97-AF65-F5344CB8AC3E}">
        <p14:creationId xmlns:p14="http://schemas.microsoft.com/office/powerpoint/2010/main" val="37528520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Draggable </a:t>
            </a:r>
          </a:p>
        </p:txBody>
      </p:sp>
      <p:sp>
        <p:nvSpPr>
          <p:cNvPr id="3" name="Content Placeholder 2"/>
          <p:cNvSpPr>
            <a:spLocks noGrp="1"/>
          </p:cNvSpPr>
          <p:nvPr>
            <p:ph idx="1"/>
          </p:nvPr>
        </p:nvSpPr>
        <p:spPr/>
        <p:txBody>
          <a:bodyPr/>
          <a:lstStyle/>
          <a:p>
            <a:r>
              <a:rPr lang="en-US" dirty="0" err="1"/>
              <a:t>Draggable</a:t>
            </a:r>
            <a:endParaRPr lang="en-US" dirty="0"/>
          </a:p>
          <a:p>
            <a:pPr lvl="1"/>
            <a:r>
              <a:rPr lang="en-US" dirty="0"/>
              <a:t>Allow elements to be moved using the mouse.</a:t>
            </a:r>
          </a:p>
        </p:txBody>
      </p:sp>
      <p:sp>
        <p:nvSpPr>
          <p:cNvPr id="4" name="Slide Number Placeholder 3"/>
          <p:cNvSpPr>
            <a:spLocks noGrp="1"/>
          </p:cNvSpPr>
          <p:nvPr>
            <p:ph type="sldNum" sz="quarter" idx="12"/>
          </p:nvPr>
        </p:nvSpPr>
        <p:spPr/>
        <p:txBody>
          <a:bodyPr/>
          <a:lstStyle/>
          <a:p>
            <a:fld id="{4F5037F2-DC85-406A-A4EA-1E681A25B4F8}" type="slidenum">
              <a:rPr lang="en-US" smtClean="0"/>
              <a:t>74</a:t>
            </a:fld>
            <a:endParaRPr lang="en-US" dirty="0"/>
          </a:p>
        </p:txBody>
      </p:sp>
      <p:sp>
        <p:nvSpPr>
          <p:cNvPr id="5" name="Date Placeholder 4"/>
          <p:cNvSpPr>
            <a:spLocks noGrp="1"/>
          </p:cNvSpPr>
          <p:nvPr>
            <p:ph type="dt" sz="half" idx="10"/>
          </p:nvPr>
        </p:nvSpPr>
        <p:spPr/>
        <p:txBody>
          <a:bodyPr/>
          <a:lstStyle/>
          <a:p>
            <a:fld id="{00775F3F-7A24-489B-90AD-7BE8B34BB903}" type="datetime1">
              <a:rPr lang="en-US" smtClean="0"/>
              <a:t>9/15/2025</a:t>
            </a:fld>
            <a:endParaRPr lang="en-US"/>
          </a:p>
        </p:txBody>
      </p:sp>
      <p:pic>
        <p:nvPicPr>
          <p:cNvPr id="6" name="Picture 5"/>
          <p:cNvPicPr>
            <a:picLocks noChangeAspect="1"/>
          </p:cNvPicPr>
          <p:nvPr/>
        </p:nvPicPr>
        <p:blipFill rotWithShape="1">
          <a:blip r:embed="rId2"/>
          <a:srcRect t="28811"/>
          <a:stretch/>
        </p:blipFill>
        <p:spPr>
          <a:xfrm>
            <a:off x="-8359" y="2276872"/>
            <a:ext cx="9085011" cy="4153986"/>
          </a:xfrm>
          <a:prstGeom prst="rect">
            <a:avLst/>
          </a:prstGeom>
        </p:spPr>
      </p:pic>
    </p:spTree>
    <p:extLst>
      <p:ext uri="{BB962C8B-B14F-4D97-AF65-F5344CB8AC3E}">
        <p14:creationId xmlns:p14="http://schemas.microsoft.com/office/powerpoint/2010/main" val="35963937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Draggable </a:t>
            </a:r>
          </a:p>
        </p:txBody>
      </p:sp>
      <p:sp>
        <p:nvSpPr>
          <p:cNvPr id="3" name="Content Placeholder 2"/>
          <p:cNvSpPr>
            <a:spLocks noGrp="1"/>
          </p:cNvSpPr>
          <p:nvPr>
            <p:ph idx="1"/>
          </p:nvPr>
        </p:nvSpPr>
        <p:spPr/>
        <p:txBody>
          <a:bodyPr/>
          <a:lstStyle/>
          <a:p>
            <a:r>
              <a:rPr lang="en-US" dirty="0"/>
              <a:t>Interactive draggable dialogue box</a:t>
            </a:r>
          </a:p>
        </p:txBody>
      </p:sp>
      <p:sp>
        <p:nvSpPr>
          <p:cNvPr id="4" name="Slide Number Placeholder 3"/>
          <p:cNvSpPr>
            <a:spLocks noGrp="1"/>
          </p:cNvSpPr>
          <p:nvPr>
            <p:ph type="sldNum" sz="quarter" idx="12"/>
          </p:nvPr>
        </p:nvSpPr>
        <p:spPr/>
        <p:txBody>
          <a:bodyPr/>
          <a:lstStyle/>
          <a:p>
            <a:fld id="{4F5037F2-DC85-406A-A4EA-1E681A25B4F8}" type="slidenum">
              <a:rPr lang="en-US" smtClean="0"/>
              <a:t>75</a:t>
            </a:fld>
            <a:endParaRPr lang="en-US" dirty="0"/>
          </a:p>
        </p:txBody>
      </p:sp>
      <p:sp>
        <p:nvSpPr>
          <p:cNvPr id="5" name="Date Placeholder 4"/>
          <p:cNvSpPr>
            <a:spLocks noGrp="1"/>
          </p:cNvSpPr>
          <p:nvPr>
            <p:ph type="dt" sz="half" idx="10"/>
          </p:nvPr>
        </p:nvSpPr>
        <p:spPr/>
        <p:txBody>
          <a:bodyPr/>
          <a:lstStyle/>
          <a:p>
            <a:fld id="{18300BBB-7E93-4D1E-B7FD-4C654DB98934}" type="datetime1">
              <a:rPr lang="en-US" smtClean="0"/>
              <a:t>9/15/2025</a:t>
            </a:fld>
            <a:endParaRPr lang="en-US"/>
          </a:p>
        </p:txBody>
      </p:sp>
      <p:pic>
        <p:nvPicPr>
          <p:cNvPr id="6" name="Picture 5"/>
          <p:cNvPicPr>
            <a:picLocks noChangeAspect="1"/>
          </p:cNvPicPr>
          <p:nvPr/>
        </p:nvPicPr>
        <p:blipFill>
          <a:blip r:embed="rId2"/>
          <a:stretch>
            <a:fillRect/>
          </a:stretch>
        </p:blipFill>
        <p:spPr>
          <a:xfrm>
            <a:off x="246918" y="2000250"/>
            <a:ext cx="8505825" cy="4857750"/>
          </a:xfrm>
          <a:prstGeom prst="rect">
            <a:avLst/>
          </a:prstGeom>
        </p:spPr>
      </p:pic>
      <p:pic>
        <p:nvPicPr>
          <p:cNvPr id="7" name="Picture 6"/>
          <p:cNvPicPr>
            <a:picLocks noChangeAspect="1"/>
          </p:cNvPicPr>
          <p:nvPr/>
        </p:nvPicPr>
        <p:blipFill>
          <a:blip r:embed="rId3"/>
          <a:stretch>
            <a:fillRect/>
          </a:stretch>
        </p:blipFill>
        <p:spPr>
          <a:xfrm>
            <a:off x="3056793" y="3176587"/>
            <a:ext cx="5695950" cy="2505075"/>
          </a:xfrm>
          <a:prstGeom prst="rect">
            <a:avLst/>
          </a:prstGeom>
        </p:spPr>
      </p:pic>
    </p:spTree>
    <p:extLst>
      <p:ext uri="{BB962C8B-B14F-4D97-AF65-F5344CB8AC3E}">
        <p14:creationId xmlns:p14="http://schemas.microsoft.com/office/powerpoint/2010/main" val="72719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76</a:t>
            </a:fld>
            <a:endParaRPr lang="en-US" dirty="0"/>
          </a:p>
        </p:txBody>
      </p:sp>
      <p:sp>
        <p:nvSpPr>
          <p:cNvPr id="5" name="Date Placeholder 4"/>
          <p:cNvSpPr>
            <a:spLocks noGrp="1"/>
          </p:cNvSpPr>
          <p:nvPr>
            <p:ph type="dt" sz="half" idx="10"/>
          </p:nvPr>
        </p:nvSpPr>
        <p:spPr/>
        <p:txBody>
          <a:bodyPr/>
          <a:lstStyle/>
          <a:p>
            <a:fld id="{6B6B532A-C86F-4477-B2A4-460479823A68}" type="datetime1">
              <a:rPr lang="en-US" smtClean="0"/>
              <a:t>9/15/2025</a:t>
            </a:fld>
            <a:endParaRPr lang="en-US"/>
          </a:p>
        </p:txBody>
      </p:sp>
      <p:pic>
        <p:nvPicPr>
          <p:cNvPr id="8" name="Picture 7"/>
          <p:cNvPicPr>
            <a:picLocks noChangeAspect="1"/>
          </p:cNvPicPr>
          <p:nvPr/>
        </p:nvPicPr>
        <p:blipFill>
          <a:blip r:embed="rId2"/>
          <a:stretch>
            <a:fillRect/>
          </a:stretch>
        </p:blipFill>
        <p:spPr>
          <a:xfrm>
            <a:off x="167680" y="342900"/>
            <a:ext cx="8601075" cy="6515100"/>
          </a:xfrm>
          <a:prstGeom prst="rect">
            <a:avLst/>
          </a:prstGeom>
        </p:spPr>
      </p:pic>
      <p:pic>
        <p:nvPicPr>
          <p:cNvPr id="7" name="Picture 6"/>
          <p:cNvPicPr>
            <a:picLocks noChangeAspect="1"/>
          </p:cNvPicPr>
          <p:nvPr/>
        </p:nvPicPr>
        <p:blipFill>
          <a:blip r:embed="rId3"/>
          <a:stretch>
            <a:fillRect/>
          </a:stretch>
        </p:blipFill>
        <p:spPr>
          <a:xfrm>
            <a:off x="5148064" y="1559049"/>
            <a:ext cx="3781425" cy="2114550"/>
          </a:xfrm>
          <a:prstGeom prst="rect">
            <a:avLst/>
          </a:prstGeom>
        </p:spPr>
      </p:pic>
    </p:spTree>
    <p:extLst>
      <p:ext uri="{BB962C8B-B14F-4D97-AF65-F5344CB8AC3E}">
        <p14:creationId xmlns:p14="http://schemas.microsoft.com/office/powerpoint/2010/main" val="4126529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Reference  </a:t>
            </a:r>
          </a:p>
        </p:txBody>
      </p:sp>
      <p:sp>
        <p:nvSpPr>
          <p:cNvPr id="3" name="Content Placeholder 2"/>
          <p:cNvSpPr>
            <a:spLocks noGrp="1"/>
          </p:cNvSpPr>
          <p:nvPr>
            <p:ph idx="1"/>
          </p:nvPr>
        </p:nvSpPr>
        <p:spPr/>
        <p:txBody>
          <a:bodyPr/>
          <a:lstStyle/>
          <a:p>
            <a:r>
              <a:rPr lang="en-US" dirty="0">
                <a:hlinkClick r:id="rId2"/>
              </a:rPr>
              <a:t>https://jqueryui.com/</a:t>
            </a:r>
            <a:r>
              <a:rPr lang="en-US" dirty="0"/>
              <a:t> </a:t>
            </a:r>
          </a:p>
        </p:txBody>
      </p:sp>
      <p:sp>
        <p:nvSpPr>
          <p:cNvPr id="4" name="Slide Number Placeholder 3"/>
          <p:cNvSpPr>
            <a:spLocks noGrp="1"/>
          </p:cNvSpPr>
          <p:nvPr>
            <p:ph type="sldNum" sz="quarter" idx="12"/>
          </p:nvPr>
        </p:nvSpPr>
        <p:spPr/>
        <p:txBody>
          <a:bodyPr/>
          <a:lstStyle/>
          <a:p>
            <a:fld id="{4F5037F2-DC85-406A-A4EA-1E681A25B4F8}" type="slidenum">
              <a:rPr lang="en-US" smtClean="0"/>
              <a:t>77</a:t>
            </a:fld>
            <a:endParaRPr lang="en-US" dirty="0"/>
          </a:p>
        </p:txBody>
      </p:sp>
      <p:sp>
        <p:nvSpPr>
          <p:cNvPr id="5" name="Date Placeholder 4"/>
          <p:cNvSpPr>
            <a:spLocks noGrp="1"/>
          </p:cNvSpPr>
          <p:nvPr>
            <p:ph type="dt" sz="half" idx="10"/>
          </p:nvPr>
        </p:nvSpPr>
        <p:spPr/>
        <p:txBody>
          <a:bodyPr/>
          <a:lstStyle/>
          <a:p>
            <a:fld id="{5F1375F2-EDDA-4F07-930F-6B1FC26E017C}" type="datetime1">
              <a:rPr lang="en-US" smtClean="0"/>
              <a:t>9/15/2025</a:t>
            </a:fld>
            <a:endParaRPr lang="en-US"/>
          </a:p>
        </p:txBody>
      </p:sp>
    </p:spTree>
    <p:extLst>
      <p:ext uri="{BB962C8B-B14F-4D97-AF65-F5344CB8AC3E}">
        <p14:creationId xmlns:p14="http://schemas.microsoft.com/office/powerpoint/2010/main" val="17613316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algn="just"/>
            <a:r>
              <a:rPr lang="en-US" sz="2400" dirty="0"/>
              <a:t>jQuery includes methods which give special effects to the elements on hiding, showing, changing style properties, and fade-in or fade-out operation. These special effect methods can be useful in building an interactive user interface.</a:t>
            </a:r>
          </a:p>
        </p:txBody>
      </p:sp>
      <p:sp>
        <p:nvSpPr>
          <p:cNvPr id="2" name="Title 1"/>
          <p:cNvSpPr>
            <a:spLocks noGrp="1"/>
          </p:cNvSpPr>
          <p:nvPr>
            <p:ph type="title"/>
          </p:nvPr>
        </p:nvSpPr>
        <p:spPr/>
        <p:txBody>
          <a:bodyPr>
            <a:normAutofit fontScale="90000"/>
          </a:bodyPr>
          <a:lstStyle/>
          <a:p>
            <a:r>
              <a:rPr lang="en-US" dirty="0"/>
              <a:t>JQuery animation</a:t>
            </a:r>
          </a:p>
        </p:txBody>
      </p:sp>
      <p:sp>
        <p:nvSpPr>
          <p:cNvPr id="4" name="Slide Number Placeholder 3"/>
          <p:cNvSpPr>
            <a:spLocks noGrp="1"/>
          </p:cNvSpPr>
          <p:nvPr>
            <p:ph type="sldNum" sz="quarter" idx="12"/>
          </p:nvPr>
        </p:nvSpPr>
        <p:spPr/>
        <p:txBody>
          <a:bodyPr/>
          <a:lstStyle/>
          <a:p>
            <a:fld id="{4F5037F2-DC85-406A-A4EA-1E681A25B4F8}" type="slidenum">
              <a:rPr lang="en-US" smtClean="0"/>
              <a:t>78</a:t>
            </a:fld>
            <a:endParaRPr lang="en-US" dirty="0"/>
          </a:p>
        </p:txBody>
      </p:sp>
      <p:sp>
        <p:nvSpPr>
          <p:cNvPr id="5" name="Date Placeholder 4"/>
          <p:cNvSpPr>
            <a:spLocks noGrp="1"/>
          </p:cNvSpPr>
          <p:nvPr>
            <p:ph type="dt" sz="half" idx="10"/>
          </p:nvPr>
        </p:nvSpPr>
        <p:spPr/>
        <p:txBody>
          <a:bodyPr/>
          <a:lstStyle/>
          <a:p>
            <a:fld id="{75526D91-CE97-486E-B12D-4F86A40CA076}" type="datetime1">
              <a:rPr lang="en-US" smtClean="0"/>
              <a:t>9/15/2025</a:t>
            </a:fld>
            <a:endParaRPr lang="en-US"/>
          </a:p>
        </p:txBody>
      </p:sp>
      <p:graphicFrame>
        <p:nvGraphicFramePr>
          <p:cNvPr id="10" name="Content Placeholder 7"/>
          <p:cNvGraphicFramePr>
            <a:graphicFrameLocks/>
          </p:cNvGraphicFramePr>
          <p:nvPr/>
        </p:nvGraphicFramePr>
        <p:xfrm>
          <a:off x="323528" y="2636912"/>
          <a:ext cx="8658226" cy="3302856"/>
        </p:xfrm>
        <a:graphic>
          <a:graphicData uri="http://schemas.openxmlformats.org/drawingml/2006/table">
            <a:tbl>
              <a:tblPr firstRow="1" bandRow="1">
                <a:tableStyleId>{5C22544A-7EE6-4342-B048-85BDC9FD1C3A}</a:tableStyleId>
              </a:tblPr>
              <a:tblGrid>
                <a:gridCol w="2088356">
                  <a:extLst>
                    <a:ext uri="{9D8B030D-6E8A-4147-A177-3AD203B41FA5}">
                      <a16:colId xmlns:a16="http://schemas.microsoft.com/office/drawing/2014/main" val="3955619727"/>
                    </a:ext>
                  </a:extLst>
                </a:gridCol>
                <a:gridCol w="6569870">
                  <a:extLst>
                    <a:ext uri="{9D8B030D-6E8A-4147-A177-3AD203B41FA5}">
                      <a16:colId xmlns:a16="http://schemas.microsoft.com/office/drawing/2014/main" val="1781328984"/>
                    </a:ext>
                  </a:extLst>
                </a:gridCol>
              </a:tblGrid>
              <a:tr h="370840">
                <a:tc>
                  <a:txBody>
                    <a:bodyPr/>
                    <a:lstStyle/>
                    <a:p>
                      <a:pPr algn="l" fontAlgn="b"/>
                      <a:r>
                        <a:rPr lang="en-US" sz="1600" b="0" dirty="0">
                          <a:solidFill>
                            <a:srgbClr val="FFFFFF"/>
                          </a:solidFill>
                          <a:effectLst/>
                        </a:rPr>
                        <a:t>jQuery Methods for Special Effects</a:t>
                      </a:r>
                    </a:p>
                  </a:txBody>
                  <a:tcPr marL="51227" marR="51227" marT="25614" marB="25614" anchor="b"/>
                </a:tc>
                <a:tc>
                  <a:txBody>
                    <a:bodyPr/>
                    <a:lstStyle/>
                    <a:p>
                      <a:pPr algn="l" fontAlgn="b"/>
                      <a:r>
                        <a:rPr lang="en-US" sz="1600" b="0" dirty="0">
                          <a:solidFill>
                            <a:srgbClr val="FFFFFF"/>
                          </a:solidFill>
                          <a:effectLst/>
                        </a:rPr>
                        <a:t>Description</a:t>
                      </a:r>
                    </a:p>
                  </a:txBody>
                  <a:tcPr marL="51227" marR="51227" marT="25614" marB="25614" anchor="b"/>
                </a:tc>
                <a:extLst>
                  <a:ext uri="{0D108BD9-81ED-4DB2-BD59-A6C34878D82A}">
                    <a16:rowId xmlns:a16="http://schemas.microsoft.com/office/drawing/2014/main" val="1232556691"/>
                  </a:ext>
                </a:extLst>
              </a:tr>
              <a:tr h="370840">
                <a:tc>
                  <a:txBody>
                    <a:bodyPr/>
                    <a:lstStyle/>
                    <a:p>
                      <a:pPr fontAlgn="t"/>
                      <a:r>
                        <a:rPr lang="en-US" sz="1600" dirty="0">
                          <a:solidFill>
                            <a:srgbClr val="414141"/>
                          </a:solidFill>
                          <a:effectLst/>
                        </a:rPr>
                        <a:t>animate()</a:t>
                      </a:r>
                    </a:p>
                  </a:txBody>
                  <a:tcPr marL="51227" marR="51227" marT="25614" marB="25614"/>
                </a:tc>
                <a:tc>
                  <a:txBody>
                    <a:bodyPr/>
                    <a:lstStyle/>
                    <a:p>
                      <a:pPr fontAlgn="t"/>
                      <a:r>
                        <a:rPr lang="en-US" sz="1600">
                          <a:solidFill>
                            <a:srgbClr val="414141"/>
                          </a:solidFill>
                          <a:effectLst/>
                        </a:rPr>
                        <a:t>Perform custom animation using element's style properties.</a:t>
                      </a:r>
                    </a:p>
                  </a:txBody>
                  <a:tcPr marL="51227" marR="51227" marT="25614" marB="25614"/>
                </a:tc>
                <a:extLst>
                  <a:ext uri="{0D108BD9-81ED-4DB2-BD59-A6C34878D82A}">
                    <a16:rowId xmlns:a16="http://schemas.microsoft.com/office/drawing/2014/main" val="2381344857"/>
                  </a:ext>
                </a:extLst>
              </a:tr>
              <a:tr h="370840">
                <a:tc>
                  <a:txBody>
                    <a:bodyPr/>
                    <a:lstStyle/>
                    <a:p>
                      <a:pPr fontAlgn="t"/>
                      <a:r>
                        <a:rPr lang="en-US" sz="1600" dirty="0">
                          <a:solidFill>
                            <a:srgbClr val="414141"/>
                          </a:solidFill>
                          <a:effectLst/>
                        </a:rPr>
                        <a:t>queue()</a:t>
                      </a:r>
                    </a:p>
                  </a:txBody>
                  <a:tcPr marL="51227" marR="51227" marT="25614" marB="25614"/>
                </a:tc>
                <a:tc>
                  <a:txBody>
                    <a:bodyPr/>
                    <a:lstStyle/>
                    <a:p>
                      <a:pPr fontAlgn="t"/>
                      <a:r>
                        <a:rPr lang="en-US" sz="1600">
                          <a:solidFill>
                            <a:srgbClr val="414141"/>
                          </a:solidFill>
                          <a:effectLst/>
                        </a:rPr>
                        <a:t>Show or manipulate the queue of functions to be executed on the specified element.</a:t>
                      </a:r>
                    </a:p>
                  </a:txBody>
                  <a:tcPr marL="51227" marR="51227" marT="25614" marB="25614"/>
                </a:tc>
                <a:extLst>
                  <a:ext uri="{0D108BD9-81ED-4DB2-BD59-A6C34878D82A}">
                    <a16:rowId xmlns:a16="http://schemas.microsoft.com/office/drawing/2014/main" val="3617070260"/>
                  </a:ext>
                </a:extLst>
              </a:tr>
              <a:tr h="370840">
                <a:tc>
                  <a:txBody>
                    <a:bodyPr/>
                    <a:lstStyle/>
                    <a:p>
                      <a:pPr fontAlgn="t"/>
                      <a:r>
                        <a:rPr lang="en-US" sz="1600">
                          <a:solidFill>
                            <a:srgbClr val="414141"/>
                          </a:solidFill>
                          <a:effectLst/>
                        </a:rPr>
                        <a:t>stop()</a:t>
                      </a:r>
                    </a:p>
                  </a:txBody>
                  <a:tcPr marL="51227" marR="51227" marT="25614" marB="25614"/>
                </a:tc>
                <a:tc>
                  <a:txBody>
                    <a:bodyPr/>
                    <a:lstStyle/>
                    <a:p>
                      <a:pPr fontAlgn="t"/>
                      <a:r>
                        <a:rPr lang="en-US" sz="1600">
                          <a:solidFill>
                            <a:srgbClr val="414141"/>
                          </a:solidFill>
                          <a:effectLst/>
                        </a:rPr>
                        <a:t>Stop currently running animations on the specified element(s).</a:t>
                      </a:r>
                    </a:p>
                  </a:txBody>
                  <a:tcPr marL="51227" marR="51227" marT="25614" marB="25614"/>
                </a:tc>
                <a:extLst>
                  <a:ext uri="{0D108BD9-81ED-4DB2-BD59-A6C34878D82A}">
                    <a16:rowId xmlns:a16="http://schemas.microsoft.com/office/drawing/2014/main" val="1004374464"/>
                  </a:ext>
                </a:extLst>
              </a:tr>
              <a:tr h="370840">
                <a:tc>
                  <a:txBody>
                    <a:bodyPr/>
                    <a:lstStyle/>
                    <a:p>
                      <a:pPr fontAlgn="t"/>
                      <a:r>
                        <a:rPr lang="en-US" sz="1600">
                          <a:solidFill>
                            <a:srgbClr val="414141"/>
                          </a:solidFill>
                          <a:effectLst/>
                        </a:rPr>
                        <a:t>fadeIn()</a:t>
                      </a:r>
                    </a:p>
                  </a:txBody>
                  <a:tcPr marL="51227" marR="51227" marT="25614" marB="25614"/>
                </a:tc>
                <a:tc>
                  <a:txBody>
                    <a:bodyPr/>
                    <a:lstStyle/>
                    <a:p>
                      <a:pPr fontAlgn="t"/>
                      <a:r>
                        <a:rPr lang="en-US" sz="1600">
                          <a:solidFill>
                            <a:srgbClr val="414141"/>
                          </a:solidFill>
                          <a:effectLst/>
                        </a:rPr>
                        <a:t>Display specified element(s) by fading them to opaque.</a:t>
                      </a:r>
                    </a:p>
                  </a:txBody>
                  <a:tcPr marL="51227" marR="51227" marT="25614" marB="25614"/>
                </a:tc>
                <a:extLst>
                  <a:ext uri="{0D108BD9-81ED-4DB2-BD59-A6C34878D82A}">
                    <a16:rowId xmlns:a16="http://schemas.microsoft.com/office/drawing/2014/main" val="4032293836"/>
                  </a:ext>
                </a:extLst>
              </a:tr>
              <a:tr h="370840">
                <a:tc>
                  <a:txBody>
                    <a:bodyPr/>
                    <a:lstStyle/>
                    <a:p>
                      <a:pPr fontAlgn="t"/>
                      <a:r>
                        <a:rPr lang="en-US" sz="1600">
                          <a:solidFill>
                            <a:srgbClr val="414141"/>
                          </a:solidFill>
                          <a:effectLst/>
                        </a:rPr>
                        <a:t>fadeOut()</a:t>
                      </a:r>
                    </a:p>
                  </a:txBody>
                  <a:tcPr marL="51227" marR="51227" marT="25614" marB="25614"/>
                </a:tc>
                <a:tc>
                  <a:txBody>
                    <a:bodyPr/>
                    <a:lstStyle/>
                    <a:p>
                      <a:pPr fontAlgn="t"/>
                      <a:r>
                        <a:rPr lang="en-US" sz="1600" dirty="0">
                          <a:solidFill>
                            <a:srgbClr val="414141"/>
                          </a:solidFill>
                          <a:effectLst/>
                        </a:rPr>
                        <a:t>Hides specified element(s) by fading them to transparent.</a:t>
                      </a:r>
                    </a:p>
                  </a:txBody>
                  <a:tcPr marL="51227" marR="51227" marT="25614" marB="25614"/>
                </a:tc>
                <a:extLst>
                  <a:ext uri="{0D108BD9-81ED-4DB2-BD59-A6C34878D82A}">
                    <a16:rowId xmlns:a16="http://schemas.microsoft.com/office/drawing/2014/main" val="1701497971"/>
                  </a:ext>
                </a:extLst>
              </a:tr>
              <a:tr h="370840">
                <a:tc>
                  <a:txBody>
                    <a:bodyPr/>
                    <a:lstStyle/>
                    <a:p>
                      <a:pPr fontAlgn="t"/>
                      <a:r>
                        <a:rPr lang="en-US" sz="1600">
                          <a:solidFill>
                            <a:srgbClr val="414141"/>
                          </a:solidFill>
                          <a:effectLst/>
                        </a:rPr>
                        <a:t>fadeTo()</a:t>
                      </a:r>
                    </a:p>
                  </a:txBody>
                  <a:tcPr marL="51227" marR="51227" marT="25614" marB="25614"/>
                </a:tc>
                <a:tc>
                  <a:txBody>
                    <a:bodyPr/>
                    <a:lstStyle/>
                    <a:p>
                      <a:pPr fontAlgn="t"/>
                      <a:r>
                        <a:rPr lang="en-US" sz="1600">
                          <a:solidFill>
                            <a:srgbClr val="414141"/>
                          </a:solidFill>
                          <a:effectLst/>
                        </a:rPr>
                        <a:t>Adjust the opacity of the specified element(s)</a:t>
                      </a:r>
                    </a:p>
                  </a:txBody>
                  <a:tcPr marL="51227" marR="51227" marT="25614" marB="25614"/>
                </a:tc>
                <a:extLst>
                  <a:ext uri="{0D108BD9-81ED-4DB2-BD59-A6C34878D82A}">
                    <a16:rowId xmlns:a16="http://schemas.microsoft.com/office/drawing/2014/main" val="1022948626"/>
                  </a:ext>
                </a:extLst>
              </a:tr>
              <a:tr h="370840">
                <a:tc>
                  <a:txBody>
                    <a:bodyPr/>
                    <a:lstStyle/>
                    <a:p>
                      <a:pPr fontAlgn="t"/>
                      <a:r>
                        <a:rPr lang="en-US" sz="1600" dirty="0" err="1">
                          <a:solidFill>
                            <a:srgbClr val="414141"/>
                          </a:solidFill>
                          <a:effectLst/>
                        </a:rPr>
                        <a:t>fadeToggle</a:t>
                      </a:r>
                      <a:r>
                        <a:rPr lang="en-US" sz="1600" dirty="0">
                          <a:solidFill>
                            <a:srgbClr val="414141"/>
                          </a:solidFill>
                          <a:effectLst/>
                        </a:rPr>
                        <a:t>()</a:t>
                      </a:r>
                    </a:p>
                  </a:txBody>
                  <a:tcPr marL="51227" marR="51227" marT="25614" marB="25614"/>
                </a:tc>
                <a:tc>
                  <a:txBody>
                    <a:bodyPr/>
                    <a:lstStyle/>
                    <a:p>
                      <a:pPr fontAlgn="t"/>
                      <a:r>
                        <a:rPr lang="en-US" sz="1600" dirty="0">
                          <a:solidFill>
                            <a:srgbClr val="414141"/>
                          </a:solidFill>
                          <a:effectLst/>
                        </a:rPr>
                        <a:t>Display or hide the specified element(s) by animating their opacity.</a:t>
                      </a:r>
                    </a:p>
                  </a:txBody>
                  <a:tcPr marL="51227" marR="51227" marT="25614" marB="25614"/>
                </a:tc>
                <a:extLst>
                  <a:ext uri="{0D108BD9-81ED-4DB2-BD59-A6C34878D82A}">
                    <a16:rowId xmlns:a16="http://schemas.microsoft.com/office/drawing/2014/main" val="1002329747"/>
                  </a:ext>
                </a:extLst>
              </a:tr>
            </a:tbl>
          </a:graphicData>
        </a:graphic>
      </p:graphicFrame>
    </p:spTree>
    <p:extLst>
      <p:ext uri="{BB962C8B-B14F-4D97-AF65-F5344CB8AC3E}">
        <p14:creationId xmlns:p14="http://schemas.microsoft.com/office/powerpoint/2010/main" val="33012072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JQuery animation</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79</a:t>
            </a:fld>
            <a:endParaRPr lang="en-US" dirty="0"/>
          </a:p>
        </p:txBody>
      </p:sp>
      <p:sp>
        <p:nvSpPr>
          <p:cNvPr id="5" name="Date Placeholder 4"/>
          <p:cNvSpPr>
            <a:spLocks noGrp="1"/>
          </p:cNvSpPr>
          <p:nvPr>
            <p:ph type="dt" sz="half" idx="10"/>
          </p:nvPr>
        </p:nvSpPr>
        <p:spPr/>
        <p:txBody>
          <a:bodyPr/>
          <a:lstStyle/>
          <a:p>
            <a:fld id="{FBE96D82-11F3-41C3-BA4C-AA02C6915FF3}" type="datetime1">
              <a:rPr lang="en-US" smtClean="0"/>
              <a:t>9/15/2025</a:t>
            </a:fld>
            <a:endParaRPr lang="en-US"/>
          </a:p>
        </p:txBody>
      </p:sp>
      <p:pic>
        <p:nvPicPr>
          <p:cNvPr id="6" name="Picture 5"/>
          <p:cNvPicPr>
            <a:picLocks noChangeAspect="1"/>
          </p:cNvPicPr>
          <p:nvPr/>
        </p:nvPicPr>
        <p:blipFill>
          <a:blip r:embed="rId2"/>
          <a:stretch>
            <a:fillRect/>
          </a:stretch>
        </p:blipFill>
        <p:spPr>
          <a:xfrm>
            <a:off x="206624" y="980728"/>
            <a:ext cx="4676775" cy="5245554"/>
          </a:xfrm>
          <a:prstGeom prst="rect">
            <a:avLst/>
          </a:prstGeom>
        </p:spPr>
      </p:pic>
      <p:pic>
        <p:nvPicPr>
          <p:cNvPr id="7" name="Picture 6"/>
          <p:cNvPicPr>
            <a:picLocks noChangeAspect="1"/>
          </p:cNvPicPr>
          <p:nvPr/>
        </p:nvPicPr>
        <p:blipFill>
          <a:blip r:embed="rId3"/>
          <a:stretch>
            <a:fillRect/>
          </a:stretch>
        </p:blipFill>
        <p:spPr>
          <a:xfrm>
            <a:off x="4859960" y="3284984"/>
            <a:ext cx="3460376" cy="2084636"/>
          </a:xfrm>
          <a:prstGeom prst="rect">
            <a:avLst/>
          </a:prstGeom>
        </p:spPr>
      </p:pic>
    </p:spTree>
    <p:extLst>
      <p:ext uri="{BB962C8B-B14F-4D97-AF65-F5344CB8AC3E}">
        <p14:creationId xmlns:p14="http://schemas.microsoft.com/office/powerpoint/2010/main" val="1761691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80728"/>
            <a:ext cx="2592288" cy="5328592"/>
          </a:xfrm>
        </p:spPr>
        <p:txBody>
          <a:bodyPr>
            <a:normAutofit/>
          </a:bodyPr>
          <a:lstStyle/>
          <a:p>
            <a:pPr algn="just"/>
            <a:r>
              <a:rPr lang="en-US" sz="2400" dirty="0"/>
              <a:t>Following </a:t>
            </a:r>
            <a:r>
              <a:rPr lang="en-US" sz="2400" dirty="0" err="1"/>
              <a:t>Jquery</a:t>
            </a:r>
            <a:r>
              <a:rPr lang="en-US" sz="2400" dirty="0"/>
              <a:t> animation brings movement affect in the previous code</a:t>
            </a:r>
          </a:p>
        </p:txBody>
      </p:sp>
      <p:sp>
        <p:nvSpPr>
          <p:cNvPr id="2" name="Title 1"/>
          <p:cNvSpPr>
            <a:spLocks noGrp="1"/>
          </p:cNvSpPr>
          <p:nvPr>
            <p:ph type="title"/>
          </p:nvPr>
        </p:nvSpPr>
        <p:spPr/>
        <p:txBody>
          <a:bodyPr>
            <a:normAutofit fontScale="90000"/>
          </a:bodyPr>
          <a:lstStyle/>
          <a:p>
            <a:r>
              <a:rPr lang="en-US" dirty="0"/>
              <a:t>JQuery animation</a:t>
            </a:r>
          </a:p>
        </p:txBody>
      </p:sp>
      <p:sp>
        <p:nvSpPr>
          <p:cNvPr id="4" name="Slide Number Placeholder 3"/>
          <p:cNvSpPr>
            <a:spLocks noGrp="1"/>
          </p:cNvSpPr>
          <p:nvPr>
            <p:ph type="sldNum" sz="quarter" idx="12"/>
          </p:nvPr>
        </p:nvSpPr>
        <p:spPr/>
        <p:txBody>
          <a:bodyPr/>
          <a:lstStyle/>
          <a:p>
            <a:fld id="{4F5037F2-DC85-406A-A4EA-1E681A25B4F8}" type="slidenum">
              <a:rPr lang="en-US" smtClean="0"/>
              <a:t>80</a:t>
            </a:fld>
            <a:endParaRPr lang="en-US" dirty="0"/>
          </a:p>
        </p:txBody>
      </p:sp>
      <p:sp>
        <p:nvSpPr>
          <p:cNvPr id="5" name="Date Placeholder 4"/>
          <p:cNvSpPr>
            <a:spLocks noGrp="1"/>
          </p:cNvSpPr>
          <p:nvPr>
            <p:ph type="dt" sz="half" idx="10"/>
          </p:nvPr>
        </p:nvSpPr>
        <p:spPr/>
        <p:txBody>
          <a:bodyPr/>
          <a:lstStyle/>
          <a:p>
            <a:fld id="{5DAC9161-6CEC-4BED-9B06-55A8CA639BE8}" type="datetime1">
              <a:rPr lang="en-US" smtClean="0"/>
              <a:t>9/15/2025</a:t>
            </a:fld>
            <a:endParaRPr lang="en-US"/>
          </a:p>
        </p:txBody>
      </p:sp>
      <p:pic>
        <p:nvPicPr>
          <p:cNvPr id="6" name="Picture 5"/>
          <p:cNvPicPr>
            <a:picLocks noChangeAspect="1"/>
          </p:cNvPicPr>
          <p:nvPr/>
        </p:nvPicPr>
        <p:blipFill>
          <a:blip r:embed="rId2"/>
          <a:stretch>
            <a:fillRect/>
          </a:stretch>
        </p:blipFill>
        <p:spPr>
          <a:xfrm>
            <a:off x="2771800" y="675861"/>
            <a:ext cx="6496967" cy="6143364"/>
          </a:xfrm>
          <a:prstGeom prst="rect">
            <a:avLst/>
          </a:prstGeom>
        </p:spPr>
      </p:pic>
    </p:spTree>
    <p:extLst>
      <p:ext uri="{BB962C8B-B14F-4D97-AF65-F5344CB8AC3E}">
        <p14:creationId xmlns:p14="http://schemas.microsoft.com/office/powerpoint/2010/main" val="22301218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92DEA17-DA87-4857-A13F-76926EA6B45D}" type="datetime1">
              <a:rPr lang="en-US" smtClean="0"/>
              <a:t>9/15/2025</a:t>
            </a:fld>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81</a:t>
            </a:fld>
            <a:endParaRPr lang="en-US" dirty="0"/>
          </a:p>
        </p:txBody>
      </p:sp>
      <p:pic>
        <p:nvPicPr>
          <p:cNvPr id="6" name="Picture 5"/>
          <p:cNvPicPr>
            <a:picLocks noChangeAspect="1"/>
          </p:cNvPicPr>
          <p:nvPr/>
        </p:nvPicPr>
        <p:blipFill>
          <a:blip r:embed="rId2"/>
          <a:stretch>
            <a:fillRect/>
          </a:stretch>
        </p:blipFill>
        <p:spPr>
          <a:xfrm>
            <a:off x="216312" y="116632"/>
            <a:ext cx="9052456" cy="6702593"/>
          </a:xfrm>
          <a:prstGeom prst="rect">
            <a:avLst/>
          </a:prstGeom>
        </p:spPr>
      </p:pic>
      <p:sp>
        <p:nvSpPr>
          <p:cNvPr id="7" name="Oval 6"/>
          <p:cNvSpPr/>
          <p:nvPr/>
        </p:nvSpPr>
        <p:spPr>
          <a:xfrm>
            <a:off x="2987824" y="2780928"/>
            <a:ext cx="1728192" cy="360040"/>
          </a:xfrm>
          <a:prstGeom prst="ellipse">
            <a:avLst/>
          </a:prstGeom>
          <a:noFill/>
          <a:ln w="254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8" name="Rectangle 7"/>
          <p:cNvSpPr/>
          <p:nvPr/>
        </p:nvSpPr>
        <p:spPr>
          <a:xfrm>
            <a:off x="457200" y="1484784"/>
            <a:ext cx="2458616" cy="2448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Set Animation Duration</a:t>
            </a:r>
          </a:p>
          <a:p>
            <a:pPr lvl="1"/>
            <a:r>
              <a:rPr lang="en-US" dirty="0"/>
              <a:t>You can apply animation duration in </a:t>
            </a:r>
            <a:r>
              <a:rPr lang="en-US" dirty="0" err="1"/>
              <a:t>miliseconds</a:t>
            </a:r>
            <a:r>
              <a:rPr lang="en-US" dirty="0"/>
              <a:t> as a second parameter of animate() method.</a:t>
            </a:r>
          </a:p>
          <a:p>
            <a:endParaRPr lang="en-US" dirty="0"/>
          </a:p>
          <a:p>
            <a:pPr algn="ctr"/>
            <a:endParaRPr lang="en-US" dirty="0"/>
          </a:p>
        </p:txBody>
      </p:sp>
    </p:spTree>
    <p:extLst>
      <p:ext uri="{BB962C8B-B14F-4D97-AF65-F5344CB8AC3E}">
        <p14:creationId xmlns:p14="http://schemas.microsoft.com/office/powerpoint/2010/main" val="32219495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92DEA17-DA87-4857-A13F-76926EA6B45D}" type="datetime1">
              <a:rPr lang="en-US" smtClean="0"/>
              <a:t>9/15/2025</a:t>
            </a:fld>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82</a:t>
            </a:fld>
            <a:endParaRPr lang="en-US" dirty="0"/>
          </a:p>
        </p:txBody>
      </p:sp>
      <p:pic>
        <p:nvPicPr>
          <p:cNvPr id="6" name="Picture 5"/>
          <p:cNvPicPr>
            <a:picLocks noChangeAspect="1"/>
          </p:cNvPicPr>
          <p:nvPr/>
        </p:nvPicPr>
        <p:blipFill>
          <a:blip r:embed="rId2"/>
          <a:stretch>
            <a:fillRect/>
          </a:stretch>
        </p:blipFill>
        <p:spPr>
          <a:xfrm>
            <a:off x="216312" y="116632"/>
            <a:ext cx="9052456" cy="6702593"/>
          </a:xfrm>
          <a:prstGeom prst="rect">
            <a:avLst/>
          </a:prstGeom>
        </p:spPr>
      </p:pic>
      <p:sp>
        <p:nvSpPr>
          <p:cNvPr id="7" name="Oval 6"/>
          <p:cNvSpPr/>
          <p:nvPr/>
        </p:nvSpPr>
        <p:spPr>
          <a:xfrm>
            <a:off x="2915816" y="2996952"/>
            <a:ext cx="5976664" cy="864096"/>
          </a:xfrm>
          <a:prstGeom prst="ellipse">
            <a:avLst/>
          </a:prstGeom>
          <a:noFill/>
          <a:ln w="254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8" name="Rectangle 7"/>
          <p:cNvSpPr/>
          <p:nvPr/>
        </p:nvSpPr>
        <p:spPr>
          <a:xfrm>
            <a:off x="457200" y="1484784"/>
            <a:ext cx="2458616" cy="2448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Set Callback Function</a:t>
            </a:r>
          </a:p>
          <a:p>
            <a:pPr lvl="1"/>
            <a:r>
              <a:rPr lang="en-US" dirty="0"/>
              <a:t>Callback functions displays message once an animation completes. </a:t>
            </a:r>
          </a:p>
        </p:txBody>
      </p:sp>
      <p:pic>
        <p:nvPicPr>
          <p:cNvPr id="2" name="Picture 1"/>
          <p:cNvPicPr>
            <a:picLocks noChangeAspect="1"/>
          </p:cNvPicPr>
          <p:nvPr/>
        </p:nvPicPr>
        <p:blipFill>
          <a:blip r:embed="rId3"/>
          <a:stretch>
            <a:fillRect/>
          </a:stretch>
        </p:blipFill>
        <p:spPr>
          <a:xfrm>
            <a:off x="6372200" y="4843462"/>
            <a:ext cx="2057400" cy="1695450"/>
          </a:xfrm>
          <a:prstGeom prst="rect">
            <a:avLst/>
          </a:prstGeom>
        </p:spPr>
      </p:pic>
    </p:spTree>
    <p:extLst>
      <p:ext uri="{BB962C8B-B14F-4D97-AF65-F5344CB8AC3E}">
        <p14:creationId xmlns:p14="http://schemas.microsoft.com/office/powerpoint/2010/main" val="329795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92DEA17-DA87-4857-A13F-76926EA6B45D}" type="datetime1">
              <a:rPr lang="en-US" smtClean="0"/>
              <a:t>9/15/2025</a:t>
            </a:fld>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83</a:t>
            </a:fld>
            <a:endParaRPr lang="en-US" dirty="0"/>
          </a:p>
        </p:txBody>
      </p:sp>
      <p:pic>
        <p:nvPicPr>
          <p:cNvPr id="6" name="Picture 5"/>
          <p:cNvPicPr>
            <a:picLocks noChangeAspect="1"/>
          </p:cNvPicPr>
          <p:nvPr/>
        </p:nvPicPr>
        <p:blipFill>
          <a:blip r:embed="rId2"/>
          <a:stretch>
            <a:fillRect/>
          </a:stretch>
        </p:blipFill>
        <p:spPr>
          <a:xfrm>
            <a:off x="216312" y="116632"/>
            <a:ext cx="9052456" cy="6702593"/>
          </a:xfrm>
          <a:prstGeom prst="rect">
            <a:avLst/>
          </a:prstGeom>
        </p:spPr>
      </p:pic>
      <p:sp>
        <p:nvSpPr>
          <p:cNvPr id="7" name="Oval 6"/>
          <p:cNvSpPr/>
          <p:nvPr/>
        </p:nvSpPr>
        <p:spPr>
          <a:xfrm>
            <a:off x="2771800" y="3979366"/>
            <a:ext cx="5976664" cy="864096"/>
          </a:xfrm>
          <a:prstGeom prst="ellipse">
            <a:avLst/>
          </a:prstGeom>
          <a:noFill/>
          <a:ln w="254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8" name="Rectangle 7"/>
          <p:cNvSpPr/>
          <p:nvPr/>
        </p:nvSpPr>
        <p:spPr>
          <a:xfrm>
            <a:off x="0" y="2564904"/>
            <a:ext cx="2753308" cy="2448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Specify Animation Options</a:t>
            </a:r>
          </a:p>
          <a:p>
            <a:pPr marL="341313" indent="-341313"/>
            <a:r>
              <a:rPr lang="en-US" dirty="0"/>
              <a:t>You can specify various options as JSON object. The options include duration, easing, queue, step, progress, complete, start, done and always.</a:t>
            </a:r>
          </a:p>
        </p:txBody>
      </p:sp>
      <p:pic>
        <p:nvPicPr>
          <p:cNvPr id="2" name="Picture 1"/>
          <p:cNvPicPr>
            <a:picLocks noChangeAspect="1"/>
          </p:cNvPicPr>
          <p:nvPr/>
        </p:nvPicPr>
        <p:blipFill>
          <a:blip r:embed="rId3"/>
          <a:stretch>
            <a:fillRect/>
          </a:stretch>
        </p:blipFill>
        <p:spPr>
          <a:xfrm>
            <a:off x="6372200" y="4843462"/>
            <a:ext cx="2057400" cy="1695450"/>
          </a:xfrm>
          <a:prstGeom prst="rect">
            <a:avLst/>
          </a:prstGeom>
        </p:spPr>
      </p:pic>
    </p:spTree>
    <p:extLst>
      <p:ext uri="{BB962C8B-B14F-4D97-AF65-F5344CB8AC3E}">
        <p14:creationId xmlns:p14="http://schemas.microsoft.com/office/powerpoint/2010/main" val="299996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jQuery queue</a:t>
            </a:r>
          </a:p>
        </p:txBody>
      </p:sp>
      <p:sp>
        <p:nvSpPr>
          <p:cNvPr id="5" name="Content Placeholder 4"/>
          <p:cNvSpPr>
            <a:spLocks noGrp="1"/>
          </p:cNvSpPr>
          <p:nvPr>
            <p:ph idx="1"/>
          </p:nvPr>
        </p:nvSpPr>
        <p:spPr/>
        <p:txBody>
          <a:bodyPr/>
          <a:lstStyle/>
          <a:p>
            <a:r>
              <a:rPr lang="en-US" dirty="0"/>
              <a:t>jQuery queue() Method</a:t>
            </a:r>
          </a:p>
          <a:p>
            <a:pPr lvl="1" algn="just"/>
            <a:r>
              <a:rPr lang="en-US" dirty="0"/>
              <a:t>The jQuery queue() method shows or manipulates the queue of special effect functions to be executed on the specified element.</a:t>
            </a:r>
          </a:p>
          <a:p>
            <a:endParaRPr lang="en-US" dirty="0"/>
          </a:p>
        </p:txBody>
      </p:sp>
    </p:spTree>
    <p:extLst>
      <p:ext uri="{BB962C8B-B14F-4D97-AF65-F5344CB8AC3E}">
        <p14:creationId xmlns:p14="http://schemas.microsoft.com/office/powerpoint/2010/main" val="34983881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E6DB898-2F32-4878-B2B0-01DD7EE7C874}" type="datetime1">
              <a:rPr lang="en-US" smtClean="0"/>
              <a:t>9/15/2025</a:t>
            </a:fld>
            <a:endParaRPr lang="en-US"/>
          </a:p>
        </p:txBody>
      </p:sp>
      <p:sp>
        <p:nvSpPr>
          <p:cNvPr id="4" name="Slide Number Placeholder 3"/>
          <p:cNvSpPr>
            <a:spLocks noGrp="1"/>
          </p:cNvSpPr>
          <p:nvPr>
            <p:ph type="sldNum" sz="quarter" idx="12"/>
          </p:nvPr>
        </p:nvSpPr>
        <p:spPr/>
        <p:txBody>
          <a:bodyPr/>
          <a:lstStyle/>
          <a:p>
            <a:fld id="{4F5037F2-DC85-406A-A4EA-1E681A25B4F8}" type="slidenum">
              <a:rPr lang="en-US" smtClean="0"/>
              <a:t>85</a:t>
            </a:fld>
            <a:endParaRPr lang="en-US" dirty="0"/>
          </a:p>
        </p:txBody>
      </p:sp>
      <p:pic>
        <p:nvPicPr>
          <p:cNvPr id="2" name="Picture 1">
            <a:extLst>
              <a:ext uri="{FF2B5EF4-FFF2-40B4-BE49-F238E27FC236}">
                <a16:creationId xmlns:a16="http://schemas.microsoft.com/office/drawing/2014/main" id="{76E63D49-0D32-49ED-9C60-27C998A22B04}"/>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956739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AJAX</a:t>
            </a:r>
          </a:p>
        </p:txBody>
      </p:sp>
      <p:sp>
        <p:nvSpPr>
          <p:cNvPr id="3" name="Content Placeholder 2"/>
          <p:cNvSpPr>
            <a:spLocks noGrp="1"/>
          </p:cNvSpPr>
          <p:nvPr>
            <p:ph idx="1"/>
          </p:nvPr>
        </p:nvSpPr>
        <p:spPr/>
        <p:txBody>
          <a:bodyPr>
            <a:normAutofit/>
          </a:bodyPr>
          <a:lstStyle/>
          <a:p>
            <a:r>
              <a:rPr lang="en-US" dirty="0"/>
              <a:t>What is AJAX</a:t>
            </a:r>
          </a:p>
          <a:p>
            <a:pPr lvl="1"/>
            <a:r>
              <a:rPr lang="en-US" dirty="0"/>
              <a:t>Stands for Asynchronous JavaScript and XML</a:t>
            </a:r>
          </a:p>
          <a:p>
            <a:pPr lvl="1"/>
            <a:r>
              <a:rPr lang="en-US" dirty="0"/>
              <a:t>Ajax isn’t a technology, instead, it is umbrella of technologies includes:</a:t>
            </a:r>
          </a:p>
          <a:p>
            <a:pPr lvl="2"/>
            <a:r>
              <a:rPr lang="en-US" dirty="0"/>
              <a:t>Standards-based presentation using XHTML and CSS</a:t>
            </a:r>
          </a:p>
          <a:p>
            <a:pPr lvl="2"/>
            <a:r>
              <a:rPr lang="en-US" dirty="0"/>
              <a:t>Dynamic display and interaction using the Document Object Model</a:t>
            </a:r>
          </a:p>
          <a:p>
            <a:pPr lvl="2"/>
            <a:r>
              <a:rPr lang="en-US" dirty="0"/>
              <a:t>Asynchronous data retrieval using </a:t>
            </a:r>
            <a:r>
              <a:rPr lang="en-US" dirty="0" err="1"/>
              <a:t>XMLHttpRequest</a:t>
            </a:r>
            <a:r>
              <a:rPr lang="en-US" dirty="0"/>
              <a:t> and </a:t>
            </a:r>
            <a:r>
              <a:rPr lang="en-US" dirty="0" err="1"/>
              <a:t>Javascript</a:t>
            </a:r>
            <a:r>
              <a:rPr lang="en-US" dirty="0"/>
              <a:t> </a:t>
            </a:r>
          </a:p>
        </p:txBody>
      </p:sp>
      <p:sp>
        <p:nvSpPr>
          <p:cNvPr id="4" name="Slide Number Placeholder 3"/>
          <p:cNvSpPr>
            <a:spLocks noGrp="1"/>
          </p:cNvSpPr>
          <p:nvPr>
            <p:ph type="sldNum" sz="quarter" idx="12"/>
          </p:nvPr>
        </p:nvSpPr>
        <p:spPr/>
        <p:txBody>
          <a:bodyPr/>
          <a:lstStyle/>
          <a:p>
            <a:fld id="{4F5037F2-DC85-406A-A4EA-1E681A25B4F8}" type="slidenum">
              <a:rPr lang="en-US" smtClean="0"/>
              <a:t>86</a:t>
            </a:fld>
            <a:endParaRPr lang="en-US" dirty="0"/>
          </a:p>
        </p:txBody>
      </p:sp>
      <p:sp>
        <p:nvSpPr>
          <p:cNvPr id="5" name="Date Placeholder 4"/>
          <p:cNvSpPr>
            <a:spLocks noGrp="1"/>
          </p:cNvSpPr>
          <p:nvPr>
            <p:ph type="dt" sz="half" idx="10"/>
          </p:nvPr>
        </p:nvSpPr>
        <p:spPr/>
        <p:txBody>
          <a:bodyPr/>
          <a:lstStyle/>
          <a:p>
            <a:fld id="{AD9755F9-A93B-4C08-BCA5-5D7B4D80D7E6}" type="datetime1">
              <a:rPr lang="en-US" smtClean="0"/>
              <a:t>9/15/2025</a:t>
            </a:fld>
            <a:endParaRPr lang="en-US"/>
          </a:p>
        </p:txBody>
      </p:sp>
    </p:spTree>
    <p:extLst>
      <p:ext uri="{BB962C8B-B14F-4D97-AF65-F5344CB8AC3E}">
        <p14:creationId xmlns:p14="http://schemas.microsoft.com/office/powerpoint/2010/main" val="14377607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AJAX</a:t>
            </a:r>
          </a:p>
        </p:txBody>
      </p:sp>
      <p:sp>
        <p:nvSpPr>
          <p:cNvPr id="3" name="Content Placeholder 2"/>
          <p:cNvSpPr>
            <a:spLocks noGrp="1"/>
          </p:cNvSpPr>
          <p:nvPr>
            <p:ph idx="1"/>
          </p:nvPr>
        </p:nvSpPr>
        <p:spPr/>
        <p:txBody>
          <a:bodyPr>
            <a:normAutofit/>
          </a:bodyPr>
          <a:lstStyle/>
          <a:p>
            <a:pPr algn="just"/>
            <a:r>
              <a:rPr lang="en-US" dirty="0"/>
              <a:t>Ajax is not a programming language or a tool, but a concept. Ajax is a client-side script that communicates to and from a server/database without the need for a </a:t>
            </a:r>
            <a:r>
              <a:rPr lang="en-US" dirty="0" err="1"/>
              <a:t>postback</a:t>
            </a:r>
            <a:r>
              <a:rPr lang="en-US" dirty="0"/>
              <a:t> or a complete page refresh.</a:t>
            </a:r>
          </a:p>
          <a:p>
            <a:pPr algn="just"/>
            <a:endParaRPr lang="en-US" dirty="0"/>
          </a:p>
          <a:p>
            <a:pPr algn="just"/>
            <a:r>
              <a:rPr lang="en-US" dirty="0"/>
              <a:t>Ajax provides the method of exchanging data with a server, and updating parts of a web page – without reloading the entire page</a:t>
            </a:r>
          </a:p>
          <a:p>
            <a:pPr algn="just"/>
            <a:endParaRPr lang="en-US" dirty="0"/>
          </a:p>
          <a:p>
            <a:pPr algn="just"/>
            <a:endParaRPr lang="en-US" dirty="0"/>
          </a:p>
        </p:txBody>
      </p:sp>
      <p:sp>
        <p:nvSpPr>
          <p:cNvPr id="4" name="Slide Number Placeholder 3"/>
          <p:cNvSpPr>
            <a:spLocks noGrp="1"/>
          </p:cNvSpPr>
          <p:nvPr>
            <p:ph type="sldNum" sz="quarter" idx="12"/>
          </p:nvPr>
        </p:nvSpPr>
        <p:spPr/>
        <p:txBody>
          <a:bodyPr/>
          <a:lstStyle/>
          <a:p>
            <a:fld id="{4F5037F2-DC85-406A-A4EA-1E681A25B4F8}" type="slidenum">
              <a:rPr lang="en-US" smtClean="0"/>
              <a:t>87</a:t>
            </a:fld>
            <a:endParaRPr lang="en-US" dirty="0"/>
          </a:p>
        </p:txBody>
      </p:sp>
      <p:sp>
        <p:nvSpPr>
          <p:cNvPr id="5" name="Date Placeholder 4"/>
          <p:cNvSpPr>
            <a:spLocks noGrp="1"/>
          </p:cNvSpPr>
          <p:nvPr>
            <p:ph type="dt" sz="half" idx="10"/>
          </p:nvPr>
        </p:nvSpPr>
        <p:spPr/>
        <p:txBody>
          <a:bodyPr/>
          <a:lstStyle/>
          <a:p>
            <a:fld id="{C8CF0B67-F39F-4E85-B705-64FEA21D13BD}" type="datetime1">
              <a:rPr lang="en-US" smtClean="0"/>
              <a:t>9/15/2025</a:t>
            </a:fld>
            <a:endParaRPr lang="en-US"/>
          </a:p>
        </p:txBody>
      </p:sp>
    </p:spTree>
    <p:extLst>
      <p:ext uri="{BB962C8B-B14F-4D97-AF65-F5344CB8AC3E}">
        <p14:creationId xmlns:p14="http://schemas.microsoft.com/office/powerpoint/2010/main" val="18110708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43000" y="1783556"/>
            <a:ext cx="6858000" cy="239316"/>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grpSp>
        <p:nvGrpSpPr>
          <p:cNvPr id="4" name="Group 3"/>
          <p:cNvGrpSpPr/>
          <p:nvPr/>
        </p:nvGrpSpPr>
        <p:grpSpPr>
          <a:xfrm>
            <a:off x="467138" y="1670628"/>
            <a:ext cx="7533861" cy="205979"/>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grpSp>
      <p:sp>
        <p:nvSpPr>
          <p:cNvPr id="6151" name="TextBox 1"/>
          <p:cNvSpPr txBox="1">
            <a:spLocks noChangeArrowheads="1"/>
          </p:cNvSpPr>
          <p:nvPr/>
        </p:nvSpPr>
        <p:spPr bwMode="auto">
          <a:xfrm>
            <a:off x="467139" y="1177241"/>
            <a:ext cx="2401298" cy="498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34274">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685800">
              <a:lnSpc>
                <a:spcPts val="3450"/>
              </a:lnSpc>
              <a:buNone/>
            </a:pPr>
            <a:r>
              <a:rPr lang="en-US" altLang="zh-CN" sz="3300" b="1" dirty="0">
                <a:solidFill>
                  <a:srgbClr val="0070C0"/>
                </a:solidFill>
                <a:latin typeface="Lucida Sans Unicode" panose="020B0602030504020204" pitchFamily="34" charset="0"/>
              </a:rPr>
              <a:t>JQuery Ajax</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88</a:t>
            </a:fld>
            <a:endParaRPr lang="en-US" dirty="0">
              <a:solidFill>
                <a:prstClr val="black">
                  <a:tint val="75000"/>
                </a:prstClr>
              </a:solidFill>
            </a:endParaRPr>
          </a:p>
        </p:txBody>
      </p:sp>
      <p:sp>
        <p:nvSpPr>
          <p:cNvPr id="9" name="Rectangle 8"/>
          <p:cNvSpPr/>
          <p:nvPr/>
        </p:nvSpPr>
        <p:spPr>
          <a:xfrm>
            <a:off x="467139" y="2152152"/>
            <a:ext cx="7533861" cy="461665"/>
          </a:xfrm>
          <a:prstGeom prst="rect">
            <a:avLst/>
          </a:prstGeom>
        </p:spPr>
        <p:txBody>
          <a:bodyPr wrap="square">
            <a:spAutoFit/>
          </a:bodyPr>
          <a:lstStyle/>
          <a:p>
            <a:pPr marL="128588" indent="-128588"/>
            <a:endParaRPr lang="en-US" altLang="en-US" sz="2400" dirty="0">
              <a:latin typeface="Arial" panose="020B0604020202020204" pitchFamily="34" charset="0"/>
            </a:endParaRPr>
          </a:p>
        </p:txBody>
      </p:sp>
      <p:sp>
        <p:nvSpPr>
          <p:cNvPr id="2" name="Rectangle 1"/>
          <p:cNvSpPr/>
          <p:nvPr/>
        </p:nvSpPr>
        <p:spPr>
          <a:xfrm>
            <a:off x="452124" y="2889362"/>
            <a:ext cx="8351670" cy="2075889"/>
          </a:xfrm>
          <a:prstGeom prst="rect">
            <a:avLst/>
          </a:prstGeom>
        </p:spPr>
        <p:txBody>
          <a:bodyPr wrap="square">
            <a:spAutoFit/>
          </a:bodyPr>
          <a:lstStyle/>
          <a:p>
            <a:pPr marL="214313" indent="-214313">
              <a:lnSpc>
                <a:spcPct val="250000"/>
              </a:lnSpc>
              <a:buFont typeface="Arial" panose="020B0604020202020204" pitchFamily="34" charset="0"/>
              <a:buChar char="•"/>
            </a:pPr>
            <a:r>
              <a:rPr lang="en-US" sz="1350" dirty="0">
                <a:solidFill>
                  <a:srgbClr val="000000"/>
                </a:solidFill>
                <a:latin typeface="Verdana" panose="020B0604030504040204" pitchFamily="34" charset="0"/>
              </a:rPr>
              <a:t>jQuery provides several methods for AJAX functionality.</a:t>
            </a:r>
          </a:p>
          <a:p>
            <a:pPr marL="214313" indent="-214313">
              <a:lnSpc>
                <a:spcPct val="250000"/>
              </a:lnSpc>
              <a:buFont typeface="Arial" panose="020B0604020202020204" pitchFamily="34" charset="0"/>
              <a:buChar char="•"/>
            </a:pPr>
            <a:r>
              <a:rPr lang="en-US" sz="1350" dirty="0">
                <a:solidFill>
                  <a:srgbClr val="000000"/>
                </a:solidFill>
                <a:latin typeface="Verdana" panose="020B0604030504040204" pitchFamily="34" charset="0"/>
              </a:rPr>
              <a:t>With the jQuery AJAX methods, you can </a:t>
            </a:r>
            <a:r>
              <a:rPr lang="en-US" sz="1350" dirty="0">
                <a:solidFill>
                  <a:srgbClr val="FF0000"/>
                </a:solidFill>
                <a:latin typeface="Verdana" panose="020B0604030504040204" pitchFamily="34" charset="0"/>
              </a:rPr>
              <a:t>request text, HTML, XML, or JSON from a remote server using both HTTP Get and HTTP Post </a:t>
            </a:r>
            <a:r>
              <a:rPr lang="en-US" sz="1350" dirty="0">
                <a:solidFill>
                  <a:schemeClr val="bg1"/>
                </a:solidFill>
                <a:latin typeface="Verdana" panose="020B0604030504040204" pitchFamily="34" charset="0"/>
              </a:rPr>
              <a:t>- And you can load the external data directly into the selected HTML elements of your web page!</a:t>
            </a:r>
          </a:p>
        </p:txBody>
      </p:sp>
    </p:spTree>
    <p:extLst>
      <p:ext uri="{BB962C8B-B14F-4D97-AF65-F5344CB8AC3E}">
        <p14:creationId xmlns:p14="http://schemas.microsoft.com/office/powerpoint/2010/main" val="10790399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43000" y="1783556"/>
            <a:ext cx="6858000" cy="239316"/>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grpSp>
        <p:nvGrpSpPr>
          <p:cNvPr id="4" name="Group 3"/>
          <p:cNvGrpSpPr/>
          <p:nvPr/>
        </p:nvGrpSpPr>
        <p:grpSpPr>
          <a:xfrm>
            <a:off x="467138" y="1670628"/>
            <a:ext cx="7533861" cy="205979"/>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grpSp>
      <p:sp>
        <p:nvSpPr>
          <p:cNvPr id="6151" name="TextBox 1"/>
          <p:cNvSpPr txBox="1">
            <a:spLocks noChangeArrowheads="1"/>
          </p:cNvSpPr>
          <p:nvPr/>
        </p:nvSpPr>
        <p:spPr bwMode="auto">
          <a:xfrm>
            <a:off x="467140" y="1177241"/>
            <a:ext cx="4156587" cy="498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34274">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685800">
              <a:lnSpc>
                <a:spcPts val="3450"/>
              </a:lnSpc>
              <a:buNone/>
            </a:pPr>
            <a:r>
              <a:rPr lang="en-US" altLang="zh-CN" sz="3300" b="1" dirty="0">
                <a:solidFill>
                  <a:srgbClr val="0070C0"/>
                </a:solidFill>
                <a:latin typeface="Lucida Sans Unicode" panose="020B0602030504020204" pitchFamily="34" charset="0"/>
              </a:rPr>
              <a:t>JQuery Load Method</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89</a:t>
            </a:fld>
            <a:endParaRPr lang="en-US" dirty="0">
              <a:solidFill>
                <a:prstClr val="black">
                  <a:tint val="75000"/>
                </a:prstClr>
              </a:solidFill>
            </a:endParaRPr>
          </a:p>
        </p:txBody>
      </p:sp>
      <p:sp>
        <p:nvSpPr>
          <p:cNvPr id="9" name="Rectangle 8"/>
          <p:cNvSpPr/>
          <p:nvPr/>
        </p:nvSpPr>
        <p:spPr>
          <a:xfrm>
            <a:off x="467139" y="2152152"/>
            <a:ext cx="7533861" cy="461665"/>
          </a:xfrm>
          <a:prstGeom prst="rect">
            <a:avLst/>
          </a:prstGeom>
        </p:spPr>
        <p:txBody>
          <a:bodyPr wrap="square">
            <a:spAutoFit/>
          </a:bodyPr>
          <a:lstStyle/>
          <a:p>
            <a:pPr marL="128588" indent="-128588"/>
            <a:endParaRPr lang="en-US" altLang="en-US" sz="2400" dirty="0">
              <a:latin typeface="Arial" panose="020B0604020202020204" pitchFamily="34" charset="0"/>
            </a:endParaRPr>
          </a:p>
        </p:txBody>
      </p:sp>
      <p:sp>
        <p:nvSpPr>
          <p:cNvPr id="2" name="Rectangle 1"/>
          <p:cNvSpPr/>
          <p:nvPr/>
        </p:nvSpPr>
        <p:spPr>
          <a:xfrm>
            <a:off x="396165" y="3118276"/>
            <a:ext cx="8351670" cy="623248"/>
          </a:xfrm>
          <a:prstGeom prst="rect">
            <a:avLst/>
          </a:prstGeom>
        </p:spPr>
        <p:txBody>
          <a:bodyPr wrap="square">
            <a:spAutoFit/>
          </a:bodyPr>
          <a:lstStyle/>
          <a:p>
            <a:pPr marL="214313" indent="-214313">
              <a:spcAft>
                <a:spcPts val="900"/>
              </a:spcAft>
              <a:buFont typeface="Arial" panose="020B0604020202020204" pitchFamily="34" charset="0"/>
              <a:buChar char="•"/>
            </a:pPr>
            <a:r>
              <a:rPr lang="en-US" sz="1350" dirty="0">
                <a:solidFill>
                  <a:srgbClr val="0D0D0D"/>
                </a:solidFill>
                <a:latin typeface="Söhne"/>
              </a:rPr>
              <a:t>The jQuery load() method is a simple, but powerful AJAX method.</a:t>
            </a:r>
          </a:p>
          <a:p>
            <a:pPr marL="214313" indent="-214313">
              <a:spcAft>
                <a:spcPts val="900"/>
              </a:spcAft>
              <a:buFont typeface="Arial" panose="020B0604020202020204" pitchFamily="34" charset="0"/>
              <a:buChar char="•"/>
            </a:pPr>
            <a:r>
              <a:rPr lang="en-US" sz="1350" dirty="0">
                <a:solidFill>
                  <a:srgbClr val="0D0D0D"/>
                </a:solidFill>
                <a:latin typeface="Söhne"/>
              </a:rPr>
              <a:t>The load() method loads data from a server and puts the returned data into the selected element.</a:t>
            </a:r>
          </a:p>
        </p:txBody>
      </p:sp>
    </p:spTree>
    <p:extLst>
      <p:ext uri="{BB962C8B-B14F-4D97-AF65-F5344CB8AC3E}">
        <p14:creationId xmlns:p14="http://schemas.microsoft.com/office/powerpoint/2010/main" val="15420618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43000" y="1783556"/>
            <a:ext cx="6858000" cy="239316"/>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grpSp>
        <p:nvGrpSpPr>
          <p:cNvPr id="4" name="Group 3"/>
          <p:cNvGrpSpPr/>
          <p:nvPr/>
        </p:nvGrpSpPr>
        <p:grpSpPr>
          <a:xfrm>
            <a:off x="467138" y="1670628"/>
            <a:ext cx="7533861" cy="205979"/>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grpSp>
      <p:sp>
        <p:nvSpPr>
          <p:cNvPr id="6151" name="TextBox 1"/>
          <p:cNvSpPr txBox="1">
            <a:spLocks noChangeArrowheads="1"/>
          </p:cNvSpPr>
          <p:nvPr/>
        </p:nvSpPr>
        <p:spPr bwMode="auto">
          <a:xfrm>
            <a:off x="467140" y="1177241"/>
            <a:ext cx="5931111" cy="498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34274">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685800">
              <a:lnSpc>
                <a:spcPts val="3450"/>
              </a:lnSpc>
              <a:buNone/>
            </a:pPr>
            <a:r>
              <a:rPr lang="en-US" altLang="zh-CN" sz="3300" b="1" dirty="0">
                <a:solidFill>
                  <a:srgbClr val="0070C0"/>
                </a:solidFill>
                <a:latin typeface="Lucida Sans Unicode" panose="020B0602030504020204" pitchFamily="34" charset="0"/>
              </a:rPr>
              <a:t>JQuery Load() Method Syntax</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90</a:t>
            </a:fld>
            <a:endParaRPr lang="en-US" dirty="0">
              <a:solidFill>
                <a:prstClr val="black">
                  <a:tint val="75000"/>
                </a:prstClr>
              </a:solidFill>
            </a:endParaRPr>
          </a:p>
        </p:txBody>
      </p:sp>
      <p:sp>
        <p:nvSpPr>
          <p:cNvPr id="9" name="Rectangle 8"/>
          <p:cNvSpPr/>
          <p:nvPr/>
        </p:nvSpPr>
        <p:spPr>
          <a:xfrm>
            <a:off x="467139" y="2152152"/>
            <a:ext cx="7533861" cy="461665"/>
          </a:xfrm>
          <a:prstGeom prst="rect">
            <a:avLst/>
          </a:prstGeom>
        </p:spPr>
        <p:txBody>
          <a:bodyPr wrap="square">
            <a:spAutoFit/>
          </a:bodyPr>
          <a:lstStyle/>
          <a:p>
            <a:pPr marL="128588" indent="-128588"/>
            <a:endParaRPr lang="en-US" altLang="en-US" sz="2400" dirty="0">
              <a:latin typeface="Arial" panose="020B0604020202020204" pitchFamily="34" charset="0"/>
            </a:endParaRPr>
          </a:p>
        </p:txBody>
      </p:sp>
      <p:sp>
        <p:nvSpPr>
          <p:cNvPr id="2" name="Rectangle 1"/>
          <p:cNvSpPr/>
          <p:nvPr/>
        </p:nvSpPr>
        <p:spPr>
          <a:xfrm>
            <a:off x="457558" y="2822808"/>
            <a:ext cx="8351670" cy="1546577"/>
          </a:xfrm>
          <a:prstGeom prst="rect">
            <a:avLst/>
          </a:prstGeom>
        </p:spPr>
        <p:txBody>
          <a:bodyPr wrap="square">
            <a:spAutoFit/>
          </a:bodyPr>
          <a:lstStyle/>
          <a:p>
            <a:pPr marL="85725" algn="just"/>
            <a:r>
              <a:rPr lang="en-US" sz="1350" b="1" dirty="0">
                <a:solidFill>
                  <a:schemeClr val="bg2">
                    <a:lumMod val="50000"/>
                  </a:schemeClr>
                </a:solidFill>
              </a:rPr>
              <a:t>Syntax:</a:t>
            </a:r>
          </a:p>
          <a:p>
            <a:pPr marL="85725" algn="just"/>
            <a:r>
              <a:rPr lang="en-US" sz="1350" dirty="0">
                <a:solidFill>
                  <a:srgbClr val="FF0000"/>
                </a:solidFill>
              </a:rPr>
              <a:t>$(selector).load(</a:t>
            </a:r>
            <a:r>
              <a:rPr lang="en-US" sz="1350" dirty="0" err="1">
                <a:solidFill>
                  <a:srgbClr val="FF0000"/>
                </a:solidFill>
              </a:rPr>
              <a:t>URL,data,callback</a:t>
            </a:r>
            <a:r>
              <a:rPr lang="en-US" sz="1350" dirty="0">
                <a:solidFill>
                  <a:srgbClr val="FF0000"/>
                </a:solidFill>
              </a:rPr>
              <a:t>);</a:t>
            </a:r>
          </a:p>
          <a:p>
            <a:pPr marL="85725" algn="just"/>
            <a:endParaRPr lang="en-US" sz="1350" dirty="0">
              <a:solidFill>
                <a:srgbClr val="FF0000"/>
              </a:solidFill>
            </a:endParaRPr>
          </a:p>
          <a:p>
            <a:pPr marL="214313" indent="-214313" algn="just">
              <a:buFont typeface="Arial" panose="020B0604020202020204" pitchFamily="34" charset="0"/>
              <a:buChar char="•"/>
            </a:pPr>
            <a:r>
              <a:rPr lang="en-US" sz="1350" dirty="0"/>
              <a:t>The required URL parameter specifies the URL you wish to load.</a:t>
            </a:r>
          </a:p>
          <a:p>
            <a:pPr marL="214313" indent="-214313" algn="just">
              <a:buFont typeface="Arial" panose="020B0604020202020204" pitchFamily="34" charset="0"/>
              <a:buChar char="•"/>
            </a:pPr>
            <a:r>
              <a:rPr lang="en-US" sz="1350" dirty="0"/>
              <a:t>The optional data parameter specifies a set of </a:t>
            </a:r>
            <a:r>
              <a:rPr lang="en-US" sz="1350" dirty="0" err="1">
                <a:solidFill>
                  <a:srgbClr val="FF0000"/>
                </a:solidFill>
              </a:rPr>
              <a:t>querystring</a:t>
            </a:r>
            <a:r>
              <a:rPr lang="en-US" sz="1350" dirty="0">
                <a:solidFill>
                  <a:srgbClr val="FF0000"/>
                </a:solidFill>
              </a:rPr>
              <a:t> key/value pairs </a:t>
            </a:r>
            <a:r>
              <a:rPr lang="en-US" sz="1350" dirty="0"/>
              <a:t>to send along with the request.</a:t>
            </a:r>
          </a:p>
          <a:p>
            <a:pPr marL="214313" indent="-214313" algn="just">
              <a:buFont typeface="Arial" panose="020B0604020202020204" pitchFamily="34" charset="0"/>
              <a:buChar char="•"/>
            </a:pPr>
            <a:r>
              <a:rPr lang="en-US" sz="1350" dirty="0"/>
              <a:t>The optional callback parameter is the </a:t>
            </a:r>
            <a:r>
              <a:rPr lang="en-US" sz="1350" dirty="0">
                <a:solidFill>
                  <a:srgbClr val="FF0000"/>
                </a:solidFill>
              </a:rPr>
              <a:t>name of a function to be executed </a:t>
            </a:r>
            <a:r>
              <a:rPr lang="en-US" sz="1350" dirty="0"/>
              <a:t>after the load() method is completed.</a:t>
            </a:r>
          </a:p>
          <a:p>
            <a:pPr>
              <a:spcAft>
                <a:spcPts val="900"/>
              </a:spcAft>
            </a:pPr>
            <a:endParaRPr lang="en-US" sz="1350" dirty="0">
              <a:solidFill>
                <a:srgbClr val="0D0D0D"/>
              </a:solidFill>
              <a:latin typeface="Söhne"/>
            </a:endParaRPr>
          </a:p>
        </p:txBody>
      </p:sp>
    </p:spTree>
    <p:extLst>
      <p:ext uri="{BB962C8B-B14F-4D97-AF65-F5344CB8AC3E}">
        <p14:creationId xmlns:p14="http://schemas.microsoft.com/office/powerpoint/2010/main" val="34135474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43000" y="1783556"/>
            <a:ext cx="6858000" cy="239316"/>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grpSp>
        <p:nvGrpSpPr>
          <p:cNvPr id="4" name="Group 3"/>
          <p:cNvGrpSpPr/>
          <p:nvPr/>
        </p:nvGrpSpPr>
        <p:grpSpPr>
          <a:xfrm>
            <a:off x="467138" y="1670628"/>
            <a:ext cx="7533861" cy="205979"/>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48" tIns="34274" rIns="68548" bIns="34274" anchor="ctr"/>
            <a:lstStyle/>
            <a:p>
              <a:pPr algn="ctr" defTabSz="685800">
                <a:spcBef>
                  <a:spcPct val="20000"/>
                </a:spcBef>
                <a:buFontTx/>
                <a:buChar char="•"/>
                <a:defRPr/>
              </a:pPr>
              <a:endParaRPr lang="zh-CN" altLang="en-US" sz="1350">
                <a:solidFill>
                  <a:prstClr val="white"/>
                </a:solidFill>
              </a:endParaRPr>
            </a:p>
          </p:txBody>
        </p:sp>
      </p:grpSp>
      <p:sp>
        <p:nvSpPr>
          <p:cNvPr id="6151" name="TextBox 1"/>
          <p:cNvSpPr txBox="1">
            <a:spLocks noChangeArrowheads="1"/>
          </p:cNvSpPr>
          <p:nvPr/>
        </p:nvSpPr>
        <p:spPr bwMode="auto">
          <a:xfrm>
            <a:off x="467139" y="1177241"/>
            <a:ext cx="3845605" cy="498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34274">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685800">
              <a:lnSpc>
                <a:spcPts val="3450"/>
              </a:lnSpc>
              <a:buNone/>
            </a:pPr>
            <a:r>
              <a:rPr lang="en-US" altLang="zh-CN" sz="3300" b="1" dirty="0">
                <a:solidFill>
                  <a:srgbClr val="0070C0"/>
                </a:solidFill>
                <a:latin typeface="Lucida Sans Unicode" panose="020B0602030504020204" pitchFamily="34" charset="0"/>
              </a:rPr>
              <a:t>Callback() function</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91</a:t>
            </a:fld>
            <a:endParaRPr lang="en-US" dirty="0">
              <a:solidFill>
                <a:prstClr val="black">
                  <a:tint val="75000"/>
                </a:prstClr>
              </a:solidFill>
            </a:endParaRPr>
          </a:p>
        </p:txBody>
      </p:sp>
      <p:sp>
        <p:nvSpPr>
          <p:cNvPr id="9" name="Rectangle 8"/>
          <p:cNvSpPr/>
          <p:nvPr/>
        </p:nvSpPr>
        <p:spPr>
          <a:xfrm>
            <a:off x="467139" y="2152152"/>
            <a:ext cx="7533861" cy="461665"/>
          </a:xfrm>
          <a:prstGeom prst="rect">
            <a:avLst/>
          </a:prstGeom>
        </p:spPr>
        <p:txBody>
          <a:bodyPr wrap="square">
            <a:spAutoFit/>
          </a:bodyPr>
          <a:lstStyle/>
          <a:p>
            <a:pPr marL="128588" indent="-128588"/>
            <a:endParaRPr lang="en-US" altLang="en-US" sz="2400" dirty="0">
              <a:latin typeface="Arial" panose="020B0604020202020204" pitchFamily="34" charset="0"/>
            </a:endParaRPr>
          </a:p>
        </p:txBody>
      </p:sp>
      <p:sp>
        <p:nvSpPr>
          <p:cNvPr id="2" name="Rectangle 1"/>
          <p:cNvSpPr/>
          <p:nvPr/>
        </p:nvSpPr>
        <p:spPr>
          <a:xfrm>
            <a:off x="539552" y="2914544"/>
            <a:ext cx="8351670" cy="1338828"/>
          </a:xfrm>
          <a:prstGeom prst="rect">
            <a:avLst/>
          </a:prstGeom>
        </p:spPr>
        <p:txBody>
          <a:bodyPr wrap="square">
            <a:spAutoFit/>
          </a:bodyPr>
          <a:lstStyle/>
          <a:p>
            <a:pPr algn="just" defTabSz="685800" eaLnBrk="0" fontAlgn="base" hangingPunct="0">
              <a:spcBef>
                <a:spcPct val="0"/>
              </a:spcBef>
              <a:spcAft>
                <a:spcPct val="0"/>
              </a:spcAft>
            </a:pPr>
            <a:r>
              <a:rPr lang="en-US" altLang="en-US" sz="1350" dirty="0">
                <a:solidFill>
                  <a:srgbClr val="000000"/>
                </a:solidFill>
                <a:latin typeface="Verdana" panose="020B0604030504040204" pitchFamily="34" charset="0"/>
              </a:rPr>
              <a:t>The optional callback parameter specifies a callback function to run when the </a:t>
            </a:r>
            <a:r>
              <a:rPr lang="en-US" altLang="en-US" sz="1350" dirty="0">
                <a:solidFill>
                  <a:srgbClr val="DC143C"/>
                </a:solidFill>
                <a:latin typeface="Consolas" panose="020B0609020204030204" pitchFamily="49" charset="0"/>
              </a:rPr>
              <a:t>load()</a:t>
            </a:r>
            <a:r>
              <a:rPr lang="en-US" altLang="en-US" sz="1350" dirty="0">
                <a:solidFill>
                  <a:srgbClr val="000000"/>
                </a:solidFill>
                <a:latin typeface="Verdana" panose="020B0604030504040204" pitchFamily="34" charset="0"/>
              </a:rPr>
              <a:t> method is completed. The callback function can have different parameters:</a:t>
            </a:r>
            <a:endParaRPr lang="en-US" altLang="en-US" sz="1350" dirty="0"/>
          </a:p>
          <a:p>
            <a:pPr algn="just" defTabSz="685800" eaLnBrk="0" fontAlgn="base" hangingPunct="0">
              <a:spcBef>
                <a:spcPct val="0"/>
              </a:spcBef>
              <a:spcAft>
                <a:spcPct val="0"/>
              </a:spcAft>
              <a:buFontTx/>
              <a:buChar char="•"/>
            </a:pPr>
            <a:r>
              <a:rPr lang="en-US" altLang="en-US" sz="1350" dirty="0" err="1">
                <a:solidFill>
                  <a:srgbClr val="DC143C"/>
                </a:solidFill>
                <a:latin typeface="Consolas" panose="020B0609020204030204" pitchFamily="49" charset="0"/>
              </a:rPr>
              <a:t>responseTxt</a:t>
            </a:r>
            <a:r>
              <a:rPr lang="en-US" altLang="en-US" sz="1350" dirty="0">
                <a:solidFill>
                  <a:srgbClr val="000000"/>
                </a:solidFill>
                <a:latin typeface="Verdana" panose="020B0604030504040204" pitchFamily="34" charset="0"/>
              </a:rPr>
              <a:t> - contains the resulting content if the call succeeds</a:t>
            </a:r>
          </a:p>
          <a:p>
            <a:pPr algn="just" defTabSz="685800" eaLnBrk="0" fontAlgn="base" hangingPunct="0">
              <a:spcBef>
                <a:spcPct val="0"/>
              </a:spcBef>
              <a:spcAft>
                <a:spcPct val="0"/>
              </a:spcAft>
              <a:buFontTx/>
              <a:buChar char="•"/>
            </a:pPr>
            <a:r>
              <a:rPr lang="en-US" altLang="en-US" sz="1350" dirty="0" err="1">
                <a:solidFill>
                  <a:srgbClr val="DC143C"/>
                </a:solidFill>
                <a:latin typeface="Consolas" panose="020B0609020204030204" pitchFamily="49" charset="0"/>
              </a:rPr>
              <a:t>statusTxt</a:t>
            </a:r>
            <a:r>
              <a:rPr lang="en-US" altLang="en-US" sz="1350" dirty="0">
                <a:solidFill>
                  <a:srgbClr val="000000"/>
                </a:solidFill>
                <a:latin typeface="Verdana" panose="020B0604030504040204" pitchFamily="34" charset="0"/>
              </a:rPr>
              <a:t> - contains the status of the call</a:t>
            </a:r>
          </a:p>
          <a:p>
            <a:pPr algn="just" defTabSz="685800" eaLnBrk="0" fontAlgn="base" hangingPunct="0">
              <a:spcBef>
                <a:spcPct val="0"/>
              </a:spcBef>
              <a:spcAft>
                <a:spcPct val="0"/>
              </a:spcAft>
              <a:buFontTx/>
              <a:buChar char="•"/>
            </a:pPr>
            <a:r>
              <a:rPr lang="en-US" altLang="en-US" sz="1350" dirty="0" err="1">
                <a:solidFill>
                  <a:srgbClr val="DC143C"/>
                </a:solidFill>
                <a:latin typeface="Consolas" panose="020B0609020204030204" pitchFamily="49" charset="0"/>
              </a:rPr>
              <a:t>xhr</a:t>
            </a:r>
            <a:r>
              <a:rPr lang="en-US" altLang="en-US" sz="1350" dirty="0">
                <a:solidFill>
                  <a:srgbClr val="000000"/>
                </a:solidFill>
                <a:latin typeface="Verdana" panose="020B0604030504040204" pitchFamily="34" charset="0"/>
              </a:rPr>
              <a:t> - contains the </a:t>
            </a:r>
            <a:r>
              <a:rPr lang="en-US" altLang="en-US" sz="1350" dirty="0" err="1">
                <a:solidFill>
                  <a:srgbClr val="000000"/>
                </a:solidFill>
                <a:latin typeface="Verdana" panose="020B0604030504040204" pitchFamily="34" charset="0"/>
              </a:rPr>
              <a:t>XMLHttpRequest</a:t>
            </a:r>
            <a:r>
              <a:rPr lang="en-US" altLang="en-US" sz="1350" dirty="0">
                <a:solidFill>
                  <a:srgbClr val="000000"/>
                </a:solidFill>
                <a:latin typeface="Verdana" panose="020B0604030504040204" pitchFamily="34" charset="0"/>
              </a:rPr>
              <a:t> object</a:t>
            </a:r>
          </a:p>
          <a:p>
            <a:pPr>
              <a:spcAft>
                <a:spcPts val="900"/>
              </a:spcAft>
            </a:pPr>
            <a:endParaRPr lang="en-US" sz="1350" dirty="0">
              <a:solidFill>
                <a:srgbClr val="0D0D0D"/>
              </a:solidFill>
              <a:latin typeface="Söhne"/>
            </a:endParaRPr>
          </a:p>
        </p:txBody>
      </p:sp>
    </p:spTree>
    <p:extLst>
      <p:ext uri="{BB962C8B-B14F-4D97-AF65-F5344CB8AC3E}">
        <p14:creationId xmlns:p14="http://schemas.microsoft.com/office/powerpoint/2010/main" val="690787517"/>
      </p:ext>
    </p:extLst>
  </p:cSld>
  <p:clrMapOvr>
    <a:masterClrMapping/>
  </p:clrMapOvr>
</p:sld>
</file>

<file path=ppt/theme/theme1.xml><?xml version="1.0" encoding="utf-8"?>
<a:theme xmlns:a="http://schemas.openxmlformats.org/drawingml/2006/main" name="Conception personnalisé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7D05A326709874CB89C6CAF7155F005" ma:contentTypeVersion="6" ma:contentTypeDescription="Create a new document." ma:contentTypeScope="" ma:versionID="161e3b111521cf134ea20e322021ed6f">
  <xsd:schema xmlns:xsd="http://www.w3.org/2001/XMLSchema" xmlns:xs="http://www.w3.org/2001/XMLSchema" xmlns:p="http://schemas.microsoft.com/office/2006/metadata/properties" xmlns:ns2="b8ad83e6-70d0-4aa3-9897-6c88bc6bf84b" targetNamespace="http://schemas.microsoft.com/office/2006/metadata/properties" ma:root="true" ma:fieldsID="4f6657d56a19f2c4b014f04bd6760135" ns2:_="">
    <xsd:import namespace="b8ad83e6-70d0-4aa3-9897-6c88bc6bf84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ad83e6-70d0-4aa3-9897-6c88bc6bf8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2B2E4DA-8DA1-42E0-8BD3-C23A5556272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E2086A6-6198-4F6A-853C-3E0B43202EF2}">
  <ds:schemaRefs>
    <ds:schemaRef ds:uri="http://schemas.microsoft.com/sharepoint/v3/contenttype/forms"/>
  </ds:schemaRefs>
</ds:datastoreItem>
</file>

<file path=customXml/itemProps3.xml><?xml version="1.0" encoding="utf-8"?>
<ds:datastoreItem xmlns:ds="http://schemas.openxmlformats.org/officeDocument/2006/customXml" ds:itemID="{967E771F-E71B-4EDB-A1FA-522841DBB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ad83e6-70d0-4aa3-9897-6c88bc6bf8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15942</TotalTime>
  <Words>2359</Words>
  <Application>Microsoft Office PowerPoint</Application>
  <PresentationFormat>On-screen Show (4:3)</PresentationFormat>
  <Paragraphs>516</Paragraphs>
  <Slides>91</Slides>
  <Notes>13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91</vt:i4>
      </vt:variant>
    </vt:vector>
  </HeadingPairs>
  <TitlesOfParts>
    <vt:vector size="104" baseType="lpstr">
      <vt:lpstr>Arial</vt:lpstr>
      <vt:lpstr>Calibri</vt:lpstr>
      <vt:lpstr>Consolas</vt:lpstr>
      <vt:lpstr>Courier New</vt:lpstr>
      <vt:lpstr>Helvetica</vt:lpstr>
      <vt:lpstr>Helvetica Neue</vt:lpstr>
      <vt:lpstr>Lucida Sans Unicode</vt:lpstr>
      <vt:lpstr>Söhne</vt:lpstr>
      <vt:lpstr>Verdana</vt:lpstr>
      <vt:lpstr>Wingdings</vt:lpstr>
      <vt:lpstr>Conception personnalisée</vt:lpstr>
      <vt:lpstr>1_Custom Design</vt:lpstr>
      <vt:lpstr>Custom Design</vt:lpstr>
      <vt:lpstr>Web Application Development</vt:lpstr>
      <vt:lpstr>Client-Side Scripting</vt:lpstr>
      <vt:lpstr>Why use client-side scripting?</vt:lpstr>
      <vt:lpstr>Why use server-side programming?</vt:lpstr>
      <vt:lpstr>What is Javascript?</vt:lpstr>
      <vt:lpstr>What Javascript can do?</vt:lpstr>
      <vt:lpstr>jQuery</vt:lpstr>
      <vt:lpstr>Why use jQuery when we have Javascript?</vt:lpstr>
      <vt:lpstr>jQuery vs. Javascript Example</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jQuery</vt:lpstr>
      <vt:lpstr>ICON</vt:lpstr>
      <vt:lpstr>Icons</vt:lpstr>
      <vt:lpstr>Icons: Example</vt:lpstr>
      <vt:lpstr>Example</vt:lpstr>
      <vt:lpstr>PowerPoint Presentation</vt:lpstr>
      <vt:lpstr>Icon</vt:lpstr>
      <vt:lpstr>Affix Property</vt:lpstr>
      <vt:lpstr> </vt:lpstr>
      <vt:lpstr>PowerPoint Presentation</vt:lpstr>
      <vt:lpstr>Affix Property</vt:lpstr>
      <vt:lpstr>Affix Property</vt:lpstr>
      <vt:lpstr>Filter Element</vt:lpstr>
      <vt:lpstr>PowerPoint Presentation</vt:lpstr>
      <vt:lpstr>PowerPoint Presentation</vt:lpstr>
      <vt:lpstr>PowerPoint Presentation</vt:lpstr>
      <vt:lpstr>PowerPoint Presentation</vt:lpstr>
      <vt:lpstr>Output after click on different tabs </vt:lpstr>
      <vt:lpstr>More Practical</vt:lpstr>
      <vt:lpstr>Modal Dialog </vt:lpstr>
      <vt:lpstr>Modal Dialog </vt:lpstr>
      <vt:lpstr>Modal Dialog </vt:lpstr>
      <vt:lpstr>Jquery Toggle Example</vt:lpstr>
      <vt:lpstr>Dynamic Fields Creation</vt:lpstr>
      <vt:lpstr>Dynamic Fields Creation </vt:lpstr>
      <vt:lpstr>Dynamic Fields Creation </vt:lpstr>
      <vt:lpstr>Accordion</vt:lpstr>
      <vt:lpstr>PowerPoint Presentation</vt:lpstr>
      <vt:lpstr>Draggable </vt:lpstr>
      <vt:lpstr>Draggable </vt:lpstr>
      <vt:lpstr>PowerPoint Presentation</vt:lpstr>
      <vt:lpstr>Reference  </vt:lpstr>
      <vt:lpstr>JQuery animation</vt:lpstr>
      <vt:lpstr>JQuery animation</vt:lpstr>
      <vt:lpstr>JQuery animation</vt:lpstr>
      <vt:lpstr>PowerPoint Presentation</vt:lpstr>
      <vt:lpstr>PowerPoint Presentation</vt:lpstr>
      <vt:lpstr>PowerPoint Presentation</vt:lpstr>
      <vt:lpstr>jQuery queue</vt:lpstr>
      <vt:lpstr>PowerPoint Presentation</vt:lpstr>
      <vt:lpstr>AJAX</vt:lpstr>
      <vt:lpstr>AJAX</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 Simple Banner</dc:title>
  <dc:creator>Showeet.com</dc:creator>
  <dc:description>Free template released by Showeet.com</dc:description>
  <cp:lastModifiedBy>d n</cp:lastModifiedBy>
  <cp:revision>713</cp:revision>
  <dcterms:created xsi:type="dcterms:W3CDTF">2011-07-08T11:03:43Z</dcterms:created>
  <dcterms:modified xsi:type="dcterms:W3CDTF">2025-09-15T06:14:49Z</dcterms:modified>
  <cp:category>Templates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0x01010027D05A326709874CB89C6CAF7155F005</vt:lpwstr>
  </property>
</Properties>
</file>