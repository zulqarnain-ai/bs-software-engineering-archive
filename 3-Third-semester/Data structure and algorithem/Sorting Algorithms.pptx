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4"/>
  </p:notesMasterIdLst>
  <p:sldIdLst>
    <p:sldId id="34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84" d="100"/>
          <a:sy n="84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94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025129-6B7A-9E2F-FAE6-14E2147909B7}"/>
              </a:ext>
            </a:extLst>
          </p:cNvPr>
          <p:cNvSpPr txBox="1"/>
          <p:nvPr/>
        </p:nvSpPr>
        <p:spPr>
          <a:xfrm>
            <a:off x="1325880" y="1432560"/>
            <a:ext cx="6233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Sorting Algorithms</a:t>
            </a:r>
          </a:p>
          <a:p>
            <a:pPr algn="ctr"/>
            <a:r>
              <a:rPr lang="en-US" b="1" dirty="0"/>
              <a:t>(Bobble, selection and insertion sort)</a:t>
            </a:r>
          </a:p>
          <a:p>
            <a:pPr algn="ctr"/>
            <a:r>
              <a:rPr lang="en-US" b="1" dirty="0"/>
              <a:t> By</a:t>
            </a:r>
          </a:p>
          <a:p>
            <a:pPr algn="ctr"/>
            <a:r>
              <a:rPr lang="en-US" b="1" dirty="0"/>
              <a:t>Muhammad Waqar</a:t>
            </a:r>
          </a:p>
          <a:p>
            <a:pPr algn="ctr"/>
            <a:r>
              <a:rPr lang="en-US" b="1" dirty="0"/>
              <a:t>Lecturer, Software Engineering Department</a:t>
            </a:r>
          </a:p>
        </p:txBody>
      </p:sp>
    </p:spTree>
    <p:extLst>
      <p:ext uri="{BB962C8B-B14F-4D97-AF65-F5344CB8AC3E}">
        <p14:creationId xmlns:p14="http://schemas.microsoft.com/office/powerpoint/2010/main" val="2720005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</Words>
  <Application>Microsoft Office PowerPoint</Application>
  <PresentationFormat>On-screen Show (16:9)</PresentationFormat>
  <Paragraphs>96</Paragraphs>
  <Slides>92</Slides>
  <Notes>91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2</cp:revision>
  <dcterms:created xsi:type="dcterms:W3CDTF">2023-03-09T08:10:48Z</dcterms:created>
  <dcterms:modified xsi:type="dcterms:W3CDTF">2023-03-09T08:12:51Z</dcterms:modified>
</cp:coreProperties>
</file>