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3BCE-9464-42F8-8FC8-A821E51B5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BEFEF-7468-47B9-B8EB-D752D51CA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745E9-000E-4C4A-90D5-A635460B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1F4AB-3871-4F17-8DCA-9CE25FA11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C0FE5-FA86-4318-ADE1-E306EC94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51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B0CE-DC84-427F-AC2E-C597AB1F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0549C-F059-4E39-9194-B1193C5E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B4316-2547-42F1-A0EB-693B19B9C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517FD-DE52-481F-9B87-8DE586AC4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1F56-856D-4800-B2AF-5FDBC0BB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88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1027-0B3E-4959-8192-1820E727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84F86-5D09-4451-9814-FE03205C5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6F42C-9B08-4540-B1B0-E623C710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3ECDE-A23A-40BC-8436-304AB3BA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07981-8A36-4468-9A4A-1FF49796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53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B5C5-532A-4C47-A321-01EC32FC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D1A16-E664-43E5-A9E9-3CC0DF844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4FA4C-4982-4A5A-9B31-1EC6471FF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661CA-552A-4D46-953E-F11620F9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318F6-6F70-4433-8A11-5683930C3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6D36A-3401-43FC-92B5-ADCEF539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22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DFDD-F72B-412E-80A7-228121F9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F2233-FE15-4BAF-B69C-5A0C57857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CD351-4474-409E-BB3F-F63829759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AAF1C-0C67-43CF-AE44-323528FBE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A3F59-31AD-4606-87F7-E59967188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787D1-3817-4CF3-90D0-56F8550E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E1C05-E93F-492F-866D-A658AB7C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0C004-7CFA-40CD-B7D4-9FE1188F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72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8E2F-D7BD-4780-A1F7-4DD6A9DF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10D24-F1F1-4650-97E4-A18BD6243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44D5F-4223-4562-8898-91E6B294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618D1-A040-4B4C-A2DC-0F054C50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22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E2A6F-7D64-430E-90C1-C2C115181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98EA4-DF4F-45B5-902B-9EB8465D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275E6-0630-4002-8D23-80B0A3B5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572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2AE1-BEB8-48DA-9D41-A13ED86B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2DB50-9C21-47B6-8F20-98D4FFB2B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BD01D-B1A5-4B69-8A5C-5E66636BC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32D84-F312-4538-A0DE-FEAD10BA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85F03-6160-4A5A-AE07-19200A5DE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476A5-B134-4368-91BF-06827A9A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42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88AB-12BE-4CDF-AA6F-006808171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CC6DA-41FA-41B4-B415-A8009E258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978AF-B9D1-4BB6-825E-BEE4F4BD7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22DAA-6015-4160-B741-8EDC4053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2F661-959C-4A3A-8D55-406ABDC39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94CAD-9035-47B0-85E7-113544661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591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967C-3F2D-4F42-8EB7-BAD646C0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9DD9D-05B4-4709-9FDF-926871D00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49F93-3D04-4600-B891-D30DCEDF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16886-169C-4BE8-9C1F-4F68DEFE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4570D-795E-4AF2-9463-76CD7F4E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59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82881F-6533-4E0D-AA63-0F87F83FA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97B08-E237-438A-A42A-984665FA0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CEF7-D661-43E0-B26E-1A670BA3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DBE56-651B-4601-BA87-45289873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63CD9-F1B6-44A7-9159-150E7A84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92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7C01D-89D9-48D7-843D-7F8956DD0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32411-6B44-4DF6-A9C8-322C5374D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91A8F-A29D-4A29-BE3E-D333EAF2D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33CA5-4425-4204-A71C-BB3B3C60560F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10D67-79EE-44A1-85E2-319060E37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BE318-5480-43A8-833F-B6AC3973A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1EF36-3FA2-4884-AECC-A596D308F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96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A617-ABC1-45B8-BC35-76435997E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Structures in C++</a:t>
            </a:r>
          </a:p>
        </p:txBody>
      </p:sp>
    </p:spTree>
    <p:extLst>
      <p:ext uri="{BB962C8B-B14F-4D97-AF65-F5344CB8AC3E}">
        <p14:creationId xmlns:p14="http://schemas.microsoft.com/office/powerpoint/2010/main" val="485451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0320E-B282-4C78-84CA-8BA13ED5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Nested Structure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D31AA7-045D-48A0-AFDB-876EFB018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5587" y="1690688"/>
            <a:ext cx="7490451" cy="506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12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14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18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20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Content Placeholder 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955034D6-5C85-4BC2-97EF-177CC075D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554" b="-2"/>
          <a:stretch/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6375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8D5E-3BE5-4904-88CA-E572C7F19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FEAED-020B-4502-A7E2-E344E7F58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BF1B0-B280-49F1-89D0-28B725751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5" y="0"/>
            <a:ext cx="1059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8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8483B0-AE3B-4B54-A9DB-4018374FC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48" y="-1"/>
            <a:ext cx="8047865" cy="75583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A5512F4-F6DB-4CAA-B4BD-7A79DB7428D5}"/>
              </a:ext>
            </a:extLst>
          </p:cNvPr>
          <p:cNvSpPr/>
          <p:nvPr/>
        </p:nvSpPr>
        <p:spPr>
          <a:xfrm>
            <a:off x="7110609" y="-151003"/>
            <a:ext cx="5081391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Passing Structure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as Argument</a:t>
            </a:r>
          </a:p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the FUNCTION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2682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BC2C8A-F440-40A8-BD9D-B495D6DE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47587" cy="71107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E59916-A01E-466D-9265-66C0C3EB4BF5}"/>
              </a:ext>
            </a:extLst>
          </p:cNvPr>
          <p:cNvSpPr/>
          <p:nvPr/>
        </p:nvSpPr>
        <p:spPr>
          <a:xfrm>
            <a:off x="7084654" y="0"/>
            <a:ext cx="415241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GB" dirty="0"/>
              <a:t>Array of Structures as Function Arguments</a:t>
            </a:r>
          </a:p>
        </p:txBody>
      </p:sp>
    </p:spTree>
    <p:extLst>
      <p:ext uri="{BB962C8B-B14F-4D97-AF65-F5344CB8AC3E}">
        <p14:creationId xmlns:p14="http://schemas.microsoft.com/office/powerpoint/2010/main" val="143407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EB0A-656E-4BC3-A1DA-504F67C02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46FE6-ECDA-4159-BD6B-7FE6006CD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File</a:t>
            </a:r>
          </a:p>
          <a:p>
            <a:r>
              <a:rPr lang="en-GB" dirty="0" err="1"/>
              <a:t>ofstream</a:t>
            </a:r>
            <a:r>
              <a:rPr lang="en-GB" dirty="0"/>
              <a:t>: Stream class to write on files</a:t>
            </a:r>
          </a:p>
          <a:p>
            <a:r>
              <a:rPr lang="en-GB" dirty="0" err="1"/>
              <a:t>ifstream</a:t>
            </a:r>
            <a:r>
              <a:rPr lang="en-GB" dirty="0"/>
              <a:t>: Stream class to read from files</a:t>
            </a:r>
          </a:p>
          <a:p>
            <a:r>
              <a:rPr lang="en-GB" dirty="0" err="1"/>
              <a:t>fstream</a:t>
            </a:r>
            <a:r>
              <a:rPr lang="en-GB" dirty="0"/>
              <a:t>: Stream class to both read and write from/to files.</a:t>
            </a:r>
          </a:p>
        </p:txBody>
      </p:sp>
    </p:spTree>
    <p:extLst>
      <p:ext uri="{BB962C8B-B14F-4D97-AF65-F5344CB8AC3E}">
        <p14:creationId xmlns:p14="http://schemas.microsoft.com/office/powerpoint/2010/main" val="69012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B8BEE925-13DC-4A13-8BD5-CD40B99DF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6" r="1" b="11453"/>
          <a:stretch/>
        </p:blipFill>
        <p:spPr>
          <a:xfrm>
            <a:off x="643467" y="643467"/>
            <a:ext cx="10905066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81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A64EF-D41A-4A8F-9B07-A2E0FB296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" y="88589"/>
            <a:ext cx="6837027" cy="66808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6702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51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Structures in C++</vt:lpstr>
      <vt:lpstr>Nested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 in C++</dc:title>
  <dc:creator>Aqib Adeel</dc:creator>
  <cp:lastModifiedBy>Aqib Adeel</cp:lastModifiedBy>
  <cp:revision>3</cp:revision>
  <dcterms:created xsi:type="dcterms:W3CDTF">2020-06-16T02:40:40Z</dcterms:created>
  <dcterms:modified xsi:type="dcterms:W3CDTF">2020-06-16T03:56:40Z</dcterms:modified>
</cp:coreProperties>
</file>