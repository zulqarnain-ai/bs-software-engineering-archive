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  <p:sldMasterId id="2147483669" r:id="rId2"/>
  </p:sldMasterIdLst>
  <p:notesMasterIdLst>
    <p:notesMasterId r:id="rId9"/>
  </p:notesMasterIdLst>
  <p:handoutMasterIdLst>
    <p:handoutMasterId r:id="rId10"/>
  </p:handoutMasterIdLst>
  <p:sldIdLst>
    <p:sldId id="257" r:id="rId3"/>
    <p:sldId id="508" r:id="rId4"/>
    <p:sldId id="261" r:id="rId5"/>
    <p:sldId id="550" r:id="rId6"/>
    <p:sldId id="551" r:id="rId7"/>
    <p:sldId id="55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20" autoAdjust="0"/>
    <p:restoredTop sz="94353" autoAdjust="0"/>
  </p:normalViewPr>
  <p:slideViewPr>
    <p:cSldViewPr snapToGrid="0">
      <p:cViewPr varScale="1">
        <p:scale>
          <a:sx n="85" d="100"/>
          <a:sy n="85" d="100"/>
        </p:scale>
        <p:origin x="9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892352-B4B8-4883-A7AE-74A1CD73CC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988E6-59B9-48DC-9B4A-57289DC710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80B9F-B395-4F9C-9222-BA30F10DD3CA}" type="datetime1">
              <a:rPr lang="en-US" smtClean="0"/>
              <a:t>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B0436-9CF9-4A1C-A1A4-6B867600F0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D58C5-83E6-49AD-8389-6E84C9EF0A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1700E-07F4-4037-B9BA-0B175960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4257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AD1EBB-C117-49C8-80A9-925D1B3194B9}" type="datetime1">
              <a:rPr lang="en-US" smtClean="0"/>
              <a:t>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C6B6B-DEB4-4104-BA10-F9FA8AE5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651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0FCDE-FAE1-4F1E-993A-17DB693EFDC6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0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03357-270F-492C-BDE6-CDBE560292A0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B3C74-28A8-451D-B1D6-9F12E9638B08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8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F9C7E-7C9E-4542-8C84-81F42A3A5B98}" type="datetime1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40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4A23C-B77E-4CB2-8CA3-A85D58D593A4}" type="datetime1">
              <a:rPr lang="en-US" smtClean="0"/>
              <a:t>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933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F0293-FAA2-4B6D-A5A4-5E8F407B8670}" type="datetime1">
              <a:rPr lang="en-US" smtClean="0"/>
              <a:t>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23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7E9BF-8B76-46D1-A5C4-5F404870D0D1}" type="datetime1">
              <a:rPr lang="en-US" smtClean="0"/>
              <a:t>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490A7-97DA-4988-AE83-FEFFA48B9C28}" type="datetime1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7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A5-438E-4757-980E-53D9F6796DD8}" type="datetime1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62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9E01-29BD-43A0-B155-BAB0AB3CA51E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39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59C62-71F7-46AC-B1F5-24FA7A6246FD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93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00A86274-AECA-4602-B404-A878824E6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73383"/>
            <a:ext cx="12192000" cy="1711234"/>
          </a:xfr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6000" b="1"/>
            </a:lvl1pPr>
          </a:lstStyle>
          <a:p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093DEEF-51A1-4F3F-93A2-FDC4789A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4126" y="4738508"/>
            <a:ext cx="5185954" cy="460510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rgbClr val="001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A33559CF-3A39-464E-8153-CFB2A112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1B09694C-3D38-44FB-A9F3-E525FFDF0C67}" type="datetime1">
              <a:rPr lang="en-US" smtClean="0"/>
              <a:t>2/19/2025</a:t>
            </a:fld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FABC3BD-2AAA-4531-895B-3DD70DF7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070B560-5622-461A-9086-C81B8DFD0314}"/>
              </a:ext>
            </a:extLst>
          </p:cNvPr>
          <p:cNvSpPr txBox="1">
            <a:spLocks/>
          </p:cNvSpPr>
          <p:nvPr userDrawn="1"/>
        </p:nvSpPr>
        <p:spPr>
          <a:xfrm>
            <a:off x="-13063" y="596657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57C00DF-2495-4CA0-B9A7-6ED45A39B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0629" y="692331"/>
            <a:ext cx="4402183" cy="1045029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E984078-D535-4E16-A9EF-E132281C5B64}"/>
              </a:ext>
            </a:extLst>
          </p:cNvPr>
          <p:cNvSpPr txBox="1">
            <a:spLocks/>
          </p:cNvSpPr>
          <p:nvPr userDrawn="1"/>
        </p:nvSpPr>
        <p:spPr>
          <a:xfrm>
            <a:off x="7559042" y="605365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EC0F849A-A128-466B-9879-BD67134DE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28708" y="692331"/>
            <a:ext cx="4467497" cy="1058091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504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064D9-0A21-5DF2-4E8D-690015997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334C0A-E371-EDA7-F830-1433162DAC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AF4FA-1A05-8FC6-866A-7C208DA32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E7954-3AA2-4939-B7C5-7650363BBD12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A06EF-7FF7-624D-ED06-31472C58E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CE77-3E4D-B083-F046-93B0FC70D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22CCF-C0EA-4ED0-81F6-1869E338D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28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CF16B-C3DA-BA51-DF1C-080C2AFA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39310-B1F6-2292-D45A-4F492CF8C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10560-2F23-AC1F-34F8-4850D3B2D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E7954-3AA2-4939-B7C5-7650363BBD12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35D50-B777-1951-ADD9-CAE76AC32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90098-41F2-2E50-78DC-119A91450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22CCF-C0EA-4ED0-81F6-1869E338D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73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5843-D48A-C38E-545D-52BCC5034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8CAB3-3F46-5366-4489-48467A029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D408D-FFB8-9C84-F016-75A13E1F6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E7954-3AA2-4939-B7C5-7650363BBD12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2A35B-AC6C-FE03-C299-A482D6F07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63551-B9BA-FC12-FAA4-69781567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22CCF-C0EA-4ED0-81F6-1869E338D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17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84E4B-99C5-E32F-E98A-13401B35E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01780-AC4D-7B2B-FE76-398A5625A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79EC3-0E42-CE6A-E91B-B81D863A1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E83E3-6E8E-F591-6655-CAD586791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E7954-3AA2-4939-B7C5-7650363BBD12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5CC60-5E59-9FEF-433A-92B8C3DD3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BECA9-9FFD-0F2B-86C1-906A6406A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22CCF-C0EA-4ED0-81F6-1869E338D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314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699C1-C14C-4423-20C6-6892094EE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54A02-C918-26C9-A12C-9B333058F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6DF5A-1180-F77A-5A6B-7F001FDD7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0C3ECF-B36F-235C-38ED-12D6D2EE6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0CD00-1DB3-51C0-C2D0-E01A11A23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97578C-89DC-809D-AE10-307D450A2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E7954-3AA2-4939-B7C5-7650363BBD12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8DED6B-E833-1912-8A98-8B5F20502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3FA89A-5EC7-4096-4332-A4B008BFC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22CCF-C0EA-4ED0-81F6-1869E338D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986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9FBC5-380B-0D05-8D83-4B3124EB0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8CD608-BF8A-A886-7B4D-B0E21DF7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E7954-3AA2-4939-B7C5-7650363BBD12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66AE0-65DD-B0A7-7F03-D4C1B39B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6870D-2EC3-E69A-8A30-D715CED63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22CCF-C0EA-4ED0-81F6-1869E338D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962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8355E0-35A9-F272-348E-848FB401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E7954-3AA2-4939-B7C5-7650363BBD12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AE919-CC0D-310B-7DD1-BA8CECA2C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DB16C-7E47-A225-D3EB-1FDCD4A9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22CCF-C0EA-4ED0-81F6-1869E338D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101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B5102-5CF4-AA1B-9DE4-F5543A1D1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1FD53-CDBD-A475-6AFC-05CB5057A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1C70E-45B3-F63C-FB75-9151CEFA9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936D1-264B-69D1-8E80-E00FBF94B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E7954-3AA2-4939-B7C5-7650363BBD12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F7B66-E3B7-41F6-5EA6-0567736F2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467D0-DB04-B87E-E18D-C616A85B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22CCF-C0EA-4ED0-81F6-1869E338D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92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9990C-FCB8-6DED-474E-B099B5FB9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98DB7D-3D9B-0FE3-CD47-0A6F088AD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3DD90-FA1F-6689-9143-96DE83725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EFFCA-29A2-F127-02D6-E0C276234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E7954-3AA2-4939-B7C5-7650363BBD12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33CD4-D68D-0AB0-8269-E92FBFEFF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E4C8A-84F5-2B5F-754E-DC5534EA4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22CCF-C0EA-4ED0-81F6-1869E338D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3435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4553D-09FE-3D89-EBCA-A1F5BD91C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165EDE-3985-3654-0A2D-1241FDF93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C7E4C-1A7D-B136-2FD7-90769F413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E7954-3AA2-4939-B7C5-7650363BBD12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88BEC-E3F5-AC7D-EBD0-ABFE900C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4A338-DE11-B851-E0F3-BCF40BFB2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22CCF-C0EA-4ED0-81F6-1869E338D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88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0319B4-1AD3-9936-CFCC-A8C698E121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CE7F32-23DA-DFC1-164B-8033E8FC9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31B20-FFBB-8D9D-86D9-98B62501E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E7954-3AA2-4939-B7C5-7650363BBD12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C0EAB-9E83-5F2E-85C3-F41AA94B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F3534-52C9-50A4-8887-687815AAA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22CCF-C0EA-4ED0-81F6-1869E338D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65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D009B-1727-4797-8FD4-88F18E652329}" type="datetime1">
              <a:rPr lang="en-US" smtClean="0"/>
              <a:t>2/19/2025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2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F0309C-7DED-374A-464C-D893F57DD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1EE8F-ABA3-6FFE-D6FA-ED3F1EE07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19F46-EA45-35EA-E058-ABE440D7E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E7954-3AA2-4939-B7C5-7650363BBD12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C41CE-5207-2661-D015-5AF8F738E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22CCF-C0EA-4ED0-81F6-1869E338D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11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63A08-5DAE-4AF9-898B-437FB4DCE9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Re-Engineering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CEFB2B-D101-4F13-9CD7-92D3F27417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Instructor: </a:t>
            </a:r>
            <a:r>
              <a:rPr lang="en-US"/>
              <a:t>Muhammad Usman Shahid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F4ED84E-60DD-47EC-B4DE-DE8CA8C46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7032-8F11-4C69-BE26-B6D8462FEE22}" type="datetime1">
              <a:rPr lang="en-US" smtClean="0"/>
              <a:t>2/19/2025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85CF7-82D0-438F-957D-503B6DDA5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1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9C415-0CAE-4ED1-A421-929C569A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4D7FF-FEF6-4357-A23D-A08EFE295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863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dirty="0"/>
              <a:t>Text &amp; Reference Books</a:t>
            </a:r>
          </a:p>
          <a:p>
            <a:pPr lvl="2" algn="just">
              <a:lnSpc>
                <a:spcPct val="120000"/>
              </a:lnSpc>
              <a:defRPr/>
            </a:pPr>
            <a:endParaRPr lang="en-US" dirty="0">
              <a:latin typeface="+mj-lt"/>
            </a:endParaRPr>
          </a:p>
          <a:p>
            <a:pPr lvl="1" algn="just">
              <a:lnSpc>
                <a:spcPct val="120000"/>
              </a:lnSpc>
              <a:defRPr/>
            </a:pPr>
            <a:endParaRPr lang="en-US" dirty="0">
              <a:latin typeface="+mj-lt"/>
            </a:endParaRPr>
          </a:p>
          <a:p>
            <a:pPr lvl="1" algn="just">
              <a:lnSpc>
                <a:spcPct val="120000"/>
              </a:lnSpc>
              <a:defRPr/>
            </a:pPr>
            <a:endParaRPr lang="en-US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8CDD2-6F71-4170-A1DB-4F2FDE6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C157-342D-4149-B742-F62EA9B9C41C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CFF50-6AC3-4D75-A311-4A22ACB2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625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870" y="0"/>
            <a:ext cx="10515600" cy="575908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Lecture 1: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027" y="674703"/>
            <a:ext cx="10714608" cy="4944862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0" dirty="0"/>
              <a:t>Software Re-Engineering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0" dirty="0"/>
              <a:t>Why Software Re-Engineering?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0" dirty="0"/>
              <a:t>Real World Application of Software Re-Engineering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b="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b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0057-FCEF-4A47-8B61-843830CA27AC}" type="datetime1">
              <a:rPr lang="en-US" smtClean="0"/>
              <a:t>2/19/2025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80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4"/>
            <a:ext cx="10515600" cy="937673"/>
          </a:xfrm>
        </p:spPr>
        <p:txBody>
          <a:bodyPr>
            <a:normAutofit/>
          </a:bodyPr>
          <a:lstStyle/>
          <a:p>
            <a:r>
              <a:rPr lang="en-US" sz="3600" dirty="0"/>
              <a:t>Software Re-Engineering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8788"/>
            <a:ext cx="10515600" cy="5218175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Software Re-engineering is a process of software development which is done to improve the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maintainability </a:t>
            </a:r>
            <a:r>
              <a:rPr lang="en-US" sz="32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of a software system. Re-engineering is </a:t>
            </a:r>
            <a:r>
              <a:rPr lang="en-US" sz="32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 examination and alteration of a system to reconstitute it in a new form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EE5D-D7C9-47C5-A1E1-D27E9249BA9D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1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rmAutofit/>
          </a:bodyPr>
          <a:lstStyle/>
          <a:p>
            <a:r>
              <a:rPr lang="en-US" sz="3600" dirty="0"/>
              <a:t>Software Re-Engineering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261928-FF2D-4279-B55B-41213CA30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6555" y="1273155"/>
            <a:ext cx="7167239" cy="545960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D878-E14A-410E-9757-BC999A9AF0A7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57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rmAutofit/>
          </a:bodyPr>
          <a:lstStyle/>
          <a:p>
            <a:r>
              <a:rPr lang="en-US" sz="3600" dirty="0"/>
              <a:t>Re-Engineering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b="0" dirty="0">
                <a:solidFill>
                  <a:schemeClr val="tx1"/>
                </a:solidFill>
              </a:rPr>
              <a:t>It is the combination of:</a:t>
            </a:r>
          </a:p>
          <a:p>
            <a:pPr marL="514350" indent="-514350">
              <a:lnSpc>
                <a:spcPct val="100000"/>
              </a:lnSpc>
              <a:spcAft>
                <a:spcPts val="1000"/>
              </a:spcAft>
              <a:buAutoNum type="arabicParenR"/>
            </a:pPr>
            <a:r>
              <a:rPr lang="en-US" b="0" dirty="0">
                <a:solidFill>
                  <a:schemeClr val="tx1"/>
                </a:solidFill>
              </a:rPr>
              <a:t>Source </a:t>
            </a:r>
            <a:r>
              <a:rPr lang="en-US" b="0">
                <a:solidFill>
                  <a:schemeClr val="tx1"/>
                </a:solidFill>
              </a:rPr>
              <a:t>Code Translation</a:t>
            </a:r>
          </a:p>
          <a:p>
            <a:pPr marL="514350" indent="-514350">
              <a:lnSpc>
                <a:spcPct val="100000"/>
              </a:lnSpc>
              <a:spcAft>
                <a:spcPts val="1000"/>
              </a:spcAft>
              <a:buAutoNum type="arabicParenR"/>
            </a:pPr>
            <a:r>
              <a:rPr lang="en-US" b="0" dirty="0">
                <a:solidFill>
                  <a:schemeClr val="tx1"/>
                </a:solidFill>
              </a:rPr>
              <a:t>Reverse Engineering</a:t>
            </a:r>
          </a:p>
          <a:p>
            <a:pPr marL="514350" indent="-514350">
              <a:lnSpc>
                <a:spcPct val="100000"/>
              </a:lnSpc>
              <a:spcAft>
                <a:spcPts val="1000"/>
              </a:spcAft>
              <a:buAutoNum type="arabicParenR"/>
            </a:pPr>
            <a:r>
              <a:rPr lang="en-US" b="0" dirty="0">
                <a:solidFill>
                  <a:schemeClr val="tx1"/>
                </a:solidFill>
              </a:rPr>
              <a:t>Re-documentation</a:t>
            </a:r>
          </a:p>
          <a:p>
            <a:pPr marL="514350" indent="-514350">
              <a:lnSpc>
                <a:spcPct val="100000"/>
              </a:lnSpc>
              <a:spcAft>
                <a:spcPts val="1000"/>
              </a:spcAft>
              <a:buAutoNum type="arabicParenR"/>
            </a:pPr>
            <a:r>
              <a:rPr lang="en-US" b="0" dirty="0">
                <a:solidFill>
                  <a:schemeClr val="tx1"/>
                </a:solidFill>
              </a:rPr>
              <a:t>Re-Structuring</a:t>
            </a:r>
          </a:p>
          <a:p>
            <a:pPr marL="514350" indent="-514350">
              <a:lnSpc>
                <a:spcPct val="100000"/>
              </a:lnSpc>
              <a:spcAft>
                <a:spcPts val="1000"/>
              </a:spcAft>
              <a:buAutoNum type="arabicParenR"/>
            </a:pPr>
            <a:r>
              <a:rPr lang="en-US" b="0" dirty="0">
                <a:solidFill>
                  <a:schemeClr val="tx1"/>
                </a:solidFill>
              </a:rPr>
              <a:t>Translation</a:t>
            </a:r>
          </a:p>
          <a:p>
            <a:pPr marL="514350" indent="-514350">
              <a:lnSpc>
                <a:spcPct val="100000"/>
              </a:lnSpc>
              <a:spcAft>
                <a:spcPts val="1000"/>
              </a:spcAft>
              <a:buAutoNum type="arabicParenR"/>
            </a:pPr>
            <a:r>
              <a:rPr lang="en-US" b="0" dirty="0">
                <a:solidFill>
                  <a:schemeClr val="tx1"/>
                </a:solidFill>
              </a:rPr>
              <a:t>Forward Engineering</a:t>
            </a:r>
          </a:p>
          <a:p>
            <a:pPr marL="514350" indent="-514350">
              <a:lnSpc>
                <a:spcPct val="115000"/>
              </a:lnSpc>
              <a:spcAft>
                <a:spcPts val="1000"/>
              </a:spcAft>
              <a:buAutoNum type="arabicParenR"/>
            </a:pPr>
            <a:endParaRPr lang="en-US" sz="3200" b="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44C1C-8FA8-4B6D-AAB1-7AB309E7BFB6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9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6112</TotalTime>
  <Words>98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</vt:lpstr>
      <vt:lpstr>Calibri</vt:lpstr>
      <vt:lpstr>Calibri Light</vt:lpstr>
      <vt:lpstr>Office Theme</vt:lpstr>
      <vt:lpstr>Custom Design</vt:lpstr>
      <vt:lpstr>Software Re-Engineering</vt:lpstr>
      <vt:lpstr>Books</vt:lpstr>
      <vt:lpstr>Lecture 1: Content</vt:lpstr>
      <vt:lpstr>Software Re-Engineering</vt:lpstr>
      <vt:lpstr>Software Re-Engineering</vt:lpstr>
      <vt:lpstr>Re-Engineering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Waqar ul Hassan</dc:creator>
  <cp:lastModifiedBy>zakiya suman</cp:lastModifiedBy>
  <cp:revision>280</cp:revision>
  <dcterms:created xsi:type="dcterms:W3CDTF">2020-10-13T09:21:17Z</dcterms:created>
  <dcterms:modified xsi:type="dcterms:W3CDTF">2025-02-19T17:29:15Z</dcterms:modified>
</cp:coreProperties>
</file>