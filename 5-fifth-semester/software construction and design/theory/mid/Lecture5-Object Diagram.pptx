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4" r:id="rId6"/>
    <p:sldId id="265" r:id="rId7"/>
    <p:sldId id="262" r:id="rId8"/>
    <p:sldId id="267" r:id="rId9"/>
    <p:sldId id="263" r:id="rId10"/>
    <p:sldId id="266" r:id="rId11"/>
    <p:sldId id="259" r:id="rId12"/>
    <p:sldId id="260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F802-6876-4233-8088-0C366F74E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87C13-E442-4326-B2B8-FD4483180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93960-B029-4B5A-88E4-E9306373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73F1A-BF8B-4D30-BAB2-2A9C34288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4D2D9-17F7-456A-ACCB-15F74564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1480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61C9-A5B0-4739-B733-9E5F36628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9F330-31E6-4EFC-B80B-8D249903B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44710-26E3-47B9-BBAC-E9E7362A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4671-B847-40C1-AF8F-7B3B59C7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C74EE-96FB-4B4F-8A64-E36A9A92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7697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E219A-ECCC-4D91-B9E2-AF2F7F67D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98016-ED74-4325-8DA3-3498FA451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7DE74-4D35-492E-B61A-FBF254851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7E8B8-E640-4255-AEFE-F22344C2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05B67-86EE-471B-AF67-15BD0A9E0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62293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529C-272B-42D6-9149-9ACABE9B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1FA95-7C62-442F-9D78-904FD42A23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AAA379-BDD7-4EC4-AD02-4B752B09F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64D1A-8EF0-4117-BA34-540D4E05D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BAE91-8ABC-4564-8119-F352FBC8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A9AF3-8821-4945-A8FA-6B8A2D87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9279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7E0F-A836-4935-BBEB-935A6257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3C60D-E8D0-48D9-8608-E8AF70072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DB668-F8C3-487D-8E7F-DE20C255B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BC8F4-0A4B-45CF-8AFB-5A40B7FC3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2D0B9-9C94-48DB-80EF-C923D2C35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5039F-0153-4FE3-BF15-15900AE66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4A3AC7-1D54-4334-8485-3C8891D1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0A266F-FA41-4D79-9B20-077C1B20D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82899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E6F01-A7AA-4AC4-82D1-19B797D9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36CB2-E5C1-499B-BEEB-E37A7AF21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1BCF2A-250F-41EF-B107-E24FA127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CEAF9-FDA2-47C9-A190-615FFF2C0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948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0BDDA-C1C5-490E-912B-352456BB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D415F4-D348-489E-BE56-22CA9E0B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E48A8-1642-4B72-BDD8-E1EBB8124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696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D88F6-2AAA-4ED2-A678-078549D4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5F8A7-B8DC-4E49-B3C1-3CAF5A459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30391-5377-4829-9AE2-2769BA1DD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BADBC-95C9-45CF-BAA0-9AB6965C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32E8E-16F3-4AC2-9ED6-69F30199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642D0-E2C3-4D3F-A09F-E94E4606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27766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CEBE-026A-4C6D-9FF0-08D0DBC16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E2DC7-6711-4A98-9D7E-A2D848F2B8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6ACCF-6251-48A6-841C-9B98C87FE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C722F-C173-497E-887B-923428DC0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612A7-716C-4E58-8017-5E772C0B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24B80-6C80-487E-A495-642E5DDA6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8374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749DF-CA9E-4367-B02D-A7DF1B71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978B2-8A5F-4B5E-9D8A-135808F65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835E6-8AF0-48C7-B1D8-F6FF4CB0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3D59E-CBAD-4809-BF92-23D175D7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BBB9F-7DFB-4F95-BA1B-DB20C8AA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43925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317042-5178-4CD9-B282-EA0BA45E3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C7679-832E-411F-B9FE-11DC88A48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15262-DDC1-401E-8038-E8699BD6C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364B6-DB39-41BF-BFFD-2B196DA8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CB9C6-EA96-45A7-AB45-B4453006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65840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3F61CB-A898-43F4-98FA-B12D7C59E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AB424-CEEF-401F-828A-D5C0ACB41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21B36-6BCD-4EE5-BF91-8E2445E59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D5827-F1FE-4F8F-A59D-A1EBEF9A6BBA}" type="datetimeFigureOut">
              <a:rPr lang="en-PK" smtClean="0"/>
              <a:t>06-Mar-2024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2D4BC-CCA1-4974-8839-9EFD8A643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40C6E-FA3C-43F5-8EC1-960C8C73F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9F1B8-64A4-4511-892D-412A2C7DF90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5157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8CAA-5B63-4F87-9034-15F40D8A7C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 Diagram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8D4D4-57F3-4523-A37C-A0B8685DFC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6003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1779-9964-47E0-92EE-2813169C4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Diagram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7C64-FD77-436C-A541-FFDBD6EA8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/>
              <a:t>An object diagram is a snapshot of the objects in a System at a point in time .</a:t>
            </a:r>
          </a:p>
          <a:p>
            <a:pPr algn="l"/>
            <a:r>
              <a:rPr lang="en-US" sz="3200" dirty="0"/>
              <a:t>It</a:t>
            </a:r>
            <a:r>
              <a:rPr lang="en-US" sz="3200" b="0" i="0" u="none" strike="noStrike" baseline="0" dirty="0"/>
              <a:t> Shows instances rather than classes, </a:t>
            </a:r>
          </a:p>
          <a:p>
            <a:pPr algn="l"/>
            <a:r>
              <a:rPr lang="en-US" sz="3200" dirty="0"/>
              <a:t>A</a:t>
            </a:r>
            <a:r>
              <a:rPr lang="en-US" sz="3200" b="0" i="0" u="none" strike="noStrike" baseline="0" dirty="0"/>
              <a:t>n object diagram is often called an instance diagram .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1721505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1B7C5-8D21-4B22-ADE1-9255FA7A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Object Diagram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8E5E7-5AF3-4D9A-B873-F454E02A6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Object diagrams are useful for showing examples of objects connected together.</a:t>
            </a:r>
          </a:p>
          <a:p>
            <a:r>
              <a:rPr lang="en-US" sz="3200" dirty="0"/>
              <a:t>In many situations, you can define a structure precisely with a class diagram, but the structure is still difficult to understand . </a:t>
            </a:r>
          </a:p>
          <a:p>
            <a:r>
              <a:rPr lang="en-US" sz="3200" dirty="0"/>
              <a:t>In these situations, a couple of object diagram examples can make all the difference .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268087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04B9-7072-4213-98B4-1B918F5B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Purpose of Object Diagram</a:t>
            </a:r>
            <a:br>
              <a:rPr lang="en-US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DD26-F8E8-4710-AFD6-3E6012907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The use of object diagrams is fairly limited, mainly to show examples of data structures.</a:t>
            </a:r>
          </a:p>
          <a:p>
            <a:r>
              <a:rPr lang="en-US" sz="3200" dirty="0"/>
              <a:t>During the analysis phase of a project, you might create a class diagram to describe the structure of a system and then create a set of object diagrams as test cases to verify the accuracy and completeness of the class diagram.</a:t>
            </a:r>
          </a:p>
          <a:p>
            <a:r>
              <a:rPr lang="en-US" sz="3200" dirty="0"/>
              <a:t>Before you create a class diagram, you might create an object diagram to discover facts about specific model elements and their links, or to illustrate specific examples of the classifiers that are required.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104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43C4-D5B0-44FF-95DF-1073D3D35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Notations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AFF26-F800-4BBC-9144-FA3DE0F6D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Object Name</a:t>
            </a:r>
          </a:p>
          <a:p>
            <a:pPr marL="0" indent="0">
              <a:buNone/>
            </a:pPr>
            <a:r>
              <a:rPr lang="en-US" dirty="0"/>
              <a:t>Every object is actually symbolized like a rectangle, that offers the name from the object and its class underlined as well as divided with a colon.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b="1" dirty="0"/>
              <a:t>Object Attributes: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Object attributes are inside a separate compartment.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However, unlike classes, object attributes should have values assigned for them.</a:t>
            </a:r>
          </a:p>
          <a:p>
            <a:pPr marL="0" indent="0">
              <a:buNone/>
            </a:pP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6CB7B-51AC-4B84-8B48-022CDF849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443" y="3092434"/>
            <a:ext cx="2219782" cy="1098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A86980-CC27-4CC7-98E2-8915922C0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468" y="3874213"/>
            <a:ext cx="2219782" cy="10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11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9A80A-69D9-4884-8C48-D80E76DEF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Notation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82739-0BB9-44EA-B95E-14B611B9F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588"/>
            <a:ext cx="10515600" cy="4351338"/>
          </a:xfrm>
        </p:spPr>
        <p:txBody>
          <a:bodyPr/>
          <a:lstStyle/>
          <a:p>
            <a:r>
              <a:rPr lang="en-US" b="1" i="0" dirty="0">
                <a:effectLst/>
              </a:rPr>
              <a:t>Links</a:t>
            </a:r>
            <a:r>
              <a:rPr lang="en-US" b="0" i="0" dirty="0">
                <a:effectLst/>
              </a:rPr>
              <a:t> </a:t>
            </a:r>
          </a:p>
          <a:p>
            <a:pPr marL="0" indent="0">
              <a:buNone/>
            </a:pPr>
            <a:r>
              <a:rPr lang="en-US" dirty="0"/>
              <a:t>Links </a:t>
            </a:r>
            <a:r>
              <a:rPr lang="en-US" b="0" i="0" dirty="0">
                <a:effectLst/>
              </a:rPr>
              <a:t>tend to be instances associated with associations. You can draw a link while using the lines utilized in class diagrams</a:t>
            </a:r>
            <a:r>
              <a:rPr lang="en-US" b="0" i="0" dirty="0">
                <a:solidFill>
                  <a:srgbClr val="737C85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67F8E-F595-4B32-B4F2-212D55149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978" y="3530559"/>
            <a:ext cx="2273322" cy="160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45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3770-DCA6-4CC7-B43B-D8D64EFC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&amp; Object Diagram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E80003-15A4-4EDE-8B74-1AA98AD57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7351" y="2181951"/>
            <a:ext cx="7721997" cy="2629035"/>
          </a:xfrm>
        </p:spPr>
      </p:pic>
    </p:spTree>
    <p:extLst>
      <p:ext uri="{BB962C8B-B14F-4D97-AF65-F5344CB8AC3E}">
        <p14:creationId xmlns:p14="http://schemas.microsoft.com/office/powerpoint/2010/main" val="4228554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48BF34-6D55-46EC-B4E0-F8535F0D3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307" y="1098474"/>
            <a:ext cx="8464985" cy="3930726"/>
          </a:xfrm>
        </p:spPr>
      </p:pic>
    </p:spTree>
    <p:extLst>
      <p:ext uri="{BB962C8B-B14F-4D97-AF65-F5344CB8AC3E}">
        <p14:creationId xmlns:p14="http://schemas.microsoft.com/office/powerpoint/2010/main" val="543791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D72A-3094-4DF6-891F-EE14BD1E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to Object Diagram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6E69B0-13EC-425E-9712-E8AC30ED40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5259" y="2226378"/>
            <a:ext cx="8401482" cy="3549832"/>
          </a:xfrm>
        </p:spPr>
      </p:pic>
    </p:spTree>
    <p:extLst>
      <p:ext uri="{BB962C8B-B14F-4D97-AF65-F5344CB8AC3E}">
        <p14:creationId xmlns:p14="http://schemas.microsoft.com/office/powerpoint/2010/main" val="3449631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CE01DC-14E7-4AD1-ADCF-F8414F57F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6824" y="952500"/>
            <a:ext cx="6858352" cy="5109475"/>
          </a:xfrm>
        </p:spPr>
      </p:pic>
    </p:spTree>
    <p:extLst>
      <p:ext uri="{BB962C8B-B14F-4D97-AF65-F5344CB8AC3E}">
        <p14:creationId xmlns:p14="http://schemas.microsoft.com/office/powerpoint/2010/main" val="932321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BD1CEB-A853-4037-9ABA-1522DA3A7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277" y="1334237"/>
            <a:ext cx="9345445" cy="3694963"/>
          </a:xfrm>
        </p:spPr>
      </p:pic>
    </p:spTree>
    <p:extLst>
      <p:ext uri="{BB962C8B-B14F-4D97-AF65-F5344CB8AC3E}">
        <p14:creationId xmlns:p14="http://schemas.microsoft.com/office/powerpoint/2010/main" val="1278801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D30348-CF94-43C9-B82A-5F21FA4A2B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6930" y="1140544"/>
            <a:ext cx="8406766" cy="4307756"/>
          </a:xfrm>
        </p:spPr>
      </p:pic>
    </p:spTree>
    <p:extLst>
      <p:ext uri="{BB962C8B-B14F-4D97-AF65-F5344CB8AC3E}">
        <p14:creationId xmlns:p14="http://schemas.microsoft.com/office/powerpoint/2010/main" val="2656904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288</Words>
  <Application>Microsoft Office PowerPoint</Application>
  <PresentationFormat>Widescreen</PresentationFormat>
  <Paragraphs>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open sans</vt:lpstr>
      <vt:lpstr>Office Theme</vt:lpstr>
      <vt:lpstr>Object Diagram</vt:lpstr>
      <vt:lpstr>Object Diagram</vt:lpstr>
      <vt:lpstr>When to Use Object Diagram</vt:lpstr>
      <vt:lpstr>Purpose of Object Diagram </vt:lpstr>
      <vt:lpstr>Basic Notations</vt:lpstr>
      <vt:lpstr>Basic Notation</vt:lpstr>
      <vt:lpstr>Class &amp; Object Diagram</vt:lpstr>
      <vt:lpstr>PowerPoint Presentation</vt:lpstr>
      <vt:lpstr>Class to Object Diagram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Diagram</dc:title>
  <dc:creator>Junaid Ali Gillani</dc:creator>
  <cp:lastModifiedBy>Junaid Ali Gillani</cp:lastModifiedBy>
  <cp:revision>2</cp:revision>
  <dcterms:created xsi:type="dcterms:W3CDTF">2023-05-08T05:53:08Z</dcterms:created>
  <dcterms:modified xsi:type="dcterms:W3CDTF">2024-03-06T12:59:27Z</dcterms:modified>
</cp:coreProperties>
</file>