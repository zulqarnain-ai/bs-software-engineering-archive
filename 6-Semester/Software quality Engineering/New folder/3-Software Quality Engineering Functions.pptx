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74" r:id="rId4"/>
  </p:sldMasterIdLst>
  <p:notesMasterIdLst>
    <p:notesMasterId r:id="rId23"/>
  </p:notesMasterIdLst>
  <p:handoutMasterIdLst>
    <p:handoutMasterId r:id="rId24"/>
  </p:handoutMasterIdLst>
  <p:sldIdLst>
    <p:sldId id="267" r:id="rId5"/>
    <p:sldId id="330" r:id="rId6"/>
    <p:sldId id="331" r:id="rId7"/>
    <p:sldId id="332" r:id="rId8"/>
    <p:sldId id="334" r:id="rId9"/>
    <p:sldId id="335" r:id="rId10"/>
    <p:sldId id="336" r:id="rId11"/>
    <p:sldId id="370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5" r:id="rId20"/>
    <p:sldId id="371" r:id="rId21"/>
    <p:sldId id="34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CyY5a5mh6o98J0IsViAW4w==" hashData="6JoOjyLlTm/DCWnny45pvd/eR2lTgEuURd2N5KJq6NRnALbZE9FjFwgijwLkFP5UUIxaGE5ywolp00/WaF1ArA=="/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97D"/>
    <a:srgbClr val="EFE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06799F8-075E-4A3A-A7F6-7FBC6576F1A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22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AA630A-93BD-4101-8006-44B942ED5AC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A8098A04-6963-4F0E-BD32-EC5BFE52FB31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Setting quality goals for the project </a:t>
          </a:r>
          <a:endParaRPr lang="en-MY" dirty="0">
            <a:solidFill>
              <a:schemeClr val="tx1"/>
            </a:solidFill>
          </a:endParaRPr>
        </a:p>
      </dgm:t>
    </dgm:pt>
    <dgm:pt modelId="{AE273C2D-C249-492C-8A84-4D93B08CCAFB}" type="parTrans" cxnId="{4625BB98-E48F-4A66-89A5-7D47066D3913}">
      <dgm:prSet/>
      <dgm:spPr/>
      <dgm:t>
        <a:bodyPr/>
        <a:lstStyle/>
        <a:p>
          <a:endParaRPr lang="en-MY"/>
        </a:p>
      </dgm:t>
    </dgm:pt>
    <dgm:pt modelId="{9FC6B357-A3EF-46F8-A083-574BBAC6F617}" type="sibTrans" cxnId="{4625BB98-E48F-4A66-89A5-7D47066D3913}">
      <dgm:prSet/>
      <dgm:spPr/>
      <dgm:t>
        <a:bodyPr/>
        <a:lstStyle/>
        <a:p>
          <a:endParaRPr lang="en-MY"/>
        </a:p>
      </dgm:t>
    </dgm:pt>
    <dgm:pt modelId="{5F47F364-485F-4CF3-8623-0B6DD77F2F84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Establishing and enforcing a quality policy</a:t>
          </a:r>
          <a:endParaRPr lang="en-MY" dirty="0">
            <a:solidFill>
              <a:schemeClr val="tx1"/>
            </a:solidFill>
          </a:endParaRPr>
        </a:p>
      </dgm:t>
    </dgm:pt>
    <dgm:pt modelId="{5DFEF910-4F76-419E-B981-5C2677C41589}" type="parTrans" cxnId="{B8B9EC34-7A0C-4A38-944B-1C97FF860A8C}">
      <dgm:prSet/>
      <dgm:spPr/>
      <dgm:t>
        <a:bodyPr/>
        <a:lstStyle/>
        <a:p>
          <a:endParaRPr lang="en-MY"/>
        </a:p>
      </dgm:t>
    </dgm:pt>
    <dgm:pt modelId="{331FDB62-1DAB-4D97-B99C-34EED62F634E}" type="sibTrans" cxnId="{B8B9EC34-7A0C-4A38-944B-1C97FF860A8C}">
      <dgm:prSet/>
      <dgm:spPr/>
      <dgm:t>
        <a:bodyPr/>
        <a:lstStyle/>
        <a:p>
          <a:endParaRPr lang="en-MY"/>
        </a:p>
      </dgm:t>
    </dgm:pt>
    <dgm:pt modelId="{0B192461-8AAC-421C-97EE-CF98B90FCC07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Developing project quality plan</a:t>
          </a:r>
          <a:endParaRPr lang="en-MY" dirty="0">
            <a:solidFill>
              <a:schemeClr val="tx1"/>
            </a:solidFill>
          </a:endParaRPr>
        </a:p>
      </dgm:t>
    </dgm:pt>
    <dgm:pt modelId="{ACD866FD-0AB9-476C-B3DB-AD554D0E6CC5}" type="parTrans" cxnId="{12D264B0-B526-4BAE-915F-1FA239CD9C0E}">
      <dgm:prSet/>
      <dgm:spPr/>
      <dgm:t>
        <a:bodyPr/>
        <a:lstStyle/>
        <a:p>
          <a:endParaRPr lang="en-MY"/>
        </a:p>
      </dgm:t>
    </dgm:pt>
    <dgm:pt modelId="{AA11F99D-9E23-44ED-96E1-F46D4DAAA5BD}" type="sibTrans" cxnId="{12D264B0-B526-4BAE-915F-1FA239CD9C0E}">
      <dgm:prSet/>
      <dgm:spPr/>
      <dgm:t>
        <a:bodyPr/>
        <a:lstStyle/>
        <a:p>
          <a:endParaRPr lang="en-MY"/>
        </a:p>
      </dgm:t>
    </dgm:pt>
    <dgm:pt modelId="{BCE16028-1D34-4D5F-AB1B-E8BC0611B353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Establishing the use </a:t>
          </a:r>
          <a:r>
            <a:rPr lang="en-US" dirty="0" smtClean="0">
              <a:solidFill>
                <a:schemeClr val="tx1"/>
              </a:solidFill>
            </a:rPr>
            <a:t>of standards </a:t>
          </a:r>
          <a:r>
            <a:rPr lang="en-US" dirty="0">
              <a:solidFill>
                <a:schemeClr val="tx1"/>
              </a:solidFill>
            </a:rPr>
            <a:t>and procedures</a:t>
          </a:r>
          <a:endParaRPr lang="en-MY" dirty="0">
            <a:solidFill>
              <a:schemeClr val="tx1"/>
            </a:solidFill>
          </a:endParaRPr>
        </a:p>
      </dgm:t>
    </dgm:pt>
    <dgm:pt modelId="{EFF18389-7F76-4496-B2B9-FA24321532D5}" type="parTrans" cxnId="{08301E14-823D-4C85-862E-6E28E9D81A9C}">
      <dgm:prSet/>
      <dgm:spPr/>
      <dgm:t>
        <a:bodyPr/>
        <a:lstStyle/>
        <a:p>
          <a:endParaRPr lang="en-MY"/>
        </a:p>
      </dgm:t>
    </dgm:pt>
    <dgm:pt modelId="{4BEF298B-FA22-4C7D-8D47-2A1ABF8579C5}" type="sibTrans" cxnId="{08301E14-823D-4C85-862E-6E28E9D81A9C}">
      <dgm:prSet/>
      <dgm:spPr/>
      <dgm:t>
        <a:bodyPr/>
        <a:lstStyle/>
        <a:p>
          <a:endParaRPr lang="en-MY"/>
        </a:p>
      </dgm:t>
    </dgm:pt>
    <dgm:pt modelId="{2B70D22E-2A46-4DB5-9169-D8CF18FCDF54}" type="pres">
      <dgm:prSet presAssocID="{ADAA630A-93BD-4101-8006-44B942ED5AC6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5329BB99-E3E7-4174-8BC4-5C9A3AD637E4}" type="pres">
      <dgm:prSet presAssocID="{ADAA630A-93BD-4101-8006-44B942ED5AC6}" presName="Name1" presStyleCnt="0"/>
      <dgm:spPr/>
    </dgm:pt>
    <dgm:pt modelId="{84160C7B-3B56-445F-9C12-A781B058F245}" type="pres">
      <dgm:prSet presAssocID="{ADAA630A-93BD-4101-8006-44B942ED5AC6}" presName="cycle" presStyleCnt="0"/>
      <dgm:spPr/>
    </dgm:pt>
    <dgm:pt modelId="{43C0F0CC-1E3F-47CA-9775-F5158608EB64}" type="pres">
      <dgm:prSet presAssocID="{ADAA630A-93BD-4101-8006-44B942ED5AC6}" presName="srcNode" presStyleLbl="node1" presStyleIdx="0" presStyleCnt="4"/>
      <dgm:spPr/>
    </dgm:pt>
    <dgm:pt modelId="{FE9A70BF-6590-4C0F-AA61-177052DDFCE3}" type="pres">
      <dgm:prSet presAssocID="{ADAA630A-93BD-4101-8006-44B942ED5AC6}" presName="conn" presStyleLbl="parChTrans1D2" presStyleIdx="0" presStyleCnt="1"/>
      <dgm:spPr/>
      <dgm:t>
        <a:bodyPr/>
        <a:lstStyle/>
        <a:p>
          <a:endParaRPr lang="en-US"/>
        </a:p>
      </dgm:t>
    </dgm:pt>
    <dgm:pt modelId="{F08974A9-4060-4271-9CD8-744DF0898654}" type="pres">
      <dgm:prSet presAssocID="{ADAA630A-93BD-4101-8006-44B942ED5AC6}" presName="extraNode" presStyleLbl="node1" presStyleIdx="0" presStyleCnt="4"/>
      <dgm:spPr/>
    </dgm:pt>
    <dgm:pt modelId="{26F9E921-F19E-4155-AF35-210A865AE758}" type="pres">
      <dgm:prSet presAssocID="{ADAA630A-93BD-4101-8006-44B942ED5AC6}" presName="dstNode" presStyleLbl="node1" presStyleIdx="0" presStyleCnt="4"/>
      <dgm:spPr/>
    </dgm:pt>
    <dgm:pt modelId="{5271B022-BE90-4CA5-9193-53438D5AEE55}" type="pres">
      <dgm:prSet presAssocID="{A8098A04-6963-4F0E-BD32-EC5BFE52FB31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16ADC1-03E5-4668-A9D4-EF451089E34A}" type="pres">
      <dgm:prSet presAssocID="{A8098A04-6963-4F0E-BD32-EC5BFE52FB31}" presName="accent_1" presStyleCnt="0"/>
      <dgm:spPr/>
    </dgm:pt>
    <dgm:pt modelId="{B6A5CAC5-F704-44F7-A814-212C621D254D}" type="pres">
      <dgm:prSet presAssocID="{A8098A04-6963-4F0E-BD32-EC5BFE52FB31}" presName="accentRepeatNode" presStyleLbl="solidFgAcc1" presStyleIdx="0" presStyleCnt="4"/>
      <dgm:spPr/>
    </dgm:pt>
    <dgm:pt modelId="{4AD769C3-C069-42A7-84EC-ECA2AF932401}" type="pres">
      <dgm:prSet presAssocID="{5F47F364-485F-4CF3-8623-0B6DD77F2F84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FEEC69-21F3-426B-9085-CFD5682DC349}" type="pres">
      <dgm:prSet presAssocID="{5F47F364-485F-4CF3-8623-0B6DD77F2F84}" presName="accent_2" presStyleCnt="0"/>
      <dgm:spPr/>
    </dgm:pt>
    <dgm:pt modelId="{31AE00E0-A58C-44A2-9AD8-E628BF197EEB}" type="pres">
      <dgm:prSet presAssocID="{5F47F364-485F-4CF3-8623-0B6DD77F2F84}" presName="accentRepeatNode" presStyleLbl="solidFgAcc1" presStyleIdx="1" presStyleCnt="4"/>
      <dgm:spPr/>
    </dgm:pt>
    <dgm:pt modelId="{76B8D8D1-5FBF-48B6-BE6F-E981C71A0627}" type="pres">
      <dgm:prSet presAssocID="{0B192461-8AAC-421C-97EE-CF98B90FCC07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69A331-DE76-4993-9C76-A586C377214F}" type="pres">
      <dgm:prSet presAssocID="{0B192461-8AAC-421C-97EE-CF98B90FCC07}" presName="accent_3" presStyleCnt="0"/>
      <dgm:spPr/>
    </dgm:pt>
    <dgm:pt modelId="{ED74E386-95C7-4CF8-9A15-3440322E1786}" type="pres">
      <dgm:prSet presAssocID="{0B192461-8AAC-421C-97EE-CF98B90FCC07}" presName="accentRepeatNode" presStyleLbl="solidFgAcc1" presStyleIdx="2" presStyleCnt="4"/>
      <dgm:spPr/>
    </dgm:pt>
    <dgm:pt modelId="{FE9B37EA-DE10-4E9B-BF9E-CA9A2D700838}" type="pres">
      <dgm:prSet presAssocID="{BCE16028-1D34-4D5F-AB1B-E8BC0611B353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E7281A-0A0B-4C9C-9D22-E6CDC4DC6552}" type="pres">
      <dgm:prSet presAssocID="{BCE16028-1D34-4D5F-AB1B-E8BC0611B353}" presName="accent_4" presStyleCnt="0"/>
      <dgm:spPr/>
    </dgm:pt>
    <dgm:pt modelId="{B6865657-EF95-4EDE-8635-698AF88A82EE}" type="pres">
      <dgm:prSet presAssocID="{BCE16028-1D34-4D5F-AB1B-E8BC0611B353}" presName="accentRepeatNode" presStyleLbl="solidFgAcc1" presStyleIdx="3" presStyleCnt="4"/>
      <dgm:spPr/>
    </dgm:pt>
  </dgm:ptLst>
  <dgm:cxnLst>
    <dgm:cxn modelId="{A3E7D3A2-561E-469D-A64D-0B03941D888A}" type="presOf" srcId="{BCE16028-1D34-4D5F-AB1B-E8BC0611B353}" destId="{FE9B37EA-DE10-4E9B-BF9E-CA9A2D700838}" srcOrd="0" destOrd="0" presId="urn:microsoft.com/office/officeart/2008/layout/VerticalCurvedList"/>
    <dgm:cxn modelId="{D1BC37D8-2B3C-43C4-9379-45090DC074B0}" type="presOf" srcId="{ADAA630A-93BD-4101-8006-44B942ED5AC6}" destId="{2B70D22E-2A46-4DB5-9169-D8CF18FCDF54}" srcOrd="0" destOrd="0" presId="urn:microsoft.com/office/officeart/2008/layout/VerticalCurvedList"/>
    <dgm:cxn modelId="{8628934A-274B-4A33-8F52-BCFD59E3BD8D}" type="presOf" srcId="{5F47F364-485F-4CF3-8623-0B6DD77F2F84}" destId="{4AD769C3-C069-42A7-84EC-ECA2AF932401}" srcOrd="0" destOrd="0" presId="urn:microsoft.com/office/officeart/2008/layout/VerticalCurvedList"/>
    <dgm:cxn modelId="{3FB725F6-F3D3-47C8-AE1C-F33BDAB458F7}" type="presOf" srcId="{0B192461-8AAC-421C-97EE-CF98B90FCC07}" destId="{76B8D8D1-5FBF-48B6-BE6F-E981C71A0627}" srcOrd="0" destOrd="0" presId="urn:microsoft.com/office/officeart/2008/layout/VerticalCurvedList"/>
    <dgm:cxn modelId="{912E33E5-6675-44A7-A448-926F9456E3B9}" type="presOf" srcId="{A8098A04-6963-4F0E-BD32-EC5BFE52FB31}" destId="{5271B022-BE90-4CA5-9193-53438D5AEE55}" srcOrd="0" destOrd="0" presId="urn:microsoft.com/office/officeart/2008/layout/VerticalCurvedList"/>
    <dgm:cxn modelId="{08301E14-823D-4C85-862E-6E28E9D81A9C}" srcId="{ADAA630A-93BD-4101-8006-44B942ED5AC6}" destId="{BCE16028-1D34-4D5F-AB1B-E8BC0611B353}" srcOrd="3" destOrd="0" parTransId="{EFF18389-7F76-4496-B2B9-FA24321532D5}" sibTransId="{4BEF298B-FA22-4C7D-8D47-2A1ABF8579C5}"/>
    <dgm:cxn modelId="{12D264B0-B526-4BAE-915F-1FA239CD9C0E}" srcId="{ADAA630A-93BD-4101-8006-44B942ED5AC6}" destId="{0B192461-8AAC-421C-97EE-CF98B90FCC07}" srcOrd="2" destOrd="0" parTransId="{ACD866FD-0AB9-476C-B3DB-AD554D0E6CC5}" sibTransId="{AA11F99D-9E23-44ED-96E1-F46D4DAAA5BD}"/>
    <dgm:cxn modelId="{516A90AE-1863-45E8-A063-B9667D496687}" type="presOf" srcId="{9FC6B357-A3EF-46F8-A083-574BBAC6F617}" destId="{FE9A70BF-6590-4C0F-AA61-177052DDFCE3}" srcOrd="0" destOrd="0" presId="urn:microsoft.com/office/officeart/2008/layout/VerticalCurvedList"/>
    <dgm:cxn modelId="{B8B9EC34-7A0C-4A38-944B-1C97FF860A8C}" srcId="{ADAA630A-93BD-4101-8006-44B942ED5AC6}" destId="{5F47F364-485F-4CF3-8623-0B6DD77F2F84}" srcOrd="1" destOrd="0" parTransId="{5DFEF910-4F76-419E-B981-5C2677C41589}" sibTransId="{331FDB62-1DAB-4D97-B99C-34EED62F634E}"/>
    <dgm:cxn modelId="{4625BB98-E48F-4A66-89A5-7D47066D3913}" srcId="{ADAA630A-93BD-4101-8006-44B942ED5AC6}" destId="{A8098A04-6963-4F0E-BD32-EC5BFE52FB31}" srcOrd="0" destOrd="0" parTransId="{AE273C2D-C249-492C-8A84-4D93B08CCAFB}" sibTransId="{9FC6B357-A3EF-46F8-A083-574BBAC6F617}"/>
    <dgm:cxn modelId="{867DDC84-106E-44B9-8059-47B48D9155ED}" type="presParOf" srcId="{2B70D22E-2A46-4DB5-9169-D8CF18FCDF54}" destId="{5329BB99-E3E7-4174-8BC4-5C9A3AD637E4}" srcOrd="0" destOrd="0" presId="urn:microsoft.com/office/officeart/2008/layout/VerticalCurvedList"/>
    <dgm:cxn modelId="{B6074E9C-812F-4C26-9410-E49940BE413F}" type="presParOf" srcId="{5329BB99-E3E7-4174-8BC4-5C9A3AD637E4}" destId="{84160C7B-3B56-445F-9C12-A781B058F245}" srcOrd="0" destOrd="0" presId="urn:microsoft.com/office/officeart/2008/layout/VerticalCurvedList"/>
    <dgm:cxn modelId="{93557C03-C54C-4932-9297-DB8F9DD4A837}" type="presParOf" srcId="{84160C7B-3B56-445F-9C12-A781B058F245}" destId="{43C0F0CC-1E3F-47CA-9775-F5158608EB64}" srcOrd="0" destOrd="0" presId="urn:microsoft.com/office/officeart/2008/layout/VerticalCurvedList"/>
    <dgm:cxn modelId="{1A4F32D2-BB0E-43F2-900E-AD2E300B418C}" type="presParOf" srcId="{84160C7B-3B56-445F-9C12-A781B058F245}" destId="{FE9A70BF-6590-4C0F-AA61-177052DDFCE3}" srcOrd="1" destOrd="0" presId="urn:microsoft.com/office/officeart/2008/layout/VerticalCurvedList"/>
    <dgm:cxn modelId="{F3C0DE47-D577-43D2-B59F-AE09D6EFA063}" type="presParOf" srcId="{84160C7B-3B56-445F-9C12-A781B058F245}" destId="{F08974A9-4060-4271-9CD8-744DF0898654}" srcOrd="2" destOrd="0" presId="urn:microsoft.com/office/officeart/2008/layout/VerticalCurvedList"/>
    <dgm:cxn modelId="{8163479B-FF6B-4324-96C4-9AFE58D99F18}" type="presParOf" srcId="{84160C7B-3B56-445F-9C12-A781B058F245}" destId="{26F9E921-F19E-4155-AF35-210A865AE758}" srcOrd="3" destOrd="0" presId="urn:microsoft.com/office/officeart/2008/layout/VerticalCurvedList"/>
    <dgm:cxn modelId="{21235F54-23F6-4EA2-82A8-981FEA2097B9}" type="presParOf" srcId="{5329BB99-E3E7-4174-8BC4-5C9A3AD637E4}" destId="{5271B022-BE90-4CA5-9193-53438D5AEE55}" srcOrd="1" destOrd="0" presId="urn:microsoft.com/office/officeart/2008/layout/VerticalCurvedList"/>
    <dgm:cxn modelId="{09AE56CE-899D-4462-BBB9-AE538D30A489}" type="presParOf" srcId="{5329BB99-E3E7-4174-8BC4-5C9A3AD637E4}" destId="{0F16ADC1-03E5-4668-A9D4-EF451089E34A}" srcOrd="2" destOrd="0" presId="urn:microsoft.com/office/officeart/2008/layout/VerticalCurvedList"/>
    <dgm:cxn modelId="{EA6A9183-7225-4493-8AC0-B064CE9E2A37}" type="presParOf" srcId="{0F16ADC1-03E5-4668-A9D4-EF451089E34A}" destId="{B6A5CAC5-F704-44F7-A814-212C621D254D}" srcOrd="0" destOrd="0" presId="urn:microsoft.com/office/officeart/2008/layout/VerticalCurvedList"/>
    <dgm:cxn modelId="{1243BEAF-0344-4FCD-8629-6ED572F4F991}" type="presParOf" srcId="{5329BB99-E3E7-4174-8BC4-5C9A3AD637E4}" destId="{4AD769C3-C069-42A7-84EC-ECA2AF932401}" srcOrd="3" destOrd="0" presId="urn:microsoft.com/office/officeart/2008/layout/VerticalCurvedList"/>
    <dgm:cxn modelId="{03E3C3A9-57BE-4BC6-A310-D05E4AE38411}" type="presParOf" srcId="{5329BB99-E3E7-4174-8BC4-5C9A3AD637E4}" destId="{A5FEEC69-21F3-426B-9085-CFD5682DC349}" srcOrd="4" destOrd="0" presId="urn:microsoft.com/office/officeart/2008/layout/VerticalCurvedList"/>
    <dgm:cxn modelId="{02962EDD-6B12-412A-B5EF-359157A7AC02}" type="presParOf" srcId="{A5FEEC69-21F3-426B-9085-CFD5682DC349}" destId="{31AE00E0-A58C-44A2-9AD8-E628BF197EEB}" srcOrd="0" destOrd="0" presId="urn:microsoft.com/office/officeart/2008/layout/VerticalCurvedList"/>
    <dgm:cxn modelId="{A1444667-9CAD-4B02-A8CC-4F02896A9395}" type="presParOf" srcId="{5329BB99-E3E7-4174-8BC4-5C9A3AD637E4}" destId="{76B8D8D1-5FBF-48B6-BE6F-E981C71A0627}" srcOrd="5" destOrd="0" presId="urn:microsoft.com/office/officeart/2008/layout/VerticalCurvedList"/>
    <dgm:cxn modelId="{CFD4370B-37E3-4680-B4B7-CF98B0C85EF5}" type="presParOf" srcId="{5329BB99-E3E7-4174-8BC4-5C9A3AD637E4}" destId="{9969A331-DE76-4993-9C76-A586C377214F}" srcOrd="6" destOrd="0" presId="urn:microsoft.com/office/officeart/2008/layout/VerticalCurvedList"/>
    <dgm:cxn modelId="{347D0436-AF89-46F9-B214-FED32577EDB2}" type="presParOf" srcId="{9969A331-DE76-4993-9C76-A586C377214F}" destId="{ED74E386-95C7-4CF8-9A15-3440322E1786}" srcOrd="0" destOrd="0" presId="urn:microsoft.com/office/officeart/2008/layout/VerticalCurvedList"/>
    <dgm:cxn modelId="{243ADF08-96EB-4094-A58E-615644D5340D}" type="presParOf" srcId="{5329BB99-E3E7-4174-8BC4-5C9A3AD637E4}" destId="{FE9B37EA-DE10-4E9B-BF9E-CA9A2D700838}" srcOrd="7" destOrd="0" presId="urn:microsoft.com/office/officeart/2008/layout/VerticalCurvedList"/>
    <dgm:cxn modelId="{3AE56912-B50B-4457-A920-040449B5F9F0}" type="presParOf" srcId="{5329BB99-E3E7-4174-8BC4-5C9A3AD637E4}" destId="{C1E7281A-0A0B-4C9C-9D22-E6CDC4DC6552}" srcOrd="8" destOrd="0" presId="urn:microsoft.com/office/officeart/2008/layout/VerticalCurvedList"/>
    <dgm:cxn modelId="{E7457995-47CF-4E6F-B6F2-D21EAF2C8818}" type="presParOf" srcId="{C1E7281A-0A0B-4C9C-9D22-E6CDC4DC6552}" destId="{B6865657-EF95-4EDE-8635-698AF88A82E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AA630A-93BD-4101-8006-44B942ED5AC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A8098A04-6963-4F0E-BD32-EC5BFE52FB31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Developing </a:t>
          </a:r>
          <a:r>
            <a:rPr lang="en-US" dirty="0" smtClean="0">
              <a:solidFill>
                <a:schemeClr val="tx1"/>
              </a:solidFill>
            </a:rPr>
            <a:t>processes</a:t>
          </a:r>
          <a:endParaRPr lang="en-MY" dirty="0">
            <a:solidFill>
              <a:schemeClr val="tx1"/>
            </a:solidFill>
          </a:endParaRPr>
        </a:p>
      </dgm:t>
    </dgm:pt>
    <dgm:pt modelId="{AE273C2D-C249-492C-8A84-4D93B08CCAFB}" type="parTrans" cxnId="{4625BB98-E48F-4A66-89A5-7D47066D3913}">
      <dgm:prSet/>
      <dgm:spPr/>
      <dgm:t>
        <a:bodyPr/>
        <a:lstStyle/>
        <a:p>
          <a:endParaRPr lang="en-MY"/>
        </a:p>
      </dgm:t>
    </dgm:pt>
    <dgm:pt modelId="{9FC6B357-A3EF-46F8-A083-574BBAC6F617}" type="sibTrans" cxnId="{4625BB98-E48F-4A66-89A5-7D47066D3913}">
      <dgm:prSet/>
      <dgm:spPr/>
      <dgm:t>
        <a:bodyPr/>
        <a:lstStyle/>
        <a:p>
          <a:endParaRPr lang="en-MY"/>
        </a:p>
      </dgm:t>
    </dgm:pt>
    <dgm:pt modelId="{5F47F364-485F-4CF3-8623-0B6DD77F2F84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Performing </a:t>
          </a:r>
          <a:r>
            <a:rPr lang="en-US" dirty="0" smtClean="0">
              <a:solidFill>
                <a:schemeClr val="tx1"/>
              </a:solidFill>
            </a:rPr>
            <a:t>testing </a:t>
          </a:r>
          <a:endParaRPr lang="en-MY" dirty="0">
            <a:solidFill>
              <a:schemeClr val="tx1"/>
            </a:solidFill>
          </a:endParaRPr>
        </a:p>
      </dgm:t>
    </dgm:pt>
    <dgm:pt modelId="{5DFEF910-4F76-419E-B981-5C2677C41589}" type="parTrans" cxnId="{B8B9EC34-7A0C-4A38-944B-1C97FF860A8C}">
      <dgm:prSet/>
      <dgm:spPr/>
      <dgm:t>
        <a:bodyPr/>
        <a:lstStyle/>
        <a:p>
          <a:endParaRPr lang="en-MY"/>
        </a:p>
      </dgm:t>
    </dgm:pt>
    <dgm:pt modelId="{331FDB62-1DAB-4D97-B99C-34EED62F634E}" type="sibTrans" cxnId="{B8B9EC34-7A0C-4A38-944B-1C97FF860A8C}">
      <dgm:prSet/>
      <dgm:spPr/>
      <dgm:t>
        <a:bodyPr/>
        <a:lstStyle/>
        <a:p>
          <a:endParaRPr lang="en-MY"/>
        </a:p>
      </dgm:t>
    </dgm:pt>
    <dgm:pt modelId="{0B192461-8AAC-421C-97EE-CF98B90FCC07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Conducting peer </a:t>
          </a:r>
          <a:r>
            <a:rPr lang="en-US" dirty="0" smtClean="0">
              <a:solidFill>
                <a:schemeClr val="tx1"/>
              </a:solidFill>
            </a:rPr>
            <a:t>reviews</a:t>
          </a:r>
          <a:endParaRPr lang="en-MY" dirty="0">
            <a:solidFill>
              <a:schemeClr val="tx1"/>
            </a:solidFill>
          </a:endParaRPr>
        </a:p>
      </dgm:t>
    </dgm:pt>
    <dgm:pt modelId="{ACD866FD-0AB9-476C-B3DB-AD554D0E6CC5}" type="parTrans" cxnId="{12D264B0-B526-4BAE-915F-1FA239CD9C0E}">
      <dgm:prSet/>
      <dgm:spPr/>
      <dgm:t>
        <a:bodyPr/>
        <a:lstStyle/>
        <a:p>
          <a:endParaRPr lang="en-MY"/>
        </a:p>
      </dgm:t>
    </dgm:pt>
    <dgm:pt modelId="{AA11F99D-9E23-44ED-96E1-F46D4DAAA5BD}" type="sibTrans" cxnId="{12D264B0-B526-4BAE-915F-1FA239CD9C0E}">
      <dgm:prSet/>
      <dgm:spPr/>
      <dgm:t>
        <a:bodyPr/>
        <a:lstStyle/>
        <a:p>
          <a:endParaRPr lang="en-MY"/>
        </a:p>
      </dgm:t>
    </dgm:pt>
    <dgm:pt modelId="{BCE16028-1D34-4D5F-AB1B-E8BC0611B353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Designing </a:t>
          </a:r>
          <a:r>
            <a:rPr lang="en-US" dirty="0" smtClean="0">
              <a:solidFill>
                <a:schemeClr val="tx1"/>
              </a:solidFill>
            </a:rPr>
            <a:t>quality factors</a:t>
          </a:r>
          <a:endParaRPr lang="en-MY" dirty="0">
            <a:solidFill>
              <a:schemeClr val="tx1"/>
            </a:solidFill>
          </a:endParaRPr>
        </a:p>
      </dgm:t>
    </dgm:pt>
    <dgm:pt modelId="{EFF18389-7F76-4496-B2B9-FA24321532D5}" type="parTrans" cxnId="{08301E14-823D-4C85-862E-6E28E9D81A9C}">
      <dgm:prSet/>
      <dgm:spPr/>
      <dgm:t>
        <a:bodyPr/>
        <a:lstStyle/>
        <a:p>
          <a:endParaRPr lang="en-MY"/>
        </a:p>
      </dgm:t>
    </dgm:pt>
    <dgm:pt modelId="{4BEF298B-FA22-4C7D-8D47-2A1ABF8579C5}" type="sibTrans" cxnId="{08301E14-823D-4C85-862E-6E28E9D81A9C}">
      <dgm:prSet/>
      <dgm:spPr/>
      <dgm:t>
        <a:bodyPr/>
        <a:lstStyle/>
        <a:p>
          <a:endParaRPr lang="en-MY"/>
        </a:p>
      </dgm:t>
    </dgm:pt>
    <dgm:pt modelId="{2B70D22E-2A46-4DB5-9169-D8CF18FCDF54}" type="pres">
      <dgm:prSet presAssocID="{ADAA630A-93BD-4101-8006-44B942ED5AC6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5329BB99-E3E7-4174-8BC4-5C9A3AD637E4}" type="pres">
      <dgm:prSet presAssocID="{ADAA630A-93BD-4101-8006-44B942ED5AC6}" presName="Name1" presStyleCnt="0"/>
      <dgm:spPr/>
    </dgm:pt>
    <dgm:pt modelId="{84160C7B-3B56-445F-9C12-A781B058F245}" type="pres">
      <dgm:prSet presAssocID="{ADAA630A-93BD-4101-8006-44B942ED5AC6}" presName="cycle" presStyleCnt="0"/>
      <dgm:spPr/>
    </dgm:pt>
    <dgm:pt modelId="{43C0F0CC-1E3F-47CA-9775-F5158608EB64}" type="pres">
      <dgm:prSet presAssocID="{ADAA630A-93BD-4101-8006-44B942ED5AC6}" presName="srcNode" presStyleLbl="node1" presStyleIdx="0" presStyleCnt="4"/>
      <dgm:spPr/>
    </dgm:pt>
    <dgm:pt modelId="{FE9A70BF-6590-4C0F-AA61-177052DDFCE3}" type="pres">
      <dgm:prSet presAssocID="{ADAA630A-93BD-4101-8006-44B942ED5AC6}" presName="conn" presStyleLbl="parChTrans1D2" presStyleIdx="0" presStyleCnt="1"/>
      <dgm:spPr/>
      <dgm:t>
        <a:bodyPr/>
        <a:lstStyle/>
        <a:p>
          <a:endParaRPr lang="en-US"/>
        </a:p>
      </dgm:t>
    </dgm:pt>
    <dgm:pt modelId="{F08974A9-4060-4271-9CD8-744DF0898654}" type="pres">
      <dgm:prSet presAssocID="{ADAA630A-93BD-4101-8006-44B942ED5AC6}" presName="extraNode" presStyleLbl="node1" presStyleIdx="0" presStyleCnt="4"/>
      <dgm:spPr/>
    </dgm:pt>
    <dgm:pt modelId="{26F9E921-F19E-4155-AF35-210A865AE758}" type="pres">
      <dgm:prSet presAssocID="{ADAA630A-93BD-4101-8006-44B942ED5AC6}" presName="dstNode" presStyleLbl="node1" presStyleIdx="0" presStyleCnt="4"/>
      <dgm:spPr/>
    </dgm:pt>
    <dgm:pt modelId="{5271B022-BE90-4CA5-9193-53438D5AEE55}" type="pres">
      <dgm:prSet presAssocID="{A8098A04-6963-4F0E-BD32-EC5BFE52FB31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16ADC1-03E5-4668-A9D4-EF451089E34A}" type="pres">
      <dgm:prSet presAssocID="{A8098A04-6963-4F0E-BD32-EC5BFE52FB31}" presName="accent_1" presStyleCnt="0"/>
      <dgm:spPr/>
    </dgm:pt>
    <dgm:pt modelId="{B6A5CAC5-F704-44F7-A814-212C621D254D}" type="pres">
      <dgm:prSet presAssocID="{A8098A04-6963-4F0E-BD32-EC5BFE52FB31}" presName="accentRepeatNode" presStyleLbl="solidFgAcc1" presStyleIdx="0" presStyleCnt="4"/>
      <dgm:spPr/>
    </dgm:pt>
    <dgm:pt modelId="{4AD769C3-C069-42A7-84EC-ECA2AF932401}" type="pres">
      <dgm:prSet presAssocID="{5F47F364-485F-4CF3-8623-0B6DD77F2F84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FEEC69-21F3-426B-9085-CFD5682DC349}" type="pres">
      <dgm:prSet presAssocID="{5F47F364-485F-4CF3-8623-0B6DD77F2F84}" presName="accent_2" presStyleCnt="0"/>
      <dgm:spPr/>
    </dgm:pt>
    <dgm:pt modelId="{31AE00E0-A58C-44A2-9AD8-E628BF197EEB}" type="pres">
      <dgm:prSet presAssocID="{5F47F364-485F-4CF3-8623-0B6DD77F2F84}" presName="accentRepeatNode" presStyleLbl="solidFgAcc1" presStyleIdx="1" presStyleCnt="4"/>
      <dgm:spPr/>
    </dgm:pt>
    <dgm:pt modelId="{76B8D8D1-5FBF-48B6-BE6F-E981C71A0627}" type="pres">
      <dgm:prSet presAssocID="{0B192461-8AAC-421C-97EE-CF98B90FCC07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69A331-DE76-4993-9C76-A586C377214F}" type="pres">
      <dgm:prSet presAssocID="{0B192461-8AAC-421C-97EE-CF98B90FCC07}" presName="accent_3" presStyleCnt="0"/>
      <dgm:spPr/>
    </dgm:pt>
    <dgm:pt modelId="{ED74E386-95C7-4CF8-9A15-3440322E1786}" type="pres">
      <dgm:prSet presAssocID="{0B192461-8AAC-421C-97EE-CF98B90FCC07}" presName="accentRepeatNode" presStyleLbl="solidFgAcc1" presStyleIdx="2" presStyleCnt="4"/>
      <dgm:spPr/>
    </dgm:pt>
    <dgm:pt modelId="{FE9B37EA-DE10-4E9B-BF9E-CA9A2D700838}" type="pres">
      <dgm:prSet presAssocID="{BCE16028-1D34-4D5F-AB1B-E8BC0611B353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E7281A-0A0B-4C9C-9D22-E6CDC4DC6552}" type="pres">
      <dgm:prSet presAssocID="{BCE16028-1D34-4D5F-AB1B-E8BC0611B353}" presName="accent_4" presStyleCnt="0"/>
      <dgm:spPr/>
    </dgm:pt>
    <dgm:pt modelId="{B6865657-EF95-4EDE-8635-698AF88A82EE}" type="pres">
      <dgm:prSet presAssocID="{BCE16028-1D34-4D5F-AB1B-E8BC0611B353}" presName="accentRepeatNode" presStyleLbl="solidFgAcc1" presStyleIdx="3" presStyleCnt="4"/>
      <dgm:spPr/>
    </dgm:pt>
  </dgm:ptLst>
  <dgm:cxnLst>
    <dgm:cxn modelId="{2783B56B-0423-42EC-8FAB-679A6858430D}" type="presOf" srcId="{ADAA630A-93BD-4101-8006-44B942ED5AC6}" destId="{2B70D22E-2A46-4DB5-9169-D8CF18FCDF54}" srcOrd="0" destOrd="0" presId="urn:microsoft.com/office/officeart/2008/layout/VerticalCurvedList"/>
    <dgm:cxn modelId="{08301E14-823D-4C85-862E-6E28E9D81A9C}" srcId="{ADAA630A-93BD-4101-8006-44B942ED5AC6}" destId="{BCE16028-1D34-4D5F-AB1B-E8BC0611B353}" srcOrd="3" destOrd="0" parTransId="{EFF18389-7F76-4496-B2B9-FA24321532D5}" sibTransId="{4BEF298B-FA22-4C7D-8D47-2A1ABF8579C5}"/>
    <dgm:cxn modelId="{4252AA1A-0640-4022-8844-EEACF37CFA21}" type="presOf" srcId="{9FC6B357-A3EF-46F8-A083-574BBAC6F617}" destId="{FE9A70BF-6590-4C0F-AA61-177052DDFCE3}" srcOrd="0" destOrd="0" presId="urn:microsoft.com/office/officeart/2008/layout/VerticalCurvedList"/>
    <dgm:cxn modelId="{B8B9EC34-7A0C-4A38-944B-1C97FF860A8C}" srcId="{ADAA630A-93BD-4101-8006-44B942ED5AC6}" destId="{5F47F364-485F-4CF3-8623-0B6DD77F2F84}" srcOrd="1" destOrd="0" parTransId="{5DFEF910-4F76-419E-B981-5C2677C41589}" sibTransId="{331FDB62-1DAB-4D97-B99C-34EED62F634E}"/>
    <dgm:cxn modelId="{4625BB98-E48F-4A66-89A5-7D47066D3913}" srcId="{ADAA630A-93BD-4101-8006-44B942ED5AC6}" destId="{A8098A04-6963-4F0E-BD32-EC5BFE52FB31}" srcOrd="0" destOrd="0" parTransId="{AE273C2D-C249-492C-8A84-4D93B08CCAFB}" sibTransId="{9FC6B357-A3EF-46F8-A083-574BBAC6F617}"/>
    <dgm:cxn modelId="{534E7E66-8A70-4316-A0AF-A0ACADCAF548}" type="presOf" srcId="{A8098A04-6963-4F0E-BD32-EC5BFE52FB31}" destId="{5271B022-BE90-4CA5-9193-53438D5AEE55}" srcOrd="0" destOrd="0" presId="urn:microsoft.com/office/officeart/2008/layout/VerticalCurvedList"/>
    <dgm:cxn modelId="{D60CBA25-66BD-49F1-959C-2BEF622CE72F}" type="presOf" srcId="{BCE16028-1D34-4D5F-AB1B-E8BC0611B353}" destId="{FE9B37EA-DE10-4E9B-BF9E-CA9A2D700838}" srcOrd="0" destOrd="0" presId="urn:microsoft.com/office/officeart/2008/layout/VerticalCurvedList"/>
    <dgm:cxn modelId="{12D264B0-B526-4BAE-915F-1FA239CD9C0E}" srcId="{ADAA630A-93BD-4101-8006-44B942ED5AC6}" destId="{0B192461-8AAC-421C-97EE-CF98B90FCC07}" srcOrd="2" destOrd="0" parTransId="{ACD866FD-0AB9-476C-B3DB-AD554D0E6CC5}" sibTransId="{AA11F99D-9E23-44ED-96E1-F46D4DAAA5BD}"/>
    <dgm:cxn modelId="{5707A29F-D4A4-444E-80D4-83B007B2342D}" type="presOf" srcId="{5F47F364-485F-4CF3-8623-0B6DD77F2F84}" destId="{4AD769C3-C069-42A7-84EC-ECA2AF932401}" srcOrd="0" destOrd="0" presId="urn:microsoft.com/office/officeart/2008/layout/VerticalCurvedList"/>
    <dgm:cxn modelId="{7BE9BBEF-4C91-413B-A317-372F2A0F364F}" type="presOf" srcId="{0B192461-8AAC-421C-97EE-CF98B90FCC07}" destId="{76B8D8D1-5FBF-48B6-BE6F-E981C71A0627}" srcOrd="0" destOrd="0" presId="urn:microsoft.com/office/officeart/2008/layout/VerticalCurvedList"/>
    <dgm:cxn modelId="{DC73BE4A-2DE8-405C-BE73-920EBB4E0D4E}" type="presParOf" srcId="{2B70D22E-2A46-4DB5-9169-D8CF18FCDF54}" destId="{5329BB99-E3E7-4174-8BC4-5C9A3AD637E4}" srcOrd="0" destOrd="0" presId="urn:microsoft.com/office/officeart/2008/layout/VerticalCurvedList"/>
    <dgm:cxn modelId="{FF0BCDE2-921F-44F9-87E5-454B8465EC38}" type="presParOf" srcId="{5329BB99-E3E7-4174-8BC4-5C9A3AD637E4}" destId="{84160C7B-3B56-445F-9C12-A781B058F245}" srcOrd="0" destOrd="0" presId="urn:microsoft.com/office/officeart/2008/layout/VerticalCurvedList"/>
    <dgm:cxn modelId="{F4E91591-8B89-4B9C-9A53-8920A74F0309}" type="presParOf" srcId="{84160C7B-3B56-445F-9C12-A781B058F245}" destId="{43C0F0CC-1E3F-47CA-9775-F5158608EB64}" srcOrd="0" destOrd="0" presId="urn:microsoft.com/office/officeart/2008/layout/VerticalCurvedList"/>
    <dgm:cxn modelId="{98D6FB23-F12E-4FAA-87E2-8D4E3E448550}" type="presParOf" srcId="{84160C7B-3B56-445F-9C12-A781B058F245}" destId="{FE9A70BF-6590-4C0F-AA61-177052DDFCE3}" srcOrd="1" destOrd="0" presId="urn:microsoft.com/office/officeart/2008/layout/VerticalCurvedList"/>
    <dgm:cxn modelId="{4EC87F5A-27D6-431C-9553-2AC4006C0EE7}" type="presParOf" srcId="{84160C7B-3B56-445F-9C12-A781B058F245}" destId="{F08974A9-4060-4271-9CD8-744DF0898654}" srcOrd="2" destOrd="0" presId="urn:microsoft.com/office/officeart/2008/layout/VerticalCurvedList"/>
    <dgm:cxn modelId="{27352F7B-1F4A-49DF-AA2E-DF7B89071D84}" type="presParOf" srcId="{84160C7B-3B56-445F-9C12-A781B058F245}" destId="{26F9E921-F19E-4155-AF35-210A865AE758}" srcOrd="3" destOrd="0" presId="urn:microsoft.com/office/officeart/2008/layout/VerticalCurvedList"/>
    <dgm:cxn modelId="{B8D32874-75C6-408D-A11C-E52A1E4D3646}" type="presParOf" srcId="{5329BB99-E3E7-4174-8BC4-5C9A3AD637E4}" destId="{5271B022-BE90-4CA5-9193-53438D5AEE55}" srcOrd="1" destOrd="0" presId="urn:microsoft.com/office/officeart/2008/layout/VerticalCurvedList"/>
    <dgm:cxn modelId="{589C4309-4AFE-4447-BCA4-40940CB613C9}" type="presParOf" srcId="{5329BB99-E3E7-4174-8BC4-5C9A3AD637E4}" destId="{0F16ADC1-03E5-4668-A9D4-EF451089E34A}" srcOrd="2" destOrd="0" presId="urn:microsoft.com/office/officeart/2008/layout/VerticalCurvedList"/>
    <dgm:cxn modelId="{23A43A29-EE19-4BCF-A463-CA05F9F97064}" type="presParOf" srcId="{0F16ADC1-03E5-4668-A9D4-EF451089E34A}" destId="{B6A5CAC5-F704-44F7-A814-212C621D254D}" srcOrd="0" destOrd="0" presId="urn:microsoft.com/office/officeart/2008/layout/VerticalCurvedList"/>
    <dgm:cxn modelId="{A5D71441-D596-4B0B-95B7-858B0EFD4E53}" type="presParOf" srcId="{5329BB99-E3E7-4174-8BC4-5C9A3AD637E4}" destId="{4AD769C3-C069-42A7-84EC-ECA2AF932401}" srcOrd="3" destOrd="0" presId="urn:microsoft.com/office/officeart/2008/layout/VerticalCurvedList"/>
    <dgm:cxn modelId="{55BD56FA-6789-42BB-B2FB-7BD0658F838B}" type="presParOf" srcId="{5329BB99-E3E7-4174-8BC4-5C9A3AD637E4}" destId="{A5FEEC69-21F3-426B-9085-CFD5682DC349}" srcOrd="4" destOrd="0" presId="urn:microsoft.com/office/officeart/2008/layout/VerticalCurvedList"/>
    <dgm:cxn modelId="{14DDDBAF-E615-4E40-BBAB-BE4C0753F566}" type="presParOf" srcId="{A5FEEC69-21F3-426B-9085-CFD5682DC349}" destId="{31AE00E0-A58C-44A2-9AD8-E628BF197EEB}" srcOrd="0" destOrd="0" presId="urn:microsoft.com/office/officeart/2008/layout/VerticalCurvedList"/>
    <dgm:cxn modelId="{9669726F-E581-48F8-8466-D5B82F4A0B51}" type="presParOf" srcId="{5329BB99-E3E7-4174-8BC4-5C9A3AD637E4}" destId="{76B8D8D1-5FBF-48B6-BE6F-E981C71A0627}" srcOrd="5" destOrd="0" presId="urn:microsoft.com/office/officeart/2008/layout/VerticalCurvedList"/>
    <dgm:cxn modelId="{3F70EC60-2159-43CD-A7AA-3FD9B8089B75}" type="presParOf" srcId="{5329BB99-E3E7-4174-8BC4-5C9A3AD637E4}" destId="{9969A331-DE76-4993-9C76-A586C377214F}" srcOrd="6" destOrd="0" presId="urn:microsoft.com/office/officeart/2008/layout/VerticalCurvedList"/>
    <dgm:cxn modelId="{33F2A094-C720-4202-AA56-A4B893EA81B4}" type="presParOf" srcId="{9969A331-DE76-4993-9C76-A586C377214F}" destId="{ED74E386-95C7-4CF8-9A15-3440322E1786}" srcOrd="0" destOrd="0" presId="urn:microsoft.com/office/officeart/2008/layout/VerticalCurvedList"/>
    <dgm:cxn modelId="{0C430D63-5A7B-476D-A1A4-3DDA3C521D2B}" type="presParOf" srcId="{5329BB99-E3E7-4174-8BC4-5C9A3AD637E4}" destId="{FE9B37EA-DE10-4E9B-BF9E-CA9A2D700838}" srcOrd="7" destOrd="0" presId="urn:microsoft.com/office/officeart/2008/layout/VerticalCurvedList"/>
    <dgm:cxn modelId="{C7B42D65-80AD-4474-BCB8-B9039426302D}" type="presParOf" srcId="{5329BB99-E3E7-4174-8BC4-5C9A3AD637E4}" destId="{C1E7281A-0A0B-4C9C-9D22-E6CDC4DC6552}" srcOrd="8" destOrd="0" presId="urn:microsoft.com/office/officeart/2008/layout/VerticalCurvedList"/>
    <dgm:cxn modelId="{E7FF7648-798A-41C7-8AC9-AC527A5BF5B0}" type="presParOf" srcId="{C1E7281A-0A0B-4C9C-9D22-E6CDC4DC6552}" destId="{B6865657-EF95-4EDE-8635-698AF88A82E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DAA630A-93BD-4101-8006-44B942ED5AC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A8098A04-6963-4F0E-BD32-EC5BFE52FB31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Auditing for Compliance</a:t>
          </a:r>
          <a:endParaRPr lang="en-MY" dirty="0">
            <a:solidFill>
              <a:schemeClr val="tx1"/>
            </a:solidFill>
          </a:endParaRPr>
        </a:p>
      </dgm:t>
    </dgm:pt>
    <dgm:pt modelId="{AE273C2D-C249-492C-8A84-4D93B08CCAFB}" type="parTrans" cxnId="{4625BB98-E48F-4A66-89A5-7D47066D3913}">
      <dgm:prSet/>
      <dgm:spPr/>
      <dgm:t>
        <a:bodyPr/>
        <a:lstStyle/>
        <a:p>
          <a:endParaRPr lang="en-MY"/>
        </a:p>
      </dgm:t>
    </dgm:pt>
    <dgm:pt modelId="{9FC6B357-A3EF-46F8-A083-574BBAC6F617}" type="sibTrans" cxnId="{4625BB98-E48F-4A66-89A5-7D47066D3913}">
      <dgm:prSet/>
      <dgm:spPr/>
      <dgm:t>
        <a:bodyPr/>
        <a:lstStyle/>
        <a:p>
          <a:endParaRPr lang="en-MY"/>
        </a:p>
      </dgm:t>
    </dgm:pt>
    <dgm:pt modelId="{5F47F364-485F-4CF3-8623-0B6DD77F2F84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Providing </a:t>
          </a:r>
          <a:r>
            <a:rPr lang="en-US" dirty="0" smtClean="0">
              <a:solidFill>
                <a:schemeClr val="tx1"/>
              </a:solidFill>
            </a:rPr>
            <a:t>transparency </a:t>
          </a:r>
          <a:r>
            <a:rPr lang="en-US" dirty="0">
              <a:solidFill>
                <a:schemeClr val="tx1"/>
              </a:solidFill>
            </a:rPr>
            <a:t>into the process and product </a:t>
          </a:r>
          <a:r>
            <a:rPr lang="en-US" dirty="0" smtClean="0">
              <a:solidFill>
                <a:schemeClr val="tx1"/>
              </a:solidFill>
            </a:rPr>
            <a:t>quality </a:t>
          </a:r>
          <a:endParaRPr lang="en-MY" dirty="0">
            <a:solidFill>
              <a:schemeClr val="tx1"/>
            </a:solidFill>
          </a:endParaRPr>
        </a:p>
      </dgm:t>
    </dgm:pt>
    <dgm:pt modelId="{5DFEF910-4F76-419E-B981-5C2677C41589}" type="parTrans" cxnId="{B8B9EC34-7A0C-4A38-944B-1C97FF860A8C}">
      <dgm:prSet/>
      <dgm:spPr/>
      <dgm:t>
        <a:bodyPr/>
        <a:lstStyle/>
        <a:p>
          <a:endParaRPr lang="en-MY"/>
        </a:p>
      </dgm:t>
    </dgm:pt>
    <dgm:pt modelId="{331FDB62-1DAB-4D97-B99C-34EED62F634E}" type="sibTrans" cxnId="{B8B9EC34-7A0C-4A38-944B-1C97FF860A8C}">
      <dgm:prSet/>
      <dgm:spPr/>
      <dgm:t>
        <a:bodyPr/>
        <a:lstStyle/>
        <a:p>
          <a:endParaRPr lang="en-MY"/>
        </a:p>
      </dgm:t>
    </dgm:pt>
    <dgm:pt modelId="{0B192461-8AAC-421C-97EE-CF98B90FCC07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Ensuring resolution of </a:t>
          </a:r>
          <a:r>
            <a:rPr lang="en-US" dirty="0">
              <a:solidFill>
                <a:schemeClr val="tx1"/>
              </a:solidFill>
            </a:rPr>
            <a:t>noncompliance issues</a:t>
          </a:r>
          <a:endParaRPr lang="en-MY" dirty="0">
            <a:solidFill>
              <a:schemeClr val="tx1"/>
            </a:solidFill>
          </a:endParaRPr>
        </a:p>
      </dgm:t>
    </dgm:pt>
    <dgm:pt modelId="{ACD866FD-0AB9-476C-B3DB-AD554D0E6CC5}" type="parTrans" cxnId="{12D264B0-B526-4BAE-915F-1FA239CD9C0E}">
      <dgm:prSet/>
      <dgm:spPr/>
      <dgm:t>
        <a:bodyPr/>
        <a:lstStyle/>
        <a:p>
          <a:endParaRPr lang="en-MY"/>
        </a:p>
      </dgm:t>
    </dgm:pt>
    <dgm:pt modelId="{AA11F99D-9E23-44ED-96E1-F46D4DAAA5BD}" type="sibTrans" cxnId="{12D264B0-B526-4BAE-915F-1FA239CD9C0E}">
      <dgm:prSet/>
      <dgm:spPr/>
      <dgm:t>
        <a:bodyPr/>
        <a:lstStyle/>
        <a:p>
          <a:endParaRPr lang="en-MY"/>
        </a:p>
      </dgm:t>
    </dgm:pt>
    <dgm:pt modelId="{BCE16028-1D34-4D5F-AB1B-E8BC0611B353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Conducting objective </a:t>
          </a:r>
          <a:r>
            <a:rPr lang="en-US" dirty="0" smtClean="0">
              <a:solidFill>
                <a:schemeClr val="tx1"/>
              </a:solidFill>
            </a:rPr>
            <a:t>evaluations of </a:t>
          </a:r>
          <a:r>
            <a:rPr lang="en-US" dirty="0">
              <a:solidFill>
                <a:schemeClr val="tx1"/>
              </a:solidFill>
            </a:rPr>
            <a:t>documentation</a:t>
          </a:r>
          <a:endParaRPr lang="en-MY" dirty="0">
            <a:solidFill>
              <a:schemeClr val="tx1"/>
            </a:solidFill>
          </a:endParaRPr>
        </a:p>
      </dgm:t>
    </dgm:pt>
    <dgm:pt modelId="{EFF18389-7F76-4496-B2B9-FA24321532D5}" type="parTrans" cxnId="{08301E14-823D-4C85-862E-6E28E9D81A9C}">
      <dgm:prSet/>
      <dgm:spPr/>
      <dgm:t>
        <a:bodyPr/>
        <a:lstStyle/>
        <a:p>
          <a:endParaRPr lang="en-MY"/>
        </a:p>
      </dgm:t>
    </dgm:pt>
    <dgm:pt modelId="{4BEF298B-FA22-4C7D-8D47-2A1ABF8579C5}" type="sibTrans" cxnId="{08301E14-823D-4C85-862E-6E28E9D81A9C}">
      <dgm:prSet/>
      <dgm:spPr/>
      <dgm:t>
        <a:bodyPr/>
        <a:lstStyle/>
        <a:p>
          <a:endParaRPr lang="en-MY"/>
        </a:p>
      </dgm:t>
    </dgm:pt>
    <dgm:pt modelId="{2B70D22E-2A46-4DB5-9169-D8CF18FCDF54}" type="pres">
      <dgm:prSet presAssocID="{ADAA630A-93BD-4101-8006-44B942ED5AC6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5329BB99-E3E7-4174-8BC4-5C9A3AD637E4}" type="pres">
      <dgm:prSet presAssocID="{ADAA630A-93BD-4101-8006-44B942ED5AC6}" presName="Name1" presStyleCnt="0"/>
      <dgm:spPr/>
    </dgm:pt>
    <dgm:pt modelId="{84160C7B-3B56-445F-9C12-A781B058F245}" type="pres">
      <dgm:prSet presAssocID="{ADAA630A-93BD-4101-8006-44B942ED5AC6}" presName="cycle" presStyleCnt="0"/>
      <dgm:spPr/>
    </dgm:pt>
    <dgm:pt modelId="{43C0F0CC-1E3F-47CA-9775-F5158608EB64}" type="pres">
      <dgm:prSet presAssocID="{ADAA630A-93BD-4101-8006-44B942ED5AC6}" presName="srcNode" presStyleLbl="node1" presStyleIdx="0" presStyleCnt="4"/>
      <dgm:spPr/>
    </dgm:pt>
    <dgm:pt modelId="{FE9A70BF-6590-4C0F-AA61-177052DDFCE3}" type="pres">
      <dgm:prSet presAssocID="{ADAA630A-93BD-4101-8006-44B942ED5AC6}" presName="conn" presStyleLbl="parChTrans1D2" presStyleIdx="0" presStyleCnt="1"/>
      <dgm:spPr/>
      <dgm:t>
        <a:bodyPr/>
        <a:lstStyle/>
        <a:p>
          <a:endParaRPr lang="en-US"/>
        </a:p>
      </dgm:t>
    </dgm:pt>
    <dgm:pt modelId="{F08974A9-4060-4271-9CD8-744DF0898654}" type="pres">
      <dgm:prSet presAssocID="{ADAA630A-93BD-4101-8006-44B942ED5AC6}" presName="extraNode" presStyleLbl="node1" presStyleIdx="0" presStyleCnt="4"/>
      <dgm:spPr/>
    </dgm:pt>
    <dgm:pt modelId="{26F9E921-F19E-4155-AF35-210A865AE758}" type="pres">
      <dgm:prSet presAssocID="{ADAA630A-93BD-4101-8006-44B942ED5AC6}" presName="dstNode" presStyleLbl="node1" presStyleIdx="0" presStyleCnt="4"/>
      <dgm:spPr/>
    </dgm:pt>
    <dgm:pt modelId="{5271B022-BE90-4CA5-9193-53438D5AEE55}" type="pres">
      <dgm:prSet presAssocID="{A8098A04-6963-4F0E-BD32-EC5BFE52FB31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16ADC1-03E5-4668-A9D4-EF451089E34A}" type="pres">
      <dgm:prSet presAssocID="{A8098A04-6963-4F0E-BD32-EC5BFE52FB31}" presName="accent_1" presStyleCnt="0"/>
      <dgm:spPr/>
    </dgm:pt>
    <dgm:pt modelId="{B6A5CAC5-F704-44F7-A814-212C621D254D}" type="pres">
      <dgm:prSet presAssocID="{A8098A04-6963-4F0E-BD32-EC5BFE52FB31}" presName="accentRepeatNode" presStyleLbl="solidFgAcc1" presStyleIdx="0" presStyleCnt="4"/>
      <dgm:spPr/>
    </dgm:pt>
    <dgm:pt modelId="{4AD769C3-C069-42A7-84EC-ECA2AF932401}" type="pres">
      <dgm:prSet presAssocID="{5F47F364-485F-4CF3-8623-0B6DD77F2F84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FEEC69-21F3-426B-9085-CFD5682DC349}" type="pres">
      <dgm:prSet presAssocID="{5F47F364-485F-4CF3-8623-0B6DD77F2F84}" presName="accent_2" presStyleCnt="0"/>
      <dgm:spPr/>
    </dgm:pt>
    <dgm:pt modelId="{31AE00E0-A58C-44A2-9AD8-E628BF197EEB}" type="pres">
      <dgm:prSet presAssocID="{5F47F364-485F-4CF3-8623-0B6DD77F2F84}" presName="accentRepeatNode" presStyleLbl="solidFgAcc1" presStyleIdx="1" presStyleCnt="4"/>
      <dgm:spPr/>
    </dgm:pt>
    <dgm:pt modelId="{76B8D8D1-5FBF-48B6-BE6F-E981C71A0627}" type="pres">
      <dgm:prSet presAssocID="{0B192461-8AAC-421C-97EE-CF98B90FCC07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69A331-DE76-4993-9C76-A586C377214F}" type="pres">
      <dgm:prSet presAssocID="{0B192461-8AAC-421C-97EE-CF98B90FCC07}" presName="accent_3" presStyleCnt="0"/>
      <dgm:spPr/>
    </dgm:pt>
    <dgm:pt modelId="{ED74E386-95C7-4CF8-9A15-3440322E1786}" type="pres">
      <dgm:prSet presAssocID="{0B192461-8AAC-421C-97EE-CF98B90FCC07}" presName="accentRepeatNode" presStyleLbl="solidFgAcc1" presStyleIdx="2" presStyleCnt="4"/>
      <dgm:spPr/>
    </dgm:pt>
    <dgm:pt modelId="{FE9B37EA-DE10-4E9B-BF9E-CA9A2D700838}" type="pres">
      <dgm:prSet presAssocID="{BCE16028-1D34-4D5F-AB1B-E8BC0611B353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E7281A-0A0B-4C9C-9D22-E6CDC4DC6552}" type="pres">
      <dgm:prSet presAssocID="{BCE16028-1D34-4D5F-AB1B-E8BC0611B353}" presName="accent_4" presStyleCnt="0"/>
      <dgm:spPr/>
    </dgm:pt>
    <dgm:pt modelId="{B6865657-EF95-4EDE-8635-698AF88A82EE}" type="pres">
      <dgm:prSet presAssocID="{BCE16028-1D34-4D5F-AB1B-E8BC0611B353}" presName="accentRepeatNode" presStyleLbl="solidFgAcc1" presStyleIdx="3" presStyleCnt="4"/>
      <dgm:spPr/>
    </dgm:pt>
  </dgm:ptLst>
  <dgm:cxnLst>
    <dgm:cxn modelId="{6FFA9EBB-4022-44F8-9197-FFD49631BB5A}" type="presOf" srcId="{BCE16028-1D34-4D5F-AB1B-E8BC0611B353}" destId="{FE9B37EA-DE10-4E9B-BF9E-CA9A2D700838}" srcOrd="0" destOrd="0" presId="urn:microsoft.com/office/officeart/2008/layout/VerticalCurvedList"/>
    <dgm:cxn modelId="{3AAE359C-0F89-4911-94C5-CA3BBB257780}" type="presOf" srcId="{A8098A04-6963-4F0E-BD32-EC5BFE52FB31}" destId="{5271B022-BE90-4CA5-9193-53438D5AEE55}" srcOrd="0" destOrd="0" presId="urn:microsoft.com/office/officeart/2008/layout/VerticalCurvedList"/>
    <dgm:cxn modelId="{A416B756-BB5C-4A79-948F-345F30DBEA65}" type="presOf" srcId="{ADAA630A-93BD-4101-8006-44B942ED5AC6}" destId="{2B70D22E-2A46-4DB5-9169-D8CF18FCDF54}" srcOrd="0" destOrd="0" presId="urn:microsoft.com/office/officeart/2008/layout/VerticalCurvedList"/>
    <dgm:cxn modelId="{1BD43AF7-23EC-4326-8026-05478570DDF3}" type="presOf" srcId="{9FC6B357-A3EF-46F8-A083-574BBAC6F617}" destId="{FE9A70BF-6590-4C0F-AA61-177052DDFCE3}" srcOrd="0" destOrd="0" presId="urn:microsoft.com/office/officeart/2008/layout/VerticalCurvedList"/>
    <dgm:cxn modelId="{06FD8498-BA44-4BF1-A212-6BF3EB8126CB}" type="presOf" srcId="{5F47F364-485F-4CF3-8623-0B6DD77F2F84}" destId="{4AD769C3-C069-42A7-84EC-ECA2AF932401}" srcOrd="0" destOrd="0" presId="urn:microsoft.com/office/officeart/2008/layout/VerticalCurvedList"/>
    <dgm:cxn modelId="{08301E14-823D-4C85-862E-6E28E9D81A9C}" srcId="{ADAA630A-93BD-4101-8006-44B942ED5AC6}" destId="{BCE16028-1D34-4D5F-AB1B-E8BC0611B353}" srcOrd="3" destOrd="0" parTransId="{EFF18389-7F76-4496-B2B9-FA24321532D5}" sibTransId="{4BEF298B-FA22-4C7D-8D47-2A1ABF8579C5}"/>
    <dgm:cxn modelId="{12D264B0-B526-4BAE-915F-1FA239CD9C0E}" srcId="{ADAA630A-93BD-4101-8006-44B942ED5AC6}" destId="{0B192461-8AAC-421C-97EE-CF98B90FCC07}" srcOrd="2" destOrd="0" parTransId="{ACD866FD-0AB9-476C-B3DB-AD554D0E6CC5}" sibTransId="{AA11F99D-9E23-44ED-96E1-F46D4DAAA5BD}"/>
    <dgm:cxn modelId="{32FCDD99-F42B-45B0-9D42-53316DD35F6B}" type="presOf" srcId="{0B192461-8AAC-421C-97EE-CF98B90FCC07}" destId="{76B8D8D1-5FBF-48B6-BE6F-E981C71A0627}" srcOrd="0" destOrd="0" presId="urn:microsoft.com/office/officeart/2008/layout/VerticalCurvedList"/>
    <dgm:cxn modelId="{B8B9EC34-7A0C-4A38-944B-1C97FF860A8C}" srcId="{ADAA630A-93BD-4101-8006-44B942ED5AC6}" destId="{5F47F364-485F-4CF3-8623-0B6DD77F2F84}" srcOrd="1" destOrd="0" parTransId="{5DFEF910-4F76-419E-B981-5C2677C41589}" sibTransId="{331FDB62-1DAB-4D97-B99C-34EED62F634E}"/>
    <dgm:cxn modelId="{4625BB98-E48F-4A66-89A5-7D47066D3913}" srcId="{ADAA630A-93BD-4101-8006-44B942ED5AC6}" destId="{A8098A04-6963-4F0E-BD32-EC5BFE52FB31}" srcOrd="0" destOrd="0" parTransId="{AE273C2D-C249-492C-8A84-4D93B08CCAFB}" sibTransId="{9FC6B357-A3EF-46F8-A083-574BBAC6F617}"/>
    <dgm:cxn modelId="{862DA35C-6479-46D3-A064-75B8275226DA}" type="presParOf" srcId="{2B70D22E-2A46-4DB5-9169-D8CF18FCDF54}" destId="{5329BB99-E3E7-4174-8BC4-5C9A3AD637E4}" srcOrd="0" destOrd="0" presId="urn:microsoft.com/office/officeart/2008/layout/VerticalCurvedList"/>
    <dgm:cxn modelId="{6706A61F-B835-42EB-837B-54D2A0460B9B}" type="presParOf" srcId="{5329BB99-E3E7-4174-8BC4-5C9A3AD637E4}" destId="{84160C7B-3B56-445F-9C12-A781B058F245}" srcOrd="0" destOrd="0" presId="urn:microsoft.com/office/officeart/2008/layout/VerticalCurvedList"/>
    <dgm:cxn modelId="{2544C6A5-6CDB-4DA6-8E55-C52CA4434FDE}" type="presParOf" srcId="{84160C7B-3B56-445F-9C12-A781B058F245}" destId="{43C0F0CC-1E3F-47CA-9775-F5158608EB64}" srcOrd="0" destOrd="0" presId="urn:microsoft.com/office/officeart/2008/layout/VerticalCurvedList"/>
    <dgm:cxn modelId="{9E15F0F0-9A93-4F8A-AB33-74DFDCF1EDED}" type="presParOf" srcId="{84160C7B-3B56-445F-9C12-A781B058F245}" destId="{FE9A70BF-6590-4C0F-AA61-177052DDFCE3}" srcOrd="1" destOrd="0" presId="urn:microsoft.com/office/officeart/2008/layout/VerticalCurvedList"/>
    <dgm:cxn modelId="{5CC103D9-2E07-4C99-8806-37A56C410EA6}" type="presParOf" srcId="{84160C7B-3B56-445F-9C12-A781B058F245}" destId="{F08974A9-4060-4271-9CD8-744DF0898654}" srcOrd="2" destOrd="0" presId="urn:microsoft.com/office/officeart/2008/layout/VerticalCurvedList"/>
    <dgm:cxn modelId="{4F1308CB-0B8B-4F38-9832-A984A6D6EE88}" type="presParOf" srcId="{84160C7B-3B56-445F-9C12-A781B058F245}" destId="{26F9E921-F19E-4155-AF35-210A865AE758}" srcOrd="3" destOrd="0" presId="urn:microsoft.com/office/officeart/2008/layout/VerticalCurvedList"/>
    <dgm:cxn modelId="{A880ED55-D99E-443A-BCC3-6B066BD2988E}" type="presParOf" srcId="{5329BB99-E3E7-4174-8BC4-5C9A3AD637E4}" destId="{5271B022-BE90-4CA5-9193-53438D5AEE55}" srcOrd="1" destOrd="0" presId="urn:microsoft.com/office/officeart/2008/layout/VerticalCurvedList"/>
    <dgm:cxn modelId="{888D546E-3722-443E-8B76-87C2D5FDAAFF}" type="presParOf" srcId="{5329BB99-E3E7-4174-8BC4-5C9A3AD637E4}" destId="{0F16ADC1-03E5-4668-A9D4-EF451089E34A}" srcOrd="2" destOrd="0" presId="urn:microsoft.com/office/officeart/2008/layout/VerticalCurvedList"/>
    <dgm:cxn modelId="{620830CD-F4A3-43F4-9BC7-74E6BA4C88AB}" type="presParOf" srcId="{0F16ADC1-03E5-4668-A9D4-EF451089E34A}" destId="{B6A5CAC5-F704-44F7-A814-212C621D254D}" srcOrd="0" destOrd="0" presId="urn:microsoft.com/office/officeart/2008/layout/VerticalCurvedList"/>
    <dgm:cxn modelId="{98173457-BEAD-4B3C-99E7-61E0AE13931C}" type="presParOf" srcId="{5329BB99-E3E7-4174-8BC4-5C9A3AD637E4}" destId="{4AD769C3-C069-42A7-84EC-ECA2AF932401}" srcOrd="3" destOrd="0" presId="urn:microsoft.com/office/officeart/2008/layout/VerticalCurvedList"/>
    <dgm:cxn modelId="{E52433B0-A466-41A8-9E7E-48A25F66B582}" type="presParOf" srcId="{5329BB99-E3E7-4174-8BC4-5C9A3AD637E4}" destId="{A5FEEC69-21F3-426B-9085-CFD5682DC349}" srcOrd="4" destOrd="0" presId="urn:microsoft.com/office/officeart/2008/layout/VerticalCurvedList"/>
    <dgm:cxn modelId="{DA3793D7-C764-4800-8DB0-1995986D0E16}" type="presParOf" srcId="{A5FEEC69-21F3-426B-9085-CFD5682DC349}" destId="{31AE00E0-A58C-44A2-9AD8-E628BF197EEB}" srcOrd="0" destOrd="0" presId="urn:microsoft.com/office/officeart/2008/layout/VerticalCurvedList"/>
    <dgm:cxn modelId="{D786FE72-FB18-4778-B5E8-6E5757602898}" type="presParOf" srcId="{5329BB99-E3E7-4174-8BC4-5C9A3AD637E4}" destId="{76B8D8D1-5FBF-48B6-BE6F-E981C71A0627}" srcOrd="5" destOrd="0" presId="urn:microsoft.com/office/officeart/2008/layout/VerticalCurvedList"/>
    <dgm:cxn modelId="{AE91B725-2A32-4748-A54C-BAA2123F1000}" type="presParOf" srcId="{5329BB99-E3E7-4174-8BC4-5C9A3AD637E4}" destId="{9969A331-DE76-4993-9C76-A586C377214F}" srcOrd="6" destOrd="0" presId="urn:microsoft.com/office/officeart/2008/layout/VerticalCurvedList"/>
    <dgm:cxn modelId="{343E35B9-3DA9-4AD1-9629-A28A2C704356}" type="presParOf" srcId="{9969A331-DE76-4993-9C76-A586C377214F}" destId="{ED74E386-95C7-4CF8-9A15-3440322E1786}" srcOrd="0" destOrd="0" presId="urn:microsoft.com/office/officeart/2008/layout/VerticalCurvedList"/>
    <dgm:cxn modelId="{768767B8-F987-43AD-9608-317FC54BD1A6}" type="presParOf" srcId="{5329BB99-E3E7-4174-8BC4-5C9A3AD637E4}" destId="{FE9B37EA-DE10-4E9B-BF9E-CA9A2D700838}" srcOrd="7" destOrd="0" presId="urn:microsoft.com/office/officeart/2008/layout/VerticalCurvedList"/>
    <dgm:cxn modelId="{01E94E99-0771-4F40-A62F-7A8AAF5618E2}" type="presParOf" srcId="{5329BB99-E3E7-4174-8BC4-5C9A3AD637E4}" destId="{C1E7281A-0A0B-4C9C-9D22-E6CDC4DC6552}" srcOrd="8" destOrd="0" presId="urn:microsoft.com/office/officeart/2008/layout/VerticalCurvedList"/>
    <dgm:cxn modelId="{BA06913E-8414-4449-8A89-6C8059B22D5C}" type="presParOf" srcId="{C1E7281A-0A0B-4C9C-9D22-E6CDC4DC6552}" destId="{B6865657-EF95-4EDE-8635-698AF88A82E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DAA630A-93BD-4101-8006-44B942ED5AC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A8098A04-6963-4F0E-BD32-EC5BFE52FB31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Implementing configuration </a:t>
          </a:r>
          <a:r>
            <a:rPr lang="en-US" dirty="0">
              <a:solidFill>
                <a:schemeClr val="tx1"/>
              </a:solidFill>
            </a:rPr>
            <a:t>management functions</a:t>
          </a:r>
          <a:endParaRPr lang="en-MY" dirty="0">
            <a:solidFill>
              <a:schemeClr val="tx1"/>
            </a:solidFill>
          </a:endParaRPr>
        </a:p>
      </dgm:t>
    </dgm:pt>
    <dgm:pt modelId="{AE273C2D-C249-492C-8A84-4D93B08CCAFB}" type="parTrans" cxnId="{4625BB98-E48F-4A66-89A5-7D47066D3913}">
      <dgm:prSet/>
      <dgm:spPr/>
      <dgm:t>
        <a:bodyPr/>
        <a:lstStyle/>
        <a:p>
          <a:endParaRPr lang="en-MY"/>
        </a:p>
      </dgm:t>
    </dgm:pt>
    <dgm:pt modelId="{9FC6B357-A3EF-46F8-A083-574BBAC6F617}" type="sibTrans" cxnId="{4625BB98-E48F-4A66-89A5-7D47066D3913}">
      <dgm:prSet/>
      <dgm:spPr/>
      <dgm:t>
        <a:bodyPr/>
        <a:lstStyle/>
        <a:p>
          <a:endParaRPr lang="en-MY"/>
        </a:p>
      </dgm:t>
    </dgm:pt>
    <dgm:pt modelId="{5F47F364-485F-4CF3-8623-0B6DD77F2F84}">
      <dgm:prSet phldrT="[Text]"/>
      <dgm:spPr/>
      <dgm:t>
        <a:bodyPr/>
        <a:lstStyle/>
        <a:p>
          <a:r>
            <a:rPr lang="en-MY" dirty="0" smtClean="0">
              <a:solidFill>
                <a:schemeClr val="tx1"/>
              </a:solidFill>
            </a:rPr>
            <a:t>Improving product and process quality</a:t>
          </a:r>
          <a:endParaRPr lang="en-MY" dirty="0">
            <a:solidFill>
              <a:schemeClr val="tx1"/>
            </a:solidFill>
          </a:endParaRPr>
        </a:p>
      </dgm:t>
    </dgm:pt>
    <dgm:pt modelId="{5DFEF910-4F76-419E-B981-5C2677C41589}" type="parTrans" cxnId="{B8B9EC34-7A0C-4A38-944B-1C97FF860A8C}">
      <dgm:prSet/>
      <dgm:spPr/>
      <dgm:t>
        <a:bodyPr/>
        <a:lstStyle/>
        <a:p>
          <a:endParaRPr lang="en-MY"/>
        </a:p>
      </dgm:t>
    </dgm:pt>
    <dgm:pt modelId="{331FDB62-1DAB-4D97-B99C-34EED62F634E}" type="sibTrans" cxnId="{B8B9EC34-7A0C-4A38-944B-1C97FF860A8C}">
      <dgm:prSet/>
      <dgm:spPr/>
      <dgm:t>
        <a:bodyPr/>
        <a:lstStyle/>
        <a:p>
          <a:endParaRPr lang="en-MY"/>
        </a:p>
      </dgm:t>
    </dgm:pt>
    <dgm:pt modelId="{0B192461-8AAC-421C-97EE-CF98B90FCC07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Conducting verification functions </a:t>
          </a:r>
          <a:endParaRPr lang="en-MY" dirty="0">
            <a:solidFill>
              <a:schemeClr val="tx1"/>
            </a:solidFill>
          </a:endParaRPr>
        </a:p>
      </dgm:t>
    </dgm:pt>
    <dgm:pt modelId="{ACD866FD-0AB9-476C-B3DB-AD554D0E6CC5}" type="parTrans" cxnId="{12D264B0-B526-4BAE-915F-1FA239CD9C0E}">
      <dgm:prSet/>
      <dgm:spPr/>
      <dgm:t>
        <a:bodyPr/>
        <a:lstStyle/>
        <a:p>
          <a:endParaRPr lang="en-MY"/>
        </a:p>
      </dgm:t>
    </dgm:pt>
    <dgm:pt modelId="{AA11F99D-9E23-44ED-96E1-F46D4DAAA5BD}" type="sibTrans" cxnId="{12D264B0-B526-4BAE-915F-1FA239CD9C0E}">
      <dgm:prSet/>
      <dgm:spPr/>
      <dgm:t>
        <a:bodyPr/>
        <a:lstStyle/>
        <a:p>
          <a:endParaRPr lang="en-MY"/>
        </a:p>
      </dgm:t>
    </dgm:pt>
    <dgm:pt modelId="{BCE16028-1D34-4D5F-AB1B-E8BC0611B353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Conducting validation functions </a:t>
          </a:r>
          <a:endParaRPr lang="en-MY" dirty="0">
            <a:solidFill>
              <a:schemeClr val="tx1"/>
            </a:solidFill>
          </a:endParaRPr>
        </a:p>
      </dgm:t>
    </dgm:pt>
    <dgm:pt modelId="{EFF18389-7F76-4496-B2B9-FA24321532D5}" type="parTrans" cxnId="{08301E14-823D-4C85-862E-6E28E9D81A9C}">
      <dgm:prSet/>
      <dgm:spPr/>
      <dgm:t>
        <a:bodyPr/>
        <a:lstStyle/>
        <a:p>
          <a:endParaRPr lang="en-MY"/>
        </a:p>
      </dgm:t>
    </dgm:pt>
    <dgm:pt modelId="{4BEF298B-FA22-4C7D-8D47-2A1ABF8579C5}" type="sibTrans" cxnId="{08301E14-823D-4C85-862E-6E28E9D81A9C}">
      <dgm:prSet/>
      <dgm:spPr/>
      <dgm:t>
        <a:bodyPr/>
        <a:lstStyle/>
        <a:p>
          <a:endParaRPr lang="en-MY"/>
        </a:p>
      </dgm:t>
    </dgm:pt>
    <dgm:pt modelId="{2B70D22E-2A46-4DB5-9169-D8CF18FCDF54}" type="pres">
      <dgm:prSet presAssocID="{ADAA630A-93BD-4101-8006-44B942ED5AC6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5329BB99-E3E7-4174-8BC4-5C9A3AD637E4}" type="pres">
      <dgm:prSet presAssocID="{ADAA630A-93BD-4101-8006-44B942ED5AC6}" presName="Name1" presStyleCnt="0"/>
      <dgm:spPr/>
    </dgm:pt>
    <dgm:pt modelId="{84160C7B-3B56-445F-9C12-A781B058F245}" type="pres">
      <dgm:prSet presAssocID="{ADAA630A-93BD-4101-8006-44B942ED5AC6}" presName="cycle" presStyleCnt="0"/>
      <dgm:spPr/>
    </dgm:pt>
    <dgm:pt modelId="{43C0F0CC-1E3F-47CA-9775-F5158608EB64}" type="pres">
      <dgm:prSet presAssocID="{ADAA630A-93BD-4101-8006-44B942ED5AC6}" presName="srcNode" presStyleLbl="node1" presStyleIdx="0" presStyleCnt="4"/>
      <dgm:spPr/>
    </dgm:pt>
    <dgm:pt modelId="{FE9A70BF-6590-4C0F-AA61-177052DDFCE3}" type="pres">
      <dgm:prSet presAssocID="{ADAA630A-93BD-4101-8006-44B942ED5AC6}" presName="conn" presStyleLbl="parChTrans1D2" presStyleIdx="0" presStyleCnt="1"/>
      <dgm:spPr/>
      <dgm:t>
        <a:bodyPr/>
        <a:lstStyle/>
        <a:p>
          <a:endParaRPr lang="en-US"/>
        </a:p>
      </dgm:t>
    </dgm:pt>
    <dgm:pt modelId="{F08974A9-4060-4271-9CD8-744DF0898654}" type="pres">
      <dgm:prSet presAssocID="{ADAA630A-93BD-4101-8006-44B942ED5AC6}" presName="extraNode" presStyleLbl="node1" presStyleIdx="0" presStyleCnt="4"/>
      <dgm:spPr/>
    </dgm:pt>
    <dgm:pt modelId="{26F9E921-F19E-4155-AF35-210A865AE758}" type="pres">
      <dgm:prSet presAssocID="{ADAA630A-93BD-4101-8006-44B942ED5AC6}" presName="dstNode" presStyleLbl="node1" presStyleIdx="0" presStyleCnt="4"/>
      <dgm:spPr/>
    </dgm:pt>
    <dgm:pt modelId="{5271B022-BE90-4CA5-9193-53438D5AEE55}" type="pres">
      <dgm:prSet presAssocID="{A8098A04-6963-4F0E-BD32-EC5BFE52FB31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16ADC1-03E5-4668-A9D4-EF451089E34A}" type="pres">
      <dgm:prSet presAssocID="{A8098A04-6963-4F0E-BD32-EC5BFE52FB31}" presName="accent_1" presStyleCnt="0"/>
      <dgm:spPr/>
    </dgm:pt>
    <dgm:pt modelId="{B6A5CAC5-F704-44F7-A814-212C621D254D}" type="pres">
      <dgm:prSet presAssocID="{A8098A04-6963-4F0E-BD32-EC5BFE52FB31}" presName="accentRepeatNode" presStyleLbl="solidFgAcc1" presStyleIdx="0" presStyleCnt="4"/>
      <dgm:spPr/>
    </dgm:pt>
    <dgm:pt modelId="{4AD769C3-C069-42A7-84EC-ECA2AF932401}" type="pres">
      <dgm:prSet presAssocID="{5F47F364-485F-4CF3-8623-0B6DD77F2F84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FEEC69-21F3-426B-9085-CFD5682DC349}" type="pres">
      <dgm:prSet presAssocID="{5F47F364-485F-4CF3-8623-0B6DD77F2F84}" presName="accent_2" presStyleCnt="0"/>
      <dgm:spPr/>
    </dgm:pt>
    <dgm:pt modelId="{31AE00E0-A58C-44A2-9AD8-E628BF197EEB}" type="pres">
      <dgm:prSet presAssocID="{5F47F364-485F-4CF3-8623-0B6DD77F2F84}" presName="accentRepeatNode" presStyleLbl="solidFgAcc1" presStyleIdx="1" presStyleCnt="4"/>
      <dgm:spPr/>
    </dgm:pt>
    <dgm:pt modelId="{76B8D8D1-5FBF-48B6-BE6F-E981C71A0627}" type="pres">
      <dgm:prSet presAssocID="{0B192461-8AAC-421C-97EE-CF98B90FCC07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69A331-DE76-4993-9C76-A586C377214F}" type="pres">
      <dgm:prSet presAssocID="{0B192461-8AAC-421C-97EE-CF98B90FCC07}" presName="accent_3" presStyleCnt="0"/>
      <dgm:spPr/>
    </dgm:pt>
    <dgm:pt modelId="{ED74E386-95C7-4CF8-9A15-3440322E1786}" type="pres">
      <dgm:prSet presAssocID="{0B192461-8AAC-421C-97EE-CF98B90FCC07}" presName="accentRepeatNode" presStyleLbl="solidFgAcc1" presStyleIdx="2" presStyleCnt="4"/>
      <dgm:spPr/>
    </dgm:pt>
    <dgm:pt modelId="{FE9B37EA-DE10-4E9B-BF9E-CA9A2D700838}" type="pres">
      <dgm:prSet presAssocID="{BCE16028-1D34-4D5F-AB1B-E8BC0611B353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E7281A-0A0B-4C9C-9D22-E6CDC4DC6552}" type="pres">
      <dgm:prSet presAssocID="{BCE16028-1D34-4D5F-AB1B-E8BC0611B353}" presName="accent_4" presStyleCnt="0"/>
      <dgm:spPr/>
    </dgm:pt>
    <dgm:pt modelId="{B6865657-EF95-4EDE-8635-698AF88A82EE}" type="pres">
      <dgm:prSet presAssocID="{BCE16028-1D34-4D5F-AB1B-E8BC0611B353}" presName="accentRepeatNode" presStyleLbl="solidFgAcc1" presStyleIdx="3" presStyleCnt="4"/>
      <dgm:spPr/>
    </dgm:pt>
  </dgm:ptLst>
  <dgm:cxnLst>
    <dgm:cxn modelId="{08301E14-823D-4C85-862E-6E28E9D81A9C}" srcId="{ADAA630A-93BD-4101-8006-44B942ED5AC6}" destId="{BCE16028-1D34-4D5F-AB1B-E8BC0611B353}" srcOrd="3" destOrd="0" parTransId="{EFF18389-7F76-4496-B2B9-FA24321532D5}" sibTransId="{4BEF298B-FA22-4C7D-8D47-2A1ABF8579C5}"/>
    <dgm:cxn modelId="{B8B9EC34-7A0C-4A38-944B-1C97FF860A8C}" srcId="{ADAA630A-93BD-4101-8006-44B942ED5AC6}" destId="{5F47F364-485F-4CF3-8623-0B6DD77F2F84}" srcOrd="1" destOrd="0" parTransId="{5DFEF910-4F76-419E-B981-5C2677C41589}" sibTransId="{331FDB62-1DAB-4D97-B99C-34EED62F634E}"/>
    <dgm:cxn modelId="{51DCCD91-F436-447A-A094-F45D058ED680}" type="presOf" srcId="{ADAA630A-93BD-4101-8006-44B942ED5AC6}" destId="{2B70D22E-2A46-4DB5-9169-D8CF18FCDF54}" srcOrd="0" destOrd="0" presId="urn:microsoft.com/office/officeart/2008/layout/VerticalCurvedList"/>
    <dgm:cxn modelId="{3175EB67-F27E-4CFA-A0CC-5FC64F57ED62}" type="presOf" srcId="{0B192461-8AAC-421C-97EE-CF98B90FCC07}" destId="{76B8D8D1-5FBF-48B6-BE6F-E981C71A0627}" srcOrd="0" destOrd="0" presId="urn:microsoft.com/office/officeart/2008/layout/VerticalCurvedList"/>
    <dgm:cxn modelId="{4625BB98-E48F-4A66-89A5-7D47066D3913}" srcId="{ADAA630A-93BD-4101-8006-44B942ED5AC6}" destId="{A8098A04-6963-4F0E-BD32-EC5BFE52FB31}" srcOrd="0" destOrd="0" parTransId="{AE273C2D-C249-492C-8A84-4D93B08CCAFB}" sibTransId="{9FC6B357-A3EF-46F8-A083-574BBAC6F617}"/>
    <dgm:cxn modelId="{AC4BE25A-23BE-4E9D-A349-737D81125377}" type="presOf" srcId="{A8098A04-6963-4F0E-BD32-EC5BFE52FB31}" destId="{5271B022-BE90-4CA5-9193-53438D5AEE55}" srcOrd="0" destOrd="0" presId="urn:microsoft.com/office/officeart/2008/layout/VerticalCurvedList"/>
    <dgm:cxn modelId="{2702673E-C61D-4F8B-BCDD-249728E5B469}" type="presOf" srcId="{9FC6B357-A3EF-46F8-A083-574BBAC6F617}" destId="{FE9A70BF-6590-4C0F-AA61-177052DDFCE3}" srcOrd="0" destOrd="0" presId="urn:microsoft.com/office/officeart/2008/layout/VerticalCurvedList"/>
    <dgm:cxn modelId="{12D264B0-B526-4BAE-915F-1FA239CD9C0E}" srcId="{ADAA630A-93BD-4101-8006-44B942ED5AC6}" destId="{0B192461-8AAC-421C-97EE-CF98B90FCC07}" srcOrd="2" destOrd="0" parTransId="{ACD866FD-0AB9-476C-B3DB-AD554D0E6CC5}" sibTransId="{AA11F99D-9E23-44ED-96E1-F46D4DAAA5BD}"/>
    <dgm:cxn modelId="{CA796445-459F-4CC9-A174-6F7BA78D19DC}" type="presOf" srcId="{5F47F364-485F-4CF3-8623-0B6DD77F2F84}" destId="{4AD769C3-C069-42A7-84EC-ECA2AF932401}" srcOrd="0" destOrd="0" presId="urn:microsoft.com/office/officeart/2008/layout/VerticalCurvedList"/>
    <dgm:cxn modelId="{AB12AE7E-EB4B-40EA-AD54-8A82FD575121}" type="presOf" srcId="{BCE16028-1D34-4D5F-AB1B-E8BC0611B353}" destId="{FE9B37EA-DE10-4E9B-BF9E-CA9A2D700838}" srcOrd="0" destOrd="0" presId="urn:microsoft.com/office/officeart/2008/layout/VerticalCurvedList"/>
    <dgm:cxn modelId="{4CF988B7-A2ED-4666-995C-F7E021D710A2}" type="presParOf" srcId="{2B70D22E-2A46-4DB5-9169-D8CF18FCDF54}" destId="{5329BB99-E3E7-4174-8BC4-5C9A3AD637E4}" srcOrd="0" destOrd="0" presId="urn:microsoft.com/office/officeart/2008/layout/VerticalCurvedList"/>
    <dgm:cxn modelId="{7CEC883A-CAFD-41BD-9558-BE5A1D145B40}" type="presParOf" srcId="{5329BB99-E3E7-4174-8BC4-5C9A3AD637E4}" destId="{84160C7B-3B56-445F-9C12-A781B058F245}" srcOrd="0" destOrd="0" presId="urn:microsoft.com/office/officeart/2008/layout/VerticalCurvedList"/>
    <dgm:cxn modelId="{47C370A0-A2AF-4A58-811A-53039690B8CF}" type="presParOf" srcId="{84160C7B-3B56-445F-9C12-A781B058F245}" destId="{43C0F0CC-1E3F-47CA-9775-F5158608EB64}" srcOrd="0" destOrd="0" presId="urn:microsoft.com/office/officeart/2008/layout/VerticalCurvedList"/>
    <dgm:cxn modelId="{21898D74-54A0-4308-84EC-FED4A27F0977}" type="presParOf" srcId="{84160C7B-3B56-445F-9C12-A781B058F245}" destId="{FE9A70BF-6590-4C0F-AA61-177052DDFCE3}" srcOrd="1" destOrd="0" presId="urn:microsoft.com/office/officeart/2008/layout/VerticalCurvedList"/>
    <dgm:cxn modelId="{70660AEA-707C-47B2-B234-0958B31EB1FF}" type="presParOf" srcId="{84160C7B-3B56-445F-9C12-A781B058F245}" destId="{F08974A9-4060-4271-9CD8-744DF0898654}" srcOrd="2" destOrd="0" presId="urn:microsoft.com/office/officeart/2008/layout/VerticalCurvedList"/>
    <dgm:cxn modelId="{F717E5C5-538F-4846-8B6B-320A8F493981}" type="presParOf" srcId="{84160C7B-3B56-445F-9C12-A781B058F245}" destId="{26F9E921-F19E-4155-AF35-210A865AE758}" srcOrd="3" destOrd="0" presId="urn:microsoft.com/office/officeart/2008/layout/VerticalCurvedList"/>
    <dgm:cxn modelId="{97AE9549-235C-485C-9655-38F12551C766}" type="presParOf" srcId="{5329BB99-E3E7-4174-8BC4-5C9A3AD637E4}" destId="{5271B022-BE90-4CA5-9193-53438D5AEE55}" srcOrd="1" destOrd="0" presId="urn:microsoft.com/office/officeart/2008/layout/VerticalCurvedList"/>
    <dgm:cxn modelId="{564F1202-A7EA-4A88-93D3-C0752E13D525}" type="presParOf" srcId="{5329BB99-E3E7-4174-8BC4-5C9A3AD637E4}" destId="{0F16ADC1-03E5-4668-A9D4-EF451089E34A}" srcOrd="2" destOrd="0" presId="urn:microsoft.com/office/officeart/2008/layout/VerticalCurvedList"/>
    <dgm:cxn modelId="{F28EEFE4-5717-47EF-8D2B-AF70BB0755B9}" type="presParOf" srcId="{0F16ADC1-03E5-4668-A9D4-EF451089E34A}" destId="{B6A5CAC5-F704-44F7-A814-212C621D254D}" srcOrd="0" destOrd="0" presId="urn:microsoft.com/office/officeart/2008/layout/VerticalCurvedList"/>
    <dgm:cxn modelId="{FCD04C0C-BCA7-4BF6-BC2B-B867D950CDA9}" type="presParOf" srcId="{5329BB99-E3E7-4174-8BC4-5C9A3AD637E4}" destId="{4AD769C3-C069-42A7-84EC-ECA2AF932401}" srcOrd="3" destOrd="0" presId="urn:microsoft.com/office/officeart/2008/layout/VerticalCurvedList"/>
    <dgm:cxn modelId="{7079D838-85F3-491F-BECF-1A704C4FDB80}" type="presParOf" srcId="{5329BB99-E3E7-4174-8BC4-5C9A3AD637E4}" destId="{A5FEEC69-21F3-426B-9085-CFD5682DC349}" srcOrd="4" destOrd="0" presId="urn:microsoft.com/office/officeart/2008/layout/VerticalCurvedList"/>
    <dgm:cxn modelId="{F6A0B2BA-19EC-4DB4-A08B-56A6C616D520}" type="presParOf" srcId="{A5FEEC69-21F3-426B-9085-CFD5682DC349}" destId="{31AE00E0-A58C-44A2-9AD8-E628BF197EEB}" srcOrd="0" destOrd="0" presId="urn:microsoft.com/office/officeart/2008/layout/VerticalCurvedList"/>
    <dgm:cxn modelId="{3A8E8593-9664-4412-ACEC-1C173F1BBEB8}" type="presParOf" srcId="{5329BB99-E3E7-4174-8BC4-5C9A3AD637E4}" destId="{76B8D8D1-5FBF-48B6-BE6F-E981C71A0627}" srcOrd="5" destOrd="0" presId="urn:microsoft.com/office/officeart/2008/layout/VerticalCurvedList"/>
    <dgm:cxn modelId="{CEBA19DC-9EBC-44E8-ADA8-67119360CFB7}" type="presParOf" srcId="{5329BB99-E3E7-4174-8BC4-5C9A3AD637E4}" destId="{9969A331-DE76-4993-9C76-A586C377214F}" srcOrd="6" destOrd="0" presId="urn:microsoft.com/office/officeart/2008/layout/VerticalCurvedList"/>
    <dgm:cxn modelId="{D93F6D9A-75F9-4265-9C90-5431A1617B25}" type="presParOf" srcId="{9969A331-DE76-4993-9C76-A586C377214F}" destId="{ED74E386-95C7-4CF8-9A15-3440322E1786}" srcOrd="0" destOrd="0" presId="urn:microsoft.com/office/officeart/2008/layout/VerticalCurvedList"/>
    <dgm:cxn modelId="{CEB07502-86D9-4E06-8F08-8253253D22B7}" type="presParOf" srcId="{5329BB99-E3E7-4174-8BC4-5C9A3AD637E4}" destId="{FE9B37EA-DE10-4E9B-BF9E-CA9A2D700838}" srcOrd="7" destOrd="0" presId="urn:microsoft.com/office/officeart/2008/layout/VerticalCurvedList"/>
    <dgm:cxn modelId="{65F3DF6E-9D85-410C-81BC-66CBFEC16A10}" type="presParOf" srcId="{5329BB99-E3E7-4174-8BC4-5C9A3AD637E4}" destId="{C1E7281A-0A0B-4C9C-9D22-E6CDC4DC6552}" srcOrd="8" destOrd="0" presId="urn:microsoft.com/office/officeart/2008/layout/VerticalCurvedList"/>
    <dgm:cxn modelId="{3E35CC9D-FBC5-4281-9215-86C0AAD2C871}" type="presParOf" srcId="{C1E7281A-0A0B-4C9C-9D22-E6CDC4DC6552}" destId="{B6865657-EF95-4EDE-8635-698AF88A82E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E0AD322-406B-4C6E-9958-434C9DB99E4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0CA7DADB-33EB-4B2D-9427-507303959D00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Software Quality Assurance</a:t>
          </a:r>
        </a:p>
      </dgm:t>
    </dgm:pt>
    <dgm:pt modelId="{F42E56EC-DAA3-4089-9682-2706D6CF1ADA}" type="parTrans" cxnId="{D5CADFE8-2880-4CF7-8272-39909D9D1183}">
      <dgm:prSet/>
      <dgm:spPr/>
      <dgm:t>
        <a:bodyPr/>
        <a:lstStyle/>
        <a:p>
          <a:endParaRPr lang="en-MY"/>
        </a:p>
      </dgm:t>
    </dgm:pt>
    <dgm:pt modelId="{951F16D2-D89F-45F5-87DE-3FD3602DD220}" type="sibTrans" cxnId="{D5CADFE8-2880-4CF7-8272-39909D9D1183}">
      <dgm:prSet/>
      <dgm:spPr/>
      <dgm:t>
        <a:bodyPr/>
        <a:lstStyle/>
        <a:p>
          <a:endParaRPr lang="en-MY"/>
        </a:p>
      </dgm:t>
    </dgm:pt>
    <dgm:pt modelId="{C737511A-7D30-4A4C-8AE7-2AC3AFB5860E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Software Quality Planning</a:t>
          </a:r>
        </a:p>
      </dgm:t>
    </dgm:pt>
    <dgm:pt modelId="{AF8FF423-1949-4DCD-9703-25B3F82EE017}" type="parTrans" cxnId="{26BDF5F6-D412-4DA8-95C8-7E7D2A9A2E60}">
      <dgm:prSet/>
      <dgm:spPr/>
      <dgm:t>
        <a:bodyPr/>
        <a:lstStyle/>
        <a:p>
          <a:endParaRPr lang="en-MY"/>
        </a:p>
      </dgm:t>
    </dgm:pt>
    <dgm:pt modelId="{44479C25-E380-4823-8E50-32203E9D2206}" type="sibTrans" cxnId="{26BDF5F6-D412-4DA8-95C8-7E7D2A9A2E60}">
      <dgm:prSet/>
      <dgm:spPr/>
      <dgm:t>
        <a:bodyPr/>
        <a:lstStyle/>
        <a:p>
          <a:endParaRPr lang="en-MY"/>
        </a:p>
      </dgm:t>
    </dgm:pt>
    <dgm:pt modelId="{3E024264-A21B-4DC6-B87B-B1DB840F6D46}">
      <dgm:prSet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Software </a:t>
          </a:r>
          <a:r>
            <a:rPr lang="en-US" dirty="0">
              <a:solidFill>
                <a:schemeClr val="tx1"/>
              </a:solidFill>
            </a:rPr>
            <a:t>Quality Control</a:t>
          </a:r>
        </a:p>
      </dgm:t>
    </dgm:pt>
    <dgm:pt modelId="{0BE8651C-456C-4201-BC6F-EFAA487A44A0}" type="parTrans" cxnId="{7853DF15-8851-4D29-9735-C3AD2F44F94E}">
      <dgm:prSet/>
      <dgm:spPr/>
      <dgm:t>
        <a:bodyPr/>
        <a:lstStyle/>
        <a:p>
          <a:endParaRPr lang="en-MY"/>
        </a:p>
      </dgm:t>
    </dgm:pt>
    <dgm:pt modelId="{EB1BE74F-CE78-4951-92F2-EE0E8F632DB0}" type="sibTrans" cxnId="{7853DF15-8851-4D29-9735-C3AD2F44F94E}">
      <dgm:prSet/>
      <dgm:spPr/>
      <dgm:t>
        <a:bodyPr/>
        <a:lstStyle/>
        <a:p>
          <a:endParaRPr lang="en-MY"/>
        </a:p>
      </dgm:t>
    </dgm:pt>
    <dgm:pt modelId="{C4EC509E-533A-4C7C-BE84-470B80BE6CF1}" type="pres">
      <dgm:prSet presAssocID="{8E0AD322-406B-4C6E-9958-434C9DB99E4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FBE18DB-49B7-48CE-9252-5B61863BBEEF}" type="pres">
      <dgm:prSet presAssocID="{0CA7DADB-33EB-4B2D-9427-507303959D00}" presName="parentLin" presStyleCnt="0"/>
      <dgm:spPr/>
    </dgm:pt>
    <dgm:pt modelId="{12DB1F0F-EC5E-490F-ABC1-0C4B4EFB412D}" type="pres">
      <dgm:prSet presAssocID="{0CA7DADB-33EB-4B2D-9427-507303959D00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3870EB02-B647-4AAC-8A33-843E35C4CE6B}" type="pres">
      <dgm:prSet presAssocID="{0CA7DADB-33EB-4B2D-9427-507303959D00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57D48D-5004-43E2-9287-06668AEF5F70}" type="pres">
      <dgm:prSet presAssocID="{0CA7DADB-33EB-4B2D-9427-507303959D00}" presName="negativeSpace" presStyleCnt="0"/>
      <dgm:spPr/>
    </dgm:pt>
    <dgm:pt modelId="{FDE4F23F-BA5A-41A0-AE93-A6B41AECC3B6}" type="pres">
      <dgm:prSet presAssocID="{0CA7DADB-33EB-4B2D-9427-507303959D00}" presName="childText" presStyleLbl="conFgAcc1" presStyleIdx="0" presStyleCnt="3">
        <dgm:presLayoutVars>
          <dgm:bulletEnabled val="1"/>
        </dgm:presLayoutVars>
      </dgm:prSet>
      <dgm:spPr/>
    </dgm:pt>
    <dgm:pt modelId="{ADB7455F-EA1A-46D7-BC61-E0925828EEB1}" type="pres">
      <dgm:prSet presAssocID="{951F16D2-D89F-45F5-87DE-3FD3602DD220}" presName="spaceBetweenRectangles" presStyleCnt="0"/>
      <dgm:spPr/>
    </dgm:pt>
    <dgm:pt modelId="{57DA7B39-328F-4981-ACB2-598B46104271}" type="pres">
      <dgm:prSet presAssocID="{C737511A-7D30-4A4C-8AE7-2AC3AFB5860E}" presName="parentLin" presStyleCnt="0"/>
      <dgm:spPr/>
    </dgm:pt>
    <dgm:pt modelId="{5572FDB9-5504-4C57-83EA-79917C1EA93A}" type="pres">
      <dgm:prSet presAssocID="{C737511A-7D30-4A4C-8AE7-2AC3AFB5860E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F62EE431-4DE1-405B-9DD1-44D8733EBEB2}" type="pres">
      <dgm:prSet presAssocID="{C737511A-7D30-4A4C-8AE7-2AC3AFB5860E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63204C-BF93-4125-8737-F9BB012F899A}" type="pres">
      <dgm:prSet presAssocID="{C737511A-7D30-4A4C-8AE7-2AC3AFB5860E}" presName="negativeSpace" presStyleCnt="0"/>
      <dgm:spPr/>
    </dgm:pt>
    <dgm:pt modelId="{8BA89D65-C029-4674-8B64-86BDEA62A616}" type="pres">
      <dgm:prSet presAssocID="{C737511A-7D30-4A4C-8AE7-2AC3AFB5860E}" presName="childText" presStyleLbl="conFgAcc1" presStyleIdx="1" presStyleCnt="3">
        <dgm:presLayoutVars>
          <dgm:bulletEnabled val="1"/>
        </dgm:presLayoutVars>
      </dgm:prSet>
      <dgm:spPr/>
    </dgm:pt>
    <dgm:pt modelId="{CE77983E-3DE2-4D61-93D3-A1222F5BB5EF}" type="pres">
      <dgm:prSet presAssocID="{44479C25-E380-4823-8E50-32203E9D2206}" presName="spaceBetweenRectangles" presStyleCnt="0"/>
      <dgm:spPr/>
    </dgm:pt>
    <dgm:pt modelId="{183FF1A7-074E-4689-80BC-C205DD6F4BFB}" type="pres">
      <dgm:prSet presAssocID="{3E024264-A21B-4DC6-B87B-B1DB840F6D46}" presName="parentLin" presStyleCnt="0"/>
      <dgm:spPr/>
    </dgm:pt>
    <dgm:pt modelId="{17DE8D64-7BAC-4D7E-8AEF-CD0218543F75}" type="pres">
      <dgm:prSet presAssocID="{3E024264-A21B-4DC6-B87B-B1DB840F6D46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01CDFAD4-94AE-402D-B2B6-98501D689B16}" type="pres">
      <dgm:prSet presAssocID="{3E024264-A21B-4DC6-B87B-B1DB840F6D46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A2D1E3-64E8-40F0-98D2-BEBE4950B869}" type="pres">
      <dgm:prSet presAssocID="{3E024264-A21B-4DC6-B87B-B1DB840F6D46}" presName="negativeSpace" presStyleCnt="0"/>
      <dgm:spPr/>
    </dgm:pt>
    <dgm:pt modelId="{EBA8EC5B-E964-47AD-9B9C-C366658CB28D}" type="pres">
      <dgm:prSet presAssocID="{3E024264-A21B-4DC6-B87B-B1DB840F6D4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80A7D0D-6F7B-4F5A-85FA-0BCD001B455B}" type="presOf" srcId="{3E024264-A21B-4DC6-B87B-B1DB840F6D46}" destId="{01CDFAD4-94AE-402D-B2B6-98501D689B16}" srcOrd="1" destOrd="0" presId="urn:microsoft.com/office/officeart/2005/8/layout/list1"/>
    <dgm:cxn modelId="{C93E0B34-D830-4601-924B-A0D39D425B7D}" type="presOf" srcId="{C737511A-7D30-4A4C-8AE7-2AC3AFB5860E}" destId="{F62EE431-4DE1-405B-9DD1-44D8733EBEB2}" srcOrd="1" destOrd="0" presId="urn:microsoft.com/office/officeart/2005/8/layout/list1"/>
    <dgm:cxn modelId="{26BDF5F6-D412-4DA8-95C8-7E7D2A9A2E60}" srcId="{8E0AD322-406B-4C6E-9958-434C9DB99E46}" destId="{C737511A-7D30-4A4C-8AE7-2AC3AFB5860E}" srcOrd="1" destOrd="0" parTransId="{AF8FF423-1949-4DCD-9703-25B3F82EE017}" sibTransId="{44479C25-E380-4823-8E50-32203E9D2206}"/>
    <dgm:cxn modelId="{A2BA4822-45AF-41B4-A813-416C0F74BDC2}" type="presOf" srcId="{0CA7DADB-33EB-4B2D-9427-507303959D00}" destId="{12DB1F0F-EC5E-490F-ABC1-0C4B4EFB412D}" srcOrd="0" destOrd="0" presId="urn:microsoft.com/office/officeart/2005/8/layout/list1"/>
    <dgm:cxn modelId="{127F25AB-EEF4-4F44-AB9E-3851416A9EAF}" type="presOf" srcId="{3E024264-A21B-4DC6-B87B-B1DB840F6D46}" destId="{17DE8D64-7BAC-4D7E-8AEF-CD0218543F75}" srcOrd="0" destOrd="0" presId="urn:microsoft.com/office/officeart/2005/8/layout/list1"/>
    <dgm:cxn modelId="{CFB73C0A-46E5-4752-B0EB-720F8ED1A4F1}" type="presOf" srcId="{8E0AD322-406B-4C6E-9958-434C9DB99E46}" destId="{C4EC509E-533A-4C7C-BE84-470B80BE6CF1}" srcOrd="0" destOrd="0" presId="urn:microsoft.com/office/officeart/2005/8/layout/list1"/>
    <dgm:cxn modelId="{D5CADFE8-2880-4CF7-8272-39909D9D1183}" srcId="{8E0AD322-406B-4C6E-9958-434C9DB99E46}" destId="{0CA7DADB-33EB-4B2D-9427-507303959D00}" srcOrd="0" destOrd="0" parTransId="{F42E56EC-DAA3-4089-9682-2706D6CF1ADA}" sibTransId="{951F16D2-D89F-45F5-87DE-3FD3602DD220}"/>
    <dgm:cxn modelId="{E38FEC13-A38A-4F42-B828-AB89B9113DAD}" type="presOf" srcId="{0CA7DADB-33EB-4B2D-9427-507303959D00}" destId="{3870EB02-B647-4AAC-8A33-843E35C4CE6B}" srcOrd="1" destOrd="0" presId="urn:microsoft.com/office/officeart/2005/8/layout/list1"/>
    <dgm:cxn modelId="{B3824A90-E527-4278-90BD-F44DA81F34E4}" type="presOf" srcId="{C737511A-7D30-4A4C-8AE7-2AC3AFB5860E}" destId="{5572FDB9-5504-4C57-83EA-79917C1EA93A}" srcOrd="0" destOrd="0" presId="urn:microsoft.com/office/officeart/2005/8/layout/list1"/>
    <dgm:cxn modelId="{7853DF15-8851-4D29-9735-C3AD2F44F94E}" srcId="{8E0AD322-406B-4C6E-9958-434C9DB99E46}" destId="{3E024264-A21B-4DC6-B87B-B1DB840F6D46}" srcOrd="2" destOrd="0" parTransId="{0BE8651C-456C-4201-BC6F-EFAA487A44A0}" sibTransId="{EB1BE74F-CE78-4951-92F2-EE0E8F632DB0}"/>
    <dgm:cxn modelId="{E912F552-9291-4A18-A753-57DD1E453702}" type="presParOf" srcId="{C4EC509E-533A-4C7C-BE84-470B80BE6CF1}" destId="{FFBE18DB-49B7-48CE-9252-5B61863BBEEF}" srcOrd="0" destOrd="0" presId="urn:microsoft.com/office/officeart/2005/8/layout/list1"/>
    <dgm:cxn modelId="{F6491179-820C-4D06-B448-23747B3B6B83}" type="presParOf" srcId="{FFBE18DB-49B7-48CE-9252-5B61863BBEEF}" destId="{12DB1F0F-EC5E-490F-ABC1-0C4B4EFB412D}" srcOrd="0" destOrd="0" presId="urn:microsoft.com/office/officeart/2005/8/layout/list1"/>
    <dgm:cxn modelId="{11F1BE19-EA17-4448-B0B6-492792328FB5}" type="presParOf" srcId="{FFBE18DB-49B7-48CE-9252-5B61863BBEEF}" destId="{3870EB02-B647-4AAC-8A33-843E35C4CE6B}" srcOrd="1" destOrd="0" presId="urn:microsoft.com/office/officeart/2005/8/layout/list1"/>
    <dgm:cxn modelId="{BA77EB8E-D18B-4F04-8EF9-6C827D31AC4C}" type="presParOf" srcId="{C4EC509E-533A-4C7C-BE84-470B80BE6CF1}" destId="{5F57D48D-5004-43E2-9287-06668AEF5F70}" srcOrd="1" destOrd="0" presId="urn:microsoft.com/office/officeart/2005/8/layout/list1"/>
    <dgm:cxn modelId="{F72409C2-C3D1-4E6F-925F-EA5E07E5FBAB}" type="presParOf" srcId="{C4EC509E-533A-4C7C-BE84-470B80BE6CF1}" destId="{FDE4F23F-BA5A-41A0-AE93-A6B41AECC3B6}" srcOrd="2" destOrd="0" presId="urn:microsoft.com/office/officeart/2005/8/layout/list1"/>
    <dgm:cxn modelId="{AE88A501-304A-47A8-8FE2-EA612BFE02FB}" type="presParOf" srcId="{C4EC509E-533A-4C7C-BE84-470B80BE6CF1}" destId="{ADB7455F-EA1A-46D7-BC61-E0925828EEB1}" srcOrd="3" destOrd="0" presId="urn:microsoft.com/office/officeart/2005/8/layout/list1"/>
    <dgm:cxn modelId="{713D3AA5-83E5-46D0-9DAA-1EE90906D10B}" type="presParOf" srcId="{C4EC509E-533A-4C7C-BE84-470B80BE6CF1}" destId="{57DA7B39-328F-4981-ACB2-598B46104271}" srcOrd="4" destOrd="0" presId="urn:microsoft.com/office/officeart/2005/8/layout/list1"/>
    <dgm:cxn modelId="{A9924CAA-30FF-4506-ABE6-A771CF3AC4F0}" type="presParOf" srcId="{57DA7B39-328F-4981-ACB2-598B46104271}" destId="{5572FDB9-5504-4C57-83EA-79917C1EA93A}" srcOrd="0" destOrd="0" presId="urn:microsoft.com/office/officeart/2005/8/layout/list1"/>
    <dgm:cxn modelId="{1E8EB291-8E87-4F8C-BE44-33D614F6F915}" type="presParOf" srcId="{57DA7B39-328F-4981-ACB2-598B46104271}" destId="{F62EE431-4DE1-405B-9DD1-44D8733EBEB2}" srcOrd="1" destOrd="0" presId="urn:microsoft.com/office/officeart/2005/8/layout/list1"/>
    <dgm:cxn modelId="{6014577B-1982-4F41-BF93-5012BBF4E837}" type="presParOf" srcId="{C4EC509E-533A-4C7C-BE84-470B80BE6CF1}" destId="{ED63204C-BF93-4125-8737-F9BB012F899A}" srcOrd="5" destOrd="0" presId="urn:microsoft.com/office/officeart/2005/8/layout/list1"/>
    <dgm:cxn modelId="{10E3E0DF-3BCB-488E-A525-5AF8A3899E11}" type="presParOf" srcId="{C4EC509E-533A-4C7C-BE84-470B80BE6CF1}" destId="{8BA89D65-C029-4674-8B64-86BDEA62A616}" srcOrd="6" destOrd="0" presId="urn:microsoft.com/office/officeart/2005/8/layout/list1"/>
    <dgm:cxn modelId="{91FCC8CA-D8C6-41FB-83F4-786B8E17E539}" type="presParOf" srcId="{C4EC509E-533A-4C7C-BE84-470B80BE6CF1}" destId="{CE77983E-3DE2-4D61-93D3-A1222F5BB5EF}" srcOrd="7" destOrd="0" presId="urn:microsoft.com/office/officeart/2005/8/layout/list1"/>
    <dgm:cxn modelId="{D55AC15E-94AC-483B-BEA1-E39937BA7942}" type="presParOf" srcId="{C4EC509E-533A-4C7C-BE84-470B80BE6CF1}" destId="{183FF1A7-074E-4689-80BC-C205DD6F4BFB}" srcOrd="8" destOrd="0" presId="urn:microsoft.com/office/officeart/2005/8/layout/list1"/>
    <dgm:cxn modelId="{CBCC45B1-CBF4-43AB-9379-37BF66A60EFD}" type="presParOf" srcId="{183FF1A7-074E-4689-80BC-C205DD6F4BFB}" destId="{17DE8D64-7BAC-4D7E-8AEF-CD0218543F75}" srcOrd="0" destOrd="0" presId="urn:microsoft.com/office/officeart/2005/8/layout/list1"/>
    <dgm:cxn modelId="{335D96F0-DAF2-4A65-A530-868FDEEAAF55}" type="presParOf" srcId="{183FF1A7-074E-4689-80BC-C205DD6F4BFB}" destId="{01CDFAD4-94AE-402D-B2B6-98501D689B16}" srcOrd="1" destOrd="0" presId="urn:microsoft.com/office/officeart/2005/8/layout/list1"/>
    <dgm:cxn modelId="{80FF1606-37D4-49F3-AA93-2FEBE6DF5F03}" type="presParOf" srcId="{C4EC509E-533A-4C7C-BE84-470B80BE6CF1}" destId="{97A2D1E3-64E8-40F0-98D2-BEBE4950B869}" srcOrd="9" destOrd="0" presId="urn:microsoft.com/office/officeart/2005/8/layout/list1"/>
    <dgm:cxn modelId="{5EB6E6E7-E922-4206-9E9B-7116D2546FA9}" type="presParOf" srcId="{C4EC509E-533A-4C7C-BE84-470B80BE6CF1}" destId="{EBA8EC5B-E964-47AD-9B9C-C366658CB28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3E47F476-161E-4A04-A0FB-965A0EEB43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32E49AB-875B-42C8-941C-0DE0DBD2D3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6B955-9ABA-47D4-BA0F-43D209E6DE06}" type="datetimeFigureOut">
              <a:rPr lang="en-US" smtClean="0"/>
              <a:t>10/24/2023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3EFBA4A-EC84-4A1C-951D-F76333FEEC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0085306-E124-4DA3-9455-10E28A78FE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AA0D8-202C-4D3D-887A-429ECB6FF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406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44E13-67E5-4E7F-A8CF-255C59A6950E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851E7-1DC5-4351-9DA8-DDCF3E23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205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C719D9-CCCC-479C-8E5B-B4668CC71D86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612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C719D9-CCCC-479C-8E5B-B4668CC71D86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363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C719D9-CCCC-479C-8E5B-B4668CC71D86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608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C719D9-CCCC-479C-8E5B-B4668CC71D86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957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C719D9-CCCC-479C-8E5B-B4668CC71D86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567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C719D9-CCCC-479C-8E5B-B4668CC71D86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302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8" name="L-Shape 17">
            <a:extLst>
              <a:ext uri="{FF2B5EF4-FFF2-40B4-BE49-F238E27FC236}">
                <a16:creationId xmlns:a16="http://schemas.microsoft.com/office/drawing/2014/main" xmlns="" id="{79965FD7-DA9A-4AFB-B8C8-34AC1FEE9F72}"/>
              </a:ext>
            </a:extLst>
          </p:cNvPr>
          <p:cNvSpPr/>
          <p:nvPr userDrawn="1"/>
        </p:nvSpPr>
        <p:spPr>
          <a:xfrm flipV="1">
            <a:off x="887674" y="726883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L-Shape 19">
            <a:extLst>
              <a:ext uri="{FF2B5EF4-FFF2-40B4-BE49-F238E27FC236}">
                <a16:creationId xmlns:a16="http://schemas.microsoft.com/office/drawing/2014/main" xmlns="" id="{92465177-72B9-4DCF-8F98-0C79F3EE32EC}"/>
              </a:ext>
            </a:extLst>
          </p:cNvPr>
          <p:cNvSpPr/>
          <p:nvPr userDrawn="1"/>
        </p:nvSpPr>
        <p:spPr>
          <a:xfrm rot="10800000" flipV="1">
            <a:off x="8532326" y="1820272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L-Shape 21">
            <a:extLst>
              <a:ext uri="{FF2B5EF4-FFF2-40B4-BE49-F238E27FC236}">
                <a16:creationId xmlns:a16="http://schemas.microsoft.com/office/drawing/2014/main" xmlns="" id="{B5516E7A-AEB0-4772-8098-8B0F8B5F1126}"/>
              </a:ext>
            </a:extLst>
          </p:cNvPr>
          <p:cNvSpPr/>
          <p:nvPr userDrawn="1"/>
        </p:nvSpPr>
        <p:spPr>
          <a:xfrm flipV="1">
            <a:off x="752858" y="609652"/>
            <a:ext cx="3152309" cy="4408489"/>
          </a:xfrm>
          <a:prstGeom prst="corner">
            <a:avLst>
              <a:gd name="adj1" fmla="val 6149"/>
              <a:gd name="adj2" fmla="val 68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L-Shape 22">
            <a:extLst>
              <a:ext uri="{FF2B5EF4-FFF2-40B4-BE49-F238E27FC236}">
                <a16:creationId xmlns:a16="http://schemas.microsoft.com/office/drawing/2014/main" xmlns="" id="{E864F603-D3F0-4241-9005-3F6C3BD62BEF}"/>
              </a:ext>
            </a:extLst>
          </p:cNvPr>
          <p:cNvSpPr/>
          <p:nvPr userDrawn="1"/>
        </p:nvSpPr>
        <p:spPr>
          <a:xfrm flipH="1">
            <a:off x="8286318" y="1685652"/>
            <a:ext cx="3152309" cy="4408489"/>
          </a:xfrm>
          <a:prstGeom prst="corner">
            <a:avLst>
              <a:gd name="adj1" fmla="val 6773"/>
              <a:gd name="adj2" fmla="val 68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8407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CBEFB83C-E1EC-41AC-BFF6-9D094E2D43C6}"/>
              </a:ext>
            </a:extLst>
          </p:cNvPr>
          <p:cNvCxnSpPr/>
          <p:nvPr userDrawn="1"/>
        </p:nvCxnSpPr>
        <p:spPr>
          <a:xfrm>
            <a:off x="1465008" y="1445344"/>
            <a:ext cx="9468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02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L-Shape 6">
            <a:extLst>
              <a:ext uri="{FF2B5EF4-FFF2-40B4-BE49-F238E27FC236}">
                <a16:creationId xmlns:a16="http://schemas.microsoft.com/office/drawing/2014/main" xmlns="" id="{BF5B4C6D-2825-4690-8D32-39CBF5E0F7E6}"/>
              </a:ext>
            </a:extLst>
          </p:cNvPr>
          <p:cNvSpPr/>
          <p:nvPr userDrawn="1"/>
        </p:nvSpPr>
        <p:spPr>
          <a:xfrm rot="10800000" flipV="1">
            <a:off x="8532326" y="1820272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L-Shape 7">
            <a:extLst>
              <a:ext uri="{FF2B5EF4-FFF2-40B4-BE49-F238E27FC236}">
                <a16:creationId xmlns:a16="http://schemas.microsoft.com/office/drawing/2014/main" xmlns="" id="{DFD43940-6D78-4E75-BDB6-8792768BB894}"/>
              </a:ext>
            </a:extLst>
          </p:cNvPr>
          <p:cNvSpPr/>
          <p:nvPr userDrawn="1"/>
        </p:nvSpPr>
        <p:spPr>
          <a:xfrm flipH="1">
            <a:off x="8286318" y="1685652"/>
            <a:ext cx="3152309" cy="4408489"/>
          </a:xfrm>
          <a:prstGeom prst="corner">
            <a:avLst>
              <a:gd name="adj1" fmla="val 5837"/>
              <a:gd name="adj2" fmla="val 6502"/>
            </a:avLst>
          </a:prstGeom>
          <a:solidFill>
            <a:srgbClr val="EFEDE3"/>
          </a:solidFill>
          <a:ln>
            <a:solidFill>
              <a:srgbClr val="EFEDE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3963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93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L-Shape 9">
            <a:extLst>
              <a:ext uri="{FF2B5EF4-FFF2-40B4-BE49-F238E27FC236}">
                <a16:creationId xmlns:a16="http://schemas.microsoft.com/office/drawing/2014/main" xmlns="" id="{91236E78-C797-4C31-BA0C-DB193BAF6D2D}"/>
              </a:ext>
            </a:extLst>
          </p:cNvPr>
          <p:cNvSpPr/>
          <p:nvPr userDrawn="1"/>
        </p:nvSpPr>
        <p:spPr>
          <a:xfrm rot="10800000" flipV="1">
            <a:off x="8391654" y="1873024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L-Shape 10">
            <a:extLst>
              <a:ext uri="{FF2B5EF4-FFF2-40B4-BE49-F238E27FC236}">
                <a16:creationId xmlns:a16="http://schemas.microsoft.com/office/drawing/2014/main" xmlns="" id="{BFA658F0-F295-40A9-8BA8-1F6CBDFBBE09}"/>
              </a:ext>
            </a:extLst>
          </p:cNvPr>
          <p:cNvSpPr/>
          <p:nvPr userDrawn="1"/>
        </p:nvSpPr>
        <p:spPr>
          <a:xfrm flipH="1">
            <a:off x="8152968" y="1752327"/>
            <a:ext cx="3152309" cy="4408489"/>
          </a:xfrm>
          <a:prstGeom prst="corner">
            <a:avLst>
              <a:gd name="adj1" fmla="val 7085"/>
              <a:gd name="adj2" fmla="val 775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56514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97113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7034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pPr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20A2BD38-4A6C-44EB-900D-A3E3AE37854F}"/>
              </a:ext>
            </a:extLst>
          </p:cNvPr>
          <p:cNvSpPr/>
          <p:nvPr userDrawn="1"/>
        </p:nvSpPr>
        <p:spPr>
          <a:xfrm>
            <a:off x="6581723" y="404614"/>
            <a:ext cx="5191176" cy="60487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36000">
                <a:schemeClr val="tx2"/>
              </a:gs>
              <a:gs pos="69000">
                <a:schemeClr val="tx2">
                  <a:lumMod val="75000"/>
                </a:schemeClr>
              </a:gs>
              <a:gs pos="97000">
                <a:schemeClr val="tx2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L-Shape 8">
            <a:extLst>
              <a:ext uri="{FF2B5EF4-FFF2-40B4-BE49-F238E27FC236}">
                <a16:creationId xmlns:a16="http://schemas.microsoft.com/office/drawing/2014/main" xmlns="" id="{CB430D22-8AAF-444F-A6CE-7C02859083DF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516927" y="335049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L-Shape 9">
            <a:extLst>
              <a:ext uri="{FF2B5EF4-FFF2-40B4-BE49-F238E27FC236}">
                <a16:creationId xmlns:a16="http://schemas.microsoft.com/office/drawing/2014/main" xmlns="" id="{0D8BA010-8544-4718-9EA3-B0248C963FD4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5085711" y="33029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L-Shape 10">
            <a:extLst>
              <a:ext uri="{FF2B5EF4-FFF2-40B4-BE49-F238E27FC236}">
                <a16:creationId xmlns:a16="http://schemas.microsoft.com/office/drawing/2014/main" xmlns="" id="{C0FFB550-21A6-456B-BA1A-EF145674866C}"/>
              </a:ext>
            </a:extLst>
          </p:cNvPr>
          <p:cNvSpPr>
            <a:spLocks noChangeAspect="1"/>
          </p:cNvSpPr>
          <p:nvPr userDrawn="1"/>
        </p:nvSpPr>
        <p:spPr>
          <a:xfrm>
            <a:off x="522817" y="1476927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xmlns="" id="{70EF88E9-8CAC-422B-A9A6-D9FD1F17DAE2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5081769" y="148200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0709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pPr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Rectangle: Diagonal Corners Snipped 10">
            <a:extLst>
              <a:ext uri="{FF2B5EF4-FFF2-40B4-BE49-F238E27FC236}">
                <a16:creationId xmlns:a16="http://schemas.microsoft.com/office/drawing/2014/main" xmlns="" id="{836AFDEB-3C72-49E0-9B45-DC9EFBA6587F}"/>
              </a:ext>
            </a:extLst>
          </p:cNvPr>
          <p:cNvSpPr/>
          <p:nvPr userDrawn="1"/>
        </p:nvSpPr>
        <p:spPr bwMode="white">
          <a:xfrm>
            <a:off x="507591" y="409286"/>
            <a:ext cx="5270049" cy="5945780"/>
          </a:xfrm>
          <a:prstGeom prst="snip2DiagRect">
            <a:avLst>
              <a:gd name="adj1" fmla="val 0"/>
              <a:gd name="adj2" fmla="val 10697"/>
            </a:avLst>
          </a:pr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L-Shape 8">
            <a:extLst>
              <a:ext uri="{FF2B5EF4-FFF2-40B4-BE49-F238E27FC236}">
                <a16:creationId xmlns:a16="http://schemas.microsoft.com/office/drawing/2014/main" xmlns="" id="{26A5AA85-E28D-4647-B000-742C83A8047D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6845770" y="372071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0" name="L-Shape 9">
            <a:extLst>
              <a:ext uri="{FF2B5EF4-FFF2-40B4-BE49-F238E27FC236}">
                <a16:creationId xmlns:a16="http://schemas.microsoft.com/office/drawing/2014/main" xmlns="" id="{C3CD9875-0A2E-4F4D-ACB7-87DD98EED9D0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11058438" y="5819525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1" name="L-Shape 10">
            <a:extLst>
              <a:ext uri="{FF2B5EF4-FFF2-40B4-BE49-F238E27FC236}">
                <a16:creationId xmlns:a16="http://schemas.microsoft.com/office/drawing/2014/main" xmlns="" id="{CC096F9F-3AD4-4FC8-823F-DBD962E2E1C6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1021316" y="361496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xmlns="" id="{9CFFEAD0-9992-49A8-A068-3357E08CD7C0}"/>
              </a:ext>
            </a:extLst>
          </p:cNvPr>
          <p:cNvSpPr>
            <a:spLocks noChangeAspect="1"/>
          </p:cNvSpPr>
          <p:nvPr userDrawn="1"/>
        </p:nvSpPr>
        <p:spPr>
          <a:xfrm>
            <a:off x="6865431" y="5819524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D470145D-417E-4648-AB08-0A7974A629E0}"/>
              </a:ext>
            </a:extLst>
          </p:cNvPr>
          <p:cNvCxnSpPr/>
          <p:nvPr userDrawn="1"/>
        </p:nvCxnSpPr>
        <p:spPr>
          <a:xfrm>
            <a:off x="7118556" y="1789472"/>
            <a:ext cx="428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027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21629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4345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5858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9368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9186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6719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579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20A2BD38-4A6C-44EB-900D-A3E3AE37854F}"/>
              </a:ext>
            </a:extLst>
          </p:cNvPr>
          <p:cNvSpPr/>
          <p:nvPr userDrawn="1"/>
        </p:nvSpPr>
        <p:spPr>
          <a:xfrm>
            <a:off x="6581723" y="404614"/>
            <a:ext cx="5191176" cy="60487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36000">
                <a:schemeClr val="tx2"/>
              </a:gs>
              <a:gs pos="69000">
                <a:schemeClr val="tx2">
                  <a:lumMod val="75000"/>
                </a:schemeClr>
              </a:gs>
              <a:gs pos="97000">
                <a:schemeClr val="tx2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 title="Background Shape"/>
          <p:cNvSpPr/>
          <p:nvPr/>
        </p:nvSpPr>
        <p:spPr>
          <a:xfrm>
            <a:off x="0" y="376"/>
            <a:ext cx="6096000" cy="68576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6246" y="400665"/>
            <a:ext cx="4858460" cy="1428136"/>
          </a:xfrm>
        </p:spPr>
        <p:txBody>
          <a:bodyPr anchor="ctr" anchorCtr="0">
            <a:no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6246" y="2113935"/>
            <a:ext cx="4858460" cy="4247186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246" y="6443554"/>
            <a:ext cx="132432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25377" y="6453386"/>
            <a:ext cx="2619329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87939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024000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xmlns="" id="{CB430D22-8AAF-444F-A6CE-7C02859083DF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516927" y="335049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L-Shape 22">
            <a:extLst>
              <a:ext uri="{FF2B5EF4-FFF2-40B4-BE49-F238E27FC236}">
                <a16:creationId xmlns:a16="http://schemas.microsoft.com/office/drawing/2014/main" xmlns="" id="{0D8BA010-8544-4718-9EA3-B0248C963FD4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5085711" y="33029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L-Shape 23">
            <a:extLst>
              <a:ext uri="{FF2B5EF4-FFF2-40B4-BE49-F238E27FC236}">
                <a16:creationId xmlns:a16="http://schemas.microsoft.com/office/drawing/2014/main" xmlns="" id="{C0FFB550-21A6-456B-BA1A-EF145674866C}"/>
              </a:ext>
            </a:extLst>
          </p:cNvPr>
          <p:cNvSpPr>
            <a:spLocks noChangeAspect="1"/>
          </p:cNvSpPr>
          <p:nvPr userDrawn="1"/>
        </p:nvSpPr>
        <p:spPr>
          <a:xfrm>
            <a:off x="522817" y="1476927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L-Shape 24">
            <a:extLst>
              <a:ext uri="{FF2B5EF4-FFF2-40B4-BE49-F238E27FC236}">
                <a16:creationId xmlns:a16="http://schemas.microsoft.com/office/drawing/2014/main" xmlns="" id="{70EF88E9-8CAC-422B-A9A6-D9FD1F17DAE2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5081769" y="148200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xmlns="" id="{ED439475-E625-4449-B42E-8F291D64A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360" y="518474"/>
            <a:ext cx="4910394" cy="5759777"/>
          </a:xfrm>
          <a:solidFill>
            <a:schemeClr val="bg2"/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lang="en-US" sz="1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lang="en-US" sz="18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lang="en-US" sz="16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lang="en-US"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lang="en-US" sz="14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marL="0" lvl="0" indent="0" algn="ctr">
              <a:buNone/>
            </a:pPr>
            <a:r>
              <a:rPr lang="en-US" noProof="0" smtClean="0"/>
              <a:t>Click to edit Master text styles</a:t>
            </a:r>
          </a:p>
          <a:p>
            <a:pPr marL="0" lvl="1" indent="0" algn="ctr">
              <a:buNone/>
            </a:pPr>
            <a:r>
              <a:rPr lang="en-US" noProof="0" smtClean="0"/>
              <a:t>Second level</a:t>
            </a:r>
          </a:p>
          <a:p>
            <a:pPr marL="0" lvl="2" indent="0" algn="ctr">
              <a:buNone/>
            </a:pPr>
            <a:r>
              <a:rPr lang="en-US" noProof="0" smtClean="0"/>
              <a:t>Third level</a:t>
            </a:r>
          </a:p>
          <a:p>
            <a:pPr marL="0" lvl="3" indent="0" algn="ctr">
              <a:buNone/>
            </a:pPr>
            <a:r>
              <a:rPr lang="en-US" noProof="0" smtClean="0"/>
              <a:t>Fourth level</a:t>
            </a:r>
          </a:p>
          <a:p>
            <a:pPr marL="0" lvl="4" indent="0" algn="ctr">
              <a:buNone/>
            </a:pPr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866020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-1" y="376"/>
            <a:ext cx="6234898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xmlns="" id="{836AFDEB-3C72-49E0-9B45-DC9EFBA6587F}"/>
              </a:ext>
            </a:extLst>
          </p:cNvPr>
          <p:cNvSpPr/>
          <p:nvPr userDrawn="1"/>
        </p:nvSpPr>
        <p:spPr bwMode="white">
          <a:xfrm>
            <a:off x="507591" y="409286"/>
            <a:ext cx="5270049" cy="5945780"/>
          </a:xfrm>
          <a:prstGeom prst="snip2DiagRect">
            <a:avLst>
              <a:gd name="adj1" fmla="val 0"/>
              <a:gd name="adj2" fmla="val 10697"/>
            </a:avLst>
          </a:pr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30776" y="477366"/>
            <a:ext cx="4644000" cy="1341602"/>
          </a:xfrm>
        </p:spPr>
        <p:txBody>
          <a:bodyPr anchor="ctr" anchorCtr="0">
            <a:norm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0775" y="1966451"/>
            <a:ext cx="4644001" cy="4388615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7591" y="6453386"/>
            <a:ext cx="120457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0396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234897" y="-376"/>
            <a:ext cx="144000" cy="68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xmlns="" id="{26A5AA85-E28D-4647-B000-742C83A8047D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6845770" y="372071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3" name="L-Shape 12">
            <a:extLst>
              <a:ext uri="{FF2B5EF4-FFF2-40B4-BE49-F238E27FC236}">
                <a16:creationId xmlns:a16="http://schemas.microsoft.com/office/drawing/2014/main" xmlns="" id="{C3CD9875-0A2E-4F4D-ACB7-87DD98EED9D0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11058438" y="5819525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D57F3340-8A42-40F0-BF5B-EEF6E3E88E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6246" y="668595"/>
            <a:ext cx="4646651" cy="5383413"/>
          </a:xfrm>
          <a:custGeom>
            <a:avLst/>
            <a:gdLst>
              <a:gd name="connsiteX0" fmla="*/ 0 w 4646651"/>
              <a:gd name="connsiteY0" fmla="*/ 0 h 5383413"/>
              <a:gd name="connsiteX1" fmla="*/ 4168046 w 4646651"/>
              <a:gd name="connsiteY1" fmla="*/ 0 h 5383413"/>
              <a:gd name="connsiteX2" fmla="*/ 4646651 w 4646651"/>
              <a:gd name="connsiteY2" fmla="*/ 478605 h 5383413"/>
              <a:gd name="connsiteX3" fmla="*/ 4646651 w 4646651"/>
              <a:gd name="connsiteY3" fmla="*/ 5383413 h 5383413"/>
              <a:gd name="connsiteX4" fmla="*/ 478605 w 4646651"/>
              <a:gd name="connsiteY4" fmla="*/ 5383413 h 5383413"/>
              <a:gd name="connsiteX5" fmla="*/ 0 w 4646651"/>
              <a:gd name="connsiteY5" fmla="*/ 4904808 h 5383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6651" h="5383413">
                <a:moveTo>
                  <a:pt x="0" y="0"/>
                </a:moveTo>
                <a:lnTo>
                  <a:pt x="4168046" y="0"/>
                </a:lnTo>
                <a:lnTo>
                  <a:pt x="4646651" y="478605"/>
                </a:lnTo>
                <a:lnTo>
                  <a:pt x="4646651" y="5383413"/>
                </a:lnTo>
                <a:lnTo>
                  <a:pt x="478605" y="5383413"/>
                </a:lnTo>
                <a:lnTo>
                  <a:pt x="0" y="4904808"/>
                </a:lnTo>
                <a:close/>
              </a:path>
            </a:pathLst>
          </a:custGeom>
          <a:ln w="57150">
            <a:solidFill>
              <a:schemeClr val="bg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0" name="L-Shape 19">
            <a:extLst>
              <a:ext uri="{FF2B5EF4-FFF2-40B4-BE49-F238E27FC236}">
                <a16:creationId xmlns:a16="http://schemas.microsoft.com/office/drawing/2014/main" xmlns="" id="{CC096F9F-3AD4-4FC8-823F-DBD962E2E1C6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1021316" y="361496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xmlns="" id="{9CFFEAD0-9992-49A8-A068-3357E08CD7C0}"/>
              </a:ext>
            </a:extLst>
          </p:cNvPr>
          <p:cNvSpPr>
            <a:spLocks noChangeAspect="1"/>
          </p:cNvSpPr>
          <p:nvPr userDrawn="1"/>
        </p:nvSpPr>
        <p:spPr>
          <a:xfrm>
            <a:off x="6865431" y="5819524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D470145D-417E-4648-AB08-0A7974A629E0}"/>
              </a:ext>
            </a:extLst>
          </p:cNvPr>
          <p:cNvCxnSpPr/>
          <p:nvPr userDrawn="1"/>
        </p:nvCxnSpPr>
        <p:spPr>
          <a:xfrm>
            <a:off x="7118556" y="1789472"/>
            <a:ext cx="428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789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8" name="Rectangle 17" title="Side bar">
            <a:extLst>
              <a:ext uri="{FF2B5EF4-FFF2-40B4-BE49-F238E27FC236}">
                <a16:creationId xmlns:a16="http://schemas.microsoft.com/office/drawing/2014/main" xmlns="" id="{FFA7AFEF-D97A-4A94-A884-7F95E91332B7}"/>
              </a:ext>
            </a:extLst>
          </p:cNvPr>
          <p:cNvSpPr/>
          <p:nvPr userDrawn="1"/>
        </p:nvSpPr>
        <p:spPr>
          <a:xfrm>
            <a:off x="622095" y="0"/>
            <a:ext cx="144000" cy="68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736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71" r:id="rId17"/>
    <p:sldLayoutId id="2147483672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1889FE-7B85-40C7-8441-909223A9B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762000"/>
            <a:ext cx="7766936" cy="1169831"/>
          </a:xfrm>
        </p:spPr>
        <p:txBody>
          <a:bodyPr/>
          <a:lstStyle/>
          <a:p>
            <a:pPr algn="l"/>
            <a:r>
              <a:rPr lang="en-US" sz="3600" dirty="0" smtClean="0">
                <a:solidFill>
                  <a:schemeClr val="tx1"/>
                </a:solidFill>
              </a:rPr>
              <a:t>Software Quality Engineering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87DC842-2DF4-46F3-AEC5-E38386DA6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5190" y="3863719"/>
            <a:ext cx="7766936" cy="1096899"/>
          </a:xfrm>
        </p:spPr>
        <p:txBody>
          <a:bodyPr>
            <a:noAutofit/>
          </a:bodyPr>
          <a:lstStyle/>
          <a:p>
            <a:pPr>
              <a:defRPr/>
            </a:pPr>
            <a:endParaRPr lang="en-US" sz="16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600" dirty="0" smtClean="0">
                <a:solidFill>
                  <a:schemeClr val="tx1"/>
                </a:solidFill>
              </a:rPr>
              <a:t>By</a:t>
            </a:r>
            <a:r>
              <a:rPr lang="en-US" sz="1600" smtClean="0">
                <a:solidFill>
                  <a:schemeClr val="tx1"/>
                </a:solidFill>
              </a:rPr>
              <a:t>: Engr. Dr</a:t>
            </a:r>
            <a:r>
              <a:rPr lang="en-US" sz="1600" dirty="0" smtClean="0">
                <a:solidFill>
                  <a:schemeClr val="tx1"/>
                </a:solidFill>
              </a:rPr>
              <a:t>. </a:t>
            </a:r>
            <a:r>
              <a:rPr lang="en-US" sz="1600" dirty="0">
                <a:solidFill>
                  <a:schemeClr val="tx1"/>
                </a:solidFill>
              </a:rPr>
              <a:t>Sumaira </a:t>
            </a:r>
            <a:r>
              <a:rPr lang="en-US" sz="1600" dirty="0" err="1" smtClean="0">
                <a:solidFill>
                  <a:schemeClr val="tx1"/>
                </a:solidFill>
              </a:rPr>
              <a:t>Nazir</a:t>
            </a:r>
            <a:endParaRPr lang="en-US" sz="1600" dirty="0" smtClean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600" dirty="0" smtClean="0">
                <a:solidFill>
                  <a:schemeClr val="tx1"/>
                </a:solidFill>
              </a:rPr>
              <a:t>Assistant Professor</a:t>
            </a:r>
          </a:p>
          <a:p>
            <a:pPr>
              <a:defRPr/>
            </a:pPr>
            <a:r>
              <a:rPr lang="en-US" sz="1600" dirty="0" smtClean="0">
                <a:solidFill>
                  <a:schemeClr val="tx1"/>
                </a:solidFill>
              </a:rPr>
              <a:t>Department of Software Engineering</a:t>
            </a:r>
          </a:p>
          <a:p>
            <a:pPr>
              <a:defRPr/>
            </a:pPr>
            <a:r>
              <a:rPr lang="en-US" sz="1600" dirty="0" smtClean="0">
                <a:solidFill>
                  <a:schemeClr val="tx1"/>
                </a:solidFill>
              </a:rPr>
              <a:t>National University of Modern Languages Islamabad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67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4678FA-EF91-4FC9-B1E6-C8722ADA6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313" y="145576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Testing, Quality Assurance, and Software Quality Engineering</a:t>
            </a:r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D31421-E728-47DC-B5C9-3956EF63C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4313" y="1737508"/>
            <a:ext cx="8596668" cy="4485871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A02020"/>
                </a:solidFill>
              </a:rPr>
              <a:t>By running the software system or executing its prescribed functions, testers can determine if the observed system behavior conforms to its specifications or requirements.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FF"/>
                </a:solidFill>
              </a:rPr>
              <a:t>Beyond testing, there are many other QA alternatives supported by related techniques and activities, such as </a:t>
            </a:r>
            <a:r>
              <a:rPr lang="en-US" sz="2400" dirty="0" smtClean="0">
                <a:solidFill>
                  <a:srgbClr val="0000FF"/>
                </a:solidFill>
              </a:rPr>
              <a:t>inspections and reviews etc.</a:t>
            </a:r>
            <a:endParaRPr lang="en-US" sz="2400" dirty="0">
              <a:solidFill>
                <a:srgbClr val="0000FF"/>
              </a:solidFill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In addition, all these QA activities need to be managed in an engineering process i.e. software quality engineering process.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</a:rPr>
              <a:t>In the software quality engineering process quality goals are set early in the product development, and strategies for QA are selected, carried out, and monitored to achieve pre-set quality goals.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000FF"/>
              </a:solidFill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A02020"/>
              </a:solidFill>
            </a:endParaRPr>
          </a:p>
          <a:p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1402130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1379E3-9A1B-48E5-894B-D8FDE7160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961" y="131928"/>
            <a:ext cx="8596668" cy="1320800"/>
          </a:xfrm>
        </p:spPr>
        <p:txBody>
          <a:bodyPr>
            <a:normAutofit fontScale="90000"/>
          </a:bodyPr>
          <a:lstStyle/>
          <a:p>
            <a:pPr algn="just"/>
            <a:r>
              <a:rPr lang="en-US" sz="4800" dirty="0">
                <a:solidFill>
                  <a:schemeClr val="tx1"/>
                </a:solidFill>
              </a:rPr>
              <a:t>Testing, Quality Assurance, and Software Quality </a:t>
            </a:r>
            <a:r>
              <a:rPr lang="en-US" sz="4800" dirty="0" smtClean="0">
                <a:solidFill>
                  <a:schemeClr val="tx1"/>
                </a:solidFill>
              </a:rPr>
              <a:t>Engineering </a:t>
            </a:r>
            <a:endParaRPr lang="en-MY" dirty="0">
              <a:solidFill>
                <a:schemeClr val="tx1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DD24A559-9FC1-4E93-8263-55AD1CC161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85" t="6943" b="4096"/>
          <a:stretch/>
        </p:blipFill>
        <p:spPr>
          <a:xfrm>
            <a:off x="2828499" y="1985768"/>
            <a:ext cx="5576454" cy="421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617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2847DE-10F9-4936-B71B-AF145B1A0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256" y="568657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Why Software Quality Engineering?</a:t>
            </a:r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A71E60E-133E-4421-BE29-4D62B4E28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256" y="1889457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Why </a:t>
            </a:r>
            <a:r>
              <a:rPr lang="en-US" sz="2400" dirty="0">
                <a:solidFill>
                  <a:schemeClr val="tx1"/>
                </a:solidFill>
              </a:rPr>
              <a:t>software? 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Because in contemporary social life software, systems and services rendered by software are omnipresent, beginning with the watches we wear, ending with nuclear electricity plants or spaceships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Why quality? 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Because if these instances of software work without the required quality we may be late, dead, or lost in space.</a:t>
            </a:r>
          </a:p>
          <a:p>
            <a:pPr lvl="1" algn="just"/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86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2847DE-10F9-4936-B71B-AF145B1A0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313" y="609600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Why Software Quality Engineering</a:t>
            </a:r>
            <a:r>
              <a:rPr lang="en-US" dirty="0" smtClean="0">
                <a:solidFill>
                  <a:schemeClr val="tx1"/>
                </a:solidFill>
              </a:rPr>
              <a:t>? Cont.</a:t>
            </a:r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A71E60E-133E-4421-BE29-4D62B4E28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9848" y="1560087"/>
            <a:ext cx="8596668" cy="3880773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endParaRPr lang="en-US" i="1" dirty="0">
              <a:solidFill>
                <a:schemeClr val="tx1"/>
              </a:solidFill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Why engineering? 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As in every technical domain, it is engineering that transforms ideas into products, it is the verified and validated set of “to-dos” that help develop the product that not only has required functionalities but also executes them correctly</a:t>
            </a:r>
            <a:endParaRPr 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72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2847DE-10F9-4936-B71B-AF145B1A0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257" y="609600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Why Software Quality Engineering? Cont.</a:t>
            </a:r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A71E60E-133E-4421-BE29-4D62B4E28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257" y="1930400"/>
            <a:ext cx="8596668" cy="3880773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endParaRPr lang="en-US" sz="2400" i="1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Software quality engineering (SQE) includes all technical and management functions that determine the quality policy, objectives, and responsibility for software life-cycle work products whether they are part of the product to be delivered or not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10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AB9A4A-52BA-4B85-8435-807360D0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552" y="322997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Software Quality </a:t>
            </a:r>
            <a:r>
              <a:rPr lang="en-US" dirty="0" smtClean="0">
                <a:solidFill>
                  <a:schemeClr val="tx1"/>
                </a:solidFill>
              </a:rPr>
              <a:t>Engineering and Software Development</a:t>
            </a:r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2CEC8D-F7CF-4491-994B-6B69B9F85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2552" y="1914929"/>
            <a:ext cx="8596668" cy="4131029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sz="3800" dirty="0">
                <a:solidFill>
                  <a:schemeClr val="tx1"/>
                </a:solidFill>
              </a:rPr>
              <a:t>Software Quality Engineering runs parallel to the Software development </a:t>
            </a:r>
            <a:r>
              <a:rPr lang="en-US" sz="3800" dirty="0" smtClean="0">
                <a:solidFill>
                  <a:schemeClr val="tx1"/>
                </a:solidFill>
              </a:rPr>
              <a:t>process</a:t>
            </a:r>
          </a:p>
          <a:p>
            <a:pPr lvl="1" algn="just"/>
            <a:r>
              <a:rPr lang="en-US" sz="2900" dirty="0" smtClean="0">
                <a:solidFill>
                  <a:schemeClr val="tx1"/>
                </a:solidFill>
              </a:rPr>
              <a:t>Specifications</a:t>
            </a:r>
            <a:endParaRPr lang="en-US" sz="2900" dirty="0">
              <a:solidFill>
                <a:schemeClr val="tx1"/>
              </a:solidFill>
            </a:endParaRPr>
          </a:p>
          <a:p>
            <a:pPr lvl="2" algn="just"/>
            <a:r>
              <a:rPr lang="en-US" sz="2900" dirty="0">
                <a:solidFill>
                  <a:schemeClr val="tx1"/>
                </a:solidFill>
              </a:rPr>
              <a:t>The correctness, completeness, and consistency of the requirements model will have a strong influence on the quality of all work products that follow</a:t>
            </a:r>
          </a:p>
          <a:p>
            <a:pPr lvl="1" algn="just"/>
            <a:r>
              <a:rPr lang="en-US" sz="2900" dirty="0">
                <a:solidFill>
                  <a:schemeClr val="tx1"/>
                </a:solidFill>
              </a:rPr>
              <a:t>Design</a:t>
            </a:r>
          </a:p>
          <a:p>
            <a:pPr lvl="2" algn="just"/>
            <a:r>
              <a:rPr lang="en-US" sz="2900" dirty="0">
                <a:solidFill>
                  <a:schemeClr val="tx1"/>
                </a:solidFill>
              </a:rPr>
              <a:t>Every element of the design model should be assessed by the software team to ensure that it exhibits high quality and that the design itself conforms to requirements</a:t>
            </a:r>
          </a:p>
          <a:p>
            <a:pPr lvl="1" algn="just"/>
            <a:r>
              <a:rPr lang="en-US" sz="2900" dirty="0">
                <a:solidFill>
                  <a:schemeClr val="tx1"/>
                </a:solidFill>
              </a:rPr>
              <a:t>Construction</a:t>
            </a:r>
          </a:p>
          <a:p>
            <a:pPr lvl="2" algn="just"/>
            <a:r>
              <a:rPr lang="en-US" sz="2900" dirty="0">
                <a:solidFill>
                  <a:schemeClr val="tx1"/>
                </a:solidFill>
              </a:rPr>
              <a:t>Source code and related work products (e.g., other descriptive information) must conform to local coding standards and exhibit characteristics that will facilitate maintainability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29554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6670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tx1"/>
                </a:solidFill>
              </a:rPr>
              <a:t>Software Quality Engineering Functions</a:t>
            </a:r>
          </a:p>
        </p:txBody>
      </p:sp>
    </p:spTree>
    <p:extLst>
      <p:ext uri="{BB962C8B-B14F-4D97-AF65-F5344CB8AC3E}">
        <p14:creationId xmlns:p14="http://schemas.microsoft.com/office/powerpoint/2010/main" val="414619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313" y="636896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Software </a:t>
            </a:r>
            <a:r>
              <a:rPr lang="en-US" b="0" dirty="0" smtClean="0">
                <a:solidFill>
                  <a:schemeClr val="tx1"/>
                </a:solidFill>
              </a:rPr>
              <a:t>Quality </a:t>
            </a:r>
            <a:r>
              <a:rPr lang="en-US" b="0" dirty="0">
                <a:solidFill>
                  <a:schemeClr val="tx1"/>
                </a:solidFill>
              </a:rPr>
              <a:t>Engineering </a:t>
            </a:r>
            <a:r>
              <a:rPr lang="en-US" b="0" dirty="0" smtClean="0">
                <a:solidFill>
                  <a:schemeClr val="tx1"/>
                </a:solidFill>
              </a:rPr>
              <a:t>functions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F4564841-D4F3-4391-970F-231561E084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1846549"/>
              </p:ext>
            </p:extLst>
          </p:nvPr>
        </p:nvGraphicFramePr>
        <p:xfrm>
          <a:off x="2346325" y="1846264"/>
          <a:ext cx="75438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794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7017" y="787021"/>
            <a:ext cx="9640373" cy="1320800"/>
          </a:xfrm>
        </p:spPr>
        <p:txBody>
          <a:bodyPr>
            <a:normAutofit/>
          </a:bodyPr>
          <a:lstStyle/>
          <a:p>
            <a:r>
              <a:rPr lang="en-US" b="0" dirty="0" smtClean="0">
                <a:solidFill>
                  <a:schemeClr val="tx1"/>
                </a:solidFill>
              </a:rPr>
              <a:t>Software Quality </a:t>
            </a:r>
            <a:r>
              <a:rPr lang="en-US" b="0" dirty="0">
                <a:solidFill>
                  <a:schemeClr val="tx1"/>
                </a:solidFill>
              </a:rPr>
              <a:t>Engineering functions Cont</a:t>
            </a:r>
            <a:r>
              <a:rPr lang="en-US" b="0" dirty="0" smtClean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F4564841-D4F3-4391-970F-231561E084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0012830"/>
              </p:ext>
            </p:extLst>
          </p:nvPr>
        </p:nvGraphicFramePr>
        <p:xfrm>
          <a:off x="2346325" y="1846264"/>
          <a:ext cx="75438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799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7960" y="827964"/>
            <a:ext cx="9517543" cy="1320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Software Quality Engineering functions Cont.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F4564841-D4F3-4391-970F-231561E084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2699367"/>
              </p:ext>
            </p:extLst>
          </p:nvPr>
        </p:nvGraphicFramePr>
        <p:xfrm>
          <a:off x="2346325" y="1846264"/>
          <a:ext cx="75438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9772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7018" y="827965"/>
            <a:ext cx="9476600" cy="1320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Software Quality Engineering functions Cont.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F4564841-D4F3-4391-970F-231561E084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8996403"/>
              </p:ext>
            </p:extLst>
          </p:nvPr>
        </p:nvGraphicFramePr>
        <p:xfrm>
          <a:off x="2346325" y="1846264"/>
          <a:ext cx="75438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078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2426" y="839789"/>
            <a:ext cx="9517544" cy="1320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Software Quality Engineering functions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2426" y="1942224"/>
            <a:ext cx="8596668" cy="388077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These quality functions include, but are not limited to:</a:t>
            </a:r>
          </a:p>
          <a:p>
            <a:pPr lvl="1" algn="just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Setting quality goals for the project that support the organization’s business objectives;</a:t>
            </a:r>
          </a:p>
          <a:p>
            <a:pPr lvl="1" algn="just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Establishing and enforcing a quality policy;</a:t>
            </a:r>
          </a:p>
          <a:p>
            <a:pPr lvl="1" algn="just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Planning for quality (normally in the form of a Project Quality Plan</a:t>
            </a:r>
            <a:r>
              <a:rPr lang="en-US" sz="2800" dirty="0" smtClean="0">
                <a:solidFill>
                  <a:schemeClr val="tx1"/>
                </a:solidFill>
              </a:rPr>
              <a:t>);</a:t>
            </a:r>
          </a:p>
          <a:p>
            <a:pPr lvl="1" algn="just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Establishing the use of standards and procedures;</a:t>
            </a:r>
          </a:p>
          <a:p>
            <a:pPr lvl="1" algn="just">
              <a:lnSpc>
                <a:spcPct val="90000"/>
              </a:lnSpc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92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7018" y="705134"/>
            <a:ext cx="9476600" cy="1320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Software Quality Engineering functions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7018" y="2025934"/>
            <a:ext cx="8596668" cy="3880773"/>
          </a:xfrm>
        </p:spPr>
        <p:txBody>
          <a:bodyPr>
            <a:normAutofit fontScale="92500" lnSpcReduction="10000"/>
          </a:bodyPr>
          <a:lstStyle/>
          <a:p>
            <a:pPr lvl="1" algn="just"/>
            <a:r>
              <a:rPr lang="en-US" sz="2800" dirty="0">
                <a:solidFill>
                  <a:schemeClr val="tx1"/>
                </a:solidFill>
              </a:rPr>
              <a:t>Developing processes at the project and organizational level</a:t>
            </a:r>
            <a:r>
              <a:rPr lang="en-US" sz="2800" dirty="0" smtClean="0">
                <a:solidFill>
                  <a:schemeClr val="tx1"/>
                </a:solidFill>
              </a:rPr>
              <a:t>;</a:t>
            </a:r>
          </a:p>
          <a:p>
            <a:pPr lvl="1" algn="just"/>
            <a:r>
              <a:rPr lang="en-US" sz="2800" dirty="0" smtClean="0">
                <a:solidFill>
                  <a:schemeClr val="tx1"/>
                </a:solidFill>
              </a:rPr>
              <a:t>Performing </a:t>
            </a:r>
            <a:r>
              <a:rPr lang="en-US" sz="2800" dirty="0">
                <a:solidFill>
                  <a:schemeClr val="tx1"/>
                </a:solidFill>
              </a:rPr>
              <a:t>multiple levels of testing such as unit testing, integration testing, systems testing, acceptance testing, and regression testing;</a:t>
            </a:r>
          </a:p>
          <a:p>
            <a:pPr lvl="1" algn="just"/>
            <a:r>
              <a:rPr lang="en-US" sz="2800" dirty="0">
                <a:solidFill>
                  <a:schemeClr val="tx1"/>
                </a:solidFill>
              </a:rPr>
              <a:t>Conducting peer reviews throughout the product life cycle;</a:t>
            </a:r>
          </a:p>
          <a:p>
            <a:pPr lvl="1" algn="just"/>
            <a:r>
              <a:rPr lang="en-US" sz="2800" dirty="0">
                <a:solidFill>
                  <a:schemeClr val="tx1"/>
                </a:solidFill>
              </a:rPr>
              <a:t>Designing in quality factors such as maintainability, expandability, and reliability;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27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9722" y="677839"/>
            <a:ext cx="9503896" cy="1320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Software Quality Engineering functions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9722" y="1998639"/>
            <a:ext cx="8596668" cy="3880773"/>
          </a:xfrm>
        </p:spPr>
        <p:txBody>
          <a:bodyPr/>
          <a:lstStyle/>
          <a:p>
            <a:pPr lvl="1" algn="just"/>
            <a:r>
              <a:rPr lang="en-US" sz="2400" dirty="0">
                <a:solidFill>
                  <a:schemeClr val="tx1"/>
                </a:solidFill>
              </a:rPr>
              <a:t>Conducting quality audits or objective evaluations with respect to product quality;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Providing visibility into the process and product quality for management and practitioners through quality reporting;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Ensuring noncompliance issues are resolved before the product is delivered to the customer</a:t>
            </a:r>
            <a:r>
              <a:rPr lang="en-US" sz="2400" dirty="0" smtClean="0">
                <a:solidFill>
                  <a:schemeClr val="tx1"/>
                </a:solidFill>
              </a:rPr>
              <a:t>;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Conducting objective evaluations of customer and maintenance documentation;</a:t>
            </a:r>
          </a:p>
          <a:p>
            <a:pPr lvl="1" algn="just"/>
            <a:endParaRPr lang="en-US" sz="2400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53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3369" y="636895"/>
            <a:ext cx="9449305" cy="1320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Software Quality Engineering functions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3369" y="1957695"/>
            <a:ext cx="8596668" cy="3880773"/>
          </a:xfrm>
        </p:spPr>
        <p:txBody>
          <a:bodyPr>
            <a:normAutofit fontScale="92500"/>
          </a:bodyPr>
          <a:lstStyle/>
          <a:p>
            <a:pPr lvl="1" algn="just"/>
            <a:r>
              <a:rPr lang="en-US" sz="2800" dirty="0" smtClean="0">
                <a:solidFill>
                  <a:schemeClr val="tx1"/>
                </a:solidFill>
              </a:rPr>
              <a:t>Implementing </a:t>
            </a:r>
            <a:r>
              <a:rPr lang="en-US" sz="2800" dirty="0">
                <a:solidFill>
                  <a:schemeClr val="tx1"/>
                </a:solidFill>
              </a:rPr>
              <a:t>configuration management functions;</a:t>
            </a:r>
          </a:p>
          <a:p>
            <a:pPr lvl="1" algn="just"/>
            <a:r>
              <a:rPr lang="en-US" sz="2800" dirty="0">
                <a:solidFill>
                  <a:schemeClr val="tx1"/>
                </a:solidFill>
              </a:rPr>
              <a:t>Improve both product and process quality</a:t>
            </a:r>
            <a:r>
              <a:rPr lang="en-US" sz="2800" dirty="0" smtClean="0">
                <a:solidFill>
                  <a:schemeClr val="tx1"/>
                </a:solidFill>
              </a:rPr>
              <a:t>;</a:t>
            </a:r>
          </a:p>
          <a:p>
            <a:pPr lvl="1" algn="just"/>
            <a:r>
              <a:rPr lang="en-US" sz="2800" dirty="0" smtClean="0">
                <a:solidFill>
                  <a:schemeClr val="tx1"/>
                </a:solidFill>
              </a:rPr>
              <a:t>Conducting </a:t>
            </a:r>
            <a:r>
              <a:rPr lang="en-US" sz="2800" dirty="0">
                <a:solidFill>
                  <a:schemeClr val="tx1"/>
                </a:solidFill>
              </a:rPr>
              <a:t>appropriate verification functions to show that the product meets the requirements;</a:t>
            </a:r>
          </a:p>
          <a:p>
            <a:pPr lvl="1" algn="just"/>
            <a:r>
              <a:rPr lang="en-US" sz="2800" dirty="0">
                <a:solidFill>
                  <a:schemeClr val="tx1"/>
                </a:solidFill>
              </a:rPr>
              <a:t>Conducting appropriate validation functions to show that the product will work in the operational environment by the intended users.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44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6670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tx1"/>
                </a:solidFill>
              </a:rPr>
              <a:t>Software Quality Engineering Activities</a:t>
            </a:r>
          </a:p>
        </p:txBody>
      </p:sp>
    </p:spTree>
    <p:extLst>
      <p:ext uri="{BB962C8B-B14F-4D97-AF65-F5344CB8AC3E}">
        <p14:creationId xmlns:p14="http://schemas.microsoft.com/office/powerpoint/2010/main" val="411955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750DDE-0049-493D-82D6-BC5834EF2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919" y="800669"/>
            <a:ext cx="10814081" cy="13208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Software Quality Engineering Activities  </a:t>
            </a:r>
            <a:endParaRPr lang="en-MY" dirty="0">
              <a:solidFill>
                <a:schemeClr val="tx1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xmlns="" id="{F4991E76-C633-4BCF-9725-4567DB657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0896593"/>
              </p:ext>
            </p:extLst>
          </p:nvPr>
        </p:nvGraphicFramePr>
        <p:xfrm>
          <a:off x="2346325" y="1846264"/>
          <a:ext cx="75438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AE082F7-34DD-4AF7-B6C5-399D6EFC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1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0FA373-FC71-43C5-B962-D433940CCD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05DA89-9689-4EB7-83A3-32913C232C3C}">
  <ds:schemaRefs>
    <ds:schemaRef ds:uri="http://schemas.openxmlformats.org/package/2006/metadata/core-properties"/>
    <ds:schemaRef ds:uri="http://schemas.microsoft.com/office/infopath/2007/PartnerControls"/>
    <ds:schemaRef ds:uri="71af3243-3dd4-4a8d-8c0d-dd76da1f02a5"/>
    <ds:schemaRef ds:uri="http://www.w3.org/XML/1998/namespace"/>
    <ds:schemaRef ds:uri="http://purl.org/dc/terms/"/>
    <ds:schemaRef ds:uri="http://purl.org/dc/elements/1.1/"/>
    <ds:schemaRef ds:uri="http://schemas.microsoft.com/office/2006/documentManagement/types"/>
    <ds:schemaRef ds:uri="16c05727-aa75-4e4a-9b5f-8a80a1165891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6F44E19-6F9C-40C6-8F6B-82886B9019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754</Words>
  <Application>Microsoft Office PowerPoint</Application>
  <PresentationFormat>Widescreen</PresentationFormat>
  <Paragraphs>87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Trebuchet MS</vt:lpstr>
      <vt:lpstr>Wingdings</vt:lpstr>
      <vt:lpstr>Wingdings 3</vt:lpstr>
      <vt:lpstr>Facet</vt:lpstr>
      <vt:lpstr>Software Quality Engineering</vt:lpstr>
      <vt:lpstr>Testing, Quality Assurance, and Software Quality Engineering</vt:lpstr>
      <vt:lpstr>Testing, Quality Assurance, and Software Quality Engineering </vt:lpstr>
      <vt:lpstr>Why Software Quality Engineering?</vt:lpstr>
      <vt:lpstr>Why Software Quality Engineering? Cont.</vt:lpstr>
      <vt:lpstr>Why Software Quality Engineering? Cont.</vt:lpstr>
      <vt:lpstr>Software Quality Engineering and Software Development</vt:lpstr>
      <vt:lpstr>Software Quality Engineering Functions</vt:lpstr>
      <vt:lpstr>Software Quality Engineering functions</vt:lpstr>
      <vt:lpstr>Software Quality Engineering functions Cont.</vt:lpstr>
      <vt:lpstr>Software Quality Engineering functions Cont.</vt:lpstr>
      <vt:lpstr>Software Quality Engineering functions Cont.</vt:lpstr>
      <vt:lpstr>Software Quality Engineering functions Cont.</vt:lpstr>
      <vt:lpstr>Software Quality Engineering functions Cont.</vt:lpstr>
      <vt:lpstr>Software Quality Engineering functions Cont.</vt:lpstr>
      <vt:lpstr>Software Quality Engineering functions Cont.</vt:lpstr>
      <vt:lpstr>Software Quality Engineering Activities</vt:lpstr>
      <vt:lpstr>Software Quality Engineering Activities 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2020-10-12T15:52:37Z</dcterms:created>
  <dcterms:modified xsi:type="dcterms:W3CDTF">2023-10-24T08:12:01Z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