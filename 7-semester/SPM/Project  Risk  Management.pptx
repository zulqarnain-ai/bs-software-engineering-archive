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1"/>
  </p:notesMasterIdLst>
  <p:handoutMasterIdLst>
    <p:handoutMasterId r:id="rId12"/>
  </p:handoutMasterIdLst>
  <p:sldIdLst>
    <p:sldId id="308" r:id="rId2"/>
    <p:sldId id="598" r:id="rId3"/>
    <p:sldId id="599" r:id="rId4"/>
    <p:sldId id="618" r:id="rId5"/>
    <p:sldId id="621" r:id="rId6"/>
    <p:sldId id="622" r:id="rId7"/>
    <p:sldId id="623" r:id="rId8"/>
    <p:sldId id="624" r:id="rId9"/>
    <p:sldId id="625" r:id="rId10"/>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4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132" autoAdjust="0"/>
  </p:normalViewPr>
  <p:slideViewPr>
    <p:cSldViewPr>
      <p:cViewPr varScale="1">
        <p:scale>
          <a:sx n="75" d="100"/>
          <a:sy n="75" d="100"/>
        </p:scale>
        <p:origin x="1428" y="3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4B210D1-BB10-4D3F-84EE-23EFEA341F4D}" type="datetimeFigureOut">
              <a:rPr lang="en-US" smtClean="0"/>
              <a:t>5/28/2025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9735464-44F0-47AE-8A8C-CFA2DB97902C}" type="slidenum">
              <a:rPr lang="en-US" smtClean="0"/>
              <a:t>‹#›</a:t>
            </a:fld>
            <a:endParaRPr lang="en-US"/>
          </a:p>
        </p:txBody>
      </p:sp>
    </p:spTree>
    <p:extLst>
      <p:ext uri="{BB962C8B-B14F-4D97-AF65-F5344CB8AC3E}">
        <p14:creationId xmlns:p14="http://schemas.microsoft.com/office/powerpoint/2010/main" val="773856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398C4478-F009-4084-AF5B-5BBC1C5391ED}" type="datetimeFigureOut">
              <a:rPr lang="en-US"/>
              <a:pPr>
                <a:defRPr/>
              </a:pPr>
              <a:t>5/28/2025</a:t>
            </a:fld>
            <a:endParaRPr lang="en-AU"/>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AU"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4AE8BB69-AF1B-45E0-A550-DEEAC09AE992}" type="slidenum">
              <a:rPr lang="en-AU"/>
              <a:pPr>
                <a:defRPr/>
              </a:pPr>
              <a:t>‹#›</a:t>
            </a:fld>
            <a:endParaRPr lang="en-AU"/>
          </a:p>
        </p:txBody>
      </p:sp>
    </p:spTree>
    <p:extLst>
      <p:ext uri="{BB962C8B-B14F-4D97-AF65-F5344CB8AC3E}">
        <p14:creationId xmlns:p14="http://schemas.microsoft.com/office/powerpoint/2010/main" val="7458512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6D7BA362-69E2-4DDC-BADC-7B11D5BE817A}" type="datetimeFigureOut">
              <a:rPr lang="en-US"/>
              <a:pPr>
                <a:defRPr/>
              </a:pPr>
              <a:t>5/28/2025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DB08EB19-C617-4428-9A2B-3B89409218EA}"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6"/>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73722BA4-39B3-45A1-A7AC-1F3918C8D142}" type="datetimeFigureOut">
              <a:rPr lang="en-US"/>
              <a:pPr>
                <a:defRPr/>
              </a:pPr>
              <a:t>5/28/2025</a:t>
            </a:fld>
            <a:endParaRPr lang="en-AU"/>
          </a:p>
        </p:txBody>
      </p:sp>
      <p:sp>
        <p:nvSpPr>
          <p:cNvPr id="9" name="Footer Placeholder 4"/>
          <p:cNvSpPr>
            <a:spLocks noGrp="1"/>
          </p:cNvSpPr>
          <p:nvPr>
            <p:ph type="ftr" sz="quarter" idx="11"/>
          </p:nvPr>
        </p:nvSpPr>
        <p:spPr/>
        <p:txBody>
          <a:bodyPr/>
          <a:lstStyle>
            <a:lvl1pPr>
              <a:defRPr/>
            </a:lvl1pPr>
            <a:extLst/>
          </a:lstStyle>
          <a:p>
            <a:pPr>
              <a:defRPr/>
            </a:pPr>
            <a:endParaRPr lang="en-AU"/>
          </a:p>
        </p:txBody>
      </p:sp>
      <p:sp>
        <p:nvSpPr>
          <p:cNvPr id="10" name="Slide Number Placeholder 5"/>
          <p:cNvSpPr>
            <a:spLocks noGrp="1"/>
          </p:cNvSpPr>
          <p:nvPr>
            <p:ph type="sldNum" sz="quarter" idx="12"/>
          </p:nvPr>
        </p:nvSpPr>
        <p:spPr/>
        <p:txBody>
          <a:bodyPr/>
          <a:lstStyle>
            <a:lvl1pPr>
              <a:defRPr/>
            </a:lvl1pPr>
            <a:extLst/>
          </a:lstStyle>
          <a:p>
            <a:pPr>
              <a:defRPr/>
            </a:pPr>
            <a:fld id="{5E03B330-A60E-4F9A-B368-AA9E0D2C0C63}"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FAD928D8-2A07-4C9A-AC2B-B87C68A18E32}" type="datetimeFigureOut">
              <a:rPr lang="en-US"/>
              <a:pPr>
                <a:defRPr/>
              </a:pPr>
              <a:t>5/28/2025</a:t>
            </a:fld>
            <a:endParaRPr lang="en-AU"/>
          </a:p>
        </p:txBody>
      </p:sp>
      <p:sp>
        <p:nvSpPr>
          <p:cNvPr id="6" name="Footer Placeholder 9"/>
          <p:cNvSpPr>
            <a:spLocks noGrp="1"/>
          </p:cNvSpPr>
          <p:nvPr>
            <p:ph type="ftr" sz="quarter" idx="11"/>
          </p:nvPr>
        </p:nvSpPr>
        <p:spPr/>
        <p:txBody>
          <a:bodyPr/>
          <a:lstStyle>
            <a:lvl1pPr>
              <a:defRPr/>
            </a:lvl1pPr>
          </a:lstStyle>
          <a:p>
            <a:pPr>
              <a:defRPr/>
            </a:pPr>
            <a:endParaRPr lang="en-AU"/>
          </a:p>
        </p:txBody>
      </p:sp>
      <p:sp>
        <p:nvSpPr>
          <p:cNvPr id="7" name="Slide Number Placeholder 21"/>
          <p:cNvSpPr>
            <a:spLocks noGrp="1"/>
          </p:cNvSpPr>
          <p:nvPr>
            <p:ph type="sldNum" sz="quarter" idx="12"/>
          </p:nvPr>
        </p:nvSpPr>
        <p:spPr/>
        <p:txBody>
          <a:bodyPr/>
          <a:lstStyle>
            <a:lvl1pPr>
              <a:defRPr/>
            </a:lvl1pPr>
          </a:lstStyle>
          <a:p>
            <a:pPr>
              <a:defRPr/>
            </a:pPr>
            <a:fld id="{09FB0840-58FB-42AE-B722-DA08D68A1B7A}"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97E289E5-BF1E-4F65-9039-EDEE690F93CE}" type="datetimeFigureOut">
              <a:rPr lang="en-US"/>
              <a:pPr>
                <a:defRPr/>
              </a:pPr>
              <a:t>5/28/2025</a:t>
            </a:fld>
            <a:endParaRPr lang="en-AU"/>
          </a:p>
        </p:txBody>
      </p:sp>
      <p:sp>
        <p:nvSpPr>
          <p:cNvPr id="8" name="Footer Placeholder 7"/>
          <p:cNvSpPr>
            <a:spLocks noGrp="1"/>
          </p:cNvSpPr>
          <p:nvPr>
            <p:ph type="ftr" sz="quarter" idx="11"/>
          </p:nvPr>
        </p:nvSpPr>
        <p:spPr/>
        <p:txBody>
          <a:bodyPr/>
          <a:lstStyle>
            <a:lvl1pPr>
              <a:defRPr/>
            </a:lvl1pPr>
            <a:extLst/>
          </a:lstStyle>
          <a:p>
            <a:pPr>
              <a:defRPr/>
            </a:pPr>
            <a:endParaRPr lang="en-AU"/>
          </a:p>
        </p:txBody>
      </p:sp>
      <p:sp>
        <p:nvSpPr>
          <p:cNvPr id="9" name="Slide Number Placeholder 8"/>
          <p:cNvSpPr>
            <a:spLocks noGrp="1"/>
          </p:cNvSpPr>
          <p:nvPr>
            <p:ph type="sldNum" sz="quarter" idx="12"/>
          </p:nvPr>
        </p:nvSpPr>
        <p:spPr/>
        <p:txBody>
          <a:bodyPr/>
          <a:lstStyle>
            <a:lvl1pPr>
              <a:defRPr/>
            </a:lvl1pPr>
            <a:extLst/>
          </a:lstStyle>
          <a:p>
            <a:pPr>
              <a:defRPr/>
            </a:pPr>
            <a:fld id="{96944B55-65F2-47D6-AA9A-06DBBEBDF1AA}"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E85752A6-4FF7-4D96-86DC-D5737A5BCD80}" type="datetimeFigureOut">
              <a:rPr lang="en-US"/>
              <a:pPr>
                <a:defRPr/>
              </a:pPr>
              <a:t>5/28/2025</a:t>
            </a:fld>
            <a:endParaRPr lang="en-AU"/>
          </a:p>
        </p:txBody>
      </p:sp>
      <p:sp>
        <p:nvSpPr>
          <p:cNvPr id="4" name="Footer Placeholder 9"/>
          <p:cNvSpPr>
            <a:spLocks noGrp="1"/>
          </p:cNvSpPr>
          <p:nvPr>
            <p:ph type="ftr" sz="quarter" idx="11"/>
          </p:nvPr>
        </p:nvSpPr>
        <p:spPr/>
        <p:txBody>
          <a:bodyPr/>
          <a:lstStyle>
            <a:lvl1pPr>
              <a:defRPr/>
            </a:lvl1pPr>
          </a:lstStyle>
          <a:p>
            <a:pPr>
              <a:defRPr/>
            </a:pPr>
            <a:endParaRPr lang="en-AU"/>
          </a:p>
        </p:txBody>
      </p:sp>
      <p:sp>
        <p:nvSpPr>
          <p:cNvPr id="5" name="Slide Number Placeholder 21"/>
          <p:cNvSpPr>
            <a:spLocks noGrp="1"/>
          </p:cNvSpPr>
          <p:nvPr>
            <p:ph type="sldNum" sz="quarter" idx="12"/>
          </p:nvPr>
        </p:nvSpPr>
        <p:spPr/>
        <p:txBody>
          <a:bodyPr/>
          <a:lstStyle>
            <a:lvl1pPr>
              <a:defRPr/>
            </a:lvl1pPr>
          </a:lstStyle>
          <a:p>
            <a:pPr>
              <a:defRPr/>
            </a:pPr>
            <a:fld id="{6787F683-B714-4840-9F7B-D54158E195FB}"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5"/>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076632DF-7466-44F8-B14F-7E352A8B1400}" type="datetimeFigureOut">
              <a:rPr lang="en-US"/>
              <a:pPr>
                <a:defRPr/>
              </a:pPr>
              <a:t>5/28/2025</a:t>
            </a:fld>
            <a:endParaRPr lang="en-AU"/>
          </a:p>
        </p:txBody>
      </p:sp>
      <p:sp>
        <p:nvSpPr>
          <p:cNvPr id="5" name="Footer Placeholder 2"/>
          <p:cNvSpPr>
            <a:spLocks noGrp="1"/>
          </p:cNvSpPr>
          <p:nvPr>
            <p:ph type="ftr" sz="quarter" idx="11"/>
          </p:nvPr>
        </p:nvSpPr>
        <p:spPr/>
        <p:txBody>
          <a:bodyPr/>
          <a:lstStyle>
            <a:lvl1pPr>
              <a:defRPr/>
            </a:lvl1pPr>
            <a:extLst/>
          </a:lstStyle>
          <a:p>
            <a:pPr>
              <a:defRPr/>
            </a:pPr>
            <a:endParaRPr lang="en-AU"/>
          </a:p>
        </p:txBody>
      </p:sp>
      <p:sp>
        <p:nvSpPr>
          <p:cNvPr id="6" name="Slide Number Placeholder 3"/>
          <p:cNvSpPr>
            <a:spLocks noGrp="1"/>
          </p:cNvSpPr>
          <p:nvPr>
            <p:ph type="sldNum" sz="quarter" idx="12"/>
          </p:nvPr>
        </p:nvSpPr>
        <p:spPr/>
        <p:txBody>
          <a:bodyPr/>
          <a:lstStyle>
            <a:lvl1pPr>
              <a:defRPr/>
            </a:lvl1pPr>
            <a:extLst/>
          </a:lstStyle>
          <a:p>
            <a:pPr>
              <a:defRPr/>
            </a:pPr>
            <a:fld id="{9B62068E-3DF5-4F07-A479-6ECFC5B4334B}"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2FF663F3-C0EA-42A8-9D3C-15DAC77F7ABD}" type="datetimeFigureOut">
              <a:rPr lang="en-US"/>
              <a:pPr>
                <a:defRPr/>
              </a:pPr>
              <a:t>5/28/2025</a:t>
            </a:fld>
            <a:endParaRPr lang="en-AU"/>
          </a:p>
        </p:txBody>
      </p:sp>
      <p:sp>
        <p:nvSpPr>
          <p:cNvPr id="6" name="Footer Placeholder 5"/>
          <p:cNvSpPr>
            <a:spLocks noGrp="1"/>
          </p:cNvSpPr>
          <p:nvPr>
            <p:ph type="ftr" sz="quarter" idx="11"/>
          </p:nvPr>
        </p:nvSpPr>
        <p:spPr/>
        <p:txBody>
          <a:bodyPr/>
          <a:lstStyle>
            <a:lvl1pPr>
              <a:defRPr/>
            </a:lvl1pPr>
            <a:extLst/>
          </a:lstStyle>
          <a:p>
            <a:pPr>
              <a:defRPr/>
            </a:pPr>
            <a:endParaRPr lang="en-AU"/>
          </a:p>
        </p:txBody>
      </p:sp>
      <p:sp>
        <p:nvSpPr>
          <p:cNvPr id="7" name="Slide Number Placeholder 6"/>
          <p:cNvSpPr>
            <a:spLocks noGrp="1"/>
          </p:cNvSpPr>
          <p:nvPr>
            <p:ph type="sldNum" sz="quarter" idx="12"/>
          </p:nvPr>
        </p:nvSpPr>
        <p:spPr/>
        <p:txBody>
          <a:bodyPr/>
          <a:lstStyle>
            <a:lvl1pPr>
              <a:defRPr/>
            </a:lvl1pPr>
            <a:extLst/>
          </a:lstStyle>
          <a:p>
            <a:pPr>
              <a:defRPr/>
            </a:pPr>
            <a:fld id="{B1A95174-CFA5-499D-88D0-D09D2FB1806C}"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Flowchart: Process 8"/>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9"/>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532F19D3-364E-4BE1-AB1D-9389337F1716}" type="datetimeFigureOut">
              <a:rPr lang="en-US"/>
              <a:pPr>
                <a:defRPr/>
              </a:pPr>
              <a:t>5/28/2025</a:t>
            </a:fld>
            <a:endParaRPr lang="en-AU"/>
          </a:p>
        </p:txBody>
      </p:sp>
      <p:sp>
        <p:nvSpPr>
          <p:cNvPr id="9" name="Footer Placeholder 5"/>
          <p:cNvSpPr>
            <a:spLocks noGrp="1"/>
          </p:cNvSpPr>
          <p:nvPr>
            <p:ph type="ftr" sz="quarter" idx="11"/>
          </p:nvPr>
        </p:nvSpPr>
        <p:spPr/>
        <p:txBody>
          <a:bodyPr/>
          <a:lstStyle>
            <a:lvl1pPr>
              <a:defRPr/>
            </a:lvl1pPr>
            <a:extLst/>
          </a:lstStyle>
          <a:p>
            <a:pPr>
              <a:defRPr/>
            </a:pPr>
            <a:endParaRPr lang="en-AU"/>
          </a:p>
        </p:txBody>
      </p:sp>
      <p:sp>
        <p:nvSpPr>
          <p:cNvPr id="10" name="Slide Number Placeholder 6"/>
          <p:cNvSpPr>
            <a:spLocks noGrp="1"/>
          </p:cNvSpPr>
          <p:nvPr>
            <p:ph type="sldNum" sz="quarter" idx="12"/>
          </p:nvPr>
        </p:nvSpPr>
        <p:spPr/>
        <p:txBody>
          <a:bodyPr/>
          <a:lstStyle>
            <a:lvl1pPr>
              <a:defRPr/>
            </a:lvl1pPr>
            <a:extLst/>
          </a:lstStyle>
          <a:p>
            <a:pPr>
              <a:defRPr/>
            </a:pPr>
            <a:fld id="{D314A49B-29C5-41E1-9157-AF7F5FD4ACA7}"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9659DBE8-5B23-4758-B47C-E9E341EE3328}" type="datetimeFigureOut">
              <a:rPr lang="en-US"/>
              <a:pPr>
                <a:defRPr/>
              </a:pPr>
              <a:t>5/28/2025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388FE86-17E6-4DB8-A3B4-0AF1C45D9DDE}"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4914BA9B-DFDF-4564-91A2-6DF83062B79A}" type="datetimeFigureOut">
              <a:rPr lang="en-US"/>
              <a:pPr>
                <a:defRPr/>
              </a:pPr>
              <a:t>5/28/2025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920A575-958F-452E-A13F-7BD0F68F6B47}"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23"/>
          <p:cNvSpPr>
            <a:spLocks noGrp="1"/>
          </p:cNvSpPr>
          <p:nvPr>
            <p:ph type="dt" sz="half" idx="10"/>
          </p:nvPr>
        </p:nvSpPr>
        <p:spPr/>
        <p:txBody>
          <a:bodyPr/>
          <a:lstStyle>
            <a:lvl1pPr>
              <a:defRPr/>
            </a:lvl1pPr>
          </a:lstStyle>
          <a:p>
            <a:pPr>
              <a:defRPr/>
            </a:pPr>
            <a:fld id="{14BD23C4-0CBE-41AD-9915-09C3EB7D8FC5}" type="datetimeFigureOut">
              <a:rPr lang="en-US"/>
              <a:pPr>
                <a:defRPr/>
              </a:pPr>
              <a:t>5/28/2025</a:t>
            </a:fld>
            <a:endParaRPr lang="en-AU"/>
          </a:p>
        </p:txBody>
      </p:sp>
      <p:sp>
        <p:nvSpPr>
          <p:cNvPr id="3" name="Footer Placeholder 9"/>
          <p:cNvSpPr>
            <a:spLocks noGrp="1"/>
          </p:cNvSpPr>
          <p:nvPr>
            <p:ph type="ftr" sz="quarter" idx="11"/>
          </p:nvPr>
        </p:nvSpPr>
        <p:spPr/>
        <p:txBody>
          <a:bodyPr/>
          <a:lstStyle>
            <a:lvl1pPr>
              <a:defRPr/>
            </a:lvl1pPr>
          </a:lstStyle>
          <a:p>
            <a:pPr>
              <a:defRPr/>
            </a:pPr>
            <a:endParaRPr lang="en-AU"/>
          </a:p>
        </p:txBody>
      </p:sp>
      <p:sp>
        <p:nvSpPr>
          <p:cNvPr id="4" name="Slide Number Placeholder 21"/>
          <p:cNvSpPr>
            <a:spLocks noGrp="1"/>
          </p:cNvSpPr>
          <p:nvPr>
            <p:ph type="sldNum" sz="quarter" idx="12"/>
          </p:nvPr>
        </p:nvSpPr>
        <p:spPr/>
        <p:txBody>
          <a:bodyPr/>
          <a:lstStyle>
            <a:lvl1pPr>
              <a:defRPr/>
            </a:lvl1pPr>
          </a:lstStyle>
          <a:p>
            <a:pPr>
              <a:defRPr/>
            </a:pPr>
            <a:fld id="{1AD7BE41-6580-421D-AAB4-199544DFCC6F}"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5/28/2025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111073"/>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defRPr>
            </a:lvl1pPr>
            <a:extLst/>
          </a:lstStyle>
          <a:p>
            <a:pPr>
              <a:defRPr/>
            </a:pPr>
            <a:fld id="{4674603B-BE21-4B82-834E-441265CC936A}" type="datetimeFigureOut">
              <a:rPr lang="en-US"/>
              <a:pPr>
                <a:defRPr/>
              </a:pPr>
              <a:t>5/28/2025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endParaRPr lang="en-AU"/>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5D2816C-7373-4FF3-9DF2-CB9F7B7A5FB2}" type="slidenum">
              <a:rPr lang="en-AU"/>
              <a:pPr>
                <a:defRPr/>
              </a:pPr>
              <a:t>‹#›</a:t>
            </a:fld>
            <a:endParaRPr lang="en-AU"/>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2" r:id="rId1"/>
    <p:sldLayoutId id="2147483708" r:id="rId2"/>
    <p:sldLayoutId id="2147483703" r:id="rId3"/>
    <p:sldLayoutId id="2147483709" r:id="rId4"/>
    <p:sldLayoutId id="2147483704" r:id="rId5"/>
    <p:sldLayoutId id="2147483710" r:id="rId6"/>
    <p:sldLayoutId id="2147483711" r:id="rId7"/>
    <p:sldLayoutId id="2147483712" r:id="rId8"/>
    <p:sldLayoutId id="2147483705" r:id="rId9"/>
    <p:sldLayoutId id="2147483706" r:id="rId10"/>
    <p:sldLayoutId id="2147483707" r:id="rId11"/>
    <p:sldLayoutId id="2147483713" r:id="rId12"/>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107504" y="236124"/>
            <a:ext cx="8893006" cy="1536692"/>
          </a:xfrm>
          <a:prstGeom prst="rect">
            <a:avLst/>
          </a:prstGeom>
          <a:solidFill>
            <a:schemeClr val="bg1">
              <a:lumMod val="65000"/>
            </a:schemeClr>
          </a:solidFill>
          <a:ln w="38100" algn="ctr">
            <a:solidFill>
              <a:schemeClr val="bg1">
                <a:lumMod val="50000"/>
              </a:schemeClr>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20" name="Text Box 5"/>
          <p:cNvSpPr txBox="1">
            <a:spLocks noChangeArrowheads="1"/>
          </p:cNvSpPr>
          <p:nvPr/>
        </p:nvSpPr>
        <p:spPr bwMode="auto">
          <a:xfrm>
            <a:off x="-108520" y="4301081"/>
            <a:ext cx="8568988" cy="1828800"/>
          </a:xfrm>
          <a:prstGeom prst="rect">
            <a:avLst/>
          </a:prstGeom>
          <a:noFill/>
          <a:ln w="9525">
            <a:noFill/>
            <a:miter lim="800000"/>
            <a:headEnd/>
            <a:tailEnd/>
          </a:ln>
        </p:spPr>
        <p:txBody>
          <a:bodyPr wrap="none"/>
          <a:lstStyle/>
          <a:p>
            <a:pPr marL="511175" indent="-279400" algn="ctr"/>
            <a:endParaRPr lang="en-US" sz="1200" dirty="0">
              <a:cs typeface="Times New Roman" pitchFamily="18" charset="0"/>
            </a:endParaRPr>
          </a:p>
          <a:p>
            <a:pPr marL="511175" indent="-279400" algn="r"/>
            <a:r>
              <a:rPr lang="en-US" dirty="0"/>
              <a:t>Dr. Sumaira Nazir</a:t>
            </a:r>
          </a:p>
          <a:p>
            <a:pPr marL="511175" indent="-279400" algn="r"/>
            <a:r>
              <a:rPr lang="en-US" dirty="0"/>
              <a:t>Department of Software Engineering</a:t>
            </a:r>
          </a:p>
          <a:p>
            <a:pPr marL="511175" indent="-279400" algn="r"/>
            <a:r>
              <a:rPr lang="en-US" dirty="0"/>
              <a:t>National University of Modern Languages, Islamabad</a:t>
            </a:r>
          </a:p>
          <a:p>
            <a:pPr marL="511175" indent="-279400" algn="ctr"/>
            <a:endParaRPr lang="en-US" dirty="0"/>
          </a:p>
        </p:txBody>
      </p:sp>
      <p:sp>
        <p:nvSpPr>
          <p:cNvPr id="2" name="TextBox 1">
            <a:extLst>
              <a:ext uri="{FF2B5EF4-FFF2-40B4-BE49-F238E27FC236}">
                <a16:creationId xmlns:a16="http://schemas.microsoft.com/office/drawing/2014/main" id="{E370068C-DD74-4ED8-9B03-A9F8221E847B}"/>
              </a:ext>
            </a:extLst>
          </p:cNvPr>
          <p:cNvSpPr txBox="1"/>
          <p:nvPr/>
        </p:nvSpPr>
        <p:spPr>
          <a:xfrm>
            <a:off x="269513" y="742860"/>
            <a:ext cx="8568987" cy="523220"/>
          </a:xfrm>
          <a:prstGeom prst="rect">
            <a:avLst/>
          </a:prstGeom>
          <a:noFill/>
        </p:spPr>
        <p:txBody>
          <a:bodyPr wrap="square" rtlCol="0">
            <a:spAutoFit/>
          </a:bodyPr>
          <a:lstStyle/>
          <a:p>
            <a:pPr algn="ctr"/>
            <a:r>
              <a:rPr lang="en-MY" sz="2800" b="1" dirty="0">
                <a:latin typeface="Times" panose="02020603060405020304" pitchFamily="18" charset="0"/>
              </a:rPr>
              <a:t>Software Project Management</a:t>
            </a:r>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Project Risk Management</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93369385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30EBD-AB2C-4C90-AA4E-0131EB891418}"/>
              </a:ext>
            </a:extLst>
          </p:cNvPr>
          <p:cNvSpPr>
            <a:spLocks noGrp="1"/>
          </p:cNvSpPr>
          <p:nvPr>
            <p:ph type="title"/>
          </p:nvPr>
        </p:nvSpPr>
        <p:spPr/>
        <p:txBody>
          <a:bodyPr/>
          <a:lstStyle/>
          <a:p>
            <a:r>
              <a:rPr lang="en-US" altLang="en-US" sz="4400" dirty="0"/>
              <a:t>Project Risk Management</a:t>
            </a:r>
            <a:endParaRPr lang="en-MY" dirty="0"/>
          </a:p>
        </p:txBody>
      </p:sp>
      <p:sp>
        <p:nvSpPr>
          <p:cNvPr id="3" name="Content Placeholder 2">
            <a:extLst>
              <a:ext uri="{FF2B5EF4-FFF2-40B4-BE49-F238E27FC236}">
                <a16:creationId xmlns:a16="http://schemas.microsoft.com/office/drawing/2014/main" id="{995C0CC6-EE5B-40E3-94AF-A3C982A7D687}"/>
              </a:ext>
            </a:extLst>
          </p:cNvPr>
          <p:cNvSpPr>
            <a:spLocks noGrp="1"/>
          </p:cNvSpPr>
          <p:nvPr>
            <p:ph idx="1"/>
          </p:nvPr>
        </p:nvSpPr>
        <p:spPr/>
        <p:txBody>
          <a:bodyPr/>
          <a:lstStyle/>
          <a:p>
            <a:pPr algn="just"/>
            <a:r>
              <a:rPr lang="en-US" dirty="0"/>
              <a:t>Project risk management is the art and science of identifying, analyzing, and responding to risk throughout the life of a project and in the best interests of meeting project objectives. </a:t>
            </a:r>
            <a:endParaRPr lang="en-MY" dirty="0"/>
          </a:p>
        </p:txBody>
      </p:sp>
    </p:spTree>
    <p:extLst>
      <p:ext uri="{BB962C8B-B14F-4D97-AF65-F5344CB8AC3E}">
        <p14:creationId xmlns:p14="http://schemas.microsoft.com/office/powerpoint/2010/main" val="844455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30EBD-AB2C-4C90-AA4E-0131EB891418}"/>
              </a:ext>
            </a:extLst>
          </p:cNvPr>
          <p:cNvSpPr>
            <a:spLocks noGrp="1"/>
          </p:cNvSpPr>
          <p:nvPr>
            <p:ph type="title"/>
          </p:nvPr>
        </p:nvSpPr>
        <p:spPr/>
        <p:txBody>
          <a:bodyPr/>
          <a:lstStyle/>
          <a:p>
            <a:r>
              <a:rPr lang="en-US" altLang="en-US" sz="4400" dirty="0"/>
              <a:t>Project Risk Management</a:t>
            </a:r>
            <a:endParaRPr lang="en-MY" dirty="0"/>
          </a:p>
        </p:txBody>
      </p:sp>
      <p:sp>
        <p:nvSpPr>
          <p:cNvPr id="3" name="Content Placeholder 2">
            <a:extLst>
              <a:ext uri="{FF2B5EF4-FFF2-40B4-BE49-F238E27FC236}">
                <a16:creationId xmlns:a16="http://schemas.microsoft.com/office/drawing/2014/main" id="{995C0CC6-EE5B-40E3-94AF-A3C982A7D687}"/>
              </a:ext>
            </a:extLst>
          </p:cNvPr>
          <p:cNvSpPr>
            <a:spLocks noGrp="1"/>
          </p:cNvSpPr>
          <p:nvPr>
            <p:ph idx="1"/>
          </p:nvPr>
        </p:nvSpPr>
        <p:spPr/>
        <p:txBody>
          <a:bodyPr/>
          <a:lstStyle/>
          <a:p>
            <a:pPr algn="just"/>
            <a:r>
              <a:rPr lang="en-US" dirty="0"/>
              <a:t>Project risk management is the art and science of identifying, analyzing, and responding to risk throughout the life of a project and in the best interests of meeting project objectives. </a:t>
            </a:r>
            <a:endParaRPr lang="en-MY" dirty="0"/>
          </a:p>
        </p:txBody>
      </p:sp>
    </p:spTree>
    <p:extLst>
      <p:ext uri="{BB962C8B-B14F-4D97-AF65-F5344CB8AC3E}">
        <p14:creationId xmlns:p14="http://schemas.microsoft.com/office/powerpoint/2010/main" val="1036228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1B88-313E-4F2A-A958-42F9EE7D6B43}"/>
              </a:ext>
            </a:extLst>
          </p:cNvPr>
          <p:cNvSpPr>
            <a:spLocks noGrp="1"/>
          </p:cNvSpPr>
          <p:nvPr>
            <p:ph type="title"/>
          </p:nvPr>
        </p:nvSpPr>
        <p:spPr/>
        <p:txBody>
          <a:bodyPr/>
          <a:lstStyle/>
          <a:p>
            <a:r>
              <a:rPr lang="en-MY" dirty="0"/>
              <a:t>Risk Management Processes</a:t>
            </a:r>
          </a:p>
        </p:txBody>
      </p:sp>
      <p:sp>
        <p:nvSpPr>
          <p:cNvPr id="3" name="Content Placeholder 2">
            <a:extLst>
              <a:ext uri="{FF2B5EF4-FFF2-40B4-BE49-F238E27FC236}">
                <a16:creationId xmlns:a16="http://schemas.microsoft.com/office/drawing/2014/main" id="{80A61769-AE89-4145-8EB2-E2C0ACD1EE0E}"/>
              </a:ext>
            </a:extLst>
          </p:cNvPr>
          <p:cNvSpPr>
            <a:spLocks noGrp="1"/>
          </p:cNvSpPr>
          <p:nvPr>
            <p:ph idx="1"/>
          </p:nvPr>
        </p:nvSpPr>
        <p:spPr/>
        <p:txBody>
          <a:bodyPr/>
          <a:lstStyle/>
          <a:p>
            <a:pPr marL="82550" indent="0" algn="just">
              <a:buNone/>
            </a:pPr>
            <a:r>
              <a:rPr lang="en-US" dirty="0"/>
              <a:t>1. Planning risk management </a:t>
            </a:r>
          </a:p>
          <a:p>
            <a:pPr lvl="1" algn="just"/>
            <a:r>
              <a:rPr lang="en-US" dirty="0"/>
              <a:t>involves deciding how to approach and plan risk management activities for the project. The main output of this process is a risk management plan. </a:t>
            </a:r>
          </a:p>
          <a:p>
            <a:pPr algn="just"/>
            <a:r>
              <a:rPr lang="en-US" dirty="0"/>
              <a:t>2. Identifying risks </a:t>
            </a:r>
          </a:p>
          <a:p>
            <a:pPr lvl="1" algn="just"/>
            <a:r>
              <a:rPr lang="en-US" dirty="0"/>
              <a:t>involves determining which risks are likely to affect a project and documenting the characteristics of each. The main outputs of this process are a risk register, risk report, and project documents updates. </a:t>
            </a:r>
            <a:endParaRPr lang="en-MY" dirty="0"/>
          </a:p>
        </p:txBody>
      </p:sp>
    </p:spTree>
    <p:extLst>
      <p:ext uri="{BB962C8B-B14F-4D97-AF65-F5344CB8AC3E}">
        <p14:creationId xmlns:p14="http://schemas.microsoft.com/office/powerpoint/2010/main" val="2171347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1B88-313E-4F2A-A958-42F9EE7D6B43}"/>
              </a:ext>
            </a:extLst>
          </p:cNvPr>
          <p:cNvSpPr>
            <a:spLocks noGrp="1"/>
          </p:cNvSpPr>
          <p:nvPr>
            <p:ph type="title"/>
          </p:nvPr>
        </p:nvSpPr>
        <p:spPr/>
        <p:txBody>
          <a:bodyPr/>
          <a:lstStyle/>
          <a:p>
            <a:r>
              <a:rPr lang="en-MY" dirty="0"/>
              <a:t>Risk Management Processes</a:t>
            </a:r>
          </a:p>
        </p:txBody>
      </p:sp>
      <p:sp>
        <p:nvSpPr>
          <p:cNvPr id="3" name="Content Placeholder 2">
            <a:extLst>
              <a:ext uri="{FF2B5EF4-FFF2-40B4-BE49-F238E27FC236}">
                <a16:creationId xmlns:a16="http://schemas.microsoft.com/office/drawing/2014/main" id="{80A61769-AE89-4145-8EB2-E2C0ACD1EE0E}"/>
              </a:ext>
            </a:extLst>
          </p:cNvPr>
          <p:cNvSpPr>
            <a:spLocks noGrp="1"/>
          </p:cNvSpPr>
          <p:nvPr>
            <p:ph idx="1"/>
          </p:nvPr>
        </p:nvSpPr>
        <p:spPr/>
        <p:txBody>
          <a:bodyPr/>
          <a:lstStyle/>
          <a:p>
            <a:pPr marL="82550" indent="0" algn="just">
              <a:buNone/>
            </a:pPr>
            <a:r>
              <a:rPr lang="en-US" dirty="0"/>
              <a:t>3. Performing qualitative risk analysis </a:t>
            </a:r>
          </a:p>
          <a:p>
            <a:pPr marL="82550" indent="0" algn="just">
              <a:buNone/>
            </a:pPr>
            <a:r>
              <a:rPr lang="en-US" dirty="0"/>
              <a:t>	involves prioritizing risks based on their probability of occurrence and impact. After identifying risks, project teams can use various tools and techniques to rank risks and update information in the risk register. The main outputs are project documents updates. </a:t>
            </a:r>
          </a:p>
          <a:p>
            <a:pPr marL="82550" indent="0" algn="just">
              <a:buNone/>
            </a:pPr>
            <a:endParaRPr lang="en-MY" dirty="0"/>
          </a:p>
        </p:txBody>
      </p:sp>
    </p:spTree>
    <p:extLst>
      <p:ext uri="{BB962C8B-B14F-4D97-AF65-F5344CB8AC3E}">
        <p14:creationId xmlns:p14="http://schemas.microsoft.com/office/powerpoint/2010/main" val="4065557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1B88-313E-4F2A-A958-42F9EE7D6B43}"/>
              </a:ext>
            </a:extLst>
          </p:cNvPr>
          <p:cNvSpPr>
            <a:spLocks noGrp="1"/>
          </p:cNvSpPr>
          <p:nvPr>
            <p:ph type="title"/>
          </p:nvPr>
        </p:nvSpPr>
        <p:spPr/>
        <p:txBody>
          <a:bodyPr/>
          <a:lstStyle/>
          <a:p>
            <a:r>
              <a:rPr lang="en-MY" dirty="0"/>
              <a:t>Risk Management Processes</a:t>
            </a:r>
          </a:p>
        </p:txBody>
      </p:sp>
      <p:sp>
        <p:nvSpPr>
          <p:cNvPr id="3" name="Content Placeholder 2">
            <a:extLst>
              <a:ext uri="{FF2B5EF4-FFF2-40B4-BE49-F238E27FC236}">
                <a16:creationId xmlns:a16="http://schemas.microsoft.com/office/drawing/2014/main" id="{80A61769-AE89-4145-8EB2-E2C0ACD1EE0E}"/>
              </a:ext>
            </a:extLst>
          </p:cNvPr>
          <p:cNvSpPr>
            <a:spLocks noGrp="1"/>
          </p:cNvSpPr>
          <p:nvPr>
            <p:ph idx="1"/>
          </p:nvPr>
        </p:nvSpPr>
        <p:spPr/>
        <p:txBody>
          <a:bodyPr/>
          <a:lstStyle/>
          <a:p>
            <a:pPr marL="82550" indent="0" algn="just">
              <a:buNone/>
            </a:pPr>
            <a:r>
              <a:rPr lang="en-US" dirty="0"/>
              <a:t>4</a:t>
            </a:r>
            <a:r>
              <a:rPr lang="en-US" sz="2400" dirty="0"/>
              <a:t>. Performing quantitative risk analysis </a:t>
            </a:r>
          </a:p>
          <a:p>
            <a:pPr marL="82550" indent="0" algn="just">
              <a:buNone/>
            </a:pPr>
            <a:r>
              <a:rPr lang="en-US" sz="2400" dirty="0"/>
              <a:t>	involves numerically estimating the effects of risks on project objectives. The main outputs of this process are project documents updates. </a:t>
            </a:r>
          </a:p>
          <a:p>
            <a:pPr marL="82550" indent="0" algn="just">
              <a:buNone/>
            </a:pPr>
            <a:r>
              <a:rPr lang="en-US" sz="2400" dirty="0"/>
              <a:t>5. Planning risk responses </a:t>
            </a:r>
          </a:p>
          <a:p>
            <a:pPr marL="82550" indent="0" algn="just">
              <a:buNone/>
            </a:pPr>
            <a:r>
              <a:rPr lang="en-US" sz="2400" dirty="0"/>
              <a:t>	involves taking steps to enhance opportunities and reduce threats to meeting project objectives. Using outputs from the preceding risk management processes, project teams can develop risk response strategies that often result in change requests, updates to the project management plan and project documents.</a:t>
            </a:r>
            <a:endParaRPr lang="en-MY" sz="2400" dirty="0"/>
          </a:p>
        </p:txBody>
      </p:sp>
    </p:spTree>
    <p:extLst>
      <p:ext uri="{BB962C8B-B14F-4D97-AF65-F5344CB8AC3E}">
        <p14:creationId xmlns:p14="http://schemas.microsoft.com/office/powerpoint/2010/main" val="553489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A28E2-6D32-46F5-A8F4-DBA2FEE5762C}"/>
              </a:ext>
            </a:extLst>
          </p:cNvPr>
          <p:cNvSpPr>
            <a:spLocks noGrp="1"/>
          </p:cNvSpPr>
          <p:nvPr>
            <p:ph type="title"/>
          </p:nvPr>
        </p:nvSpPr>
        <p:spPr/>
        <p:txBody>
          <a:bodyPr/>
          <a:lstStyle/>
          <a:p>
            <a:r>
              <a:rPr lang="en-MY" dirty="0"/>
              <a:t>Risk Management Processes</a:t>
            </a:r>
          </a:p>
        </p:txBody>
      </p:sp>
      <p:sp>
        <p:nvSpPr>
          <p:cNvPr id="3" name="Content Placeholder 2">
            <a:extLst>
              <a:ext uri="{FF2B5EF4-FFF2-40B4-BE49-F238E27FC236}">
                <a16:creationId xmlns:a16="http://schemas.microsoft.com/office/drawing/2014/main" id="{E75360E1-24F1-4202-B524-14C88B109D8F}"/>
              </a:ext>
            </a:extLst>
          </p:cNvPr>
          <p:cNvSpPr>
            <a:spLocks noGrp="1"/>
          </p:cNvSpPr>
          <p:nvPr>
            <p:ph idx="1"/>
          </p:nvPr>
        </p:nvSpPr>
        <p:spPr/>
        <p:txBody>
          <a:bodyPr/>
          <a:lstStyle/>
          <a:p>
            <a:pPr marL="596900" indent="-514350" algn="just">
              <a:buAutoNum type="arabicPeriod" startAt="6"/>
            </a:pPr>
            <a:r>
              <a:rPr lang="en-US" dirty="0"/>
              <a:t>Implementing risk responses</a:t>
            </a:r>
          </a:p>
          <a:p>
            <a:pPr marL="357188" lvl="1" indent="0" algn="just">
              <a:buNone/>
            </a:pPr>
            <a:r>
              <a:rPr lang="en-US" dirty="0"/>
              <a:t> involves implementing the risk response plans. Outputs include change requests and project documents updates. </a:t>
            </a:r>
            <a:endParaRPr lang="en-MY" dirty="0"/>
          </a:p>
        </p:txBody>
      </p:sp>
    </p:spTree>
    <p:extLst>
      <p:ext uri="{BB962C8B-B14F-4D97-AF65-F5344CB8AC3E}">
        <p14:creationId xmlns:p14="http://schemas.microsoft.com/office/powerpoint/2010/main" val="3540795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A28E2-6D32-46F5-A8F4-DBA2FEE5762C}"/>
              </a:ext>
            </a:extLst>
          </p:cNvPr>
          <p:cNvSpPr>
            <a:spLocks noGrp="1"/>
          </p:cNvSpPr>
          <p:nvPr>
            <p:ph type="title"/>
          </p:nvPr>
        </p:nvSpPr>
        <p:spPr/>
        <p:txBody>
          <a:bodyPr/>
          <a:lstStyle/>
          <a:p>
            <a:r>
              <a:rPr lang="en-MY"/>
              <a:t>Risk Management Processes</a:t>
            </a:r>
          </a:p>
        </p:txBody>
      </p:sp>
      <p:sp>
        <p:nvSpPr>
          <p:cNvPr id="3" name="Content Placeholder 2">
            <a:extLst>
              <a:ext uri="{FF2B5EF4-FFF2-40B4-BE49-F238E27FC236}">
                <a16:creationId xmlns:a16="http://schemas.microsoft.com/office/drawing/2014/main" id="{E75360E1-24F1-4202-B524-14C88B109D8F}"/>
              </a:ext>
            </a:extLst>
          </p:cNvPr>
          <p:cNvSpPr>
            <a:spLocks noGrp="1"/>
          </p:cNvSpPr>
          <p:nvPr>
            <p:ph idx="1"/>
          </p:nvPr>
        </p:nvSpPr>
        <p:spPr/>
        <p:txBody>
          <a:bodyPr/>
          <a:lstStyle/>
          <a:p>
            <a:r>
              <a:rPr lang="en-US" dirty="0"/>
              <a:t>7. Monitoring risk </a:t>
            </a:r>
          </a:p>
          <a:p>
            <a:pPr lvl="1" algn="just"/>
            <a:r>
              <a:rPr lang="en-US" dirty="0"/>
              <a:t>involves monitoring identified and residual risks, identifying new risks, carrying out risk response plans, and evaluating the effectiveness of risk strategies throughout the life of the project. The main outputs of this process include work performance information, change requests, and updates to the project management plan, project documents, and organizational process assets</a:t>
            </a:r>
            <a:endParaRPr lang="en-MY" dirty="0"/>
          </a:p>
        </p:txBody>
      </p:sp>
    </p:spTree>
    <p:extLst>
      <p:ext uri="{BB962C8B-B14F-4D97-AF65-F5344CB8AC3E}">
        <p14:creationId xmlns:p14="http://schemas.microsoft.com/office/powerpoint/2010/main" val="27828251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2478</TotalTime>
  <Words>398</Words>
  <Application>Microsoft Office PowerPoint</Application>
  <PresentationFormat>On-screen Show (4:3)</PresentationFormat>
  <Paragraphs>32</Paragraphs>
  <Slides>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Gill Sans MT</vt:lpstr>
      <vt:lpstr>Goudy Stout</vt:lpstr>
      <vt:lpstr>Times</vt:lpstr>
      <vt:lpstr>Times New Roman</vt:lpstr>
      <vt:lpstr>Verdana</vt:lpstr>
      <vt:lpstr>Wingdings 2</vt:lpstr>
      <vt:lpstr>Solstice</vt:lpstr>
      <vt:lpstr>PowerPoint Presentation</vt:lpstr>
      <vt:lpstr>Project Risk Management</vt:lpstr>
      <vt:lpstr>Project Risk Management</vt:lpstr>
      <vt:lpstr>Project Risk Management</vt:lpstr>
      <vt:lpstr>Risk Management Processes</vt:lpstr>
      <vt:lpstr>Risk Management Processes</vt:lpstr>
      <vt:lpstr>Risk Management Processes</vt:lpstr>
      <vt:lpstr>Risk Management Processes</vt:lpstr>
      <vt:lpstr>Risk Management Processes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MN</dc:creator>
  <cp:lastModifiedBy>Sumaira Nazir</cp:lastModifiedBy>
  <cp:revision>220</cp:revision>
  <cp:lastPrinted>2014-09-07T17:36:35Z</cp:lastPrinted>
  <dcterms:created xsi:type="dcterms:W3CDTF">2006-12-08T11:09:38Z</dcterms:created>
  <dcterms:modified xsi:type="dcterms:W3CDTF">2025-05-28T10:39:35Z</dcterms:modified>
</cp:coreProperties>
</file>