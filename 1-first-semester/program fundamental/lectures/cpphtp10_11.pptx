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7"/>
  </p:notesMasterIdLst>
  <p:sldIdLst>
    <p:sldId id="316" r:id="rId2"/>
    <p:sldId id="258" r:id="rId3"/>
    <p:sldId id="259" r:id="rId4"/>
    <p:sldId id="263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2" r:id="rId53"/>
    <p:sldId id="313" r:id="rId54"/>
    <p:sldId id="314" r:id="rId55"/>
    <p:sldId id="315" r:id="rId56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79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AB0348-9F3A-4346-BB0F-CC740D3F62E6}" type="datetimeFigureOut">
              <a:rPr lang="en-US" smtClean="0"/>
              <a:pPr/>
              <a:t>9/22/2016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43C3F-B68C-41F1-A0BB-A809BF4E05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0141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3AFF98-033A-4CF3-885F-5D750793F76E}" type="slidenum">
              <a:rPr lang="en-US" altLang="en-US" smtClean="0"/>
              <a:pPr/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522089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43C3F-B68C-41F1-A0BB-A809BF4E057A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07885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4052B-198F-4736-ADCC-9FEF73E1BD01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43012-C9D5-4D4A-A605-F6C71F8141F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32129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7086D-B20E-48EA-9CB9-9CCE2D6B126C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43012-C9D5-4D4A-A605-F6C71F8141F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7467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115E-94A9-44A5-9ABB-4211F082F5FF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43012-C9D5-4D4A-A605-F6C71F8141F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2289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48E99-F276-4158-B9B0-111DD58EAEAC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43012-C9D5-4D4A-A605-F6C71F8141F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10399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401A3-3347-4F88-9E73-C06E41885FDA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43012-C9D5-4D4A-A605-F6C71F8141F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1581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9E9C0-81AE-43DF-8F06-C8054D67B0A1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43012-C9D5-4D4A-A605-F6C71F8141F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55212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C39ED-E6AF-4E48-B8BD-7F9BDEABFFCC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43012-C9D5-4D4A-A605-F6C71F8141F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85282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42C3F-3861-4205-B7EB-9210832510FA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43012-C9D5-4D4A-A605-F6C71F8141F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1672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EDBB7-EA43-44A0-9779-AC741C7D1E4C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43012-C9D5-4D4A-A605-F6C71F8141F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5689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9E8B4-78DD-4E39-A6B5-38705AA11B35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43012-C9D5-4D4A-A605-F6C71F8141F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53275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973B3-685E-4ECE-8E4E-6D0DD77813BD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43012-C9D5-4D4A-A605-F6C71F8141F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46191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527580-2FEF-4445-AF5F-675DBAB83061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143012-C9D5-4D4A-A605-F6C71F8141F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139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3380E6"/>
                </a:solidFill>
                <a:latin typeface="Goudy Sans Medium"/>
              </a:rPr>
              <a:t>Object-Oriented Programming: Inheritance</a:t>
            </a:r>
          </a:p>
        </p:txBody>
      </p:sp>
      <p:sp>
        <p:nvSpPr>
          <p:cNvPr id="10243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R="0"/>
            <a:r>
              <a:rPr lang="en-US" altLang="en-US" dirty="0" smtClean="0"/>
              <a:t>Based on Chapter 11 of C++ How to Program, 10/e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72485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0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57225"/>
            <a:ext cx="12192000" cy="55419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88620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0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03213" y="0"/>
            <a:ext cx="115839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5926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0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49238"/>
            <a:ext cx="12192000" cy="63595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25905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0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31838" y="0"/>
            <a:ext cx="107283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43441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1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822325"/>
            <a:ext cx="12192000" cy="52117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05059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1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71538" y="0"/>
            <a:ext cx="104489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6572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1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63550" y="0"/>
            <a:ext cx="112649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20807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1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30313" y="0"/>
            <a:ext cx="97297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91544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1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30313" y="0"/>
            <a:ext cx="97297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59071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1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74713" y="0"/>
            <a:ext cx="104409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32113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1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58863" y="0"/>
            <a:ext cx="100726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33636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1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26278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1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187450"/>
            <a:ext cx="12192000" cy="4481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781814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1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09550"/>
            <a:ext cx="12192000" cy="64373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0062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2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30288" y="0"/>
            <a:ext cx="101314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11493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2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44550" y="0"/>
            <a:ext cx="105029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253239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2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71538" y="0"/>
            <a:ext cx="104489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020464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2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63550" y="0"/>
            <a:ext cx="112649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571253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2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76275" y="0"/>
            <a:ext cx="108378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222852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2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71538" y="0"/>
            <a:ext cx="104489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158360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2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63550" y="0"/>
            <a:ext cx="112649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903663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2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587375"/>
            <a:ext cx="12192000" cy="56832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153068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2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30288" y="0"/>
            <a:ext cx="101314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373604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2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77963"/>
            <a:ext cx="12192000" cy="3902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926563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3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1125" y="0"/>
            <a:ext cx="119697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803609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3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79413"/>
            <a:ext cx="12192000" cy="60991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206096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3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90525"/>
            <a:ext cx="12192000" cy="60753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819209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3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350"/>
            <a:ext cx="12192000" cy="68437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437863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3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166813"/>
            <a:ext cx="12192000" cy="45243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329377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3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36538" y="0"/>
            <a:ext cx="117173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491323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3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76275" y="0"/>
            <a:ext cx="108378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784202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3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96863"/>
            <a:ext cx="12192000" cy="62626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64553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3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9050"/>
            <a:ext cx="12192000" cy="68183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884112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3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227138"/>
            <a:ext cx="12192000" cy="44021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404764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4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949325"/>
            <a:ext cx="12192000" cy="49577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875227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4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68388" y="0"/>
            <a:ext cx="100536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185248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4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49238" y="0"/>
            <a:ext cx="116919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33583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4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1125" y="0"/>
            <a:ext cx="119697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890813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4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97013"/>
            <a:ext cx="12192000" cy="38623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640764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4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517650"/>
            <a:ext cx="12192000" cy="38211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893272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4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504950"/>
            <a:ext cx="12192000" cy="384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708454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4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71538" y="0"/>
            <a:ext cx="104489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867712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4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587375"/>
            <a:ext cx="12192000" cy="56832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495919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4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55688" y="0"/>
            <a:ext cx="100790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299982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5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71538" y="0"/>
            <a:ext cx="104489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865607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5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733425"/>
            <a:ext cx="12192000" cy="53911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962456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5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96875"/>
            <a:ext cx="12192000" cy="60642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96098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5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350"/>
            <a:ext cx="12192000" cy="68437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361310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5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96863"/>
            <a:ext cx="12192000" cy="62626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8820318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5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587375"/>
            <a:ext cx="12192000" cy="56832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353641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5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81038"/>
            <a:ext cx="12192000" cy="54959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506316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5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727075"/>
            <a:ext cx="12192000" cy="5403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2598938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5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33363" y="0"/>
            <a:ext cx="117236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6817235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1_Page_59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95438" y="0"/>
            <a:ext cx="90011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8135491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Theme1" id="{3DE4FA8F-8ACA-45D7-93E4-7534A5F48D5B}" vid="{D4CC59B7-4017-4F3C-84AE-F6ED526978D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cpphtp10_10</Template>
  <TotalTime>9</TotalTime>
  <Words>678</Words>
  <Application>Microsoft Office PowerPoint</Application>
  <PresentationFormat>Custom</PresentationFormat>
  <Paragraphs>59</Paragraphs>
  <Slides>55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6" baseType="lpstr">
      <vt:lpstr>Theme1</vt:lpstr>
      <vt:lpstr>Object-Oriented Programming: Inheritance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Photo Album</dc:title>
  <dc:creator>Paul Deitel</dc:creator>
  <cp:lastModifiedBy>Binod</cp:lastModifiedBy>
  <cp:revision>5</cp:revision>
  <dcterms:created xsi:type="dcterms:W3CDTF">2016-07-20T18:55:57Z</dcterms:created>
  <dcterms:modified xsi:type="dcterms:W3CDTF">2016-09-22T10:16:18Z</dcterms:modified>
</cp:coreProperties>
</file>