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sldIdLst>
    <p:sldId id="32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18BF6-73B1-4F84-9FC3-CD0B994877EB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9AC04-4B2F-4484-AAAE-B56605204C9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539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45552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F1F2-1F6B-436E-9D26-7C19EB06550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3089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2081-B3BC-493A-B8F4-420D2D5EA540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9892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DA439-9A60-4EF7-A571-CF2F76CB4B70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8139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17AE6-BE07-4D74-ADB6-6A7039B2D95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94532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FB34C-25D9-4E8B-82C9-655F7011DF5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8622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3C058-4B9A-4FB1-954C-8D36926BB08F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3141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96B61-9AAB-4613-A6F8-A83F12C3EF61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2719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A4EFD-C5CC-4B92-88B2-73E5AD9711C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992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EC39E-29A5-4881-9BC3-884C6E3D463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8081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B6078-33BF-4AFB-8F7E-E5D457C83A70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6965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CE43-29A2-45F4-8A42-A13F54AB99BA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377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D2331-982A-4DBA-86AF-62657621D63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15ADA-A603-4583-BF3C-86889C3BA7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478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Custom </a:t>
            </a:r>
            <a:r>
              <a:rPr lang="en-US" dirty="0" err="1" smtClean="0">
                <a:solidFill>
                  <a:srgbClr val="3380E6"/>
                </a:solidFill>
                <a:latin typeface="Goudy Sans Medium"/>
              </a:rPr>
              <a:t>Templatized</a:t>
            </a: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 </a:t>
            </a:r>
            <a:br>
              <a:rPr lang="en-US" dirty="0" smtClean="0">
                <a:solidFill>
                  <a:srgbClr val="3380E6"/>
                </a:solidFill>
                <a:latin typeface="Goudy Sans Medium"/>
              </a:rPr>
            </a:b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Data Structures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dirty="0" smtClean="0"/>
              <a:t>Based on Chapter 19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6447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0700"/>
            <a:ext cx="12192000" cy="581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299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27025"/>
            <a:ext cx="12192000" cy="62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77151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65225" y="0"/>
            <a:ext cx="98599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891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79613"/>
            <a:ext cx="12192000" cy="28987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4744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00238"/>
            <a:ext cx="121920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185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71513"/>
            <a:ext cx="12192000" cy="5513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85236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27138"/>
            <a:ext cx="12192000" cy="4402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045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39888" y="0"/>
            <a:ext cx="89122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27329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23938"/>
            <a:ext cx="12192000" cy="4808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94364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24063"/>
            <a:ext cx="1219200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18860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3316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20607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52143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3376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4427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1125" y="0"/>
            <a:ext cx="11969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36665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3766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19163" y="0"/>
            <a:ext cx="103536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73526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63738"/>
            <a:ext cx="12192000" cy="29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79576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80514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70509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17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6088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08013"/>
            <a:ext cx="12192000" cy="5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39977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10574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19009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1186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52709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54063"/>
            <a:ext cx="12192000" cy="53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80986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7638" y="0"/>
            <a:ext cx="11895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3044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74675" y="0"/>
            <a:ext cx="11042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71367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90650" y="0"/>
            <a:ext cx="9410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94476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4138" y="0"/>
            <a:ext cx="9482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2033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82663"/>
            <a:ext cx="12192000" cy="48910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64240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00125"/>
            <a:ext cx="12192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704622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69938"/>
            <a:ext cx="12192000" cy="53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03909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404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475688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7963"/>
            <a:ext cx="12192000" cy="39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445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46705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11018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6075"/>
            <a:ext cx="12192000" cy="6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26023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4963" y="0"/>
            <a:ext cx="11522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86719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403621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17341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17500"/>
            <a:ext cx="12192000" cy="6221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374094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018056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7963"/>
            <a:ext cx="12192000" cy="39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88553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71816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21214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6075"/>
            <a:ext cx="12192000" cy="6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210468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4963" y="0"/>
            <a:ext cx="11522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82006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6838" y="0"/>
            <a:ext cx="119983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58056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5400"/>
            <a:ext cx="12192000" cy="42656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6229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197708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5754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10091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2925" y="0"/>
            <a:ext cx="11106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459204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93863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77963"/>
            <a:ext cx="12192000" cy="390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372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760727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365969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849471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654320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014941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512843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647825"/>
            <a:ext cx="12192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42740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9_Page_6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63638"/>
            <a:ext cx="12192000" cy="45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88588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cpphtp10_12</Template>
  <TotalTime>0</TotalTime>
  <Words>843</Words>
  <Application>Microsoft Office PowerPoint</Application>
  <PresentationFormat>Custom</PresentationFormat>
  <Paragraphs>72</Paragraphs>
  <Slides>69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0" baseType="lpstr">
      <vt:lpstr>Theme1</vt:lpstr>
      <vt:lpstr>Custom Templatized  Data Structures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Templatized  Data Structures</dc:title>
  <dc:creator>Paul Deitel</dc:creator>
  <cp:lastModifiedBy>Binod</cp:lastModifiedBy>
  <cp:revision>2</cp:revision>
  <dcterms:created xsi:type="dcterms:W3CDTF">2016-07-20T20:42:03Z</dcterms:created>
  <dcterms:modified xsi:type="dcterms:W3CDTF">2016-09-22T10:20:40Z</dcterms:modified>
</cp:coreProperties>
</file>