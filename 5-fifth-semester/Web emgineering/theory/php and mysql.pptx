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2" r:id="rId14"/>
    <p:sldId id="292" r:id="rId15"/>
    <p:sldId id="268" r:id="rId16"/>
    <p:sldId id="269" r:id="rId17"/>
    <p:sldId id="270" r:id="rId18"/>
    <p:sldId id="293" r:id="rId19"/>
    <p:sldId id="272" r:id="rId20"/>
    <p:sldId id="294" r:id="rId21"/>
    <p:sldId id="295" r:id="rId22"/>
    <p:sldId id="283" r:id="rId23"/>
    <p:sldId id="284" r:id="rId24"/>
    <p:sldId id="296" r:id="rId25"/>
    <p:sldId id="297" r:id="rId26"/>
    <p:sldId id="273" r:id="rId27"/>
    <p:sldId id="274" r:id="rId28"/>
    <p:sldId id="285" r:id="rId29"/>
    <p:sldId id="286" r:id="rId30"/>
    <p:sldId id="287" r:id="rId31"/>
    <p:sldId id="288" r:id="rId32"/>
    <p:sldId id="275" r:id="rId33"/>
    <p:sldId id="27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-41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56A640-7537-4062-9EC9-63469F9CA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D4E0C1F-C4FE-4D1A-80A4-9B70D246E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63EA408-4251-48BB-9522-859994207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27BD-D0EE-453A-83EA-9D4939A0D330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CCB2433-E4C4-43AA-911B-8B42DC3BA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130A9F9-0A24-4010-BA57-29DC297B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6F5D3-9B34-4CB7-B654-878828E09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420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EE5E20-FB11-4C47-AA77-14FB9561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04A99FA-EECD-4AA6-8F48-EBAD570FB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85C9645-FD89-4B96-AD58-C1F05CFCF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27BD-D0EE-453A-83EA-9D4939A0D330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CBC4883-FBA8-4D7F-A8B6-037C1D2E8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F7C2758-79D7-460C-99E1-004DD4EF7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6F5D3-9B34-4CB7-B654-878828E09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823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2A681F-38A2-4463-B1AB-101453AF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E28A6E-685F-44CD-85D6-EBB2044B9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F25D4BA-E5F2-4231-9AF0-B1D6DAF50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27BD-D0EE-453A-83EA-9D4939A0D330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D00BE60-25D0-43AB-B26D-D7FCF05F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1B55C9F-E13F-4DDB-9478-94EFCF313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6F5D3-9B34-4CB7-B654-878828E09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022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42387E-1F9D-4246-9C80-9931FF161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A6B4129-100B-479C-A19A-34AB374EF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AEDD78-4FC5-4891-903E-B8E5D0363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A94FA7C-A226-4CCB-A087-5F4F618BB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27BD-D0EE-453A-83EA-9D4939A0D330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E769284-29BA-4871-9852-98E20F42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BB85773-D70E-47B7-85A3-D402EDA73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6F5D3-9B34-4CB7-B654-878828E09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91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C6B26B-175F-4845-9F47-A6EA8674A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89EE26C-7531-42E7-A7B6-29FD4B9C3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2104379-6C97-4478-B402-CBD6D81C9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4D1DAB3-EFFC-43A7-82ED-4A8161F3F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5AC599D0-339A-48AB-888F-84BFCEF15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0F2C2691-C968-414D-9936-1C97CC85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27BD-D0EE-453A-83EA-9D4939A0D330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240E70E-DBFE-471D-A2BB-DFECCDD7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2431217-40C8-4A31-AB43-23E533A0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6F5D3-9B34-4CB7-B654-878828E09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467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073C0E-9892-44F6-95EE-B471D2BE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2979291-39AD-466A-B2F9-C8A33981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27BD-D0EE-453A-83EA-9D4939A0D330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4267DEF-2374-47CE-B566-69CF4B1A8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B389467-0AA1-496D-866D-0BDA9D3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6F5D3-9B34-4CB7-B654-878828E09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15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2B93D36-0402-4415-8FE4-BF985E4F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27BD-D0EE-453A-83EA-9D4939A0D330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3F762A2-0A49-449B-9225-497E90B3B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CDD72AF-335E-4A16-9FF3-7A82068B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6F5D3-9B34-4CB7-B654-878828E09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95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0F9369-6838-4BA8-B53E-5AB8A75D7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5AF2003-CBBC-4573-9F73-9D4345103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4594FC2-DF42-4540-AE31-D9621D334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972E636-CBAB-4E7F-B398-B2303ED4B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27BD-D0EE-453A-83EA-9D4939A0D330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F76E105-C8E2-41F7-AD1A-977A5F9B1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BE0B4AC-D833-4D8E-B23D-78D4C579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6F5D3-9B34-4CB7-B654-878828E09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672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D6AE006-0DE4-44A4-A567-6AD85B364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627749D-48A8-49DB-9E9A-826381C1FD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D0CB679-F8DF-4DB7-8EFC-3620F332C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BE286A1-CEDC-4267-A0B8-530FB932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27BD-D0EE-453A-83EA-9D4939A0D330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D7D17D4-32E9-4E9F-8BFE-2FFC9C90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9DA0FB1-4240-4817-8A0E-85B7DFDD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6F5D3-9B34-4CB7-B654-878828E09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276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CEEA27-A148-43EE-97B0-972AF462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7B91C03-9B2F-4F20-8860-7D0590161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3FF2B07-6C8A-4970-BAFE-A92324C34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27BD-D0EE-453A-83EA-9D4939A0D330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92CD8D5-4816-4EE1-9A3A-AE7B65DCE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D8D0F2A-E635-4D3A-A736-881ED367D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6F5D3-9B34-4CB7-B654-878828E09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45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E7B2D4F4-981B-4EFE-AF41-27B199148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140AF55-489B-40E3-9E05-AF2723C93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CAF6B84-0DA9-4B2F-A096-F8C9EE4C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27BD-D0EE-453A-83EA-9D4939A0D330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0A0E655-FDC5-4AB2-BC8C-0F2116ED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9FB7F1C-AC9A-4C3D-8DE2-DC06D849B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6F5D3-9B34-4CB7-B654-878828E09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283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BD1DDD1-3B6E-474F-86B8-D4590D5CD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C072803-C9A0-4A35-AA3B-62321EBC2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3325D2E-8A4E-4CB8-A581-B3239DCF4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627BD-D0EE-453A-83EA-9D4939A0D330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6EB5150-F303-46B7-BD77-D34118558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C755DA7-35C2-4A4F-873D-DDF39BCB1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6F5D3-9B34-4CB7-B654-878828E09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484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DEF45A-6732-48AD-9F3F-7D0798D5FE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Php and </a:t>
            </a:r>
            <a:r>
              <a:rPr lang="en-GB" dirty="0" err="1"/>
              <a:t>mysql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258C9BC-B9F5-4530-B2A7-758B9A4BA8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99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5D674E-2416-4AFA-B816-B61D990E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C6E3CFC6-2AAB-457F-ADD6-BD439D750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120" y="1690688"/>
            <a:ext cx="8498205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4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36DA3B3-0732-4DB5-BB10-0EF498A4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061C3DAD-F2B1-4B68-BC35-F5E110C52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825" y="1839325"/>
            <a:ext cx="5514975" cy="267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8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DDD36F35-C5D6-42B7-8159-6F116DFBCF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104" y="171829"/>
            <a:ext cx="8427348" cy="571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5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EF522478-50B5-4EFA-9D5B-5AEC9BFBF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743" y="365125"/>
            <a:ext cx="8645491" cy="599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2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A81462A1-BCB9-46D3-8E9E-34D672FE4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3280" y="351355"/>
            <a:ext cx="8997398" cy="603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8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C764898E-AD61-4B72-B29C-C56AB90334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233" y="261867"/>
            <a:ext cx="7806167" cy="548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57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711415CB-F0E9-47A0-A41A-3B724869E3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419" y="467726"/>
            <a:ext cx="9074841" cy="582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9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862CFFEA-E673-4F71-98A8-8FE04A29C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437" y="258797"/>
            <a:ext cx="8984146" cy="591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21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F21C6D09-7FCE-4611-B8E5-05A4E3678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463" y="455509"/>
            <a:ext cx="9049372" cy="589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4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01570358-530A-4275-94DF-4A2C55DAF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9687" y="365125"/>
            <a:ext cx="9780103" cy="628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07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05B75D2B-4C56-43A8-ABAE-061F1598A6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598" y="232292"/>
            <a:ext cx="10121141" cy="58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2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23" y="252299"/>
            <a:ext cx="9150577" cy="2316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546"/>
          <a:stretch/>
        </p:blipFill>
        <p:spPr bwMode="auto">
          <a:xfrm>
            <a:off x="640670" y="2630943"/>
            <a:ext cx="8982301" cy="1839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Content Placeholder 3">
            <a:extLst>
              <a:ext uri="{FF2B5EF4-FFF2-40B4-BE49-F238E27FC236}">
                <a16:creationId xmlns="" xmlns:a16="http://schemas.microsoft.com/office/drawing/2014/main" id="{05B75D2B-4C56-43A8-ABAE-061F1598A6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19" t="28890" r="16436" b="15794"/>
          <a:stretch/>
        </p:blipFill>
        <p:spPr>
          <a:xfrm>
            <a:off x="777195" y="4550228"/>
            <a:ext cx="5347834" cy="195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419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34" y="248159"/>
            <a:ext cx="8013638" cy="3226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546"/>
          <a:stretch/>
        </p:blipFill>
        <p:spPr bwMode="auto">
          <a:xfrm>
            <a:off x="640668" y="3493092"/>
            <a:ext cx="8982301" cy="1839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848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827FFB-54CB-4C83-9889-D2DBB351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B677E437-0C56-4DA9-A522-A14C5EE4D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862" y="365125"/>
            <a:ext cx="105156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9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A33E6A-7C6A-49AA-B6FB-1B1F51EA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154C7308-6265-472D-948D-5DEBE69CA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635" y="365124"/>
            <a:ext cx="10515600" cy="612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26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091B45-CB5E-4663-9993-BA24FF0FA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0565345B-3A79-4BF7-95E0-EA7D03093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513901"/>
            <a:ext cx="10515599" cy="613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of multiple records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Using </a:t>
            </a:r>
            <a:r>
              <a:rPr lang="en-US" b="1" dirty="0" err="1"/>
              <a:t>mysqli_multi_query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mysqli_multi_query</a:t>
            </a:r>
            <a:r>
              <a:rPr lang="en-US" dirty="0"/>
              <a:t>() function allows you to execute multiple SQL queries in one call, separated by semicolons. It is typically used for executing several queries (including INSERT statements) in one go.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81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77F1AA7D-9466-4F7C-916B-BE6DFEE22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4796"/>
          <a:stretch/>
        </p:blipFill>
        <p:spPr>
          <a:xfrm>
            <a:off x="390421" y="888274"/>
            <a:ext cx="10741405" cy="467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89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76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Insertion of multiple records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131" y="9242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2. </a:t>
            </a:r>
            <a:r>
              <a:rPr lang="en-US" b="1" dirty="0"/>
              <a:t>Using </a:t>
            </a:r>
            <a:r>
              <a:rPr lang="en-US" b="1" dirty="0" smtClean="0"/>
              <a:t> </a:t>
            </a:r>
            <a:r>
              <a:rPr lang="en-US" b="1" dirty="0"/>
              <a:t>Multiple Variables</a:t>
            </a:r>
          </a:p>
          <a:p>
            <a:pPr marL="0" indent="0">
              <a:buNone/>
            </a:pPr>
            <a:r>
              <a:rPr lang="en-US" dirty="0"/>
              <a:t>You can also create multiple SQL INSERT queries and execute them one by one by storing them in separate variables. While this isn't the most efficient way for a large number of records, it's a simple method for smaller datasets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71" y="3017521"/>
            <a:ext cx="9875519" cy="3565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65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76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Insertion of multiple records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131" y="9242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3</a:t>
            </a:r>
            <a:r>
              <a:rPr lang="en-US" b="1" dirty="0" smtClean="0"/>
              <a:t> </a:t>
            </a:r>
            <a:r>
              <a:rPr lang="en-US" b="1" dirty="0"/>
              <a:t>Using a Single INSERT Query for Multiple Records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062" y="1670685"/>
            <a:ext cx="6273891" cy="330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105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 form data in my </a:t>
            </a:r>
            <a:r>
              <a:rPr lang="en-US" dirty="0" err="1" smtClean="0"/>
              <a:t>sql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an html form is created in index.html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92" y="2459945"/>
            <a:ext cx="6691994" cy="2649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368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Insert.php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than include </a:t>
            </a:r>
            <a:r>
              <a:rPr lang="en-US" dirty="0" err="1" smtClean="0"/>
              <a:t>connection.php</a:t>
            </a:r>
            <a:r>
              <a:rPr lang="en-US" dirty="0" smtClean="0"/>
              <a:t> and create </a:t>
            </a:r>
            <a:r>
              <a:rPr lang="en-US" dirty="0" err="1" smtClean="0"/>
              <a:t>table.php</a:t>
            </a:r>
            <a:endParaRPr lang="en-US" dirty="0" smtClean="0"/>
          </a:p>
          <a:p>
            <a:r>
              <a:rPr lang="en-US" dirty="0" smtClean="0"/>
              <a:t>Than retrieve data insert data and execute </a:t>
            </a:r>
            <a:r>
              <a:rPr lang="en-US" dirty="0" err="1" smtClean="0"/>
              <a:t>mysqli</a:t>
            </a:r>
            <a:r>
              <a:rPr lang="en-US" dirty="0" smtClean="0"/>
              <a:t> query using </a:t>
            </a:r>
            <a:r>
              <a:rPr lang="en-US" dirty="0" err="1" smtClean="0"/>
              <a:t>mysqli_query</a:t>
            </a:r>
            <a:r>
              <a:rPr lang="en-US" dirty="0" smtClean="0"/>
              <a:t>($conn,$</a:t>
            </a:r>
            <a:r>
              <a:rPr lang="en-US" dirty="0" err="1" smtClean="0"/>
              <a:t>sql</a:t>
            </a:r>
            <a:r>
              <a:rPr lang="en-US" dirty="0" smtClean="0"/>
              <a:t>);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573" y="3505199"/>
            <a:ext cx="9111570" cy="248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429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10" y="371285"/>
            <a:ext cx="9183370" cy="331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9403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5394"/>
            <a:ext cx="10515600" cy="5471569"/>
          </a:xfrm>
        </p:spPr>
        <p:txBody>
          <a:bodyPr>
            <a:normAutofit/>
          </a:bodyPr>
          <a:lstStyle/>
          <a:p>
            <a:r>
              <a:rPr lang="en-US" dirty="0"/>
              <a:t>if the connection is closed in </a:t>
            </a:r>
            <a:r>
              <a:rPr lang="en-US" dirty="0" err="1"/>
              <a:t>conn.php</a:t>
            </a:r>
            <a:r>
              <a:rPr lang="en-US" dirty="0"/>
              <a:t>, including </a:t>
            </a:r>
            <a:r>
              <a:rPr lang="en-US" dirty="0" err="1"/>
              <a:t>conn.php</a:t>
            </a:r>
            <a:r>
              <a:rPr lang="en-US" dirty="0"/>
              <a:t> in other files like </a:t>
            </a:r>
            <a:r>
              <a:rPr lang="en-US" dirty="0" err="1"/>
              <a:t>create_table.php</a:t>
            </a:r>
            <a:r>
              <a:rPr lang="en-US" dirty="0"/>
              <a:t> or </a:t>
            </a:r>
            <a:r>
              <a:rPr lang="en-US" dirty="0" err="1"/>
              <a:t>insertion.php</a:t>
            </a:r>
            <a:r>
              <a:rPr lang="en-US" dirty="0"/>
              <a:t> could either cause multiple connections or errors when trying to use the </a:t>
            </a:r>
            <a:r>
              <a:rPr lang="en-US" dirty="0" smtClean="0"/>
              <a:t>connection</a:t>
            </a:r>
          </a:p>
          <a:p>
            <a:r>
              <a:rPr lang="en-US" dirty="0"/>
              <a:t>To handle this properly, you need to make sure that the connection is only established once, and is reused across all files without being closed prematurely</a:t>
            </a:r>
            <a:r>
              <a:rPr lang="en-US" dirty="0" smtClean="0"/>
              <a:t>.</a:t>
            </a:r>
          </a:p>
          <a:p>
            <a:r>
              <a:rPr lang="en-US" dirty="0"/>
              <a:t>The most straightforward approach is to avoid closing the connection in </a:t>
            </a:r>
            <a:r>
              <a:rPr lang="en-US" dirty="0" err="1"/>
              <a:t>conn.php</a:t>
            </a:r>
            <a:r>
              <a:rPr lang="en-US" dirty="0"/>
              <a:t>. By leaving the connection open, all files that include </a:t>
            </a:r>
            <a:r>
              <a:rPr lang="en-US" dirty="0" err="1"/>
              <a:t>conn.php</a:t>
            </a:r>
            <a:r>
              <a:rPr lang="en-US" dirty="0"/>
              <a:t> can use the same connection without re-establishing it</a:t>
            </a:r>
            <a:r>
              <a:rPr lang="en-US" dirty="0" smtClean="0"/>
              <a:t>.</a:t>
            </a:r>
          </a:p>
          <a:p>
            <a:r>
              <a:rPr lang="en-US" dirty="0"/>
              <a:t>If you want to use the connection globally, you can define the connection as a global variable, which can then be accessed across multiple files without the need to pass it explicitly.</a:t>
            </a:r>
          </a:p>
        </p:txBody>
      </p:sp>
    </p:spTree>
    <p:extLst>
      <p:ext uri="{BB962C8B-B14F-4D97-AF65-F5344CB8AC3E}">
        <p14:creationId xmlns:p14="http://schemas.microsoft.com/office/powerpoint/2010/main" val="105327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F0E133-D669-4C86-9287-E363916EF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217995D0-9DE8-4404-9FA2-0565FFDCE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365125"/>
            <a:ext cx="11155017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6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F92AC444-633C-49D9-A293-285061374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556" y="0"/>
            <a:ext cx="10259461" cy="661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6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7" y="138226"/>
            <a:ext cx="10344377" cy="3577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24" y="3719966"/>
            <a:ext cx="10921319" cy="2680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939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Select and Filter Data From a MySQL Database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column_name</a:t>
            </a:r>
            <a:r>
              <a:rPr lang="en-US" dirty="0"/>
              <a:t>(s) FROM </a:t>
            </a:r>
            <a:r>
              <a:rPr lang="en-US" dirty="0" err="1"/>
              <a:t>table_name</a:t>
            </a:r>
            <a:r>
              <a:rPr lang="en-US" dirty="0"/>
              <a:t> WHERE </a:t>
            </a:r>
            <a:r>
              <a:rPr lang="en-US" dirty="0" err="1"/>
              <a:t>column_name</a:t>
            </a:r>
            <a:r>
              <a:rPr lang="en-US" dirty="0"/>
              <a:t> operator </a:t>
            </a:r>
            <a:r>
              <a:rPr lang="en-US" dirty="0" smtClean="0"/>
              <a:t>value</a:t>
            </a:r>
            <a:r>
              <a:rPr lang="en-US" dirty="0"/>
              <a:t>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43" y="2738438"/>
            <a:ext cx="11263086" cy="3560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770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Select and Filter Data From a MySQL Database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column_name</a:t>
            </a:r>
            <a:r>
              <a:rPr lang="en-US" dirty="0"/>
              <a:t>(s) FROM </a:t>
            </a:r>
            <a:r>
              <a:rPr lang="en-US" dirty="0" err="1"/>
              <a:t>table_name</a:t>
            </a:r>
            <a:r>
              <a:rPr lang="en-US" dirty="0"/>
              <a:t> WHERE </a:t>
            </a:r>
            <a:r>
              <a:rPr lang="en-US" dirty="0" err="1"/>
              <a:t>column_name</a:t>
            </a:r>
            <a:r>
              <a:rPr lang="en-US" dirty="0"/>
              <a:t> operator </a:t>
            </a:r>
            <a:r>
              <a:rPr lang="en-US" dirty="0" smtClean="0"/>
              <a:t>value</a:t>
            </a:r>
            <a:r>
              <a:rPr lang="en-US" dirty="0"/>
              <a:t>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43" y="2738438"/>
            <a:ext cx="11263086" cy="3560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729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Select and Order Data From a MySQL Database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column_name</a:t>
            </a:r>
            <a:r>
              <a:rPr lang="en-US" dirty="0"/>
              <a:t>(s) FROM </a:t>
            </a:r>
            <a:r>
              <a:rPr lang="en-US" dirty="0" err="1"/>
              <a:t>table_name</a:t>
            </a:r>
            <a:r>
              <a:rPr lang="en-US" dirty="0"/>
              <a:t> ORDER BY </a:t>
            </a:r>
            <a:r>
              <a:rPr lang="en-US" dirty="0" err="1"/>
              <a:t>column_name</a:t>
            </a:r>
            <a:r>
              <a:rPr lang="en-US" dirty="0"/>
              <a:t>(s) ASC|DESC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310" y="2713038"/>
            <a:ext cx="10398804" cy="3455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073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D23687-F06F-4E92-BE5B-B7FFA794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80A2703F-A57C-42EA-8FD1-B54397C49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911" y="113505"/>
            <a:ext cx="10371897" cy="2271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1CB0B18-75FC-45AB-8FB3-20C78408C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47962"/>
            <a:ext cx="9180443" cy="246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9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EB236587-72D9-4BF8-B28D-585A43C95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519" y="365125"/>
            <a:ext cx="9052063" cy="253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13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8046</TotalTime>
  <Words>332</Words>
  <Application>Microsoft Office PowerPoint</Application>
  <PresentationFormat>Custom</PresentationFormat>
  <Paragraphs>26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Php and mysql</vt:lpstr>
      <vt:lpstr>Outline </vt:lpstr>
      <vt:lpstr>Outline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Insertion of multiple records </vt:lpstr>
      <vt:lpstr>PowerPoint Presentation</vt:lpstr>
      <vt:lpstr>Insertion of multiple records </vt:lpstr>
      <vt:lpstr>Insertion of multiple records </vt:lpstr>
      <vt:lpstr>Insert form data in my sql </vt:lpstr>
      <vt:lpstr>Insert.php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Select and Filter Data From a MySQL Database </vt:lpstr>
      <vt:lpstr>Select and Filter Data From a MySQL Database </vt:lpstr>
      <vt:lpstr>Select and Order Data From a MySQL Database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and mysql</dc:title>
  <dc:creator>saadia shabbir</dc:creator>
  <cp:lastModifiedBy>Sadi Shabbit</cp:lastModifiedBy>
  <cp:revision>25</cp:revision>
  <dcterms:created xsi:type="dcterms:W3CDTF">2023-05-23T16:20:01Z</dcterms:created>
  <dcterms:modified xsi:type="dcterms:W3CDTF">2024-12-21T15:38:31Z</dcterms:modified>
</cp:coreProperties>
</file>