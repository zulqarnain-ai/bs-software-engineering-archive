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20104100" cy="11309350"/>
  <p:notesSz cx="20104100" cy="113093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716" y="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671050" y="6035675"/>
            <a:ext cx="5562600" cy="1752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Lecture no 2 </a:t>
            </a:r>
          </a:p>
          <a:p>
            <a:pPr algn="ctr"/>
            <a:r>
              <a:rPr lang="en-US" sz="3200" dirty="0" smtClean="0"/>
              <a:t>Ayesha </a:t>
            </a:r>
            <a:r>
              <a:rPr lang="en-US" sz="3200" dirty="0" err="1" smtClean="0"/>
              <a:t>jarral</a:t>
            </a:r>
            <a:endParaRPr lang="en-AU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5</Words>
  <Application>Microsoft Office PowerPoint</Application>
  <PresentationFormat>Custom</PresentationFormat>
  <Paragraphs>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ayesha jarral</dc:creator>
  <cp:lastModifiedBy>ayesha jarral</cp:lastModifiedBy>
  <cp:revision>2</cp:revision>
  <dcterms:created xsi:type="dcterms:W3CDTF">2024-02-27T10:33:03Z</dcterms:created>
  <dcterms:modified xsi:type="dcterms:W3CDTF">2024-02-27T10:36:00Z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2024-02-27T00:00:00Z</vt:filetime>
  </property>
  <property fmtid="{D5CDD505-2E9C-101B-9397-08002B2CF9AE}" pid="3" name="LastSaved">
    <vt:filetime>2024-02-27T00:00:00Z</vt:filetime>
  </property>
</Properties>
</file>