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2" r:id="rId4"/>
  </p:sldMasterIdLst>
  <p:notesMasterIdLst>
    <p:notesMasterId r:id="rId36"/>
  </p:notesMasterIdLst>
  <p:sldIdLst>
    <p:sldId id="264" r:id="rId5"/>
    <p:sldId id="339" r:id="rId6"/>
    <p:sldId id="313" r:id="rId7"/>
    <p:sldId id="345" r:id="rId8"/>
    <p:sldId id="314" r:id="rId9"/>
    <p:sldId id="346" r:id="rId10"/>
    <p:sldId id="315" r:id="rId11"/>
    <p:sldId id="316" r:id="rId12"/>
    <p:sldId id="317" r:id="rId13"/>
    <p:sldId id="320" r:id="rId14"/>
    <p:sldId id="318" r:id="rId15"/>
    <p:sldId id="319" r:id="rId16"/>
    <p:sldId id="261" r:id="rId17"/>
    <p:sldId id="321" r:id="rId18"/>
    <p:sldId id="322" r:id="rId19"/>
    <p:sldId id="323" r:id="rId20"/>
    <p:sldId id="349" r:id="rId21"/>
    <p:sldId id="347" r:id="rId22"/>
    <p:sldId id="325" r:id="rId23"/>
    <p:sldId id="326" r:id="rId24"/>
    <p:sldId id="348" r:id="rId25"/>
    <p:sldId id="342" r:id="rId26"/>
    <p:sldId id="343" r:id="rId27"/>
    <p:sldId id="336" r:id="rId28"/>
    <p:sldId id="340" r:id="rId29"/>
    <p:sldId id="329" r:id="rId30"/>
    <p:sldId id="330" r:id="rId31"/>
    <p:sldId id="332" r:id="rId32"/>
    <p:sldId id="333" r:id="rId33"/>
    <p:sldId id="334" r:id="rId34"/>
    <p:sldId id="33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7" autoAdjust="0"/>
    <p:restoredTop sz="94619" autoAdjust="0"/>
  </p:normalViewPr>
  <p:slideViewPr>
    <p:cSldViewPr snapToGrid="0">
      <p:cViewPr varScale="1">
        <p:scale>
          <a:sx n="67" d="100"/>
          <a:sy n="67" d="100"/>
        </p:scale>
        <p:origin x="5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2.png"/><Relationship Id="rId12" Type="http://schemas.openxmlformats.org/officeDocument/2006/relationships/image" Target="../media/image21.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image" Target="../media/image19.svg"/><Relationship Id="rId4" Type="http://schemas.openxmlformats.org/officeDocument/2006/relationships/image" Target="../media/image15.svg"/><Relationship Id="rId9" Type="http://schemas.openxmlformats.org/officeDocument/2006/relationships/image" Target="../media/image18.png"/><Relationship Id="rId14" Type="http://schemas.openxmlformats.org/officeDocument/2006/relationships/image" Target="../media/image23.svg"/></Relationships>
</file>

<file path=ppt/diagrams/_rels/data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image" Target="../media/image31.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3.svg"/><Relationship Id="rId11" Type="http://schemas.openxmlformats.org/officeDocument/2006/relationships/image" Target="../media/image30.png"/><Relationship Id="rId5" Type="http://schemas.openxmlformats.org/officeDocument/2006/relationships/image" Target="../media/image22.png"/><Relationship Id="rId10" Type="http://schemas.openxmlformats.org/officeDocument/2006/relationships/image" Target="../media/image15.svg"/><Relationship Id="rId4" Type="http://schemas.openxmlformats.org/officeDocument/2006/relationships/image" Target="../media/image27.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2.png"/><Relationship Id="rId12" Type="http://schemas.openxmlformats.org/officeDocument/2006/relationships/image" Target="../media/image21.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image" Target="../media/image19.svg"/><Relationship Id="rId4" Type="http://schemas.openxmlformats.org/officeDocument/2006/relationships/image" Target="../media/image15.svg"/><Relationship Id="rId9" Type="http://schemas.openxmlformats.org/officeDocument/2006/relationships/image" Target="../media/image18.png"/><Relationship Id="rId14"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image" Target="../media/image31.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3.svg"/><Relationship Id="rId11" Type="http://schemas.openxmlformats.org/officeDocument/2006/relationships/image" Target="../media/image30.png"/><Relationship Id="rId5" Type="http://schemas.openxmlformats.org/officeDocument/2006/relationships/image" Target="../media/image22.png"/><Relationship Id="rId10" Type="http://schemas.openxmlformats.org/officeDocument/2006/relationships/image" Target="../media/image15.svg"/><Relationship Id="rId4" Type="http://schemas.openxmlformats.org/officeDocument/2006/relationships/image" Target="../media/image27.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839A94-859F-4F46-AD6B-5B8CA7114F2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B5EEB1A-DAA8-4736-9822-2B484D322AE6}">
      <dgm:prSet/>
      <dgm:spPr/>
      <dgm:t>
        <a:bodyPr/>
        <a:lstStyle/>
        <a:p>
          <a:pPr>
            <a:lnSpc>
              <a:spcPct val="100000"/>
            </a:lnSpc>
          </a:pPr>
          <a:r>
            <a:rPr lang="en-US" b="1"/>
            <a:t>Science </a:t>
          </a:r>
          <a:r>
            <a:rPr lang="en-US"/>
            <a:t>is defined as method of studying nature that involves the collecting of data to test hypothesis.</a:t>
          </a:r>
        </a:p>
      </dgm:t>
    </dgm:pt>
    <dgm:pt modelId="{C8967E61-2EEF-43CF-93E6-EF008A39C9E5}" type="parTrans" cxnId="{6C70C2DE-5E28-4A49-A9D3-A0FA32706677}">
      <dgm:prSet/>
      <dgm:spPr/>
      <dgm:t>
        <a:bodyPr/>
        <a:lstStyle/>
        <a:p>
          <a:endParaRPr lang="en-US"/>
        </a:p>
      </dgm:t>
    </dgm:pt>
    <dgm:pt modelId="{0776C861-5C67-482F-91AD-8E9C1DAC0963}" type="sibTrans" cxnId="{6C70C2DE-5E28-4A49-A9D3-A0FA32706677}">
      <dgm:prSet/>
      <dgm:spPr/>
      <dgm:t>
        <a:bodyPr/>
        <a:lstStyle/>
        <a:p>
          <a:pPr>
            <a:lnSpc>
              <a:spcPct val="100000"/>
            </a:lnSpc>
          </a:pPr>
          <a:endParaRPr lang="en-US"/>
        </a:p>
      </dgm:t>
    </dgm:pt>
    <dgm:pt modelId="{7D652C0F-AE6D-439D-AC57-BBCC21165BC6}">
      <dgm:prSet/>
      <dgm:spPr/>
      <dgm:t>
        <a:bodyPr/>
        <a:lstStyle/>
        <a:p>
          <a:pPr>
            <a:lnSpc>
              <a:spcPct val="100000"/>
            </a:lnSpc>
          </a:pPr>
          <a:r>
            <a:rPr lang="en-US" dirty="0"/>
            <a:t>The main difference between psychology and physics, chemistry or biology is that the former studies </a:t>
          </a:r>
          <a:r>
            <a:rPr lang="en-US" b="1" dirty="0"/>
            <a:t>human behavior</a:t>
          </a:r>
          <a:r>
            <a:rPr lang="en-US" dirty="0"/>
            <a:t>, while the others study </a:t>
          </a:r>
          <a:r>
            <a:rPr lang="en-US" b="1" dirty="0"/>
            <a:t>nonorganic phenomena </a:t>
          </a:r>
          <a:r>
            <a:rPr lang="en-US" dirty="0"/>
            <a:t>and </a:t>
          </a:r>
          <a:r>
            <a:rPr lang="en-US" b="1" dirty="0"/>
            <a:t>chemical and biological processes</a:t>
          </a:r>
          <a:r>
            <a:rPr lang="en-US" dirty="0"/>
            <a:t>. </a:t>
          </a:r>
        </a:p>
      </dgm:t>
    </dgm:pt>
    <dgm:pt modelId="{E93DF0ED-EB8B-4C45-8690-6E623FE41639}" type="parTrans" cxnId="{9DFB884C-E969-40C3-8B7F-7DFA9484817B}">
      <dgm:prSet/>
      <dgm:spPr/>
      <dgm:t>
        <a:bodyPr/>
        <a:lstStyle/>
        <a:p>
          <a:endParaRPr lang="en-US"/>
        </a:p>
      </dgm:t>
    </dgm:pt>
    <dgm:pt modelId="{CC296CD6-4851-4408-BF07-AA6A944B1033}" type="sibTrans" cxnId="{9DFB884C-E969-40C3-8B7F-7DFA9484817B}">
      <dgm:prSet/>
      <dgm:spPr/>
      <dgm:t>
        <a:bodyPr/>
        <a:lstStyle/>
        <a:p>
          <a:pPr>
            <a:lnSpc>
              <a:spcPct val="100000"/>
            </a:lnSpc>
          </a:pPr>
          <a:endParaRPr lang="en-US"/>
        </a:p>
      </dgm:t>
    </dgm:pt>
    <dgm:pt modelId="{C716EEA3-4833-4310-A071-68FBD181E71D}">
      <dgm:prSet/>
      <dgm:spPr/>
      <dgm:t>
        <a:bodyPr/>
        <a:lstStyle/>
        <a:p>
          <a:pPr>
            <a:lnSpc>
              <a:spcPct val="100000"/>
            </a:lnSpc>
          </a:pPr>
          <a:r>
            <a:rPr lang="en-US"/>
            <a:t>Psychologist develop hypotheses or prediction based on theories or past observation. </a:t>
          </a:r>
        </a:p>
      </dgm:t>
    </dgm:pt>
    <dgm:pt modelId="{97822A01-3972-4D1E-A5F4-B941DA8DD19A}" type="parTrans" cxnId="{AC62BF6F-95FD-4741-B60D-1A7DCCC5B203}">
      <dgm:prSet/>
      <dgm:spPr/>
      <dgm:t>
        <a:bodyPr/>
        <a:lstStyle/>
        <a:p>
          <a:endParaRPr lang="en-US"/>
        </a:p>
      </dgm:t>
    </dgm:pt>
    <dgm:pt modelId="{20F20C7C-3689-46FF-8E7E-2F8F76C6AABF}" type="sibTrans" cxnId="{AC62BF6F-95FD-4741-B60D-1A7DCCC5B203}">
      <dgm:prSet/>
      <dgm:spPr/>
      <dgm:t>
        <a:bodyPr/>
        <a:lstStyle/>
        <a:p>
          <a:pPr>
            <a:lnSpc>
              <a:spcPct val="100000"/>
            </a:lnSpc>
          </a:pPr>
          <a:endParaRPr lang="en-US"/>
        </a:p>
      </dgm:t>
    </dgm:pt>
    <dgm:pt modelId="{7BD4C261-0A37-46AA-8E1F-FE46560372F0}">
      <dgm:prSet/>
      <dgm:spPr/>
      <dgm:t>
        <a:bodyPr/>
        <a:lstStyle/>
        <a:p>
          <a:pPr>
            <a:lnSpc>
              <a:spcPct val="100000"/>
            </a:lnSpc>
          </a:pPr>
          <a:r>
            <a:rPr lang="en-US"/>
            <a:t>They then collect data to test hypothesis is correct. </a:t>
          </a:r>
        </a:p>
      </dgm:t>
    </dgm:pt>
    <dgm:pt modelId="{4BFFDBBB-544E-4F93-9BEE-C5F0052808CD}" type="parTrans" cxnId="{AFEB5BF5-8978-48C7-8B57-3A9BEA569534}">
      <dgm:prSet/>
      <dgm:spPr/>
      <dgm:t>
        <a:bodyPr/>
        <a:lstStyle/>
        <a:p>
          <a:endParaRPr lang="en-US"/>
        </a:p>
      </dgm:t>
    </dgm:pt>
    <dgm:pt modelId="{2F968A56-2075-42F9-B3F3-206FC6610935}" type="sibTrans" cxnId="{AFEB5BF5-8978-48C7-8B57-3A9BEA569534}">
      <dgm:prSet/>
      <dgm:spPr/>
      <dgm:t>
        <a:bodyPr/>
        <a:lstStyle/>
        <a:p>
          <a:endParaRPr lang="en-US"/>
        </a:p>
      </dgm:t>
    </dgm:pt>
    <dgm:pt modelId="{19D3E2E5-797C-43F0-A1FB-9ED63E4D3084}" type="pres">
      <dgm:prSet presAssocID="{55839A94-859F-4F46-AD6B-5B8CA7114F20}" presName="root" presStyleCnt="0">
        <dgm:presLayoutVars>
          <dgm:dir/>
          <dgm:resizeHandles val="exact"/>
        </dgm:presLayoutVars>
      </dgm:prSet>
      <dgm:spPr/>
    </dgm:pt>
    <dgm:pt modelId="{C6F02092-3CBD-492E-A45E-977A6A730FA7}" type="pres">
      <dgm:prSet presAssocID="{55839A94-859F-4F46-AD6B-5B8CA7114F20}" presName="container" presStyleCnt="0">
        <dgm:presLayoutVars>
          <dgm:dir/>
          <dgm:resizeHandles val="exact"/>
        </dgm:presLayoutVars>
      </dgm:prSet>
      <dgm:spPr/>
    </dgm:pt>
    <dgm:pt modelId="{6FFF5577-76A7-4DDF-9309-669B9BC16D72}" type="pres">
      <dgm:prSet presAssocID="{AB5EEB1A-DAA8-4736-9822-2B484D322AE6}" presName="compNode" presStyleCnt="0"/>
      <dgm:spPr/>
    </dgm:pt>
    <dgm:pt modelId="{E799B2BF-3F05-4C5E-906C-F02A9A3E2FF0}" type="pres">
      <dgm:prSet presAssocID="{AB5EEB1A-DAA8-4736-9822-2B484D322AE6}" presName="iconBgRect" presStyleLbl="bgShp" presStyleIdx="0" presStyleCnt="4"/>
      <dgm:spPr/>
    </dgm:pt>
    <dgm:pt modelId="{E46543EB-F656-4F12-AA56-EFA0E7E5F5B9}" type="pres">
      <dgm:prSet presAssocID="{AB5EEB1A-DAA8-4736-9822-2B484D322AE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croscope"/>
        </a:ext>
      </dgm:extLst>
    </dgm:pt>
    <dgm:pt modelId="{2F1E6F00-E6BD-49CC-9D86-480B177DFC0F}" type="pres">
      <dgm:prSet presAssocID="{AB5EEB1A-DAA8-4736-9822-2B484D322AE6}" presName="spaceRect" presStyleCnt="0"/>
      <dgm:spPr/>
    </dgm:pt>
    <dgm:pt modelId="{03F2883E-F0CA-4DB9-BEA8-A7A555F731CE}" type="pres">
      <dgm:prSet presAssocID="{AB5EEB1A-DAA8-4736-9822-2B484D322AE6}" presName="textRect" presStyleLbl="revTx" presStyleIdx="0" presStyleCnt="4">
        <dgm:presLayoutVars>
          <dgm:chMax val="1"/>
          <dgm:chPref val="1"/>
        </dgm:presLayoutVars>
      </dgm:prSet>
      <dgm:spPr/>
    </dgm:pt>
    <dgm:pt modelId="{31BCA961-A182-4C14-832B-5E81767C14A7}" type="pres">
      <dgm:prSet presAssocID="{0776C861-5C67-482F-91AD-8E9C1DAC0963}" presName="sibTrans" presStyleLbl="sibTrans2D1" presStyleIdx="0" presStyleCnt="0"/>
      <dgm:spPr/>
    </dgm:pt>
    <dgm:pt modelId="{36346CF7-93B4-4315-BA3A-5CAC999E7F71}" type="pres">
      <dgm:prSet presAssocID="{7D652C0F-AE6D-439D-AC57-BBCC21165BC6}" presName="compNode" presStyleCnt="0"/>
      <dgm:spPr/>
    </dgm:pt>
    <dgm:pt modelId="{0566B00A-CCEB-489F-AE1C-8B0F5F74C514}" type="pres">
      <dgm:prSet presAssocID="{7D652C0F-AE6D-439D-AC57-BBCC21165BC6}" presName="iconBgRect" presStyleLbl="bgShp" presStyleIdx="1" presStyleCnt="4"/>
      <dgm:spPr/>
    </dgm:pt>
    <dgm:pt modelId="{2781A755-D971-4014-B49F-10A255E84C33}" type="pres">
      <dgm:prSet presAssocID="{7D652C0F-AE6D-439D-AC57-BBCC21165B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ientist"/>
        </a:ext>
      </dgm:extLst>
    </dgm:pt>
    <dgm:pt modelId="{CB2597EB-F51D-4ACE-A521-B41EA071FCDA}" type="pres">
      <dgm:prSet presAssocID="{7D652C0F-AE6D-439D-AC57-BBCC21165BC6}" presName="spaceRect" presStyleCnt="0"/>
      <dgm:spPr/>
    </dgm:pt>
    <dgm:pt modelId="{F25CEBFC-24CB-4E3D-9D0B-9B351A5F1F18}" type="pres">
      <dgm:prSet presAssocID="{7D652C0F-AE6D-439D-AC57-BBCC21165BC6}" presName="textRect" presStyleLbl="revTx" presStyleIdx="1" presStyleCnt="4">
        <dgm:presLayoutVars>
          <dgm:chMax val="1"/>
          <dgm:chPref val="1"/>
        </dgm:presLayoutVars>
      </dgm:prSet>
      <dgm:spPr/>
    </dgm:pt>
    <dgm:pt modelId="{D026A743-2E13-4FA7-B951-3046D27437FA}" type="pres">
      <dgm:prSet presAssocID="{CC296CD6-4851-4408-BF07-AA6A944B1033}" presName="sibTrans" presStyleLbl="sibTrans2D1" presStyleIdx="0" presStyleCnt="0"/>
      <dgm:spPr/>
    </dgm:pt>
    <dgm:pt modelId="{A93C884A-A1D5-4303-A5C8-6C3275289B50}" type="pres">
      <dgm:prSet presAssocID="{C716EEA3-4833-4310-A071-68FBD181E71D}" presName="compNode" presStyleCnt="0"/>
      <dgm:spPr/>
    </dgm:pt>
    <dgm:pt modelId="{A9C1E5C5-3876-4A53-84D2-466C4F4AAD44}" type="pres">
      <dgm:prSet presAssocID="{C716EEA3-4833-4310-A071-68FBD181E71D}" presName="iconBgRect" presStyleLbl="bgShp" presStyleIdx="2" presStyleCnt="4"/>
      <dgm:spPr/>
    </dgm:pt>
    <dgm:pt modelId="{965A1D28-3A99-4F6B-965A-ABCEBE528FCE}" type="pres">
      <dgm:prSet presAssocID="{C716EEA3-4833-4310-A071-68FBD181E71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66BC28A1-5425-4802-85C3-473207D4BD4E}" type="pres">
      <dgm:prSet presAssocID="{C716EEA3-4833-4310-A071-68FBD181E71D}" presName="spaceRect" presStyleCnt="0"/>
      <dgm:spPr/>
    </dgm:pt>
    <dgm:pt modelId="{1A956657-7CC4-4320-BD53-AD95DC9E9EF2}" type="pres">
      <dgm:prSet presAssocID="{C716EEA3-4833-4310-A071-68FBD181E71D}" presName="textRect" presStyleLbl="revTx" presStyleIdx="2" presStyleCnt="4">
        <dgm:presLayoutVars>
          <dgm:chMax val="1"/>
          <dgm:chPref val="1"/>
        </dgm:presLayoutVars>
      </dgm:prSet>
      <dgm:spPr/>
    </dgm:pt>
    <dgm:pt modelId="{BF37C045-5D27-4DCB-8782-F64C0BA67153}" type="pres">
      <dgm:prSet presAssocID="{20F20C7C-3689-46FF-8E7E-2F8F76C6AABF}" presName="sibTrans" presStyleLbl="sibTrans2D1" presStyleIdx="0" presStyleCnt="0"/>
      <dgm:spPr/>
    </dgm:pt>
    <dgm:pt modelId="{A0C25908-7B13-4297-86D9-B27E7AAE7C3D}" type="pres">
      <dgm:prSet presAssocID="{7BD4C261-0A37-46AA-8E1F-FE46560372F0}" presName="compNode" presStyleCnt="0"/>
      <dgm:spPr/>
    </dgm:pt>
    <dgm:pt modelId="{8F08A323-4F5F-4B75-BEE8-62C16D19991C}" type="pres">
      <dgm:prSet presAssocID="{7BD4C261-0A37-46AA-8E1F-FE46560372F0}" presName="iconBgRect" presStyleLbl="bgShp" presStyleIdx="3" presStyleCnt="4"/>
      <dgm:spPr/>
    </dgm:pt>
    <dgm:pt modelId="{2ED16EF1-D460-486E-B9CA-9ED7FE49CF1F}" type="pres">
      <dgm:prSet presAssocID="{7BD4C261-0A37-46AA-8E1F-FE46560372F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est tubes"/>
        </a:ext>
      </dgm:extLst>
    </dgm:pt>
    <dgm:pt modelId="{F54D9CC7-F0E2-4A7B-B223-6F353F5A4E3E}" type="pres">
      <dgm:prSet presAssocID="{7BD4C261-0A37-46AA-8E1F-FE46560372F0}" presName="spaceRect" presStyleCnt="0"/>
      <dgm:spPr/>
    </dgm:pt>
    <dgm:pt modelId="{D3C5D38B-49EF-46DA-80DB-F3F4E28F810C}" type="pres">
      <dgm:prSet presAssocID="{7BD4C261-0A37-46AA-8E1F-FE46560372F0}" presName="textRect" presStyleLbl="revTx" presStyleIdx="3" presStyleCnt="4">
        <dgm:presLayoutVars>
          <dgm:chMax val="1"/>
          <dgm:chPref val="1"/>
        </dgm:presLayoutVars>
      </dgm:prSet>
      <dgm:spPr/>
    </dgm:pt>
  </dgm:ptLst>
  <dgm:cxnLst>
    <dgm:cxn modelId="{F92E731E-D708-4358-BFFB-9399821C9053}" type="presOf" srcId="{20F20C7C-3689-46FF-8E7E-2F8F76C6AABF}" destId="{BF37C045-5D27-4DCB-8782-F64C0BA67153}" srcOrd="0" destOrd="0" presId="urn:microsoft.com/office/officeart/2018/2/layout/IconCircleList"/>
    <dgm:cxn modelId="{88014821-6D87-42CE-8FF2-67A9A3111820}" type="presOf" srcId="{7BD4C261-0A37-46AA-8E1F-FE46560372F0}" destId="{D3C5D38B-49EF-46DA-80DB-F3F4E28F810C}" srcOrd="0" destOrd="0" presId="urn:microsoft.com/office/officeart/2018/2/layout/IconCircleList"/>
    <dgm:cxn modelId="{CA83E33B-081A-47F5-872A-2147D4D268D0}" type="presOf" srcId="{0776C861-5C67-482F-91AD-8E9C1DAC0963}" destId="{31BCA961-A182-4C14-832B-5E81767C14A7}" srcOrd="0" destOrd="0" presId="urn:microsoft.com/office/officeart/2018/2/layout/IconCircleList"/>
    <dgm:cxn modelId="{E0B04840-0F48-488D-A261-3058214D8367}" type="presOf" srcId="{CC296CD6-4851-4408-BF07-AA6A944B1033}" destId="{D026A743-2E13-4FA7-B951-3046D27437FA}" srcOrd="0" destOrd="0" presId="urn:microsoft.com/office/officeart/2018/2/layout/IconCircleList"/>
    <dgm:cxn modelId="{9BB3294A-AD65-4D9E-B2C7-A4E7F9E55290}" type="presOf" srcId="{7D652C0F-AE6D-439D-AC57-BBCC21165BC6}" destId="{F25CEBFC-24CB-4E3D-9D0B-9B351A5F1F18}" srcOrd="0" destOrd="0" presId="urn:microsoft.com/office/officeart/2018/2/layout/IconCircleList"/>
    <dgm:cxn modelId="{C43C4D6B-36BA-4EC2-A80F-929B08C01CEB}" type="presOf" srcId="{AB5EEB1A-DAA8-4736-9822-2B484D322AE6}" destId="{03F2883E-F0CA-4DB9-BEA8-A7A555F731CE}" srcOrd="0" destOrd="0" presId="urn:microsoft.com/office/officeart/2018/2/layout/IconCircleList"/>
    <dgm:cxn modelId="{9DFB884C-E969-40C3-8B7F-7DFA9484817B}" srcId="{55839A94-859F-4F46-AD6B-5B8CA7114F20}" destId="{7D652C0F-AE6D-439D-AC57-BBCC21165BC6}" srcOrd="1" destOrd="0" parTransId="{E93DF0ED-EB8B-4C45-8690-6E623FE41639}" sibTransId="{CC296CD6-4851-4408-BF07-AA6A944B1033}"/>
    <dgm:cxn modelId="{AC62BF6F-95FD-4741-B60D-1A7DCCC5B203}" srcId="{55839A94-859F-4F46-AD6B-5B8CA7114F20}" destId="{C716EEA3-4833-4310-A071-68FBD181E71D}" srcOrd="2" destOrd="0" parTransId="{97822A01-3972-4D1E-A5F4-B941DA8DD19A}" sibTransId="{20F20C7C-3689-46FF-8E7E-2F8F76C6AABF}"/>
    <dgm:cxn modelId="{6D42DBC8-F55C-46BB-9493-6BD986A0B671}" type="presOf" srcId="{C716EEA3-4833-4310-A071-68FBD181E71D}" destId="{1A956657-7CC4-4320-BD53-AD95DC9E9EF2}" srcOrd="0" destOrd="0" presId="urn:microsoft.com/office/officeart/2018/2/layout/IconCircleList"/>
    <dgm:cxn modelId="{6C70C2DE-5E28-4A49-A9D3-A0FA32706677}" srcId="{55839A94-859F-4F46-AD6B-5B8CA7114F20}" destId="{AB5EEB1A-DAA8-4736-9822-2B484D322AE6}" srcOrd="0" destOrd="0" parTransId="{C8967E61-2EEF-43CF-93E6-EF008A39C9E5}" sibTransId="{0776C861-5C67-482F-91AD-8E9C1DAC0963}"/>
    <dgm:cxn modelId="{1FA7DDE4-0ABA-425A-8106-C37A55F12CDB}" type="presOf" srcId="{55839A94-859F-4F46-AD6B-5B8CA7114F20}" destId="{19D3E2E5-797C-43F0-A1FB-9ED63E4D3084}" srcOrd="0" destOrd="0" presId="urn:microsoft.com/office/officeart/2018/2/layout/IconCircleList"/>
    <dgm:cxn modelId="{AFEB5BF5-8978-48C7-8B57-3A9BEA569534}" srcId="{55839A94-859F-4F46-AD6B-5B8CA7114F20}" destId="{7BD4C261-0A37-46AA-8E1F-FE46560372F0}" srcOrd="3" destOrd="0" parTransId="{4BFFDBBB-544E-4F93-9BEE-C5F0052808CD}" sibTransId="{2F968A56-2075-42F9-B3F3-206FC6610935}"/>
    <dgm:cxn modelId="{6EE50A8F-092E-4DDD-8E4A-0088E0AE8B8E}" type="presParOf" srcId="{19D3E2E5-797C-43F0-A1FB-9ED63E4D3084}" destId="{C6F02092-3CBD-492E-A45E-977A6A730FA7}" srcOrd="0" destOrd="0" presId="urn:microsoft.com/office/officeart/2018/2/layout/IconCircleList"/>
    <dgm:cxn modelId="{DDE182CA-EA38-455C-88A2-FE9A4BDCB30B}" type="presParOf" srcId="{C6F02092-3CBD-492E-A45E-977A6A730FA7}" destId="{6FFF5577-76A7-4DDF-9309-669B9BC16D72}" srcOrd="0" destOrd="0" presId="urn:microsoft.com/office/officeart/2018/2/layout/IconCircleList"/>
    <dgm:cxn modelId="{3FF7AF54-5442-49A8-909F-EF89D939A11C}" type="presParOf" srcId="{6FFF5577-76A7-4DDF-9309-669B9BC16D72}" destId="{E799B2BF-3F05-4C5E-906C-F02A9A3E2FF0}" srcOrd="0" destOrd="0" presId="urn:microsoft.com/office/officeart/2018/2/layout/IconCircleList"/>
    <dgm:cxn modelId="{49C2712A-4ADD-4F72-908C-07E132E8F3F5}" type="presParOf" srcId="{6FFF5577-76A7-4DDF-9309-669B9BC16D72}" destId="{E46543EB-F656-4F12-AA56-EFA0E7E5F5B9}" srcOrd="1" destOrd="0" presId="urn:microsoft.com/office/officeart/2018/2/layout/IconCircleList"/>
    <dgm:cxn modelId="{06201B5B-51C6-42E9-89D4-4FA8CFA46327}" type="presParOf" srcId="{6FFF5577-76A7-4DDF-9309-669B9BC16D72}" destId="{2F1E6F00-E6BD-49CC-9D86-480B177DFC0F}" srcOrd="2" destOrd="0" presId="urn:microsoft.com/office/officeart/2018/2/layout/IconCircleList"/>
    <dgm:cxn modelId="{4FB3C935-6C38-4032-9DDA-3A356B89FFF6}" type="presParOf" srcId="{6FFF5577-76A7-4DDF-9309-669B9BC16D72}" destId="{03F2883E-F0CA-4DB9-BEA8-A7A555F731CE}" srcOrd="3" destOrd="0" presId="urn:microsoft.com/office/officeart/2018/2/layout/IconCircleList"/>
    <dgm:cxn modelId="{FAB9D00D-DC03-4F5D-8C37-531E720245B5}" type="presParOf" srcId="{C6F02092-3CBD-492E-A45E-977A6A730FA7}" destId="{31BCA961-A182-4C14-832B-5E81767C14A7}" srcOrd="1" destOrd="0" presId="urn:microsoft.com/office/officeart/2018/2/layout/IconCircleList"/>
    <dgm:cxn modelId="{C65870CA-43CC-44BE-BBA0-B3512981F191}" type="presParOf" srcId="{C6F02092-3CBD-492E-A45E-977A6A730FA7}" destId="{36346CF7-93B4-4315-BA3A-5CAC999E7F71}" srcOrd="2" destOrd="0" presId="urn:microsoft.com/office/officeart/2018/2/layout/IconCircleList"/>
    <dgm:cxn modelId="{90434032-529D-4461-A175-442EA29D7BAF}" type="presParOf" srcId="{36346CF7-93B4-4315-BA3A-5CAC999E7F71}" destId="{0566B00A-CCEB-489F-AE1C-8B0F5F74C514}" srcOrd="0" destOrd="0" presId="urn:microsoft.com/office/officeart/2018/2/layout/IconCircleList"/>
    <dgm:cxn modelId="{CF1AD991-A608-4C71-8EDB-2DFCCC464955}" type="presParOf" srcId="{36346CF7-93B4-4315-BA3A-5CAC999E7F71}" destId="{2781A755-D971-4014-B49F-10A255E84C33}" srcOrd="1" destOrd="0" presId="urn:microsoft.com/office/officeart/2018/2/layout/IconCircleList"/>
    <dgm:cxn modelId="{13309555-FDA1-4A2A-B31E-D303F033492B}" type="presParOf" srcId="{36346CF7-93B4-4315-BA3A-5CAC999E7F71}" destId="{CB2597EB-F51D-4ACE-A521-B41EA071FCDA}" srcOrd="2" destOrd="0" presId="urn:microsoft.com/office/officeart/2018/2/layout/IconCircleList"/>
    <dgm:cxn modelId="{9057B624-9EF2-42EB-BF54-B0B019FCF0A3}" type="presParOf" srcId="{36346CF7-93B4-4315-BA3A-5CAC999E7F71}" destId="{F25CEBFC-24CB-4E3D-9D0B-9B351A5F1F18}" srcOrd="3" destOrd="0" presId="urn:microsoft.com/office/officeart/2018/2/layout/IconCircleList"/>
    <dgm:cxn modelId="{C212DB41-63F2-4417-AC4C-946689D76954}" type="presParOf" srcId="{C6F02092-3CBD-492E-A45E-977A6A730FA7}" destId="{D026A743-2E13-4FA7-B951-3046D27437FA}" srcOrd="3" destOrd="0" presId="urn:microsoft.com/office/officeart/2018/2/layout/IconCircleList"/>
    <dgm:cxn modelId="{F06E8ECC-FCDA-4748-8FC1-96D6C60D6418}" type="presParOf" srcId="{C6F02092-3CBD-492E-A45E-977A6A730FA7}" destId="{A93C884A-A1D5-4303-A5C8-6C3275289B50}" srcOrd="4" destOrd="0" presId="urn:microsoft.com/office/officeart/2018/2/layout/IconCircleList"/>
    <dgm:cxn modelId="{495D4975-B93B-488B-A00C-5693E11F13F5}" type="presParOf" srcId="{A93C884A-A1D5-4303-A5C8-6C3275289B50}" destId="{A9C1E5C5-3876-4A53-84D2-466C4F4AAD44}" srcOrd="0" destOrd="0" presId="urn:microsoft.com/office/officeart/2018/2/layout/IconCircleList"/>
    <dgm:cxn modelId="{97CEAD68-1CD9-484F-8493-525820B31BEB}" type="presParOf" srcId="{A93C884A-A1D5-4303-A5C8-6C3275289B50}" destId="{965A1D28-3A99-4F6B-965A-ABCEBE528FCE}" srcOrd="1" destOrd="0" presId="urn:microsoft.com/office/officeart/2018/2/layout/IconCircleList"/>
    <dgm:cxn modelId="{E7864143-DB95-4C1A-BAB4-B649A0215634}" type="presParOf" srcId="{A93C884A-A1D5-4303-A5C8-6C3275289B50}" destId="{66BC28A1-5425-4802-85C3-473207D4BD4E}" srcOrd="2" destOrd="0" presId="urn:microsoft.com/office/officeart/2018/2/layout/IconCircleList"/>
    <dgm:cxn modelId="{8DAA80B8-2727-41E5-A764-C741FF1B8772}" type="presParOf" srcId="{A93C884A-A1D5-4303-A5C8-6C3275289B50}" destId="{1A956657-7CC4-4320-BD53-AD95DC9E9EF2}" srcOrd="3" destOrd="0" presId="urn:microsoft.com/office/officeart/2018/2/layout/IconCircleList"/>
    <dgm:cxn modelId="{FBDB4EE7-C439-44B1-8337-09791235E92A}" type="presParOf" srcId="{C6F02092-3CBD-492E-A45E-977A6A730FA7}" destId="{BF37C045-5D27-4DCB-8782-F64C0BA67153}" srcOrd="5" destOrd="0" presId="urn:microsoft.com/office/officeart/2018/2/layout/IconCircleList"/>
    <dgm:cxn modelId="{1DEF83DB-50E0-4A41-8B0F-263F2C4D33A2}" type="presParOf" srcId="{C6F02092-3CBD-492E-A45E-977A6A730FA7}" destId="{A0C25908-7B13-4297-86D9-B27E7AAE7C3D}" srcOrd="6" destOrd="0" presId="urn:microsoft.com/office/officeart/2018/2/layout/IconCircleList"/>
    <dgm:cxn modelId="{CAE9EAB4-A20E-4759-B0B0-DE697220BC4E}" type="presParOf" srcId="{A0C25908-7B13-4297-86D9-B27E7AAE7C3D}" destId="{8F08A323-4F5F-4B75-BEE8-62C16D19991C}" srcOrd="0" destOrd="0" presId="urn:microsoft.com/office/officeart/2018/2/layout/IconCircleList"/>
    <dgm:cxn modelId="{562F1AEA-70A1-45AA-89AC-17E76E45986A}" type="presParOf" srcId="{A0C25908-7B13-4297-86D9-B27E7AAE7C3D}" destId="{2ED16EF1-D460-486E-B9CA-9ED7FE49CF1F}" srcOrd="1" destOrd="0" presId="urn:microsoft.com/office/officeart/2018/2/layout/IconCircleList"/>
    <dgm:cxn modelId="{917DE379-8F18-4030-9DDF-2AD98F21D675}" type="presParOf" srcId="{A0C25908-7B13-4297-86D9-B27E7AAE7C3D}" destId="{F54D9CC7-F0E2-4A7B-B223-6F353F5A4E3E}" srcOrd="2" destOrd="0" presId="urn:microsoft.com/office/officeart/2018/2/layout/IconCircleList"/>
    <dgm:cxn modelId="{E5776719-5D2D-4920-8A5E-FB05F3F7C380}" type="presParOf" srcId="{A0C25908-7B13-4297-86D9-B27E7AAE7C3D}" destId="{D3C5D38B-49EF-46DA-80DB-F3F4E28F810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E717F5-5857-4391-AFBF-320845555AE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C1DC5BB-06F3-4D91-BB26-64A6708A07DA}">
      <dgm:prSet/>
      <dgm:spPr/>
      <dgm:t>
        <a:bodyPr/>
        <a:lstStyle/>
        <a:p>
          <a:pPr>
            <a:lnSpc>
              <a:spcPct val="100000"/>
            </a:lnSpc>
          </a:pPr>
          <a:r>
            <a:rPr lang="en-US"/>
            <a:t>Step I: Develop a research question </a:t>
          </a:r>
        </a:p>
      </dgm:t>
    </dgm:pt>
    <dgm:pt modelId="{3E13F6DF-0B9F-47F3-8C4D-71A582B17300}" type="parTrans" cxnId="{02F5A34F-1257-41C6-AEF8-98B8F572E4FB}">
      <dgm:prSet/>
      <dgm:spPr/>
      <dgm:t>
        <a:bodyPr/>
        <a:lstStyle/>
        <a:p>
          <a:endParaRPr lang="en-US"/>
        </a:p>
      </dgm:t>
    </dgm:pt>
    <dgm:pt modelId="{FBF9C8B8-1796-4045-B434-39C9588C9F17}" type="sibTrans" cxnId="{02F5A34F-1257-41C6-AEF8-98B8F572E4FB}">
      <dgm:prSet/>
      <dgm:spPr/>
      <dgm:t>
        <a:bodyPr/>
        <a:lstStyle/>
        <a:p>
          <a:pPr>
            <a:lnSpc>
              <a:spcPct val="100000"/>
            </a:lnSpc>
          </a:pPr>
          <a:endParaRPr lang="en-US"/>
        </a:p>
      </dgm:t>
    </dgm:pt>
    <dgm:pt modelId="{C3D75D4A-BABC-4C15-8915-02670AEED849}">
      <dgm:prSet/>
      <dgm:spPr/>
      <dgm:t>
        <a:bodyPr/>
        <a:lstStyle/>
        <a:p>
          <a:pPr>
            <a:lnSpc>
              <a:spcPct val="100000"/>
            </a:lnSpc>
          </a:pPr>
          <a:r>
            <a:rPr lang="en-US"/>
            <a:t>Step II: Generate research hypothesis </a:t>
          </a:r>
        </a:p>
      </dgm:t>
    </dgm:pt>
    <dgm:pt modelId="{DEAA0024-C3DC-421A-A991-5F5B4E5BB75A}" type="parTrans" cxnId="{D5CEB5AF-CC9B-450A-BF03-B277F2447E95}">
      <dgm:prSet/>
      <dgm:spPr/>
      <dgm:t>
        <a:bodyPr/>
        <a:lstStyle/>
        <a:p>
          <a:endParaRPr lang="en-US"/>
        </a:p>
      </dgm:t>
    </dgm:pt>
    <dgm:pt modelId="{35EE24B3-4CB7-4AC9-83BA-1FF4C0203346}" type="sibTrans" cxnId="{D5CEB5AF-CC9B-450A-BF03-B277F2447E95}">
      <dgm:prSet/>
      <dgm:spPr/>
      <dgm:t>
        <a:bodyPr/>
        <a:lstStyle/>
        <a:p>
          <a:pPr>
            <a:lnSpc>
              <a:spcPct val="100000"/>
            </a:lnSpc>
          </a:pPr>
          <a:endParaRPr lang="en-US"/>
        </a:p>
      </dgm:t>
    </dgm:pt>
    <dgm:pt modelId="{A931E20A-571E-499D-8C8C-9EBDA66128D3}">
      <dgm:prSet/>
      <dgm:spPr/>
      <dgm:t>
        <a:bodyPr/>
        <a:lstStyle/>
        <a:p>
          <a:pPr>
            <a:lnSpc>
              <a:spcPct val="100000"/>
            </a:lnSpc>
          </a:pPr>
          <a:r>
            <a:rPr lang="en-US"/>
            <a:t>Step III: Form operational definitions </a:t>
          </a:r>
        </a:p>
      </dgm:t>
    </dgm:pt>
    <dgm:pt modelId="{EFD4E0F3-8795-4B83-AAC5-ABBFC85E4D71}" type="parTrans" cxnId="{D60C2730-5532-4C00-A62F-4AF6759BC6D0}">
      <dgm:prSet/>
      <dgm:spPr/>
      <dgm:t>
        <a:bodyPr/>
        <a:lstStyle/>
        <a:p>
          <a:endParaRPr lang="en-US"/>
        </a:p>
      </dgm:t>
    </dgm:pt>
    <dgm:pt modelId="{A87AA3BF-5E2B-48E0-ABF3-223B45F3D344}" type="sibTrans" cxnId="{D60C2730-5532-4C00-A62F-4AF6759BC6D0}">
      <dgm:prSet/>
      <dgm:spPr/>
      <dgm:t>
        <a:bodyPr/>
        <a:lstStyle/>
        <a:p>
          <a:pPr>
            <a:lnSpc>
              <a:spcPct val="100000"/>
            </a:lnSpc>
          </a:pPr>
          <a:endParaRPr lang="en-US"/>
        </a:p>
      </dgm:t>
    </dgm:pt>
    <dgm:pt modelId="{7A9A1F40-B1DE-4C34-8620-025D3AF51577}">
      <dgm:prSet/>
      <dgm:spPr/>
      <dgm:t>
        <a:bodyPr/>
        <a:lstStyle/>
        <a:p>
          <a:pPr>
            <a:lnSpc>
              <a:spcPct val="100000"/>
            </a:lnSpc>
          </a:pPr>
          <a:r>
            <a:rPr lang="en-US"/>
            <a:t>Step IV: Chose a research design </a:t>
          </a:r>
        </a:p>
      </dgm:t>
    </dgm:pt>
    <dgm:pt modelId="{BD562F5B-6109-4782-A2B1-5084FB881FD9}" type="parTrans" cxnId="{92D8F1E7-45A0-443D-9039-B32C156470F2}">
      <dgm:prSet/>
      <dgm:spPr/>
      <dgm:t>
        <a:bodyPr/>
        <a:lstStyle/>
        <a:p>
          <a:endParaRPr lang="en-US"/>
        </a:p>
      </dgm:t>
    </dgm:pt>
    <dgm:pt modelId="{F5081DCB-8CDE-4836-9D6A-3643D2B5A266}" type="sibTrans" cxnId="{92D8F1E7-45A0-443D-9039-B32C156470F2}">
      <dgm:prSet/>
      <dgm:spPr/>
      <dgm:t>
        <a:bodyPr/>
        <a:lstStyle/>
        <a:p>
          <a:pPr>
            <a:lnSpc>
              <a:spcPct val="100000"/>
            </a:lnSpc>
          </a:pPr>
          <a:endParaRPr lang="en-US"/>
        </a:p>
      </dgm:t>
    </dgm:pt>
    <dgm:pt modelId="{911D914E-A3BE-45B6-AE4F-8C09A1933458}">
      <dgm:prSet/>
      <dgm:spPr/>
      <dgm:t>
        <a:bodyPr/>
        <a:lstStyle/>
        <a:p>
          <a:pPr>
            <a:lnSpc>
              <a:spcPct val="100000"/>
            </a:lnSpc>
          </a:pPr>
          <a:r>
            <a:rPr lang="en-US"/>
            <a:t>Step V: Evaluate the ethics of your research design.</a:t>
          </a:r>
        </a:p>
      </dgm:t>
    </dgm:pt>
    <dgm:pt modelId="{12FA02DE-9640-46DB-BD6E-DAEA37B28C5E}" type="parTrans" cxnId="{01528993-3802-4063-AB9B-3882779780FE}">
      <dgm:prSet/>
      <dgm:spPr/>
      <dgm:t>
        <a:bodyPr/>
        <a:lstStyle/>
        <a:p>
          <a:endParaRPr lang="en-US"/>
        </a:p>
      </dgm:t>
    </dgm:pt>
    <dgm:pt modelId="{49BFA55E-7957-494D-802F-E2993820DA58}" type="sibTrans" cxnId="{01528993-3802-4063-AB9B-3882779780FE}">
      <dgm:prSet/>
      <dgm:spPr/>
      <dgm:t>
        <a:bodyPr/>
        <a:lstStyle/>
        <a:p>
          <a:pPr>
            <a:lnSpc>
              <a:spcPct val="100000"/>
            </a:lnSpc>
          </a:pPr>
          <a:endParaRPr lang="en-US"/>
        </a:p>
      </dgm:t>
    </dgm:pt>
    <dgm:pt modelId="{FA961EF6-2170-4951-A6DD-57F4A5311A64}">
      <dgm:prSet/>
      <dgm:spPr/>
      <dgm:t>
        <a:bodyPr/>
        <a:lstStyle/>
        <a:p>
          <a:pPr>
            <a:lnSpc>
              <a:spcPct val="100000"/>
            </a:lnSpc>
          </a:pPr>
          <a:r>
            <a:rPr lang="en-US"/>
            <a:t>Step VI: Collect &amp; analyze data: form your conclusions </a:t>
          </a:r>
        </a:p>
      </dgm:t>
    </dgm:pt>
    <dgm:pt modelId="{B1E5F378-E275-4432-9D1C-800A1D1FBDFB}" type="parTrans" cxnId="{587252D6-AD54-4D19-B22F-2DDAAA2687FF}">
      <dgm:prSet/>
      <dgm:spPr/>
      <dgm:t>
        <a:bodyPr/>
        <a:lstStyle/>
        <a:p>
          <a:endParaRPr lang="en-US"/>
        </a:p>
      </dgm:t>
    </dgm:pt>
    <dgm:pt modelId="{CD73FDC4-DFD1-4F8E-AD34-9129401F9FF6}" type="sibTrans" cxnId="{587252D6-AD54-4D19-B22F-2DDAAA2687FF}">
      <dgm:prSet/>
      <dgm:spPr/>
      <dgm:t>
        <a:bodyPr/>
        <a:lstStyle/>
        <a:p>
          <a:pPr>
            <a:lnSpc>
              <a:spcPct val="100000"/>
            </a:lnSpc>
          </a:pPr>
          <a:endParaRPr lang="en-US"/>
        </a:p>
      </dgm:t>
    </dgm:pt>
    <dgm:pt modelId="{9C58644E-4381-4D5C-B3A0-9D3989EED6DA}">
      <dgm:prSet/>
      <dgm:spPr/>
      <dgm:t>
        <a:bodyPr/>
        <a:lstStyle/>
        <a:p>
          <a:pPr>
            <a:lnSpc>
              <a:spcPct val="100000"/>
            </a:lnSpc>
          </a:pPr>
          <a:r>
            <a:rPr lang="en-US"/>
            <a:t>Step VII: Report research results </a:t>
          </a:r>
        </a:p>
      </dgm:t>
    </dgm:pt>
    <dgm:pt modelId="{3E127358-004F-4DDE-8005-BFAB38A42463}" type="parTrans" cxnId="{ADB36C5F-4BD3-4D8A-A0BD-FD0B9F201DE8}">
      <dgm:prSet/>
      <dgm:spPr/>
      <dgm:t>
        <a:bodyPr/>
        <a:lstStyle/>
        <a:p>
          <a:endParaRPr lang="en-US"/>
        </a:p>
      </dgm:t>
    </dgm:pt>
    <dgm:pt modelId="{5828FDBC-C0E8-46BB-9805-B89276BC98C9}" type="sibTrans" cxnId="{ADB36C5F-4BD3-4D8A-A0BD-FD0B9F201DE8}">
      <dgm:prSet/>
      <dgm:spPr/>
      <dgm:t>
        <a:bodyPr/>
        <a:lstStyle/>
        <a:p>
          <a:endParaRPr lang="en-US"/>
        </a:p>
      </dgm:t>
    </dgm:pt>
    <dgm:pt modelId="{150F02C8-0734-4E43-A235-786AFB8F5458}" type="pres">
      <dgm:prSet presAssocID="{DCE717F5-5857-4391-AFBF-320845555AEC}" presName="root" presStyleCnt="0">
        <dgm:presLayoutVars>
          <dgm:dir/>
          <dgm:resizeHandles val="exact"/>
        </dgm:presLayoutVars>
      </dgm:prSet>
      <dgm:spPr/>
    </dgm:pt>
    <dgm:pt modelId="{6FB11F03-F7CF-42AE-B306-2DA283BE71AE}" type="pres">
      <dgm:prSet presAssocID="{DCE717F5-5857-4391-AFBF-320845555AEC}" presName="container" presStyleCnt="0">
        <dgm:presLayoutVars>
          <dgm:dir/>
          <dgm:resizeHandles val="exact"/>
        </dgm:presLayoutVars>
      </dgm:prSet>
      <dgm:spPr/>
    </dgm:pt>
    <dgm:pt modelId="{33A51B05-ACEA-4CEB-B465-F08CB61D76DF}" type="pres">
      <dgm:prSet presAssocID="{3C1DC5BB-06F3-4D91-BB26-64A6708A07DA}" presName="compNode" presStyleCnt="0"/>
      <dgm:spPr/>
    </dgm:pt>
    <dgm:pt modelId="{772AFAB6-E212-4C6C-800B-96A27CE3F17F}" type="pres">
      <dgm:prSet presAssocID="{3C1DC5BB-06F3-4D91-BB26-64A6708A07DA}" presName="iconBgRect" presStyleLbl="bgShp" presStyleIdx="0" presStyleCnt="7"/>
      <dgm:spPr/>
    </dgm:pt>
    <dgm:pt modelId="{F20BB9AC-09AF-425C-8A83-59E6CDD84EB3}" type="pres">
      <dgm:prSet presAssocID="{3C1DC5BB-06F3-4D91-BB26-64A6708A07D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estion mark"/>
        </a:ext>
      </dgm:extLst>
    </dgm:pt>
    <dgm:pt modelId="{FD2B62A6-ED05-41EC-928D-EB23512848A8}" type="pres">
      <dgm:prSet presAssocID="{3C1DC5BB-06F3-4D91-BB26-64A6708A07DA}" presName="spaceRect" presStyleCnt="0"/>
      <dgm:spPr/>
    </dgm:pt>
    <dgm:pt modelId="{BD79976C-0B9E-4C41-BEE6-DA7E714EFD53}" type="pres">
      <dgm:prSet presAssocID="{3C1DC5BB-06F3-4D91-BB26-64A6708A07DA}" presName="textRect" presStyleLbl="revTx" presStyleIdx="0" presStyleCnt="7">
        <dgm:presLayoutVars>
          <dgm:chMax val="1"/>
          <dgm:chPref val="1"/>
        </dgm:presLayoutVars>
      </dgm:prSet>
      <dgm:spPr/>
    </dgm:pt>
    <dgm:pt modelId="{C38563B6-2409-4BB3-AB0F-3AA23E39DB77}" type="pres">
      <dgm:prSet presAssocID="{FBF9C8B8-1796-4045-B434-39C9588C9F17}" presName="sibTrans" presStyleLbl="sibTrans2D1" presStyleIdx="0" presStyleCnt="0"/>
      <dgm:spPr/>
    </dgm:pt>
    <dgm:pt modelId="{FC37757C-D902-47A9-8876-78D9785C7C44}" type="pres">
      <dgm:prSet presAssocID="{C3D75D4A-BABC-4C15-8915-02670AEED849}" presName="compNode" presStyleCnt="0"/>
      <dgm:spPr/>
    </dgm:pt>
    <dgm:pt modelId="{BE2543CD-D199-4EA6-BF4D-114648A96DA5}" type="pres">
      <dgm:prSet presAssocID="{C3D75D4A-BABC-4C15-8915-02670AEED849}" presName="iconBgRect" presStyleLbl="bgShp" presStyleIdx="1" presStyleCnt="7"/>
      <dgm:spPr/>
    </dgm:pt>
    <dgm:pt modelId="{F9B0083E-2A2E-4440-A4D7-774CB52208E5}" type="pres">
      <dgm:prSet presAssocID="{C3D75D4A-BABC-4C15-8915-02670AEED849}"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ifying glass"/>
        </a:ext>
      </dgm:extLst>
    </dgm:pt>
    <dgm:pt modelId="{00F528EC-22F0-42A8-B67E-1DB0469401C8}" type="pres">
      <dgm:prSet presAssocID="{C3D75D4A-BABC-4C15-8915-02670AEED849}" presName="spaceRect" presStyleCnt="0"/>
      <dgm:spPr/>
    </dgm:pt>
    <dgm:pt modelId="{0D10D30D-33F5-40D4-B3D8-EE5F84EC7264}" type="pres">
      <dgm:prSet presAssocID="{C3D75D4A-BABC-4C15-8915-02670AEED849}" presName="textRect" presStyleLbl="revTx" presStyleIdx="1" presStyleCnt="7">
        <dgm:presLayoutVars>
          <dgm:chMax val="1"/>
          <dgm:chPref val="1"/>
        </dgm:presLayoutVars>
      </dgm:prSet>
      <dgm:spPr/>
    </dgm:pt>
    <dgm:pt modelId="{8A28CB52-E034-4472-A805-4A514660F842}" type="pres">
      <dgm:prSet presAssocID="{35EE24B3-4CB7-4AC9-83BA-1FF4C0203346}" presName="sibTrans" presStyleLbl="sibTrans2D1" presStyleIdx="0" presStyleCnt="0"/>
      <dgm:spPr/>
    </dgm:pt>
    <dgm:pt modelId="{61FF20AA-9833-4749-8ACD-16A4191CEC88}" type="pres">
      <dgm:prSet presAssocID="{A931E20A-571E-499D-8C8C-9EBDA66128D3}" presName="compNode" presStyleCnt="0"/>
      <dgm:spPr/>
    </dgm:pt>
    <dgm:pt modelId="{200F1CEA-6D42-44EB-A9E2-768737C41F78}" type="pres">
      <dgm:prSet presAssocID="{A931E20A-571E-499D-8C8C-9EBDA66128D3}" presName="iconBgRect" presStyleLbl="bgShp" presStyleIdx="2" presStyleCnt="7"/>
      <dgm:spPr/>
    </dgm:pt>
    <dgm:pt modelId="{55917A5A-689E-4D60-80B4-3C63E4E3D71C}" type="pres">
      <dgm:prSet presAssocID="{A931E20A-571E-499D-8C8C-9EBDA66128D3}"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ument"/>
        </a:ext>
      </dgm:extLst>
    </dgm:pt>
    <dgm:pt modelId="{1B8FB954-54BC-441A-9B71-E10A593FD10C}" type="pres">
      <dgm:prSet presAssocID="{A931E20A-571E-499D-8C8C-9EBDA66128D3}" presName="spaceRect" presStyleCnt="0"/>
      <dgm:spPr/>
    </dgm:pt>
    <dgm:pt modelId="{329068B7-6CE0-4A9F-8049-4D0117E043DE}" type="pres">
      <dgm:prSet presAssocID="{A931E20A-571E-499D-8C8C-9EBDA66128D3}" presName="textRect" presStyleLbl="revTx" presStyleIdx="2" presStyleCnt="7">
        <dgm:presLayoutVars>
          <dgm:chMax val="1"/>
          <dgm:chPref val="1"/>
        </dgm:presLayoutVars>
      </dgm:prSet>
      <dgm:spPr/>
    </dgm:pt>
    <dgm:pt modelId="{A4AC213E-010E-4757-84F8-E504618D0653}" type="pres">
      <dgm:prSet presAssocID="{A87AA3BF-5E2B-48E0-ABF3-223B45F3D344}" presName="sibTrans" presStyleLbl="sibTrans2D1" presStyleIdx="0" presStyleCnt="0"/>
      <dgm:spPr/>
    </dgm:pt>
    <dgm:pt modelId="{7BFD6641-7326-481C-BEEC-9E42D15C04F3}" type="pres">
      <dgm:prSet presAssocID="{7A9A1F40-B1DE-4C34-8620-025D3AF51577}" presName="compNode" presStyleCnt="0"/>
      <dgm:spPr/>
    </dgm:pt>
    <dgm:pt modelId="{F5FF0CE4-2957-4B3C-9BF3-D342FEBA0BC7}" type="pres">
      <dgm:prSet presAssocID="{7A9A1F40-B1DE-4C34-8620-025D3AF51577}" presName="iconBgRect" presStyleLbl="bgShp" presStyleIdx="3" presStyleCnt="7"/>
      <dgm:spPr/>
    </dgm:pt>
    <dgm:pt modelId="{B5CA514E-E022-49C1-8E30-D6CF98EB6706}" type="pres">
      <dgm:prSet presAssocID="{7A9A1F40-B1DE-4C34-8620-025D3AF51577}"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icroscope"/>
        </a:ext>
      </dgm:extLst>
    </dgm:pt>
    <dgm:pt modelId="{3CBE1BA0-E394-4623-BE87-E075AB6ADB98}" type="pres">
      <dgm:prSet presAssocID="{7A9A1F40-B1DE-4C34-8620-025D3AF51577}" presName="spaceRect" presStyleCnt="0"/>
      <dgm:spPr/>
    </dgm:pt>
    <dgm:pt modelId="{086480FF-0667-45A6-8553-0B5709E5A4E1}" type="pres">
      <dgm:prSet presAssocID="{7A9A1F40-B1DE-4C34-8620-025D3AF51577}" presName="textRect" presStyleLbl="revTx" presStyleIdx="3" presStyleCnt="7">
        <dgm:presLayoutVars>
          <dgm:chMax val="1"/>
          <dgm:chPref val="1"/>
        </dgm:presLayoutVars>
      </dgm:prSet>
      <dgm:spPr/>
    </dgm:pt>
    <dgm:pt modelId="{4E4CCE14-134C-4635-863F-08BF9E1C307B}" type="pres">
      <dgm:prSet presAssocID="{F5081DCB-8CDE-4836-9D6A-3643D2B5A266}" presName="sibTrans" presStyleLbl="sibTrans2D1" presStyleIdx="0" presStyleCnt="0"/>
      <dgm:spPr/>
    </dgm:pt>
    <dgm:pt modelId="{B65DB7F9-59C9-4326-8029-CDD6D1690D29}" type="pres">
      <dgm:prSet presAssocID="{911D914E-A3BE-45B6-AE4F-8C09A1933458}" presName="compNode" presStyleCnt="0"/>
      <dgm:spPr/>
    </dgm:pt>
    <dgm:pt modelId="{7E816F9B-D12D-4E4E-B4EE-D167E9335A53}" type="pres">
      <dgm:prSet presAssocID="{911D914E-A3BE-45B6-AE4F-8C09A1933458}" presName="iconBgRect" presStyleLbl="bgShp" presStyleIdx="4" presStyleCnt="7"/>
      <dgm:spPr/>
    </dgm:pt>
    <dgm:pt modelId="{F66FDA63-32AC-41EE-B3E7-EDC61A309551}" type="pres">
      <dgm:prSet presAssocID="{911D914E-A3BE-45B6-AE4F-8C09A1933458}"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cales of Justice"/>
        </a:ext>
      </dgm:extLst>
    </dgm:pt>
    <dgm:pt modelId="{BC436068-0D07-4183-8042-23A063864889}" type="pres">
      <dgm:prSet presAssocID="{911D914E-A3BE-45B6-AE4F-8C09A1933458}" presName="spaceRect" presStyleCnt="0"/>
      <dgm:spPr/>
    </dgm:pt>
    <dgm:pt modelId="{B165F821-D654-4664-AAC6-16FCC7BC5EF0}" type="pres">
      <dgm:prSet presAssocID="{911D914E-A3BE-45B6-AE4F-8C09A1933458}" presName="textRect" presStyleLbl="revTx" presStyleIdx="4" presStyleCnt="7">
        <dgm:presLayoutVars>
          <dgm:chMax val="1"/>
          <dgm:chPref val="1"/>
        </dgm:presLayoutVars>
      </dgm:prSet>
      <dgm:spPr/>
    </dgm:pt>
    <dgm:pt modelId="{71257FDD-2ADD-40C8-8BEA-198DAAE7AE1C}" type="pres">
      <dgm:prSet presAssocID="{49BFA55E-7957-494D-802F-E2993820DA58}" presName="sibTrans" presStyleLbl="sibTrans2D1" presStyleIdx="0" presStyleCnt="0"/>
      <dgm:spPr/>
    </dgm:pt>
    <dgm:pt modelId="{48FA0744-E49B-472B-84F3-2B3430B422F1}" type="pres">
      <dgm:prSet presAssocID="{FA961EF6-2170-4951-A6DD-57F4A5311A64}" presName="compNode" presStyleCnt="0"/>
      <dgm:spPr/>
    </dgm:pt>
    <dgm:pt modelId="{8079E763-DB2A-44AA-9932-634B2465957A}" type="pres">
      <dgm:prSet presAssocID="{FA961EF6-2170-4951-A6DD-57F4A5311A64}" presName="iconBgRect" presStyleLbl="bgShp" presStyleIdx="5" presStyleCnt="7"/>
      <dgm:spPr/>
    </dgm:pt>
    <dgm:pt modelId="{558367C7-C4F6-4B38-82F5-3C58EE9AA688}" type="pres">
      <dgm:prSet presAssocID="{FA961EF6-2170-4951-A6DD-57F4A5311A64}"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Research"/>
        </a:ext>
      </dgm:extLst>
    </dgm:pt>
    <dgm:pt modelId="{4F58F22A-F7C1-4B41-941A-89EFB147FEE9}" type="pres">
      <dgm:prSet presAssocID="{FA961EF6-2170-4951-A6DD-57F4A5311A64}" presName="spaceRect" presStyleCnt="0"/>
      <dgm:spPr/>
    </dgm:pt>
    <dgm:pt modelId="{2688D15A-FAA6-4F13-A366-694BB8E9D852}" type="pres">
      <dgm:prSet presAssocID="{FA961EF6-2170-4951-A6DD-57F4A5311A64}" presName="textRect" presStyleLbl="revTx" presStyleIdx="5" presStyleCnt="7">
        <dgm:presLayoutVars>
          <dgm:chMax val="1"/>
          <dgm:chPref val="1"/>
        </dgm:presLayoutVars>
      </dgm:prSet>
      <dgm:spPr/>
    </dgm:pt>
    <dgm:pt modelId="{D819884F-FD7C-4AFD-A28A-03120C3A468E}" type="pres">
      <dgm:prSet presAssocID="{CD73FDC4-DFD1-4F8E-AD34-9129401F9FF6}" presName="sibTrans" presStyleLbl="sibTrans2D1" presStyleIdx="0" presStyleCnt="0"/>
      <dgm:spPr/>
    </dgm:pt>
    <dgm:pt modelId="{FF198C95-1CEB-4C3F-B4A5-C25FA804A090}" type="pres">
      <dgm:prSet presAssocID="{9C58644E-4381-4D5C-B3A0-9D3989EED6DA}" presName="compNode" presStyleCnt="0"/>
      <dgm:spPr/>
    </dgm:pt>
    <dgm:pt modelId="{CAE9D01E-9240-4EB9-B4FA-4ADD663E1AD1}" type="pres">
      <dgm:prSet presAssocID="{9C58644E-4381-4D5C-B3A0-9D3989EED6DA}" presName="iconBgRect" presStyleLbl="bgShp" presStyleIdx="6" presStyleCnt="7"/>
      <dgm:spPr/>
    </dgm:pt>
    <dgm:pt modelId="{2184CA2D-F5F3-4449-B4DE-C25C6EB5D3C4}" type="pres">
      <dgm:prSet presAssocID="{9C58644E-4381-4D5C-B3A0-9D3989EED6D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Bar chart"/>
        </a:ext>
      </dgm:extLst>
    </dgm:pt>
    <dgm:pt modelId="{DC4B28B9-033C-45FD-B966-15A9C7B3DD66}" type="pres">
      <dgm:prSet presAssocID="{9C58644E-4381-4D5C-B3A0-9D3989EED6DA}" presName="spaceRect" presStyleCnt="0"/>
      <dgm:spPr/>
    </dgm:pt>
    <dgm:pt modelId="{92D85309-A7F1-4DC9-9A7D-C0CDCD45031A}" type="pres">
      <dgm:prSet presAssocID="{9C58644E-4381-4D5C-B3A0-9D3989EED6DA}" presName="textRect" presStyleLbl="revTx" presStyleIdx="6" presStyleCnt="7">
        <dgm:presLayoutVars>
          <dgm:chMax val="1"/>
          <dgm:chPref val="1"/>
        </dgm:presLayoutVars>
      </dgm:prSet>
      <dgm:spPr/>
    </dgm:pt>
  </dgm:ptLst>
  <dgm:cxnLst>
    <dgm:cxn modelId="{47E76916-9239-4DE6-A7EF-1BCD1CB983F1}" type="presOf" srcId="{C3D75D4A-BABC-4C15-8915-02670AEED849}" destId="{0D10D30D-33F5-40D4-B3D8-EE5F84EC7264}" srcOrd="0" destOrd="0" presId="urn:microsoft.com/office/officeart/2018/2/layout/IconCircleList"/>
    <dgm:cxn modelId="{C53BC51D-7135-46DF-9D46-26852C4BFDC9}" type="presOf" srcId="{35EE24B3-4CB7-4AC9-83BA-1FF4C0203346}" destId="{8A28CB52-E034-4472-A805-4A514660F842}" srcOrd="0" destOrd="0" presId="urn:microsoft.com/office/officeart/2018/2/layout/IconCircleList"/>
    <dgm:cxn modelId="{9A71341E-7E61-4387-B1D2-4FB0BE9CFB36}" type="presOf" srcId="{CD73FDC4-DFD1-4F8E-AD34-9129401F9FF6}" destId="{D819884F-FD7C-4AFD-A28A-03120C3A468E}" srcOrd="0" destOrd="0" presId="urn:microsoft.com/office/officeart/2018/2/layout/IconCircleList"/>
    <dgm:cxn modelId="{2179AF2A-8FAB-42A2-8568-32C312DBF49D}" type="presOf" srcId="{9C58644E-4381-4D5C-B3A0-9D3989EED6DA}" destId="{92D85309-A7F1-4DC9-9A7D-C0CDCD45031A}" srcOrd="0" destOrd="0" presId="urn:microsoft.com/office/officeart/2018/2/layout/IconCircleList"/>
    <dgm:cxn modelId="{D60C2730-5532-4C00-A62F-4AF6759BC6D0}" srcId="{DCE717F5-5857-4391-AFBF-320845555AEC}" destId="{A931E20A-571E-499D-8C8C-9EBDA66128D3}" srcOrd="2" destOrd="0" parTransId="{EFD4E0F3-8795-4B83-AAC5-ABBFC85E4D71}" sibTransId="{A87AA3BF-5E2B-48E0-ABF3-223B45F3D344}"/>
    <dgm:cxn modelId="{2CCD1834-A1F9-40C0-8E3E-F0076473D4C7}" type="presOf" srcId="{911D914E-A3BE-45B6-AE4F-8C09A1933458}" destId="{B165F821-D654-4664-AAC6-16FCC7BC5EF0}" srcOrd="0" destOrd="0" presId="urn:microsoft.com/office/officeart/2018/2/layout/IconCircleList"/>
    <dgm:cxn modelId="{ADB36C5F-4BD3-4D8A-A0BD-FD0B9F201DE8}" srcId="{DCE717F5-5857-4391-AFBF-320845555AEC}" destId="{9C58644E-4381-4D5C-B3A0-9D3989EED6DA}" srcOrd="6" destOrd="0" parTransId="{3E127358-004F-4DDE-8005-BFAB38A42463}" sibTransId="{5828FDBC-C0E8-46BB-9805-B89276BC98C9}"/>
    <dgm:cxn modelId="{02F5A34F-1257-41C6-AEF8-98B8F572E4FB}" srcId="{DCE717F5-5857-4391-AFBF-320845555AEC}" destId="{3C1DC5BB-06F3-4D91-BB26-64A6708A07DA}" srcOrd="0" destOrd="0" parTransId="{3E13F6DF-0B9F-47F3-8C4D-71A582B17300}" sibTransId="{FBF9C8B8-1796-4045-B434-39C9588C9F17}"/>
    <dgm:cxn modelId="{498BAB7A-FCCA-4F69-857B-A3D20010565C}" type="presOf" srcId="{49BFA55E-7957-494D-802F-E2993820DA58}" destId="{71257FDD-2ADD-40C8-8BEA-198DAAE7AE1C}" srcOrd="0" destOrd="0" presId="urn:microsoft.com/office/officeart/2018/2/layout/IconCircleList"/>
    <dgm:cxn modelId="{F2F86E7F-6385-45D3-AEBF-2CDE4ADEB631}" type="presOf" srcId="{DCE717F5-5857-4391-AFBF-320845555AEC}" destId="{150F02C8-0734-4E43-A235-786AFB8F5458}" srcOrd="0" destOrd="0" presId="urn:microsoft.com/office/officeart/2018/2/layout/IconCircleList"/>
    <dgm:cxn modelId="{01528993-3802-4063-AB9B-3882779780FE}" srcId="{DCE717F5-5857-4391-AFBF-320845555AEC}" destId="{911D914E-A3BE-45B6-AE4F-8C09A1933458}" srcOrd="4" destOrd="0" parTransId="{12FA02DE-9640-46DB-BD6E-DAEA37B28C5E}" sibTransId="{49BFA55E-7957-494D-802F-E2993820DA58}"/>
    <dgm:cxn modelId="{D5CEB5AF-CC9B-450A-BF03-B277F2447E95}" srcId="{DCE717F5-5857-4391-AFBF-320845555AEC}" destId="{C3D75D4A-BABC-4C15-8915-02670AEED849}" srcOrd="1" destOrd="0" parTransId="{DEAA0024-C3DC-421A-A991-5F5B4E5BB75A}" sibTransId="{35EE24B3-4CB7-4AC9-83BA-1FF4C0203346}"/>
    <dgm:cxn modelId="{586844B4-E183-4CA0-BB0F-9C8A55092798}" type="presOf" srcId="{7A9A1F40-B1DE-4C34-8620-025D3AF51577}" destId="{086480FF-0667-45A6-8553-0B5709E5A4E1}" srcOrd="0" destOrd="0" presId="urn:microsoft.com/office/officeart/2018/2/layout/IconCircleList"/>
    <dgm:cxn modelId="{0DB791C1-DEB7-4E47-BB0D-1A3D0202462B}" type="presOf" srcId="{F5081DCB-8CDE-4836-9D6A-3643D2B5A266}" destId="{4E4CCE14-134C-4635-863F-08BF9E1C307B}" srcOrd="0" destOrd="0" presId="urn:microsoft.com/office/officeart/2018/2/layout/IconCircleList"/>
    <dgm:cxn modelId="{A031EEC5-6AD5-48F9-8D9A-A1F142DFB0D2}" type="presOf" srcId="{A87AA3BF-5E2B-48E0-ABF3-223B45F3D344}" destId="{A4AC213E-010E-4757-84F8-E504618D0653}" srcOrd="0" destOrd="0" presId="urn:microsoft.com/office/officeart/2018/2/layout/IconCircleList"/>
    <dgm:cxn modelId="{F8C338CE-F028-41EB-BD09-A68441A03B92}" type="presOf" srcId="{FBF9C8B8-1796-4045-B434-39C9588C9F17}" destId="{C38563B6-2409-4BB3-AB0F-3AA23E39DB77}" srcOrd="0" destOrd="0" presId="urn:microsoft.com/office/officeart/2018/2/layout/IconCircleList"/>
    <dgm:cxn modelId="{767FE6D1-70C6-4476-ADFF-D94874483F1A}" type="presOf" srcId="{A931E20A-571E-499D-8C8C-9EBDA66128D3}" destId="{329068B7-6CE0-4A9F-8049-4D0117E043DE}" srcOrd="0" destOrd="0" presId="urn:microsoft.com/office/officeart/2018/2/layout/IconCircleList"/>
    <dgm:cxn modelId="{587252D6-AD54-4D19-B22F-2DDAAA2687FF}" srcId="{DCE717F5-5857-4391-AFBF-320845555AEC}" destId="{FA961EF6-2170-4951-A6DD-57F4A5311A64}" srcOrd="5" destOrd="0" parTransId="{B1E5F378-E275-4432-9D1C-800A1D1FBDFB}" sibTransId="{CD73FDC4-DFD1-4F8E-AD34-9129401F9FF6}"/>
    <dgm:cxn modelId="{ADD28EE0-F9C1-43FF-B9B2-DD81D28C4135}" type="presOf" srcId="{3C1DC5BB-06F3-4D91-BB26-64A6708A07DA}" destId="{BD79976C-0B9E-4C41-BEE6-DA7E714EFD53}" srcOrd="0" destOrd="0" presId="urn:microsoft.com/office/officeart/2018/2/layout/IconCircleList"/>
    <dgm:cxn modelId="{92D8F1E7-45A0-443D-9039-B32C156470F2}" srcId="{DCE717F5-5857-4391-AFBF-320845555AEC}" destId="{7A9A1F40-B1DE-4C34-8620-025D3AF51577}" srcOrd="3" destOrd="0" parTransId="{BD562F5B-6109-4782-A2B1-5084FB881FD9}" sibTransId="{F5081DCB-8CDE-4836-9D6A-3643D2B5A266}"/>
    <dgm:cxn modelId="{31CF85ED-09FC-4FEE-926A-9A12E505A678}" type="presOf" srcId="{FA961EF6-2170-4951-A6DD-57F4A5311A64}" destId="{2688D15A-FAA6-4F13-A366-694BB8E9D852}" srcOrd="0" destOrd="0" presId="urn:microsoft.com/office/officeart/2018/2/layout/IconCircleList"/>
    <dgm:cxn modelId="{7D5A13E6-BCC0-4AC1-AA73-A709096E6C3A}" type="presParOf" srcId="{150F02C8-0734-4E43-A235-786AFB8F5458}" destId="{6FB11F03-F7CF-42AE-B306-2DA283BE71AE}" srcOrd="0" destOrd="0" presId="urn:microsoft.com/office/officeart/2018/2/layout/IconCircleList"/>
    <dgm:cxn modelId="{CE81A880-00A2-48F1-8F28-9DC8E3FDDFE4}" type="presParOf" srcId="{6FB11F03-F7CF-42AE-B306-2DA283BE71AE}" destId="{33A51B05-ACEA-4CEB-B465-F08CB61D76DF}" srcOrd="0" destOrd="0" presId="urn:microsoft.com/office/officeart/2018/2/layout/IconCircleList"/>
    <dgm:cxn modelId="{1B8BCE7B-0638-4B7C-A4D1-0400D16B23A0}" type="presParOf" srcId="{33A51B05-ACEA-4CEB-B465-F08CB61D76DF}" destId="{772AFAB6-E212-4C6C-800B-96A27CE3F17F}" srcOrd="0" destOrd="0" presId="urn:microsoft.com/office/officeart/2018/2/layout/IconCircleList"/>
    <dgm:cxn modelId="{16051165-092C-4487-AE35-AD1F4396012A}" type="presParOf" srcId="{33A51B05-ACEA-4CEB-B465-F08CB61D76DF}" destId="{F20BB9AC-09AF-425C-8A83-59E6CDD84EB3}" srcOrd="1" destOrd="0" presId="urn:microsoft.com/office/officeart/2018/2/layout/IconCircleList"/>
    <dgm:cxn modelId="{7A99C0E5-8629-4820-86C2-741CE0923C47}" type="presParOf" srcId="{33A51B05-ACEA-4CEB-B465-F08CB61D76DF}" destId="{FD2B62A6-ED05-41EC-928D-EB23512848A8}" srcOrd="2" destOrd="0" presId="urn:microsoft.com/office/officeart/2018/2/layout/IconCircleList"/>
    <dgm:cxn modelId="{8A5A0F6D-8926-4233-B7C6-E023CC30B5EE}" type="presParOf" srcId="{33A51B05-ACEA-4CEB-B465-F08CB61D76DF}" destId="{BD79976C-0B9E-4C41-BEE6-DA7E714EFD53}" srcOrd="3" destOrd="0" presId="urn:microsoft.com/office/officeart/2018/2/layout/IconCircleList"/>
    <dgm:cxn modelId="{FCBE938E-2B45-4BF3-BDC7-23B1E3FC77AB}" type="presParOf" srcId="{6FB11F03-F7CF-42AE-B306-2DA283BE71AE}" destId="{C38563B6-2409-4BB3-AB0F-3AA23E39DB77}" srcOrd="1" destOrd="0" presId="urn:microsoft.com/office/officeart/2018/2/layout/IconCircleList"/>
    <dgm:cxn modelId="{07D646D5-2152-4045-8D92-EE816322AA6A}" type="presParOf" srcId="{6FB11F03-F7CF-42AE-B306-2DA283BE71AE}" destId="{FC37757C-D902-47A9-8876-78D9785C7C44}" srcOrd="2" destOrd="0" presId="urn:microsoft.com/office/officeart/2018/2/layout/IconCircleList"/>
    <dgm:cxn modelId="{464AE47A-4B38-4870-91EB-2CB501BAFD8F}" type="presParOf" srcId="{FC37757C-D902-47A9-8876-78D9785C7C44}" destId="{BE2543CD-D199-4EA6-BF4D-114648A96DA5}" srcOrd="0" destOrd="0" presId="urn:microsoft.com/office/officeart/2018/2/layout/IconCircleList"/>
    <dgm:cxn modelId="{BA3A994E-7E18-416B-9648-0B78B801AAC3}" type="presParOf" srcId="{FC37757C-D902-47A9-8876-78D9785C7C44}" destId="{F9B0083E-2A2E-4440-A4D7-774CB52208E5}" srcOrd="1" destOrd="0" presId="urn:microsoft.com/office/officeart/2018/2/layout/IconCircleList"/>
    <dgm:cxn modelId="{F2FBC909-31A5-43F0-AE0E-85EE1AEB904C}" type="presParOf" srcId="{FC37757C-D902-47A9-8876-78D9785C7C44}" destId="{00F528EC-22F0-42A8-B67E-1DB0469401C8}" srcOrd="2" destOrd="0" presId="urn:microsoft.com/office/officeart/2018/2/layout/IconCircleList"/>
    <dgm:cxn modelId="{9D847A9C-995C-40E2-9A92-361E3B5836EF}" type="presParOf" srcId="{FC37757C-D902-47A9-8876-78D9785C7C44}" destId="{0D10D30D-33F5-40D4-B3D8-EE5F84EC7264}" srcOrd="3" destOrd="0" presId="urn:microsoft.com/office/officeart/2018/2/layout/IconCircleList"/>
    <dgm:cxn modelId="{3B77711C-6AB0-4959-8F14-FC0CE4AC9DFC}" type="presParOf" srcId="{6FB11F03-F7CF-42AE-B306-2DA283BE71AE}" destId="{8A28CB52-E034-4472-A805-4A514660F842}" srcOrd="3" destOrd="0" presId="urn:microsoft.com/office/officeart/2018/2/layout/IconCircleList"/>
    <dgm:cxn modelId="{079E0CC1-711F-415D-B8D0-0C2D14E0B988}" type="presParOf" srcId="{6FB11F03-F7CF-42AE-B306-2DA283BE71AE}" destId="{61FF20AA-9833-4749-8ACD-16A4191CEC88}" srcOrd="4" destOrd="0" presId="urn:microsoft.com/office/officeart/2018/2/layout/IconCircleList"/>
    <dgm:cxn modelId="{D7C6D155-D4F9-4189-9C5C-302483913C77}" type="presParOf" srcId="{61FF20AA-9833-4749-8ACD-16A4191CEC88}" destId="{200F1CEA-6D42-44EB-A9E2-768737C41F78}" srcOrd="0" destOrd="0" presId="urn:microsoft.com/office/officeart/2018/2/layout/IconCircleList"/>
    <dgm:cxn modelId="{1A3324B0-5B4D-429C-83E4-9413BAC477D9}" type="presParOf" srcId="{61FF20AA-9833-4749-8ACD-16A4191CEC88}" destId="{55917A5A-689E-4D60-80B4-3C63E4E3D71C}" srcOrd="1" destOrd="0" presId="urn:microsoft.com/office/officeart/2018/2/layout/IconCircleList"/>
    <dgm:cxn modelId="{054EE6EB-C772-4063-AFFD-28CA3DE1D954}" type="presParOf" srcId="{61FF20AA-9833-4749-8ACD-16A4191CEC88}" destId="{1B8FB954-54BC-441A-9B71-E10A593FD10C}" srcOrd="2" destOrd="0" presId="urn:microsoft.com/office/officeart/2018/2/layout/IconCircleList"/>
    <dgm:cxn modelId="{52793D51-3111-4EA3-980F-11330F0C0E64}" type="presParOf" srcId="{61FF20AA-9833-4749-8ACD-16A4191CEC88}" destId="{329068B7-6CE0-4A9F-8049-4D0117E043DE}" srcOrd="3" destOrd="0" presId="urn:microsoft.com/office/officeart/2018/2/layout/IconCircleList"/>
    <dgm:cxn modelId="{4CF60187-0389-4632-9724-47E74B74C6BD}" type="presParOf" srcId="{6FB11F03-F7CF-42AE-B306-2DA283BE71AE}" destId="{A4AC213E-010E-4757-84F8-E504618D0653}" srcOrd="5" destOrd="0" presId="urn:microsoft.com/office/officeart/2018/2/layout/IconCircleList"/>
    <dgm:cxn modelId="{0E793B6A-E4F8-4CA8-A4BD-0735BF76704F}" type="presParOf" srcId="{6FB11F03-F7CF-42AE-B306-2DA283BE71AE}" destId="{7BFD6641-7326-481C-BEEC-9E42D15C04F3}" srcOrd="6" destOrd="0" presId="urn:microsoft.com/office/officeart/2018/2/layout/IconCircleList"/>
    <dgm:cxn modelId="{B3CB7AA5-C5A6-4576-8741-BE0FBE00F228}" type="presParOf" srcId="{7BFD6641-7326-481C-BEEC-9E42D15C04F3}" destId="{F5FF0CE4-2957-4B3C-9BF3-D342FEBA0BC7}" srcOrd="0" destOrd="0" presId="urn:microsoft.com/office/officeart/2018/2/layout/IconCircleList"/>
    <dgm:cxn modelId="{FB9294DF-D36B-4316-9689-A65D1FB4CA92}" type="presParOf" srcId="{7BFD6641-7326-481C-BEEC-9E42D15C04F3}" destId="{B5CA514E-E022-49C1-8E30-D6CF98EB6706}" srcOrd="1" destOrd="0" presId="urn:microsoft.com/office/officeart/2018/2/layout/IconCircleList"/>
    <dgm:cxn modelId="{AD250B90-8D68-4FE1-B60E-D3CA721B2F05}" type="presParOf" srcId="{7BFD6641-7326-481C-BEEC-9E42D15C04F3}" destId="{3CBE1BA0-E394-4623-BE87-E075AB6ADB98}" srcOrd="2" destOrd="0" presId="urn:microsoft.com/office/officeart/2018/2/layout/IconCircleList"/>
    <dgm:cxn modelId="{81B1B47F-465C-41A6-932D-D75CB9DE0B01}" type="presParOf" srcId="{7BFD6641-7326-481C-BEEC-9E42D15C04F3}" destId="{086480FF-0667-45A6-8553-0B5709E5A4E1}" srcOrd="3" destOrd="0" presId="urn:microsoft.com/office/officeart/2018/2/layout/IconCircleList"/>
    <dgm:cxn modelId="{C5EB0AE7-52C3-4F2C-B851-3992B0CEC18D}" type="presParOf" srcId="{6FB11F03-F7CF-42AE-B306-2DA283BE71AE}" destId="{4E4CCE14-134C-4635-863F-08BF9E1C307B}" srcOrd="7" destOrd="0" presId="urn:microsoft.com/office/officeart/2018/2/layout/IconCircleList"/>
    <dgm:cxn modelId="{2E67AEC8-E576-40A2-848F-FE30099A7A5B}" type="presParOf" srcId="{6FB11F03-F7CF-42AE-B306-2DA283BE71AE}" destId="{B65DB7F9-59C9-4326-8029-CDD6D1690D29}" srcOrd="8" destOrd="0" presId="urn:microsoft.com/office/officeart/2018/2/layout/IconCircleList"/>
    <dgm:cxn modelId="{C98BAD0E-4752-4E8E-8A07-C3A2AFED5478}" type="presParOf" srcId="{B65DB7F9-59C9-4326-8029-CDD6D1690D29}" destId="{7E816F9B-D12D-4E4E-B4EE-D167E9335A53}" srcOrd="0" destOrd="0" presId="urn:microsoft.com/office/officeart/2018/2/layout/IconCircleList"/>
    <dgm:cxn modelId="{C5FBEF50-58A0-46D2-BFB6-49A96A97255B}" type="presParOf" srcId="{B65DB7F9-59C9-4326-8029-CDD6D1690D29}" destId="{F66FDA63-32AC-41EE-B3E7-EDC61A309551}" srcOrd="1" destOrd="0" presId="urn:microsoft.com/office/officeart/2018/2/layout/IconCircleList"/>
    <dgm:cxn modelId="{643760D8-F51D-4A96-8D89-624B9922AA00}" type="presParOf" srcId="{B65DB7F9-59C9-4326-8029-CDD6D1690D29}" destId="{BC436068-0D07-4183-8042-23A063864889}" srcOrd="2" destOrd="0" presId="urn:microsoft.com/office/officeart/2018/2/layout/IconCircleList"/>
    <dgm:cxn modelId="{6DE37ADD-907E-4E9B-B995-D3CA829FFCB3}" type="presParOf" srcId="{B65DB7F9-59C9-4326-8029-CDD6D1690D29}" destId="{B165F821-D654-4664-AAC6-16FCC7BC5EF0}" srcOrd="3" destOrd="0" presId="urn:microsoft.com/office/officeart/2018/2/layout/IconCircleList"/>
    <dgm:cxn modelId="{D7662E71-0740-413D-8E9B-97F15C26E60D}" type="presParOf" srcId="{6FB11F03-F7CF-42AE-B306-2DA283BE71AE}" destId="{71257FDD-2ADD-40C8-8BEA-198DAAE7AE1C}" srcOrd="9" destOrd="0" presId="urn:microsoft.com/office/officeart/2018/2/layout/IconCircleList"/>
    <dgm:cxn modelId="{C2AC19AA-A66C-4C88-A619-3ADCEE0E2A5C}" type="presParOf" srcId="{6FB11F03-F7CF-42AE-B306-2DA283BE71AE}" destId="{48FA0744-E49B-472B-84F3-2B3430B422F1}" srcOrd="10" destOrd="0" presId="urn:microsoft.com/office/officeart/2018/2/layout/IconCircleList"/>
    <dgm:cxn modelId="{5827D290-31D0-4A13-A7AC-93E71B4B60C2}" type="presParOf" srcId="{48FA0744-E49B-472B-84F3-2B3430B422F1}" destId="{8079E763-DB2A-44AA-9932-634B2465957A}" srcOrd="0" destOrd="0" presId="urn:microsoft.com/office/officeart/2018/2/layout/IconCircleList"/>
    <dgm:cxn modelId="{EFAC5A6A-EEC8-4C0A-857B-3C24188C4478}" type="presParOf" srcId="{48FA0744-E49B-472B-84F3-2B3430B422F1}" destId="{558367C7-C4F6-4B38-82F5-3C58EE9AA688}" srcOrd="1" destOrd="0" presId="urn:microsoft.com/office/officeart/2018/2/layout/IconCircleList"/>
    <dgm:cxn modelId="{CA8F0CE6-A7F0-4C85-913B-28EF3AC35913}" type="presParOf" srcId="{48FA0744-E49B-472B-84F3-2B3430B422F1}" destId="{4F58F22A-F7C1-4B41-941A-89EFB147FEE9}" srcOrd="2" destOrd="0" presId="urn:microsoft.com/office/officeart/2018/2/layout/IconCircleList"/>
    <dgm:cxn modelId="{7B668028-1F71-4521-B6F4-E6EB0578E81F}" type="presParOf" srcId="{48FA0744-E49B-472B-84F3-2B3430B422F1}" destId="{2688D15A-FAA6-4F13-A366-694BB8E9D852}" srcOrd="3" destOrd="0" presId="urn:microsoft.com/office/officeart/2018/2/layout/IconCircleList"/>
    <dgm:cxn modelId="{DC913A40-C1F9-43E9-9F76-A64AB4837BE2}" type="presParOf" srcId="{6FB11F03-F7CF-42AE-B306-2DA283BE71AE}" destId="{D819884F-FD7C-4AFD-A28A-03120C3A468E}" srcOrd="11" destOrd="0" presId="urn:microsoft.com/office/officeart/2018/2/layout/IconCircleList"/>
    <dgm:cxn modelId="{47B66BFA-8FB7-4089-895B-5BD2A0FECA1C}" type="presParOf" srcId="{6FB11F03-F7CF-42AE-B306-2DA283BE71AE}" destId="{FF198C95-1CEB-4C3F-B4A5-C25FA804A090}" srcOrd="12" destOrd="0" presId="urn:microsoft.com/office/officeart/2018/2/layout/IconCircleList"/>
    <dgm:cxn modelId="{149A6BB8-3042-4988-BC3E-ED30C2285DBE}" type="presParOf" srcId="{FF198C95-1CEB-4C3F-B4A5-C25FA804A090}" destId="{CAE9D01E-9240-4EB9-B4FA-4ADD663E1AD1}" srcOrd="0" destOrd="0" presId="urn:microsoft.com/office/officeart/2018/2/layout/IconCircleList"/>
    <dgm:cxn modelId="{4BC090D4-556C-4354-BD00-1E9BC34B2EF5}" type="presParOf" srcId="{FF198C95-1CEB-4C3F-B4A5-C25FA804A090}" destId="{2184CA2D-F5F3-4449-B4DE-C25C6EB5D3C4}" srcOrd="1" destOrd="0" presId="urn:microsoft.com/office/officeart/2018/2/layout/IconCircleList"/>
    <dgm:cxn modelId="{9500F101-D672-4A51-9ACE-CCED52311E0B}" type="presParOf" srcId="{FF198C95-1CEB-4C3F-B4A5-C25FA804A090}" destId="{DC4B28B9-033C-45FD-B966-15A9C7B3DD66}" srcOrd="2" destOrd="0" presId="urn:microsoft.com/office/officeart/2018/2/layout/IconCircleList"/>
    <dgm:cxn modelId="{354CDDB3-786B-4A47-B1E9-94EA8279CE69}" type="presParOf" srcId="{FF198C95-1CEB-4C3F-B4A5-C25FA804A090}" destId="{92D85309-A7F1-4DC9-9A7D-C0CDCD45031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01B976-CF73-4B9A-911C-C6A5D17C211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E9D0C1C-8F0A-4C61-91F1-D7C80D7771FF}">
      <dgm:prSet/>
      <dgm:spPr/>
      <dgm:t>
        <a:bodyPr/>
        <a:lstStyle/>
        <a:p>
          <a:pPr>
            <a:lnSpc>
              <a:spcPct val="100000"/>
            </a:lnSpc>
          </a:pPr>
          <a:r>
            <a:rPr lang="en-US"/>
            <a:t>Survey Method </a:t>
          </a:r>
        </a:p>
      </dgm:t>
    </dgm:pt>
    <dgm:pt modelId="{93E940EC-ED93-4187-88D9-2EF2046FD4D8}" type="parTrans" cxnId="{E5C3BAF1-F942-4DC4-9D88-DDCE248ED1B4}">
      <dgm:prSet/>
      <dgm:spPr/>
      <dgm:t>
        <a:bodyPr/>
        <a:lstStyle/>
        <a:p>
          <a:endParaRPr lang="en-US"/>
        </a:p>
      </dgm:t>
    </dgm:pt>
    <dgm:pt modelId="{94ED0B80-E824-43B3-8859-0537441522D2}" type="sibTrans" cxnId="{E5C3BAF1-F942-4DC4-9D88-DDCE248ED1B4}">
      <dgm:prSet/>
      <dgm:spPr/>
      <dgm:t>
        <a:bodyPr/>
        <a:lstStyle/>
        <a:p>
          <a:endParaRPr lang="en-US"/>
        </a:p>
      </dgm:t>
    </dgm:pt>
    <dgm:pt modelId="{EE7AC4EC-DE32-4F80-9CBE-68E82012FC43}">
      <dgm:prSet/>
      <dgm:spPr/>
      <dgm:t>
        <a:bodyPr/>
        <a:lstStyle/>
        <a:p>
          <a:pPr>
            <a:lnSpc>
              <a:spcPct val="100000"/>
            </a:lnSpc>
          </a:pPr>
          <a:r>
            <a:rPr lang="en-US"/>
            <a:t>Observational Method </a:t>
          </a:r>
        </a:p>
      </dgm:t>
    </dgm:pt>
    <dgm:pt modelId="{DB4226AE-ED1E-4FF4-955F-C8077E083C74}" type="parTrans" cxnId="{673B45AC-7FAB-4A3E-9238-722A3AD62355}">
      <dgm:prSet/>
      <dgm:spPr/>
      <dgm:t>
        <a:bodyPr/>
        <a:lstStyle/>
        <a:p>
          <a:endParaRPr lang="en-US"/>
        </a:p>
      </dgm:t>
    </dgm:pt>
    <dgm:pt modelId="{8F6C9012-CDA4-48D1-B4F4-D5C51187DDEA}" type="sibTrans" cxnId="{673B45AC-7FAB-4A3E-9238-722A3AD62355}">
      <dgm:prSet/>
      <dgm:spPr/>
      <dgm:t>
        <a:bodyPr/>
        <a:lstStyle/>
        <a:p>
          <a:endParaRPr lang="en-US"/>
        </a:p>
      </dgm:t>
    </dgm:pt>
    <dgm:pt modelId="{8FF66A32-1453-4561-9EDD-9A9C55E1672A}">
      <dgm:prSet/>
      <dgm:spPr/>
      <dgm:t>
        <a:bodyPr/>
        <a:lstStyle/>
        <a:p>
          <a:pPr>
            <a:lnSpc>
              <a:spcPct val="100000"/>
            </a:lnSpc>
          </a:pPr>
          <a:r>
            <a:rPr lang="en-US"/>
            <a:t>Correlational Method </a:t>
          </a:r>
        </a:p>
      </dgm:t>
    </dgm:pt>
    <dgm:pt modelId="{C6B63C8E-C07B-4D98-80D5-100ECAA34152}" type="parTrans" cxnId="{AAEA8B71-024D-454B-B8F4-57AE839605AC}">
      <dgm:prSet/>
      <dgm:spPr/>
      <dgm:t>
        <a:bodyPr/>
        <a:lstStyle/>
        <a:p>
          <a:endParaRPr lang="en-US"/>
        </a:p>
      </dgm:t>
    </dgm:pt>
    <dgm:pt modelId="{1E0F0222-F358-46BB-81D7-181FB0D9B1C1}" type="sibTrans" cxnId="{AAEA8B71-024D-454B-B8F4-57AE839605AC}">
      <dgm:prSet/>
      <dgm:spPr/>
      <dgm:t>
        <a:bodyPr/>
        <a:lstStyle/>
        <a:p>
          <a:endParaRPr lang="en-US"/>
        </a:p>
      </dgm:t>
    </dgm:pt>
    <dgm:pt modelId="{5BD78E49-648A-4812-A74E-063122F37978}">
      <dgm:prSet/>
      <dgm:spPr/>
      <dgm:t>
        <a:bodyPr/>
        <a:lstStyle/>
        <a:p>
          <a:pPr>
            <a:lnSpc>
              <a:spcPct val="100000"/>
            </a:lnSpc>
          </a:pPr>
          <a:r>
            <a:rPr lang="en-US"/>
            <a:t>Experimental Method </a:t>
          </a:r>
        </a:p>
      </dgm:t>
    </dgm:pt>
    <dgm:pt modelId="{E3D4492A-410B-4747-8D98-E0A7D318DAF2}" type="parTrans" cxnId="{5F487C19-EB1C-4244-8963-D1D1A55B4D79}">
      <dgm:prSet/>
      <dgm:spPr/>
      <dgm:t>
        <a:bodyPr/>
        <a:lstStyle/>
        <a:p>
          <a:endParaRPr lang="en-US"/>
        </a:p>
      </dgm:t>
    </dgm:pt>
    <dgm:pt modelId="{8A6AB798-2BE4-4B89-935D-5133A921E38D}" type="sibTrans" cxnId="{5F487C19-EB1C-4244-8963-D1D1A55B4D79}">
      <dgm:prSet/>
      <dgm:spPr/>
      <dgm:t>
        <a:bodyPr/>
        <a:lstStyle/>
        <a:p>
          <a:endParaRPr lang="en-US"/>
        </a:p>
      </dgm:t>
    </dgm:pt>
    <dgm:pt modelId="{00552B4A-AAA2-4525-8532-B061FC31161D}">
      <dgm:prSet/>
      <dgm:spPr/>
      <dgm:t>
        <a:bodyPr/>
        <a:lstStyle/>
        <a:p>
          <a:pPr>
            <a:lnSpc>
              <a:spcPct val="100000"/>
            </a:lnSpc>
          </a:pPr>
          <a:r>
            <a:rPr lang="en-US"/>
            <a:t>Case Study</a:t>
          </a:r>
        </a:p>
      </dgm:t>
    </dgm:pt>
    <dgm:pt modelId="{0B5F8C52-2AC9-47EE-B4C0-34B879A93F6E}" type="parTrans" cxnId="{77DBF647-3A0B-4C59-838B-CEACD85F7BDE}">
      <dgm:prSet/>
      <dgm:spPr/>
      <dgm:t>
        <a:bodyPr/>
        <a:lstStyle/>
        <a:p>
          <a:endParaRPr lang="en-US"/>
        </a:p>
      </dgm:t>
    </dgm:pt>
    <dgm:pt modelId="{D1AEE2FC-A040-4BDD-8429-6062AA97A5B7}" type="sibTrans" cxnId="{77DBF647-3A0B-4C59-838B-CEACD85F7BDE}">
      <dgm:prSet/>
      <dgm:spPr/>
      <dgm:t>
        <a:bodyPr/>
        <a:lstStyle/>
        <a:p>
          <a:endParaRPr lang="en-US"/>
        </a:p>
      </dgm:t>
    </dgm:pt>
    <dgm:pt modelId="{AB027AFD-58C0-47B8-BE13-AF72086613F5}">
      <dgm:prSet/>
      <dgm:spPr/>
      <dgm:t>
        <a:bodyPr/>
        <a:lstStyle/>
        <a:p>
          <a:pPr>
            <a:lnSpc>
              <a:spcPct val="100000"/>
            </a:lnSpc>
          </a:pPr>
          <a:r>
            <a:rPr lang="en-US" dirty="0"/>
            <a:t>Archival Research</a:t>
          </a:r>
        </a:p>
      </dgm:t>
    </dgm:pt>
    <dgm:pt modelId="{2B9DD9E3-599B-4BE0-AC0E-D9E32C604A3D}" type="parTrans" cxnId="{836EA1A5-1A53-4CE2-A227-008785DF5E79}">
      <dgm:prSet/>
      <dgm:spPr/>
      <dgm:t>
        <a:bodyPr/>
        <a:lstStyle/>
        <a:p>
          <a:endParaRPr lang="en-US"/>
        </a:p>
      </dgm:t>
    </dgm:pt>
    <dgm:pt modelId="{5EE55DB4-7EBA-467D-9D0C-FEDDC0D79CBF}" type="sibTrans" cxnId="{836EA1A5-1A53-4CE2-A227-008785DF5E79}">
      <dgm:prSet/>
      <dgm:spPr/>
      <dgm:t>
        <a:bodyPr/>
        <a:lstStyle/>
        <a:p>
          <a:endParaRPr lang="en-US"/>
        </a:p>
      </dgm:t>
    </dgm:pt>
    <dgm:pt modelId="{6ECEE295-4E08-4FF9-9A33-5D84FFC6F009}" type="pres">
      <dgm:prSet presAssocID="{A501B976-CF73-4B9A-911C-C6A5D17C2115}" presName="root" presStyleCnt="0">
        <dgm:presLayoutVars>
          <dgm:dir/>
          <dgm:resizeHandles val="exact"/>
        </dgm:presLayoutVars>
      </dgm:prSet>
      <dgm:spPr/>
    </dgm:pt>
    <dgm:pt modelId="{4AA0AE24-E2F2-4F83-B73A-1C8AA4716CA4}" type="pres">
      <dgm:prSet presAssocID="{5E9D0C1C-8F0A-4C61-91F1-D7C80D7771FF}" presName="compNode" presStyleCnt="0"/>
      <dgm:spPr/>
    </dgm:pt>
    <dgm:pt modelId="{1A49BBCF-EAC0-4FF1-9B94-3AAE70F8174A}" type="pres">
      <dgm:prSet presAssocID="{5E9D0C1C-8F0A-4C61-91F1-D7C80D7771F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78AC758E-7910-45CB-9715-1A0A27896755}" type="pres">
      <dgm:prSet presAssocID="{5E9D0C1C-8F0A-4C61-91F1-D7C80D7771FF}" presName="spaceRect" presStyleCnt="0"/>
      <dgm:spPr/>
    </dgm:pt>
    <dgm:pt modelId="{7BFF63A2-FF45-46C0-83C8-1450617F2FCB}" type="pres">
      <dgm:prSet presAssocID="{5E9D0C1C-8F0A-4C61-91F1-D7C80D7771FF}" presName="textRect" presStyleLbl="revTx" presStyleIdx="0" presStyleCnt="6">
        <dgm:presLayoutVars>
          <dgm:chMax val="1"/>
          <dgm:chPref val="1"/>
        </dgm:presLayoutVars>
      </dgm:prSet>
      <dgm:spPr/>
    </dgm:pt>
    <dgm:pt modelId="{B73C7E88-8558-41E6-83BF-7FDA0ADE0AEB}" type="pres">
      <dgm:prSet presAssocID="{94ED0B80-E824-43B3-8859-0537441522D2}" presName="sibTrans" presStyleCnt="0"/>
      <dgm:spPr/>
    </dgm:pt>
    <dgm:pt modelId="{D8F0F74B-C3B5-4182-961E-96EE1F0A9CD9}" type="pres">
      <dgm:prSet presAssocID="{EE7AC4EC-DE32-4F80-9CBE-68E82012FC43}" presName="compNode" presStyleCnt="0"/>
      <dgm:spPr/>
    </dgm:pt>
    <dgm:pt modelId="{083A7890-EF4B-482D-9AE6-526AFD6594B8}" type="pres">
      <dgm:prSet presAssocID="{EE7AC4EC-DE32-4F80-9CBE-68E82012FC4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ye"/>
        </a:ext>
      </dgm:extLst>
    </dgm:pt>
    <dgm:pt modelId="{1562077A-3627-4FF9-A5A1-1B1CFAEADFC9}" type="pres">
      <dgm:prSet presAssocID="{EE7AC4EC-DE32-4F80-9CBE-68E82012FC43}" presName="spaceRect" presStyleCnt="0"/>
      <dgm:spPr/>
    </dgm:pt>
    <dgm:pt modelId="{04386585-1D3F-4852-82B2-D6499424B907}" type="pres">
      <dgm:prSet presAssocID="{EE7AC4EC-DE32-4F80-9CBE-68E82012FC43}" presName="textRect" presStyleLbl="revTx" presStyleIdx="1" presStyleCnt="6">
        <dgm:presLayoutVars>
          <dgm:chMax val="1"/>
          <dgm:chPref val="1"/>
        </dgm:presLayoutVars>
      </dgm:prSet>
      <dgm:spPr/>
    </dgm:pt>
    <dgm:pt modelId="{0B1DE843-CB97-4648-BE75-AD25CB44E8C2}" type="pres">
      <dgm:prSet presAssocID="{8F6C9012-CDA4-48D1-B4F4-D5C51187DDEA}" presName="sibTrans" presStyleCnt="0"/>
      <dgm:spPr/>
    </dgm:pt>
    <dgm:pt modelId="{2853D20A-ADD8-4C97-B672-F3604F2BCA0A}" type="pres">
      <dgm:prSet presAssocID="{8FF66A32-1453-4561-9EDD-9A9C55E1672A}" presName="compNode" presStyleCnt="0"/>
      <dgm:spPr/>
    </dgm:pt>
    <dgm:pt modelId="{41881176-297B-475C-BD42-05FB2675DF08}" type="pres">
      <dgm:prSet presAssocID="{8FF66A32-1453-4561-9EDD-9A9C55E1672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3900E4CB-385A-4748-808E-49DF812D402D}" type="pres">
      <dgm:prSet presAssocID="{8FF66A32-1453-4561-9EDD-9A9C55E1672A}" presName="spaceRect" presStyleCnt="0"/>
      <dgm:spPr/>
    </dgm:pt>
    <dgm:pt modelId="{58E2003D-CA8F-42CB-9DE4-F5C6C20F4904}" type="pres">
      <dgm:prSet presAssocID="{8FF66A32-1453-4561-9EDD-9A9C55E1672A}" presName="textRect" presStyleLbl="revTx" presStyleIdx="2" presStyleCnt="6">
        <dgm:presLayoutVars>
          <dgm:chMax val="1"/>
          <dgm:chPref val="1"/>
        </dgm:presLayoutVars>
      </dgm:prSet>
      <dgm:spPr/>
    </dgm:pt>
    <dgm:pt modelId="{9B12ACD0-FB7E-4452-ACAF-08E0DA520F0A}" type="pres">
      <dgm:prSet presAssocID="{1E0F0222-F358-46BB-81D7-181FB0D9B1C1}" presName="sibTrans" presStyleCnt="0"/>
      <dgm:spPr/>
    </dgm:pt>
    <dgm:pt modelId="{A567D00B-27C5-4668-B8CA-34A90A3E26A5}" type="pres">
      <dgm:prSet presAssocID="{5BD78E49-648A-4812-A74E-063122F37978}" presName="compNode" presStyleCnt="0"/>
      <dgm:spPr/>
    </dgm:pt>
    <dgm:pt modelId="{2B6510AC-646A-40FD-AA94-8F591EC71021}" type="pres">
      <dgm:prSet presAssocID="{5BD78E49-648A-4812-A74E-063122F3797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lask"/>
        </a:ext>
      </dgm:extLst>
    </dgm:pt>
    <dgm:pt modelId="{937AEBEC-EA1C-4473-BA3C-B7CE7F06E67B}" type="pres">
      <dgm:prSet presAssocID="{5BD78E49-648A-4812-A74E-063122F37978}" presName="spaceRect" presStyleCnt="0"/>
      <dgm:spPr/>
    </dgm:pt>
    <dgm:pt modelId="{898636F7-6F2E-463E-BD7D-5AC6624CFCDD}" type="pres">
      <dgm:prSet presAssocID="{5BD78E49-648A-4812-A74E-063122F37978}" presName="textRect" presStyleLbl="revTx" presStyleIdx="3" presStyleCnt="6">
        <dgm:presLayoutVars>
          <dgm:chMax val="1"/>
          <dgm:chPref val="1"/>
        </dgm:presLayoutVars>
      </dgm:prSet>
      <dgm:spPr/>
    </dgm:pt>
    <dgm:pt modelId="{07C856B5-95B4-4AE9-8361-4FA88D5FA7E1}" type="pres">
      <dgm:prSet presAssocID="{8A6AB798-2BE4-4B89-935D-5133A921E38D}" presName="sibTrans" presStyleCnt="0"/>
      <dgm:spPr/>
    </dgm:pt>
    <dgm:pt modelId="{102D1CF1-3ECA-4440-B4DD-0EE5B2F28B9B}" type="pres">
      <dgm:prSet presAssocID="{00552B4A-AAA2-4525-8532-B061FC31161D}" presName="compNode" presStyleCnt="0"/>
      <dgm:spPr/>
    </dgm:pt>
    <dgm:pt modelId="{04E04563-5A72-44F6-8C2D-0CC52E404916}" type="pres">
      <dgm:prSet presAssocID="{00552B4A-AAA2-4525-8532-B061FC31161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agnifying glass"/>
        </a:ext>
      </dgm:extLst>
    </dgm:pt>
    <dgm:pt modelId="{25E0F7FF-F3ED-49D4-A1FC-F8A1EF4DF2FC}" type="pres">
      <dgm:prSet presAssocID="{00552B4A-AAA2-4525-8532-B061FC31161D}" presName="spaceRect" presStyleCnt="0"/>
      <dgm:spPr/>
    </dgm:pt>
    <dgm:pt modelId="{32BD73FA-252E-4574-9C07-E2BE7FA03DA0}" type="pres">
      <dgm:prSet presAssocID="{00552B4A-AAA2-4525-8532-B061FC31161D}" presName="textRect" presStyleLbl="revTx" presStyleIdx="4" presStyleCnt="6">
        <dgm:presLayoutVars>
          <dgm:chMax val="1"/>
          <dgm:chPref val="1"/>
        </dgm:presLayoutVars>
      </dgm:prSet>
      <dgm:spPr/>
    </dgm:pt>
    <dgm:pt modelId="{6E5D8432-8F0D-46F6-B062-F49856A1A892}" type="pres">
      <dgm:prSet presAssocID="{D1AEE2FC-A040-4BDD-8429-6062AA97A5B7}" presName="sibTrans" presStyleCnt="0"/>
      <dgm:spPr/>
    </dgm:pt>
    <dgm:pt modelId="{A242C10D-0D75-466C-BBEF-4056F4D0FB07}" type="pres">
      <dgm:prSet presAssocID="{AB027AFD-58C0-47B8-BE13-AF72086613F5}" presName="compNode" presStyleCnt="0"/>
      <dgm:spPr/>
    </dgm:pt>
    <dgm:pt modelId="{A454700A-5BA0-4724-BF0C-FAAC3ABB1478}" type="pres">
      <dgm:prSet presAssocID="{AB027AFD-58C0-47B8-BE13-AF72086613F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Postit Notes 3 outline"/>
        </a:ext>
      </dgm:extLst>
    </dgm:pt>
    <dgm:pt modelId="{69B4F2CA-4658-41DD-83A0-0ECB44A43005}" type="pres">
      <dgm:prSet presAssocID="{AB027AFD-58C0-47B8-BE13-AF72086613F5}" presName="spaceRect" presStyleCnt="0"/>
      <dgm:spPr/>
    </dgm:pt>
    <dgm:pt modelId="{8485DFAF-BAD4-44FB-88B6-1EBD078D4F6F}" type="pres">
      <dgm:prSet presAssocID="{AB027AFD-58C0-47B8-BE13-AF72086613F5}" presName="textRect" presStyleLbl="revTx" presStyleIdx="5" presStyleCnt="6">
        <dgm:presLayoutVars>
          <dgm:chMax val="1"/>
          <dgm:chPref val="1"/>
        </dgm:presLayoutVars>
      </dgm:prSet>
      <dgm:spPr/>
    </dgm:pt>
  </dgm:ptLst>
  <dgm:cxnLst>
    <dgm:cxn modelId="{5F487C19-EB1C-4244-8963-D1D1A55B4D79}" srcId="{A501B976-CF73-4B9A-911C-C6A5D17C2115}" destId="{5BD78E49-648A-4812-A74E-063122F37978}" srcOrd="3" destOrd="0" parTransId="{E3D4492A-410B-4747-8D98-E0A7D318DAF2}" sibTransId="{8A6AB798-2BE4-4B89-935D-5133A921E38D}"/>
    <dgm:cxn modelId="{5C4B1F3F-B427-46EC-AC01-2F397B1E8992}" type="presOf" srcId="{00552B4A-AAA2-4525-8532-B061FC31161D}" destId="{32BD73FA-252E-4574-9C07-E2BE7FA03DA0}" srcOrd="0" destOrd="0" presId="urn:microsoft.com/office/officeart/2018/2/layout/IconLabelList"/>
    <dgm:cxn modelId="{0611D565-7CD9-4B3F-8496-F6C5C73F53B4}" type="presOf" srcId="{A501B976-CF73-4B9A-911C-C6A5D17C2115}" destId="{6ECEE295-4E08-4FF9-9A33-5D84FFC6F009}" srcOrd="0" destOrd="0" presId="urn:microsoft.com/office/officeart/2018/2/layout/IconLabelList"/>
    <dgm:cxn modelId="{77DBF647-3A0B-4C59-838B-CEACD85F7BDE}" srcId="{A501B976-CF73-4B9A-911C-C6A5D17C2115}" destId="{00552B4A-AAA2-4525-8532-B061FC31161D}" srcOrd="4" destOrd="0" parTransId="{0B5F8C52-2AC9-47EE-B4C0-34B879A93F6E}" sibTransId="{D1AEE2FC-A040-4BDD-8429-6062AA97A5B7}"/>
    <dgm:cxn modelId="{AAEA8B71-024D-454B-B8F4-57AE839605AC}" srcId="{A501B976-CF73-4B9A-911C-C6A5D17C2115}" destId="{8FF66A32-1453-4561-9EDD-9A9C55E1672A}" srcOrd="2" destOrd="0" parTransId="{C6B63C8E-C07B-4D98-80D5-100ECAA34152}" sibTransId="{1E0F0222-F358-46BB-81D7-181FB0D9B1C1}"/>
    <dgm:cxn modelId="{3958C358-4121-475E-9B05-EC5ECF68A1E9}" type="presOf" srcId="{AB027AFD-58C0-47B8-BE13-AF72086613F5}" destId="{8485DFAF-BAD4-44FB-88B6-1EBD078D4F6F}" srcOrd="0" destOrd="0" presId="urn:microsoft.com/office/officeart/2018/2/layout/IconLabelList"/>
    <dgm:cxn modelId="{02D57193-D598-40C2-9130-93836DE1C492}" type="presOf" srcId="{EE7AC4EC-DE32-4F80-9CBE-68E82012FC43}" destId="{04386585-1D3F-4852-82B2-D6499424B907}" srcOrd="0" destOrd="0" presId="urn:microsoft.com/office/officeart/2018/2/layout/IconLabelList"/>
    <dgm:cxn modelId="{836EA1A5-1A53-4CE2-A227-008785DF5E79}" srcId="{A501B976-CF73-4B9A-911C-C6A5D17C2115}" destId="{AB027AFD-58C0-47B8-BE13-AF72086613F5}" srcOrd="5" destOrd="0" parTransId="{2B9DD9E3-599B-4BE0-AC0E-D9E32C604A3D}" sibTransId="{5EE55DB4-7EBA-467D-9D0C-FEDDC0D79CBF}"/>
    <dgm:cxn modelId="{673B45AC-7FAB-4A3E-9238-722A3AD62355}" srcId="{A501B976-CF73-4B9A-911C-C6A5D17C2115}" destId="{EE7AC4EC-DE32-4F80-9CBE-68E82012FC43}" srcOrd="1" destOrd="0" parTransId="{DB4226AE-ED1E-4FF4-955F-C8077E083C74}" sibTransId="{8F6C9012-CDA4-48D1-B4F4-D5C51187DDEA}"/>
    <dgm:cxn modelId="{993D01B5-1FD1-415B-BB5F-63A1DD23899F}" type="presOf" srcId="{5E9D0C1C-8F0A-4C61-91F1-D7C80D7771FF}" destId="{7BFF63A2-FF45-46C0-83C8-1450617F2FCB}" srcOrd="0" destOrd="0" presId="urn:microsoft.com/office/officeart/2018/2/layout/IconLabelList"/>
    <dgm:cxn modelId="{BA6A5BBE-6EB6-4ACB-8DFE-1B5C6EC3D1EF}" type="presOf" srcId="{5BD78E49-648A-4812-A74E-063122F37978}" destId="{898636F7-6F2E-463E-BD7D-5AC6624CFCDD}" srcOrd="0" destOrd="0" presId="urn:microsoft.com/office/officeart/2018/2/layout/IconLabelList"/>
    <dgm:cxn modelId="{721673E3-18F5-41B5-9E7B-31D4400F0E47}" type="presOf" srcId="{8FF66A32-1453-4561-9EDD-9A9C55E1672A}" destId="{58E2003D-CA8F-42CB-9DE4-F5C6C20F4904}" srcOrd="0" destOrd="0" presId="urn:microsoft.com/office/officeart/2018/2/layout/IconLabelList"/>
    <dgm:cxn modelId="{E5C3BAF1-F942-4DC4-9D88-DDCE248ED1B4}" srcId="{A501B976-CF73-4B9A-911C-C6A5D17C2115}" destId="{5E9D0C1C-8F0A-4C61-91F1-D7C80D7771FF}" srcOrd="0" destOrd="0" parTransId="{93E940EC-ED93-4187-88D9-2EF2046FD4D8}" sibTransId="{94ED0B80-E824-43B3-8859-0537441522D2}"/>
    <dgm:cxn modelId="{BF074FE0-C955-4C8F-9A6C-66B09FB058F6}" type="presParOf" srcId="{6ECEE295-4E08-4FF9-9A33-5D84FFC6F009}" destId="{4AA0AE24-E2F2-4F83-B73A-1C8AA4716CA4}" srcOrd="0" destOrd="0" presId="urn:microsoft.com/office/officeart/2018/2/layout/IconLabelList"/>
    <dgm:cxn modelId="{9A5C5D82-74FD-4D6D-B37E-3C07E42110DA}" type="presParOf" srcId="{4AA0AE24-E2F2-4F83-B73A-1C8AA4716CA4}" destId="{1A49BBCF-EAC0-4FF1-9B94-3AAE70F8174A}" srcOrd="0" destOrd="0" presId="urn:microsoft.com/office/officeart/2018/2/layout/IconLabelList"/>
    <dgm:cxn modelId="{68733A06-4463-4B10-B266-B2F8724269FD}" type="presParOf" srcId="{4AA0AE24-E2F2-4F83-B73A-1C8AA4716CA4}" destId="{78AC758E-7910-45CB-9715-1A0A27896755}" srcOrd="1" destOrd="0" presId="urn:microsoft.com/office/officeart/2018/2/layout/IconLabelList"/>
    <dgm:cxn modelId="{044BB63B-2C2B-4C85-808E-1A022FE7AA08}" type="presParOf" srcId="{4AA0AE24-E2F2-4F83-B73A-1C8AA4716CA4}" destId="{7BFF63A2-FF45-46C0-83C8-1450617F2FCB}" srcOrd="2" destOrd="0" presId="urn:microsoft.com/office/officeart/2018/2/layout/IconLabelList"/>
    <dgm:cxn modelId="{55442A7D-09A0-4128-A9E5-B5014CF73447}" type="presParOf" srcId="{6ECEE295-4E08-4FF9-9A33-5D84FFC6F009}" destId="{B73C7E88-8558-41E6-83BF-7FDA0ADE0AEB}" srcOrd="1" destOrd="0" presId="urn:microsoft.com/office/officeart/2018/2/layout/IconLabelList"/>
    <dgm:cxn modelId="{CB8BED6F-C0E4-40B2-99F9-4900C873FFB5}" type="presParOf" srcId="{6ECEE295-4E08-4FF9-9A33-5D84FFC6F009}" destId="{D8F0F74B-C3B5-4182-961E-96EE1F0A9CD9}" srcOrd="2" destOrd="0" presId="urn:microsoft.com/office/officeart/2018/2/layout/IconLabelList"/>
    <dgm:cxn modelId="{07194AC5-80B9-4252-8457-CBFEF736D838}" type="presParOf" srcId="{D8F0F74B-C3B5-4182-961E-96EE1F0A9CD9}" destId="{083A7890-EF4B-482D-9AE6-526AFD6594B8}" srcOrd="0" destOrd="0" presId="urn:microsoft.com/office/officeart/2018/2/layout/IconLabelList"/>
    <dgm:cxn modelId="{056B0B63-36D9-45DA-BAE0-98302A7AEB2D}" type="presParOf" srcId="{D8F0F74B-C3B5-4182-961E-96EE1F0A9CD9}" destId="{1562077A-3627-4FF9-A5A1-1B1CFAEADFC9}" srcOrd="1" destOrd="0" presId="urn:microsoft.com/office/officeart/2018/2/layout/IconLabelList"/>
    <dgm:cxn modelId="{C379613C-2A69-4FD0-BC79-9DE07F9FBEA9}" type="presParOf" srcId="{D8F0F74B-C3B5-4182-961E-96EE1F0A9CD9}" destId="{04386585-1D3F-4852-82B2-D6499424B907}" srcOrd="2" destOrd="0" presId="urn:microsoft.com/office/officeart/2018/2/layout/IconLabelList"/>
    <dgm:cxn modelId="{E6F06613-2063-4858-A368-825FE35B8CAD}" type="presParOf" srcId="{6ECEE295-4E08-4FF9-9A33-5D84FFC6F009}" destId="{0B1DE843-CB97-4648-BE75-AD25CB44E8C2}" srcOrd="3" destOrd="0" presId="urn:microsoft.com/office/officeart/2018/2/layout/IconLabelList"/>
    <dgm:cxn modelId="{A1AE334D-6F36-432D-90EB-FFDEBDD6E735}" type="presParOf" srcId="{6ECEE295-4E08-4FF9-9A33-5D84FFC6F009}" destId="{2853D20A-ADD8-4C97-B672-F3604F2BCA0A}" srcOrd="4" destOrd="0" presId="urn:microsoft.com/office/officeart/2018/2/layout/IconLabelList"/>
    <dgm:cxn modelId="{541CB6BB-0BC8-49AE-8922-DFECC98A39B2}" type="presParOf" srcId="{2853D20A-ADD8-4C97-B672-F3604F2BCA0A}" destId="{41881176-297B-475C-BD42-05FB2675DF08}" srcOrd="0" destOrd="0" presId="urn:microsoft.com/office/officeart/2018/2/layout/IconLabelList"/>
    <dgm:cxn modelId="{936221D1-92DF-4BDC-B241-2AC8DDDAD8FD}" type="presParOf" srcId="{2853D20A-ADD8-4C97-B672-F3604F2BCA0A}" destId="{3900E4CB-385A-4748-808E-49DF812D402D}" srcOrd="1" destOrd="0" presId="urn:microsoft.com/office/officeart/2018/2/layout/IconLabelList"/>
    <dgm:cxn modelId="{B28A0974-BE00-494B-A051-5EB174DA9595}" type="presParOf" srcId="{2853D20A-ADD8-4C97-B672-F3604F2BCA0A}" destId="{58E2003D-CA8F-42CB-9DE4-F5C6C20F4904}" srcOrd="2" destOrd="0" presId="urn:microsoft.com/office/officeart/2018/2/layout/IconLabelList"/>
    <dgm:cxn modelId="{B116CB2A-068C-40FA-878C-800A8C1FA236}" type="presParOf" srcId="{6ECEE295-4E08-4FF9-9A33-5D84FFC6F009}" destId="{9B12ACD0-FB7E-4452-ACAF-08E0DA520F0A}" srcOrd="5" destOrd="0" presId="urn:microsoft.com/office/officeart/2018/2/layout/IconLabelList"/>
    <dgm:cxn modelId="{B3CC6776-6C8E-4D40-901C-A93DE138D53B}" type="presParOf" srcId="{6ECEE295-4E08-4FF9-9A33-5D84FFC6F009}" destId="{A567D00B-27C5-4668-B8CA-34A90A3E26A5}" srcOrd="6" destOrd="0" presId="urn:microsoft.com/office/officeart/2018/2/layout/IconLabelList"/>
    <dgm:cxn modelId="{D37D0CAD-6212-46C7-9769-030F7A1EC1FC}" type="presParOf" srcId="{A567D00B-27C5-4668-B8CA-34A90A3E26A5}" destId="{2B6510AC-646A-40FD-AA94-8F591EC71021}" srcOrd="0" destOrd="0" presId="urn:microsoft.com/office/officeart/2018/2/layout/IconLabelList"/>
    <dgm:cxn modelId="{F676D1E1-B695-478D-B755-3A6C0DADA43F}" type="presParOf" srcId="{A567D00B-27C5-4668-B8CA-34A90A3E26A5}" destId="{937AEBEC-EA1C-4473-BA3C-B7CE7F06E67B}" srcOrd="1" destOrd="0" presId="urn:microsoft.com/office/officeart/2018/2/layout/IconLabelList"/>
    <dgm:cxn modelId="{64511691-57FE-4BEA-84D2-397983299F98}" type="presParOf" srcId="{A567D00B-27C5-4668-B8CA-34A90A3E26A5}" destId="{898636F7-6F2E-463E-BD7D-5AC6624CFCDD}" srcOrd="2" destOrd="0" presId="urn:microsoft.com/office/officeart/2018/2/layout/IconLabelList"/>
    <dgm:cxn modelId="{02BD9FDF-187B-4E1F-A97E-AD40C6EBD4D1}" type="presParOf" srcId="{6ECEE295-4E08-4FF9-9A33-5D84FFC6F009}" destId="{07C856B5-95B4-4AE9-8361-4FA88D5FA7E1}" srcOrd="7" destOrd="0" presId="urn:microsoft.com/office/officeart/2018/2/layout/IconLabelList"/>
    <dgm:cxn modelId="{452EE923-4F5A-474F-8342-44474FF44389}" type="presParOf" srcId="{6ECEE295-4E08-4FF9-9A33-5D84FFC6F009}" destId="{102D1CF1-3ECA-4440-B4DD-0EE5B2F28B9B}" srcOrd="8" destOrd="0" presId="urn:microsoft.com/office/officeart/2018/2/layout/IconLabelList"/>
    <dgm:cxn modelId="{4907FA3D-96DE-468C-9E57-CDCF9475E3D2}" type="presParOf" srcId="{102D1CF1-3ECA-4440-B4DD-0EE5B2F28B9B}" destId="{04E04563-5A72-44F6-8C2D-0CC52E404916}" srcOrd="0" destOrd="0" presId="urn:microsoft.com/office/officeart/2018/2/layout/IconLabelList"/>
    <dgm:cxn modelId="{E6F45EFF-08A6-4212-AC2D-141103C0EFC1}" type="presParOf" srcId="{102D1CF1-3ECA-4440-B4DD-0EE5B2F28B9B}" destId="{25E0F7FF-F3ED-49D4-A1FC-F8A1EF4DF2FC}" srcOrd="1" destOrd="0" presId="urn:microsoft.com/office/officeart/2018/2/layout/IconLabelList"/>
    <dgm:cxn modelId="{705476F7-D824-4330-AC63-6738DFD816D7}" type="presParOf" srcId="{102D1CF1-3ECA-4440-B4DD-0EE5B2F28B9B}" destId="{32BD73FA-252E-4574-9C07-E2BE7FA03DA0}" srcOrd="2" destOrd="0" presId="urn:microsoft.com/office/officeart/2018/2/layout/IconLabelList"/>
    <dgm:cxn modelId="{455B7457-96F2-4807-A63E-073BB22CCE48}" type="presParOf" srcId="{6ECEE295-4E08-4FF9-9A33-5D84FFC6F009}" destId="{6E5D8432-8F0D-46F6-B062-F49856A1A892}" srcOrd="9" destOrd="0" presId="urn:microsoft.com/office/officeart/2018/2/layout/IconLabelList"/>
    <dgm:cxn modelId="{E0A6D107-4231-4ADE-B401-9F3339477E0D}" type="presParOf" srcId="{6ECEE295-4E08-4FF9-9A33-5D84FFC6F009}" destId="{A242C10D-0D75-466C-BBEF-4056F4D0FB07}" srcOrd="10" destOrd="0" presId="urn:microsoft.com/office/officeart/2018/2/layout/IconLabelList"/>
    <dgm:cxn modelId="{0A75EE94-6881-4C05-8230-E9D65A192156}" type="presParOf" srcId="{A242C10D-0D75-466C-BBEF-4056F4D0FB07}" destId="{A454700A-5BA0-4724-BF0C-FAAC3ABB1478}" srcOrd="0" destOrd="0" presId="urn:microsoft.com/office/officeart/2018/2/layout/IconLabelList"/>
    <dgm:cxn modelId="{C67D53A1-0E9D-4D77-A06E-E864C5DA7594}" type="presParOf" srcId="{A242C10D-0D75-466C-BBEF-4056F4D0FB07}" destId="{69B4F2CA-4658-41DD-83A0-0ECB44A43005}" srcOrd="1" destOrd="0" presId="urn:microsoft.com/office/officeart/2018/2/layout/IconLabelList"/>
    <dgm:cxn modelId="{3F3F0E27-3561-4B53-A090-2C3DAE1DC33E}" type="presParOf" srcId="{A242C10D-0D75-466C-BBEF-4056F4D0FB07}" destId="{8485DFAF-BAD4-44FB-88B6-1EBD078D4F6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7E5430-48D9-498D-9495-78F1443F763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351611DA-96AD-4208-9919-EB973E69BF78}">
      <dgm:prSet/>
      <dgm:spPr/>
      <dgm:t>
        <a:bodyPr/>
        <a:lstStyle/>
        <a:p>
          <a:r>
            <a:rPr lang="en-US"/>
            <a:t>Protection from harm</a:t>
          </a:r>
        </a:p>
      </dgm:t>
    </dgm:pt>
    <dgm:pt modelId="{64E9738C-C6F7-444E-8DF1-247482C70F2E}" type="parTrans" cxnId="{53E576B2-A5A3-49F3-A5F8-9BEFF957D0E9}">
      <dgm:prSet/>
      <dgm:spPr/>
      <dgm:t>
        <a:bodyPr/>
        <a:lstStyle/>
        <a:p>
          <a:endParaRPr lang="en-US"/>
        </a:p>
      </dgm:t>
    </dgm:pt>
    <dgm:pt modelId="{40744258-A8CA-4E6D-A200-17F8319025D9}" type="sibTrans" cxnId="{53E576B2-A5A3-49F3-A5F8-9BEFF957D0E9}">
      <dgm:prSet/>
      <dgm:spPr/>
      <dgm:t>
        <a:bodyPr/>
        <a:lstStyle/>
        <a:p>
          <a:endParaRPr lang="en-US"/>
        </a:p>
      </dgm:t>
    </dgm:pt>
    <dgm:pt modelId="{D986E176-86AF-4735-A5D3-1D5CA9621AF3}">
      <dgm:prSet/>
      <dgm:spPr/>
      <dgm:t>
        <a:bodyPr/>
        <a:lstStyle/>
        <a:p>
          <a:r>
            <a:rPr lang="en-US"/>
            <a:t>Right to privacy</a:t>
          </a:r>
        </a:p>
      </dgm:t>
    </dgm:pt>
    <dgm:pt modelId="{FE748291-E9A6-4DB2-9246-25237E46B139}" type="parTrans" cxnId="{04A33B02-2301-45B0-95D5-4C5917AACDF9}">
      <dgm:prSet/>
      <dgm:spPr/>
      <dgm:t>
        <a:bodyPr/>
        <a:lstStyle/>
        <a:p>
          <a:endParaRPr lang="en-US"/>
        </a:p>
      </dgm:t>
    </dgm:pt>
    <dgm:pt modelId="{F97A4FFB-C87A-436C-9E9C-9BEEF8AE9DFF}" type="sibTrans" cxnId="{04A33B02-2301-45B0-95D5-4C5917AACDF9}">
      <dgm:prSet/>
      <dgm:spPr/>
      <dgm:t>
        <a:bodyPr/>
        <a:lstStyle/>
        <a:p>
          <a:endParaRPr lang="en-US"/>
        </a:p>
      </dgm:t>
    </dgm:pt>
    <dgm:pt modelId="{65570019-26FD-43F7-BFD1-A04FA89711B5}">
      <dgm:prSet/>
      <dgm:spPr/>
      <dgm:t>
        <a:bodyPr/>
        <a:lstStyle/>
        <a:p>
          <a:r>
            <a:rPr lang="en-US"/>
            <a:t>Deception</a:t>
          </a:r>
        </a:p>
      </dgm:t>
    </dgm:pt>
    <dgm:pt modelId="{380A3CA7-F991-4B67-BBD8-9CA8D3DF1520}" type="parTrans" cxnId="{FB3916D2-C94D-4B08-916C-CCABC67C6202}">
      <dgm:prSet/>
      <dgm:spPr/>
      <dgm:t>
        <a:bodyPr/>
        <a:lstStyle/>
        <a:p>
          <a:endParaRPr lang="en-US"/>
        </a:p>
      </dgm:t>
    </dgm:pt>
    <dgm:pt modelId="{E295B6B8-51FF-47EC-A71B-1DAF4C9F23E0}" type="sibTrans" cxnId="{FB3916D2-C94D-4B08-916C-CCABC67C6202}">
      <dgm:prSet/>
      <dgm:spPr/>
      <dgm:t>
        <a:bodyPr/>
        <a:lstStyle/>
        <a:p>
          <a:endParaRPr lang="en-US"/>
        </a:p>
      </dgm:t>
    </dgm:pt>
    <dgm:pt modelId="{F6DD0D89-128A-4F30-B4DF-BD92DC880495}">
      <dgm:prSet/>
      <dgm:spPr/>
      <dgm:t>
        <a:bodyPr/>
        <a:lstStyle/>
        <a:p>
          <a:r>
            <a:rPr lang="en-US"/>
            <a:t>Informed consent</a:t>
          </a:r>
        </a:p>
      </dgm:t>
    </dgm:pt>
    <dgm:pt modelId="{DF262B86-510B-42B1-A6F0-DC250E9AF952}" type="parTrans" cxnId="{20710D2F-ED7A-47D5-832A-F3AB5BA686E9}">
      <dgm:prSet/>
      <dgm:spPr/>
      <dgm:t>
        <a:bodyPr/>
        <a:lstStyle/>
        <a:p>
          <a:endParaRPr lang="en-US"/>
        </a:p>
      </dgm:t>
    </dgm:pt>
    <dgm:pt modelId="{B2575E15-7ED0-4065-A8D3-BBB47616535D}" type="sibTrans" cxnId="{20710D2F-ED7A-47D5-832A-F3AB5BA686E9}">
      <dgm:prSet/>
      <dgm:spPr/>
      <dgm:t>
        <a:bodyPr/>
        <a:lstStyle/>
        <a:p>
          <a:endParaRPr lang="en-US"/>
        </a:p>
      </dgm:t>
    </dgm:pt>
    <dgm:pt modelId="{CB4B776F-AAA2-41D2-A544-13B2A9495763}">
      <dgm:prSet/>
      <dgm:spPr/>
      <dgm:t>
        <a:bodyPr/>
        <a:lstStyle/>
        <a:p>
          <a:r>
            <a:rPr lang="en-US"/>
            <a:t>Debriefing</a:t>
          </a:r>
        </a:p>
      </dgm:t>
    </dgm:pt>
    <dgm:pt modelId="{28659E59-4543-41AD-9651-703B68D5F8A0}" type="parTrans" cxnId="{939A1FE6-8DBA-42CD-8634-5D074BBF0C4E}">
      <dgm:prSet/>
      <dgm:spPr/>
      <dgm:t>
        <a:bodyPr/>
        <a:lstStyle/>
        <a:p>
          <a:endParaRPr lang="en-US"/>
        </a:p>
      </dgm:t>
    </dgm:pt>
    <dgm:pt modelId="{8ED7718B-4C05-4387-97C4-F2E9F303310D}" type="sibTrans" cxnId="{939A1FE6-8DBA-42CD-8634-5D074BBF0C4E}">
      <dgm:prSet/>
      <dgm:spPr/>
      <dgm:t>
        <a:bodyPr/>
        <a:lstStyle/>
        <a:p>
          <a:endParaRPr lang="en-US"/>
        </a:p>
      </dgm:t>
    </dgm:pt>
    <dgm:pt modelId="{90394885-FAD6-4BBC-9E22-CF37B6919D22}" type="pres">
      <dgm:prSet presAssocID="{B07E5430-48D9-498D-9495-78F1443F7634}" presName="diagram" presStyleCnt="0">
        <dgm:presLayoutVars>
          <dgm:dir/>
          <dgm:resizeHandles val="exact"/>
        </dgm:presLayoutVars>
      </dgm:prSet>
      <dgm:spPr/>
    </dgm:pt>
    <dgm:pt modelId="{8A8AF967-E69E-4828-83C2-6AA084B56CC5}" type="pres">
      <dgm:prSet presAssocID="{351611DA-96AD-4208-9919-EB973E69BF78}" presName="node" presStyleLbl="node1" presStyleIdx="0" presStyleCnt="5">
        <dgm:presLayoutVars>
          <dgm:bulletEnabled val="1"/>
        </dgm:presLayoutVars>
      </dgm:prSet>
      <dgm:spPr/>
    </dgm:pt>
    <dgm:pt modelId="{7079AAB8-9DEC-4867-B9C6-A67F72B32782}" type="pres">
      <dgm:prSet presAssocID="{40744258-A8CA-4E6D-A200-17F8319025D9}" presName="sibTrans" presStyleCnt="0"/>
      <dgm:spPr/>
    </dgm:pt>
    <dgm:pt modelId="{45168ED4-956C-41D8-94E0-F22D5A59E645}" type="pres">
      <dgm:prSet presAssocID="{D986E176-86AF-4735-A5D3-1D5CA9621AF3}" presName="node" presStyleLbl="node1" presStyleIdx="1" presStyleCnt="5">
        <dgm:presLayoutVars>
          <dgm:bulletEnabled val="1"/>
        </dgm:presLayoutVars>
      </dgm:prSet>
      <dgm:spPr/>
    </dgm:pt>
    <dgm:pt modelId="{41ABB9B8-4F90-482E-A590-61E336769A0D}" type="pres">
      <dgm:prSet presAssocID="{F97A4FFB-C87A-436C-9E9C-9BEEF8AE9DFF}" presName="sibTrans" presStyleCnt="0"/>
      <dgm:spPr/>
    </dgm:pt>
    <dgm:pt modelId="{69614679-1EF4-4C02-9000-607650AE0192}" type="pres">
      <dgm:prSet presAssocID="{65570019-26FD-43F7-BFD1-A04FA89711B5}" presName="node" presStyleLbl="node1" presStyleIdx="2" presStyleCnt="5">
        <dgm:presLayoutVars>
          <dgm:bulletEnabled val="1"/>
        </dgm:presLayoutVars>
      </dgm:prSet>
      <dgm:spPr/>
    </dgm:pt>
    <dgm:pt modelId="{7CC5DBD2-DA46-496A-AFE7-DE349BADD9F4}" type="pres">
      <dgm:prSet presAssocID="{E295B6B8-51FF-47EC-A71B-1DAF4C9F23E0}" presName="sibTrans" presStyleCnt="0"/>
      <dgm:spPr/>
    </dgm:pt>
    <dgm:pt modelId="{831FCB2D-A793-442C-BA96-2E4BE5A67900}" type="pres">
      <dgm:prSet presAssocID="{F6DD0D89-128A-4F30-B4DF-BD92DC880495}" presName="node" presStyleLbl="node1" presStyleIdx="3" presStyleCnt="5">
        <dgm:presLayoutVars>
          <dgm:bulletEnabled val="1"/>
        </dgm:presLayoutVars>
      </dgm:prSet>
      <dgm:spPr/>
    </dgm:pt>
    <dgm:pt modelId="{A857DD43-2776-4228-8EA6-4E97E9D9F6AD}" type="pres">
      <dgm:prSet presAssocID="{B2575E15-7ED0-4065-A8D3-BBB47616535D}" presName="sibTrans" presStyleCnt="0"/>
      <dgm:spPr/>
    </dgm:pt>
    <dgm:pt modelId="{2954DEAB-D8AF-43EB-A5DD-A43ADB99B97F}" type="pres">
      <dgm:prSet presAssocID="{CB4B776F-AAA2-41D2-A544-13B2A9495763}" presName="node" presStyleLbl="node1" presStyleIdx="4" presStyleCnt="5">
        <dgm:presLayoutVars>
          <dgm:bulletEnabled val="1"/>
        </dgm:presLayoutVars>
      </dgm:prSet>
      <dgm:spPr/>
    </dgm:pt>
  </dgm:ptLst>
  <dgm:cxnLst>
    <dgm:cxn modelId="{04A33B02-2301-45B0-95D5-4C5917AACDF9}" srcId="{B07E5430-48D9-498D-9495-78F1443F7634}" destId="{D986E176-86AF-4735-A5D3-1D5CA9621AF3}" srcOrd="1" destOrd="0" parTransId="{FE748291-E9A6-4DB2-9246-25237E46B139}" sibTransId="{F97A4FFB-C87A-436C-9E9C-9BEEF8AE9DFF}"/>
    <dgm:cxn modelId="{4123950A-937F-419E-B041-BFC302E0D2FD}" type="presOf" srcId="{B07E5430-48D9-498D-9495-78F1443F7634}" destId="{90394885-FAD6-4BBC-9E22-CF37B6919D22}" srcOrd="0" destOrd="0" presId="urn:microsoft.com/office/officeart/2005/8/layout/default"/>
    <dgm:cxn modelId="{20710D2F-ED7A-47D5-832A-F3AB5BA686E9}" srcId="{B07E5430-48D9-498D-9495-78F1443F7634}" destId="{F6DD0D89-128A-4F30-B4DF-BD92DC880495}" srcOrd="3" destOrd="0" parTransId="{DF262B86-510B-42B1-A6F0-DC250E9AF952}" sibTransId="{B2575E15-7ED0-4065-A8D3-BBB47616535D}"/>
    <dgm:cxn modelId="{D3261448-47F1-4E8A-BB44-19C0D10995CC}" type="presOf" srcId="{CB4B776F-AAA2-41D2-A544-13B2A9495763}" destId="{2954DEAB-D8AF-43EB-A5DD-A43ADB99B97F}" srcOrd="0" destOrd="0" presId="urn:microsoft.com/office/officeart/2005/8/layout/default"/>
    <dgm:cxn modelId="{7038A14B-E95E-4FB2-A2CD-1097C48C454E}" type="presOf" srcId="{D986E176-86AF-4735-A5D3-1D5CA9621AF3}" destId="{45168ED4-956C-41D8-94E0-F22D5A59E645}" srcOrd="0" destOrd="0" presId="urn:microsoft.com/office/officeart/2005/8/layout/default"/>
    <dgm:cxn modelId="{842DE551-60E9-498E-B9D8-1B341398C41B}" type="presOf" srcId="{F6DD0D89-128A-4F30-B4DF-BD92DC880495}" destId="{831FCB2D-A793-442C-BA96-2E4BE5A67900}" srcOrd="0" destOrd="0" presId="urn:microsoft.com/office/officeart/2005/8/layout/default"/>
    <dgm:cxn modelId="{3AF15959-8D24-4EC4-B2CA-3BADCAABAB85}" type="presOf" srcId="{351611DA-96AD-4208-9919-EB973E69BF78}" destId="{8A8AF967-E69E-4828-83C2-6AA084B56CC5}" srcOrd="0" destOrd="0" presId="urn:microsoft.com/office/officeart/2005/8/layout/default"/>
    <dgm:cxn modelId="{53E576B2-A5A3-49F3-A5F8-9BEFF957D0E9}" srcId="{B07E5430-48D9-498D-9495-78F1443F7634}" destId="{351611DA-96AD-4208-9919-EB973E69BF78}" srcOrd="0" destOrd="0" parTransId="{64E9738C-C6F7-444E-8DF1-247482C70F2E}" sibTransId="{40744258-A8CA-4E6D-A200-17F8319025D9}"/>
    <dgm:cxn modelId="{FB3916D2-C94D-4B08-916C-CCABC67C6202}" srcId="{B07E5430-48D9-498D-9495-78F1443F7634}" destId="{65570019-26FD-43F7-BFD1-A04FA89711B5}" srcOrd="2" destOrd="0" parTransId="{380A3CA7-F991-4B67-BBD8-9CA8D3DF1520}" sibTransId="{E295B6B8-51FF-47EC-A71B-1DAF4C9F23E0}"/>
    <dgm:cxn modelId="{EC3901DD-4C63-421E-BAE8-BEE706205ED9}" type="presOf" srcId="{65570019-26FD-43F7-BFD1-A04FA89711B5}" destId="{69614679-1EF4-4C02-9000-607650AE0192}" srcOrd="0" destOrd="0" presId="urn:microsoft.com/office/officeart/2005/8/layout/default"/>
    <dgm:cxn modelId="{939A1FE6-8DBA-42CD-8634-5D074BBF0C4E}" srcId="{B07E5430-48D9-498D-9495-78F1443F7634}" destId="{CB4B776F-AAA2-41D2-A544-13B2A9495763}" srcOrd="4" destOrd="0" parTransId="{28659E59-4543-41AD-9651-703B68D5F8A0}" sibTransId="{8ED7718B-4C05-4387-97C4-F2E9F303310D}"/>
    <dgm:cxn modelId="{6E2A613C-0F00-4788-A938-57C12148A33C}" type="presParOf" srcId="{90394885-FAD6-4BBC-9E22-CF37B6919D22}" destId="{8A8AF967-E69E-4828-83C2-6AA084B56CC5}" srcOrd="0" destOrd="0" presId="urn:microsoft.com/office/officeart/2005/8/layout/default"/>
    <dgm:cxn modelId="{74B98E02-B060-4371-BFC9-BD72593722A9}" type="presParOf" srcId="{90394885-FAD6-4BBC-9E22-CF37B6919D22}" destId="{7079AAB8-9DEC-4867-B9C6-A67F72B32782}" srcOrd="1" destOrd="0" presId="urn:microsoft.com/office/officeart/2005/8/layout/default"/>
    <dgm:cxn modelId="{9878732F-D1B6-4C2B-9A64-1CAB9FE827F4}" type="presParOf" srcId="{90394885-FAD6-4BBC-9E22-CF37B6919D22}" destId="{45168ED4-956C-41D8-94E0-F22D5A59E645}" srcOrd="2" destOrd="0" presId="urn:microsoft.com/office/officeart/2005/8/layout/default"/>
    <dgm:cxn modelId="{0A731C5E-4E1F-452B-8473-D1823290F897}" type="presParOf" srcId="{90394885-FAD6-4BBC-9E22-CF37B6919D22}" destId="{41ABB9B8-4F90-482E-A590-61E336769A0D}" srcOrd="3" destOrd="0" presId="urn:microsoft.com/office/officeart/2005/8/layout/default"/>
    <dgm:cxn modelId="{130FA803-E1E7-451E-8991-465205E2BC3E}" type="presParOf" srcId="{90394885-FAD6-4BBC-9E22-CF37B6919D22}" destId="{69614679-1EF4-4C02-9000-607650AE0192}" srcOrd="4" destOrd="0" presId="urn:microsoft.com/office/officeart/2005/8/layout/default"/>
    <dgm:cxn modelId="{EB39F9C1-1961-4135-B5E1-1FDD280820CA}" type="presParOf" srcId="{90394885-FAD6-4BBC-9E22-CF37B6919D22}" destId="{7CC5DBD2-DA46-496A-AFE7-DE349BADD9F4}" srcOrd="5" destOrd="0" presId="urn:microsoft.com/office/officeart/2005/8/layout/default"/>
    <dgm:cxn modelId="{833A8053-EF78-4ADC-A354-0A5A0802763D}" type="presParOf" srcId="{90394885-FAD6-4BBC-9E22-CF37B6919D22}" destId="{831FCB2D-A793-442C-BA96-2E4BE5A67900}" srcOrd="6" destOrd="0" presId="urn:microsoft.com/office/officeart/2005/8/layout/default"/>
    <dgm:cxn modelId="{1F5A32BA-B3BD-4340-9DEC-E22E002D4E8F}" type="presParOf" srcId="{90394885-FAD6-4BBC-9E22-CF37B6919D22}" destId="{A857DD43-2776-4228-8EA6-4E97E9D9F6AD}" srcOrd="7" destOrd="0" presId="urn:microsoft.com/office/officeart/2005/8/layout/default"/>
    <dgm:cxn modelId="{C668B6FB-D9CF-4EE7-9EF3-F9D85E978DF9}" type="presParOf" srcId="{90394885-FAD6-4BBC-9E22-CF37B6919D22}" destId="{2954DEAB-D8AF-43EB-A5DD-A43ADB99B97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9B2BF-3F05-4C5E-906C-F02A9A3E2FF0}">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6543EB-F656-4F12-AA56-EFA0E7E5F5B9}">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F2883E-F0CA-4DB9-BEA8-A7A555F731CE}">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t>Science </a:t>
          </a:r>
          <a:r>
            <a:rPr lang="en-US" sz="1400" kern="1200"/>
            <a:t>is defined as method of studying nature that involves the collecting of data to test hypothesis.</a:t>
          </a:r>
        </a:p>
      </dsp:txBody>
      <dsp:txXfrm>
        <a:off x="1834517" y="469890"/>
        <a:ext cx="3148942" cy="1335915"/>
      </dsp:txXfrm>
    </dsp:sp>
    <dsp:sp modelId="{0566B00A-CCEB-489F-AE1C-8B0F5F74C514}">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81A755-D971-4014-B49F-10A255E84C33}">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5CEBFC-24CB-4E3D-9D0B-9B351A5F1F18}">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main difference between psychology and physics, chemistry or biology is that the former studies </a:t>
          </a:r>
          <a:r>
            <a:rPr lang="en-US" sz="1400" b="1" kern="1200" dirty="0"/>
            <a:t>human behavior</a:t>
          </a:r>
          <a:r>
            <a:rPr lang="en-US" sz="1400" kern="1200" dirty="0"/>
            <a:t>, while the others study </a:t>
          </a:r>
          <a:r>
            <a:rPr lang="en-US" sz="1400" b="1" kern="1200" dirty="0"/>
            <a:t>nonorganic phenomena </a:t>
          </a:r>
          <a:r>
            <a:rPr lang="en-US" sz="1400" kern="1200" dirty="0"/>
            <a:t>and </a:t>
          </a:r>
          <a:r>
            <a:rPr lang="en-US" sz="1400" b="1" kern="1200" dirty="0"/>
            <a:t>chemical and biological processes</a:t>
          </a:r>
          <a:r>
            <a:rPr lang="en-US" sz="1400" kern="1200" dirty="0"/>
            <a:t>. </a:t>
          </a:r>
        </a:p>
      </dsp:txBody>
      <dsp:txXfrm>
        <a:off x="7154322" y="469890"/>
        <a:ext cx="3148942" cy="1335915"/>
      </dsp:txXfrm>
    </dsp:sp>
    <dsp:sp modelId="{A9C1E5C5-3876-4A53-84D2-466C4F4AAD44}">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A1D28-3A99-4F6B-965A-ABCEBE528FCE}">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956657-7CC4-4320-BD53-AD95DC9E9EF2}">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Psychologist develop hypotheses or prediction based on theories or past observation. </a:t>
          </a:r>
        </a:p>
      </dsp:txBody>
      <dsp:txXfrm>
        <a:off x="1834517" y="2545532"/>
        <a:ext cx="3148942" cy="1335915"/>
      </dsp:txXfrm>
    </dsp:sp>
    <dsp:sp modelId="{8F08A323-4F5F-4B75-BEE8-62C16D19991C}">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D16EF1-D460-486E-B9CA-9ED7FE49CF1F}">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C5D38B-49EF-46DA-80DB-F3F4E28F810C}">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They then collect data to test hypothesis is correct. </a:t>
          </a:r>
        </a:p>
      </dsp:txBody>
      <dsp:txXfrm>
        <a:off x="7154322" y="2545532"/>
        <a:ext cx="3148942" cy="1335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AFAB6-E212-4C6C-800B-96A27CE3F17F}">
      <dsp:nvSpPr>
        <dsp:cNvPr id="0" name=""/>
        <dsp:cNvSpPr/>
      </dsp:nvSpPr>
      <dsp:spPr>
        <a:xfrm>
          <a:off x="82613"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0BB9AC-09AF-425C-8A83-59E6CDD84EB3}">
      <dsp:nvSpPr>
        <dsp:cNvPr id="0" name=""/>
        <dsp:cNvSpPr/>
      </dsp:nvSpPr>
      <dsp:spPr>
        <a:xfrm>
          <a:off x="271034" y="278494"/>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79976C-0B9E-4C41-BEE6-DA7E714EFD53}">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I: Develop a research question </a:t>
          </a:r>
        </a:p>
      </dsp:txBody>
      <dsp:txXfrm>
        <a:off x="1172126" y="90072"/>
        <a:ext cx="2114937" cy="897246"/>
      </dsp:txXfrm>
    </dsp:sp>
    <dsp:sp modelId="{BE2543CD-D199-4EA6-BF4D-114648A96DA5}">
      <dsp:nvSpPr>
        <dsp:cNvPr id="0" name=""/>
        <dsp:cNvSpPr/>
      </dsp:nvSpPr>
      <dsp:spPr>
        <a:xfrm>
          <a:off x="3655575"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B0083E-2A2E-4440-A4D7-774CB52208E5}">
      <dsp:nvSpPr>
        <dsp:cNvPr id="0" name=""/>
        <dsp:cNvSpPr/>
      </dsp:nvSpPr>
      <dsp:spPr>
        <a:xfrm>
          <a:off x="3843996" y="278494"/>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10D30D-33F5-40D4-B3D8-EE5F84EC7264}">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II: Generate research hypothesis </a:t>
          </a:r>
        </a:p>
      </dsp:txBody>
      <dsp:txXfrm>
        <a:off x="4745088" y="90072"/>
        <a:ext cx="2114937" cy="897246"/>
      </dsp:txXfrm>
    </dsp:sp>
    <dsp:sp modelId="{200F1CEA-6D42-44EB-A9E2-768737C41F78}">
      <dsp:nvSpPr>
        <dsp:cNvPr id="0" name=""/>
        <dsp:cNvSpPr/>
      </dsp:nvSpPr>
      <dsp:spPr>
        <a:xfrm>
          <a:off x="7228536"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917A5A-689E-4D60-80B4-3C63E4E3D71C}">
      <dsp:nvSpPr>
        <dsp:cNvPr id="0" name=""/>
        <dsp:cNvSpPr/>
      </dsp:nvSpPr>
      <dsp:spPr>
        <a:xfrm>
          <a:off x="7416958" y="278494"/>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9068B7-6CE0-4A9F-8049-4D0117E043DE}">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III: Form operational definitions </a:t>
          </a:r>
        </a:p>
      </dsp:txBody>
      <dsp:txXfrm>
        <a:off x="8318049" y="90072"/>
        <a:ext cx="2114937" cy="897246"/>
      </dsp:txXfrm>
    </dsp:sp>
    <dsp:sp modelId="{F5FF0CE4-2957-4B3C-9BF3-D342FEBA0BC7}">
      <dsp:nvSpPr>
        <dsp:cNvPr id="0" name=""/>
        <dsp:cNvSpPr/>
      </dsp:nvSpPr>
      <dsp:spPr>
        <a:xfrm>
          <a:off x="82613"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A514E-E022-49C1-8E30-D6CF98EB6706}">
      <dsp:nvSpPr>
        <dsp:cNvPr id="0" name=""/>
        <dsp:cNvSpPr/>
      </dsp:nvSpPr>
      <dsp:spPr>
        <a:xfrm>
          <a:off x="271034" y="1915467"/>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6480FF-0667-45A6-8553-0B5709E5A4E1}">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IV: Chose a research design </a:t>
          </a:r>
        </a:p>
      </dsp:txBody>
      <dsp:txXfrm>
        <a:off x="1172126" y="1727045"/>
        <a:ext cx="2114937" cy="897246"/>
      </dsp:txXfrm>
    </dsp:sp>
    <dsp:sp modelId="{7E816F9B-D12D-4E4E-B4EE-D167E9335A53}">
      <dsp:nvSpPr>
        <dsp:cNvPr id="0" name=""/>
        <dsp:cNvSpPr/>
      </dsp:nvSpPr>
      <dsp:spPr>
        <a:xfrm>
          <a:off x="3655575"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6FDA63-32AC-41EE-B3E7-EDC61A309551}">
      <dsp:nvSpPr>
        <dsp:cNvPr id="0" name=""/>
        <dsp:cNvSpPr/>
      </dsp:nvSpPr>
      <dsp:spPr>
        <a:xfrm>
          <a:off x="3843996" y="1915467"/>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65F821-D654-4664-AAC6-16FCC7BC5EF0}">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V: Evaluate the ethics of your research design.</a:t>
          </a:r>
        </a:p>
      </dsp:txBody>
      <dsp:txXfrm>
        <a:off x="4745088" y="1727045"/>
        <a:ext cx="2114937" cy="897246"/>
      </dsp:txXfrm>
    </dsp:sp>
    <dsp:sp modelId="{8079E763-DB2A-44AA-9932-634B2465957A}">
      <dsp:nvSpPr>
        <dsp:cNvPr id="0" name=""/>
        <dsp:cNvSpPr/>
      </dsp:nvSpPr>
      <dsp:spPr>
        <a:xfrm>
          <a:off x="7228536"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8367C7-C4F6-4B38-82F5-3C58EE9AA688}">
      <dsp:nvSpPr>
        <dsp:cNvPr id="0" name=""/>
        <dsp:cNvSpPr/>
      </dsp:nvSpPr>
      <dsp:spPr>
        <a:xfrm>
          <a:off x="7416958" y="1915467"/>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88D15A-FAA6-4F13-A366-694BB8E9D852}">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VI: Collect &amp; analyze data: form your conclusions </a:t>
          </a:r>
        </a:p>
      </dsp:txBody>
      <dsp:txXfrm>
        <a:off x="8318049" y="1727045"/>
        <a:ext cx="2114937" cy="897246"/>
      </dsp:txXfrm>
    </dsp:sp>
    <dsp:sp modelId="{CAE9D01E-9240-4EB9-B4FA-4ADD663E1AD1}">
      <dsp:nvSpPr>
        <dsp:cNvPr id="0" name=""/>
        <dsp:cNvSpPr/>
      </dsp:nvSpPr>
      <dsp:spPr>
        <a:xfrm>
          <a:off x="82613"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84CA2D-F5F3-4449-B4DE-C25C6EB5D3C4}">
      <dsp:nvSpPr>
        <dsp:cNvPr id="0" name=""/>
        <dsp:cNvSpPr/>
      </dsp:nvSpPr>
      <dsp:spPr>
        <a:xfrm>
          <a:off x="271034" y="3552441"/>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D85309-A7F1-4DC9-9A7D-C0CDCD45031A}">
      <dsp:nvSpPr>
        <dsp:cNvPr id="0" name=""/>
        <dsp:cNvSpPr/>
      </dsp:nvSpPr>
      <dsp:spPr>
        <a:xfrm>
          <a:off x="1172126"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Step VII: Report research results </a:t>
          </a:r>
        </a:p>
      </dsp:txBody>
      <dsp:txXfrm>
        <a:off x="1172126" y="3364019"/>
        <a:ext cx="2114937" cy="8972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9BBCF-EAC0-4FF1-9B94-3AAE70F8174A}">
      <dsp:nvSpPr>
        <dsp:cNvPr id="0" name=""/>
        <dsp:cNvSpPr/>
      </dsp:nvSpPr>
      <dsp:spPr>
        <a:xfrm>
          <a:off x="421398" y="1395177"/>
          <a:ext cx="688183" cy="6881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F63A2-FF45-46C0-83C8-1450617F2FCB}">
      <dsp:nvSpPr>
        <dsp:cNvPr id="0" name=""/>
        <dsp:cNvSpPr/>
      </dsp:nvSpPr>
      <dsp:spPr>
        <a:xfrm>
          <a:off x="841"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Survey Method </a:t>
          </a:r>
        </a:p>
      </dsp:txBody>
      <dsp:txXfrm>
        <a:off x="841" y="2344441"/>
        <a:ext cx="1529296" cy="611718"/>
      </dsp:txXfrm>
    </dsp:sp>
    <dsp:sp modelId="{083A7890-EF4B-482D-9AE6-526AFD6594B8}">
      <dsp:nvSpPr>
        <dsp:cNvPr id="0" name=""/>
        <dsp:cNvSpPr/>
      </dsp:nvSpPr>
      <dsp:spPr>
        <a:xfrm>
          <a:off x="2218322" y="1395177"/>
          <a:ext cx="688183" cy="6881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386585-1D3F-4852-82B2-D6499424B907}">
      <dsp:nvSpPr>
        <dsp:cNvPr id="0" name=""/>
        <dsp:cNvSpPr/>
      </dsp:nvSpPr>
      <dsp:spPr>
        <a:xfrm>
          <a:off x="1797765"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Observational Method </a:t>
          </a:r>
        </a:p>
      </dsp:txBody>
      <dsp:txXfrm>
        <a:off x="1797765" y="2344441"/>
        <a:ext cx="1529296" cy="611718"/>
      </dsp:txXfrm>
    </dsp:sp>
    <dsp:sp modelId="{41881176-297B-475C-BD42-05FB2675DF08}">
      <dsp:nvSpPr>
        <dsp:cNvPr id="0" name=""/>
        <dsp:cNvSpPr/>
      </dsp:nvSpPr>
      <dsp:spPr>
        <a:xfrm>
          <a:off x="4015246" y="1395177"/>
          <a:ext cx="688183" cy="6881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E2003D-CA8F-42CB-9DE4-F5C6C20F4904}">
      <dsp:nvSpPr>
        <dsp:cNvPr id="0" name=""/>
        <dsp:cNvSpPr/>
      </dsp:nvSpPr>
      <dsp:spPr>
        <a:xfrm>
          <a:off x="3594689"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Correlational Method </a:t>
          </a:r>
        </a:p>
      </dsp:txBody>
      <dsp:txXfrm>
        <a:off x="3594689" y="2344441"/>
        <a:ext cx="1529296" cy="611718"/>
      </dsp:txXfrm>
    </dsp:sp>
    <dsp:sp modelId="{2B6510AC-646A-40FD-AA94-8F591EC71021}">
      <dsp:nvSpPr>
        <dsp:cNvPr id="0" name=""/>
        <dsp:cNvSpPr/>
      </dsp:nvSpPr>
      <dsp:spPr>
        <a:xfrm>
          <a:off x="5812170" y="1395177"/>
          <a:ext cx="688183" cy="6881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8636F7-6F2E-463E-BD7D-5AC6624CFCDD}">
      <dsp:nvSpPr>
        <dsp:cNvPr id="0" name=""/>
        <dsp:cNvSpPr/>
      </dsp:nvSpPr>
      <dsp:spPr>
        <a:xfrm>
          <a:off x="5391613"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Experimental Method </a:t>
          </a:r>
        </a:p>
      </dsp:txBody>
      <dsp:txXfrm>
        <a:off x="5391613" y="2344441"/>
        <a:ext cx="1529296" cy="611718"/>
      </dsp:txXfrm>
    </dsp:sp>
    <dsp:sp modelId="{04E04563-5A72-44F6-8C2D-0CC52E404916}">
      <dsp:nvSpPr>
        <dsp:cNvPr id="0" name=""/>
        <dsp:cNvSpPr/>
      </dsp:nvSpPr>
      <dsp:spPr>
        <a:xfrm>
          <a:off x="7609093" y="1395177"/>
          <a:ext cx="688183" cy="68818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BD73FA-252E-4574-9C07-E2BE7FA03DA0}">
      <dsp:nvSpPr>
        <dsp:cNvPr id="0" name=""/>
        <dsp:cNvSpPr/>
      </dsp:nvSpPr>
      <dsp:spPr>
        <a:xfrm>
          <a:off x="7188537"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Case Study</a:t>
          </a:r>
        </a:p>
      </dsp:txBody>
      <dsp:txXfrm>
        <a:off x="7188537" y="2344441"/>
        <a:ext cx="1529296" cy="611718"/>
      </dsp:txXfrm>
    </dsp:sp>
    <dsp:sp modelId="{A454700A-5BA0-4724-BF0C-FAAC3ABB1478}">
      <dsp:nvSpPr>
        <dsp:cNvPr id="0" name=""/>
        <dsp:cNvSpPr/>
      </dsp:nvSpPr>
      <dsp:spPr>
        <a:xfrm>
          <a:off x="9406017" y="1395177"/>
          <a:ext cx="688183" cy="68818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85DFAF-BAD4-44FB-88B6-1EBD078D4F6F}">
      <dsp:nvSpPr>
        <dsp:cNvPr id="0" name=""/>
        <dsp:cNvSpPr/>
      </dsp:nvSpPr>
      <dsp:spPr>
        <a:xfrm>
          <a:off x="8985461" y="2344441"/>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dirty="0"/>
            <a:t>Archival Research</a:t>
          </a:r>
        </a:p>
      </dsp:txBody>
      <dsp:txXfrm>
        <a:off x="8985461" y="2344441"/>
        <a:ext cx="1529296" cy="611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8AF967-E69E-4828-83C2-6AA084B56CC5}">
      <dsp:nvSpPr>
        <dsp:cNvPr id="0" name=""/>
        <dsp:cNvSpPr/>
      </dsp:nvSpPr>
      <dsp:spPr>
        <a:xfrm>
          <a:off x="819983" y="2124"/>
          <a:ext cx="2868885" cy="1721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Protection from harm</a:t>
          </a:r>
        </a:p>
      </dsp:txBody>
      <dsp:txXfrm>
        <a:off x="819983" y="2124"/>
        <a:ext cx="2868885" cy="1721331"/>
      </dsp:txXfrm>
    </dsp:sp>
    <dsp:sp modelId="{45168ED4-956C-41D8-94E0-F22D5A59E645}">
      <dsp:nvSpPr>
        <dsp:cNvPr id="0" name=""/>
        <dsp:cNvSpPr/>
      </dsp:nvSpPr>
      <dsp:spPr>
        <a:xfrm>
          <a:off x="3975757" y="2124"/>
          <a:ext cx="2868885" cy="172133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Right to privacy</a:t>
          </a:r>
        </a:p>
      </dsp:txBody>
      <dsp:txXfrm>
        <a:off x="3975757" y="2124"/>
        <a:ext cx="2868885" cy="1721331"/>
      </dsp:txXfrm>
    </dsp:sp>
    <dsp:sp modelId="{69614679-1EF4-4C02-9000-607650AE0192}">
      <dsp:nvSpPr>
        <dsp:cNvPr id="0" name=""/>
        <dsp:cNvSpPr/>
      </dsp:nvSpPr>
      <dsp:spPr>
        <a:xfrm>
          <a:off x="7131531" y="2124"/>
          <a:ext cx="2868885" cy="172133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Deception</a:t>
          </a:r>
        </a:p>
      </dsp:txBody>
      <dsp:txXfrm>
        <a:off x="7131531" y="2124"/>
        <a:ext cx="2868885" cy="1721331"/>
      </dsp:txXfrm>
    </dsp:sp>
    <dsp:sp modelId="{831FCB2D-A793-442C-BA96-2E4BE5A67900}">
      <dsp:nvSpPr>
        <dsp:cNvPr id="0" name=""/>
        <dsp:cNvSpPr/>
      </dsp:nvSpPr>
      <dsp:spPr>
        <a:xfrm>
          <a:off x="2397870" y="2010343"/>
          <a:ext cx="2868885" cy="172133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Informed consent</a:t>
          </a:r>
        </a:p>
      </dsp:txBody>
      <dsp:txXfrm>
        <a:off x="2397870" y="2010343"/>
        <a:ext cx="2868885" cy="1721331"/>
      </dsp:txXfrm>
    </dsp:sp>
    <dsp:sp modelId="{2954DEAB-D8AF-43EB-A5DD-A43ADB99B97F}">
      <dsp:nvSpPr>
        <dsp:cNvPr id="0" name=""/>
        <dsp:cNvSpPr/>
      </dsp:nvSpPr>
      <dsp:spPr>
        <a:xfrm>
          <a:off x="5553644" y="2010343"/>
          <a:ext cx="2868885" cy="172133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Debriefing</a:t>
          </a:r>
        </a:p>
      </dsp:txBody>
      <dsp:txXfrm>
        <a:off x="5553644" y="2010343"/>
        <a:ext cx="2868885" cy="172133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2/27/2023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362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5849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F921-3A35-C4CE-4071-5AEC65D29E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184306-AC83-4CB4-9F0C-ECBCE05D75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8FCEA8-4AD1-44E7-0BD7-BC5E3F8FAD70}"/>
              </a:ext>
            </a:extLst>
          </p:cNvPr>
          <p:cNvSpPr>
            <a:spLocks noGrp="1"/>
          </p:cNvSpPr>
          <p:nvPr>
            <p:ph type="dt" sz="half" idx="10"/>
          </p:nvPr>
        </p:nvSpPr>
        <p:spPr/>
        <p:txBody>
          <a:bodyPr/>
          <a:lstStyle/>
          <a:p>
            <a:fld id="{EA0C0817-A112-4847-8014-A94B7D2A4EA3}" type="datetime1">
              <a:rPr lang="en-US" smtClean="0"/>
              <a:t>2/27/2023</a:t>
            </a:fld>
            <a:endParaRPr lang="en-US" dirty="0"/>
          </a:p>
        </p:txBody>
      </p:sp>
      <p:sp>
        <p:nvSpPr>
          <p:cNvPr id="5" name="Footer Placeholder 4">
            <a:extLst>
              <a:ext uri="{FF2B5EF4-FFF2-40B4-BE49-F238E27FC236}">
                <a16:creationId xmlns:a16="http://schemas.microsoft.com/office/drawing/2014/main" id="{D610437A-0BFA-7B86-C565-2032CF8774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6C0F9D3-597D-8C47-25C5-39905CD01C2B}"/>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7834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0B4C-E5CB-E955-D66A-3621485D6B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04F61-1C8E-BA3A-1853-FCBF7E3734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4ECACB-D55D-F220-5A01-2081FDCDE8F0}"/>
              </a:ext>
            </a:extLst>
          </p:cNvPr>
          <p:cNvSpPr>
            <a:spLocks noGrp="1"/>
          </p:cNvSpPr>
          <p:nvPr>
            <p:ph type="dt" sz="half" idx="10"/>
          </p:nvPr>
        </p:nvSpPr>
        <p:spPr/>
        <p:txBody>
          <a:bodyPr/>
          <a:lstStyle/>
          <a:p>
            <a:fld id="{7332B432-ACDA-4023-A761-2BAB76577B62}" type="datetime1">
              <a:rPr lang="en-US" smtClean="0"/>
              <a:t>2/27/2023</a:t>
            </a:fld>
            <a:endParaRPr lang="en-US" dirty="0"/>
          </a:p>
        </p:txBody>
      </p:sp>
      <p:sp>
        <p:nvSpPr>
          <p:cNvPr id="5" name="Footer Placeholder 4">
            <a:extLst>
              <a:ext uri="{FF2B5EF4-FFF2-40B4-BE49-F238E27FC236}">
                <a16:creationId xmlns:a16="http://schemas.microsoft.com/office/drawing/2014/main" id="{C2974025-91D4-30AF-E5C2-C94CCBB971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B19CE6-125F-2985-26AC-8FA46E5EBD05}"/>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86815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9F65-BEF9-87E5-847C-DB2B1F321A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6549B9-2479-0FB5-0164-012F629732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A2DC29-E388-DD39-DE56-E4ED55F75DC7}"/>
              </a:ext>
            </a:extLst>
          </p:cNvPr>
          <p:cNvSpPr>
            <a:spLocks noGrp="1"/>
          </p:cNvSpPr>
          <p:nvPr>
            <p:ph type="dt" sz="half" idx="10"/>
          </p:nvPr>
        </p:nvSpPr>
        <p:spPr/>
        <p:txBody>
          <a:bodyPr/>
          <a:lstStyle/>
          <a:p>
            <a:fld id="{D9C646AA-F36E-4540-911D-FFFC0A0EF24A}" type="datetime1">
              <a:rPr lang="en-US" smtClean="0"/>
              <a:t>2/27/2023</a:t>
            </a:fld>
            <a:endParaRPr lang="en-US" dirty="0"/>
          </a:p>
        </p:txBody>
      </p:sp>
      <p:sp>
        <p:nvSpPr>
          <p:cNvPr id="5" name="Footer Placeholder 4">
            <a:extLst>
              <a:ext uri="{FF2B5EF4-FFF2-40B4-BE49-F238E27FC236}">
                <a16:creationId xmlns:a16="http://schemas.microsoft.com/office/drawing/2014/main" id="{7891E9C3-200D-F960-07E8-356BF7BBCB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4E221-3DC4-68CF-0C4D-71B630F2B201}"/>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4863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ABE23-245A-75A0-A671-1474B4E43D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05DEB8-815D-A3A2-8D38-2D26E36772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29FADB-B101-6E36-3C1F-999B179AF4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BD645A-A229-9EA4-2BF5-FEA583F16E93}"/>
              </a:ext>
            </a:extLst>
          </p:cNvPr>
          <p:cNvSpPr>
            <a:spLocks noGrp="1"/>
          </p:cNvSpPr>
          <p:nvPr>
            <p:ph type="dt" sz="half" idx="10"/>
          </p:nvPr>
        </p:nvSpPr>
        <p:spPr/>
        <p:txBody>
          <a:bodyPr/>
          <a:lstStyle/>
          <a:p>
            <a:fld id="{69186D26-FA5F-4637-B602-B7C2DC34CFD4}" type="datetime1">
              <a:rPr lang="en-US" smtClean="0"/>
              <a:t>2/27/2023</a:t>
            </a:fld>
            <a:endParaRPr lang="en-US" dirty="0"/>
          </a:p>
        </p:txBody>
      </p:sp>
      <p:sp>
        <p:nvSpPr>
          <p:cNvPr id="6" name="Footer Placeholder 5">
            <a:extLst>
              <a:ext uri="{FF2B5EF4-FFF2-40B4-BE49-F238E27FC236}">
                <a16:creationId xmlns:a16="http://schemas.microsoft.com/office/drawing/2014/main" id="{A9966B57-975F-B3E7-04B2-88E2A2A111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D756A31-B055-4404-92F3-E59DCB81FCBA}"/>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437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8191-84D6-CFE3-348B-74A679AA8C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B9C13D-02D5-EAF4-4CF2-62C62D9E5D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8B94B5-0B79-3016-8906-0F9B92C17B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1B2F9D-C8E1-34DA-48BA-43C00D3BB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CA3C69-511F-EE44-5E4C-CB4811A100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77CE07-10A4-E546-191E-369E51AC767F}"/>
              </a:ext>
            </a:extLst>
          </p:cNvPr>
          <p:cNvSpPr>
            <a:spLocks noGrp="1"/>
          </p:cNvSpPr>
          <p:nvPr>
            <p:ph type="dt" sz="half" idx="10"/>
          </p:nvPr>
        </p:nvSpPr>
        <p:spPr/>
        <p:txBody>
          <a:bodyPr/>
          <a:lstStyle/>
          <a:p>
            <a:fld id="{8A7F15D8-96D1-4781-BC50-CA8A088B2FE4}" type="datetime1">
              <a:rPr lang="en-US" smtClean="0"/>
              <a:t>2/27/2023</a:t>
            </a:fld>
            <a:endParaRPr lang="en-US" dirty="0"/>
          </a:p>
        </p:txBody>
      </p:sp>
      <p:sp>
        <p:nvSpPr>
          <p:cNvPr id="8" name="Footer Placeholder 7">
            <a:extLst>
              <a:ext uri="{FF2B5EF4-FFF2-40B4-BE49-F238E27FC236}">
                <a16:creationId xmlns:a16="http://schemas.microsoft.com/office/drawing/2014/main" id="{A2D479C8-E95D-F984-2122-EEE70ABCDE7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9F70848-C1E1-B363-C381-3F13CAD6C86E}"/>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49751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26C3D-0C55-5109-2BF5-180E1FDD96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A16A78-0BF3-AA73-7A0D-A05F00151E72}"/>
              </a:ext>
            </a:extLst>
          </p:cNvPr>
          <p:cNvSpPr>
            <a:spLocks noGrp="1"/>
          </p:cNvSpPr>
          <p:nvPr>
            <p:ph type="dt" sz="half" idx="10"/>
          </p:nvPr>
        </p:nvSpPr>
        <p:spPr/>
        <p:txBody>
          <a:bodyPr/>
          <a:lstStyle/>
          <a:p>
            <a:fld id="{F9A96C99-B8F8-4528-BD05-0E16E943DC09}" type="datetime1">
              <a:rPr lang="en-US" smtClean="0"/>
              <a:t>2/27/2023</a:t>
            </a:fld>
            <a:endParaRPr lang="en-US" dirty="0"/>
          </a:p>
        </p:txBody>
      </p:sp>
      <p:sp>
        <p:nvSpPr>
          <p:cNvPr id="4" name="Footer Placeholder 3">
            <a:extLst>
              <a:ext uri="{FF2B5EF4-FFF2-40B4-BE49-F238E27FC236}">
                <a16:creationId xmlns:a16="http://schemas.microsoft.com/office/drawing/2014/main" id="{85CD28B9-5CAA-046F-B04E-8926CF580D1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DEC0B47-BF98-8894-7B49-04B1698AADDF}"/>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29696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60B873-9733-C06F-DB16-7A2464FF95AE}"/>
              </a:ext>
            </a:extLst>
          </p:cNvPr>
          <p:cNvSpPr>
            <a:spLocks noGrp="1"/>
          </p:cNvSpPr>
          <p:nvPr>
            <p:ph type="dt" sz="half" idx="10"/>
          </p:nvPr>
        </p:nvSpPr>
        <p:spPr/>
        <p:txBody>
          <a:bodyPr/>
          <a:lstStyle/>
          <a:p>
            <a:fld id="{03636942-C211-4B28-8DBD-C953E00AF71B}" type="datetime1">
              <a:rPr lang="en-US" smtClean="0"/>
              <a:t>2/27/2023</a:t>
            </a:fld>
            <a:endParaRPr lang="en-US" dirty="0"/>
          </a:p>
        </p:txBody>
      </p:sp>
      <p:sp>
        <p:nvSpPr>
          <p:cNvPr id="3" name="Footer Placeholder 2">
            <a:extLst>
              <a:ext uri="{FF2B5EF4-FFF2-40B4-BE49-F238E27FC236}">
                <a16:creationId xmlns:a16="http://schemas.microsoft.com/office/drawing/2014/main" id="{3C309C8D-526F-8633-CCFB-8DBE620BDA8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92C6E60-8C26-3E49-DEE1-B242E9F32075}"/>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2558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22B9-064A-2448-1747-56B144852C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7433DD-6B34-76A5-D7FB-193F78E39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26F3D2-463E-0347-CCF5-7B75202EF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83383B-0D02-B39B-977B-2314E99CA646}"/>
              </a:ext>
            </a:extLst>
          </p:cNvPr>
          <p:cNvSpPr>
            <a:spLocks noGrp="1"/>
          </p:cNvSpPr>
          <p:nvPr>
            <p:ph type="dt" sz="half" idx="10"/>
          </p:nvPr>
        </p:nvSpPr>
        <p:spPr/>
        <p:txBody>
          <a:bodyPr/>
          <a:lstStyle/>
          <a:p>
            <a:fld id="{7E8D12A6-918A-48BD-8CB9-CA713993B0EA}" type="datetime1">
              <a:rPr lang="en-US" smtClean="0"/>
              <a:t>2/27/2023</a:t>
            </a:fld>
            <a:endParaRPr lang="en-US" dirty="0"/>
          </a:p>
        </p:txBody>
      </p:sp>
      <p:sp>
        <p:nvSpPr>
          <p:cNvPr id="6" name="Footer Placeholder 5">
            <a:extLst>
              <a:ext uri="{FF2B5EF4-FFF2-40B4-BE49-F238E27FC236}">
                <a16:creationId xmlns:a16="http://schemas.microsoft.com/office/drawing/2014/main" id="{40872A06-FC8A-D868-42E5-3CD8FD1C31B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A674050-B19A-1C11-5350-8378E8104C69}"/>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22087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0A3C9-ADE3-B15F-73EE-54202E910A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1451AE-41DB-E513-A403-D748EFF3D6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6FC334-8A45-C6F1-C230-69D2971F9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82D96-0ABC-0902-8FCA-AACBF0666AAE}"/>
              </a:ext>
            </a:extLst>
          </p:cNvPr>
          <p:cNvSpPr>
            <a:spLocks noGrp="1"/>
          </p:cNvSpPr>
          <p:nvPr>
            <p:ph type="dt" sz="half" idx="10"/>
          </p:nvPr>
        </p:nvSpPr>
        <p:spPr/>
        <p:txBody>
          <a:bodyPr/>
          <a:lstStyle/>
          <a:p>
            <a:fld id="{E778CE86-875F-4587-BCF6-FA054AFC0D53}" type="datetime1">
              <a:rPr lang="en-US" smtClean="0"/>
              <a:pPr/>
              <a:t>2/27/2023</a:t>
            </a:fld>
            <a:endParaRPr lang="en-US" dirty="0"/>
          </a:p>
        </p:txBody>
      </p:sp>
      <p:sp>
        <p:nvSpPr>
          <p:cNvPr id="6" name="Footer Placeholder 5">
            <a:extLst>
              <a:ext uri="{FF2B5EF4-FFF2-40B4-BE49-F238E27FC236}">
                <a16:creationId xmlns:a16="http://schemas.microsoft.com/office/drawing/2014/main" id="{15DAD31E-22D8-796D-F485-D75DF4FA78D2}"/>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AEB504FE-B243-6198-CCD3-6C85C1AC64F3}"/>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239020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92B5-33EA-F502-717D-29CC41D401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633535-BEA5-F941-24F8-E4342A293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7CD03-A02B-EF2F-07D3-AF8B01EC0FB4}"/>
              </a:ext>
            </a:extLst>
          </p:cNvPr>
          <p:cNvSpPr>
            <a:spLocks noGrp="1"/>
          </p:cNvSpPr>
          <p:nvPr>
            <p:ph type="dt" sz="half" idx="10"/>
          </p:nvPr>
        </p:nvSpPr>
        <p:spPr/>
        <p:txBody>
          <a:bodyPr/>
          <a:lstStyle/>
          <a:p>
            <a:fld id="{F6FA2B21-3FCD-4721-B95C-427943F61125}" type="datetime1">
              <a:rPr lang="en-US" smtClean="0"/>
              <a:t>2/27/2023</a:t>
            </a:fld>
            <a:endParaRPr lang="en-US" dirty="0"/>
          </a:p>
        </p:txBody>
      </p:sp>
      <p:sp>
        <p:nvSpPr>
          <p:cNvPr id="5" name="Footer Placeholder 4">
            <a:extLst>
              <a:ext uri="{FF2B5EF4-FFF2-40B4-BE49-F238E27FC236}">
                <a16:creationId xmlns:a16="http://schemas.microsoft.com/office/drawing/2014/main" id="{E47AB2A4-1140-615D-FAE9-EA5309FA5F5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BB9BBE-5FAF-D1DE-79D1-F299033E54E3}"/>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5403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614B62-F284-8960-CE26-23165B4E53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83451A-6704-EFE2-FDF6-D6D383CBEE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B722B-7529-A486-9A94-56536488C609}"/>
              </a:ext>
            </a:extLst>
          </p:cNvPr>
          <p:cNvSpPr>
            <a:spLocks noGrp="1"/>
          </p:cNvSpPr>
          <p:nvPr>
            <p:ph type="dt" sz="half" idx="10"/>
          </p:nvPr>
        </p:nvSpPr>
        <p:spPr/>
        <p:txBody>
          <a:bodyPr/>
          <a:lstStyle/>
          <a:p>
            <a:fld id="{F6FA2B21-3FCD-4721-B95C-427943F61125}" type="datetime1">
              <a:rPr lang="en-US" smtClean="0"/>
              <a:t>2/27/2023</a:t>
            </a:fld>
            <a:endParaRPr lang="en-US" dirty="0"/>
          </a:p>
        </p:txBody>
      </p:sp>
      <p:sp>
        <p:nvSpPr>
          <p:cNvPr id="5" name="Footer Placeholder 4">
            <a:extLst>
              <a:ext uri="{FF2B5EF4-FFF2-40B4-BE49-F238E27FC236}">
                <a16:creationId xmlns:a16="http://schemas.microsoft.com/office/drawing/2014/main" id="{E5B57D18-D33F-D89F-B5B5-BF9533A789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028B5-4AF3-13C4-2ECF-7FD9FAA69350}"/>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8848410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03FD2D-700C-CE20-AD8A-DC37CE1AFD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5B4FBD-E778-B263-DBED-FC84822173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ED0DD-BA34-9C30-1EBA-297572DAB9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A2B21-3FCD-4721-B95C-427943F61125}" type="datetime1">
              <a:rPr lang="en-US" smtClean="0"/>
              <a:t>2/27/2023</a:t>
            </a:fld>
            <a:endParaRPr lang="en-US" dirty="0"/>
          </a:p>
        </p:txBody>
      </p:sp>
      <p:sp>
        <p:nvSpPr>
          <p:cNvPr id="5" name="Footer Placeholder 4">
            <a:extLst>
              <a:ext uri="{FF2B5EF4-FFF2-40B4-BE49-F238E27FC236}">
                <a16:creationId xmlns:a16="http://schemas.microsoft.com/office/drawing/2014/main" id="{AA9BA281-94D8-1564-389B-29F1CFABFB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4AFFFF8-874E-2626-7DD6-E19393756A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88642481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50428A-A0FE-4718-BB52-1A3BDBF51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8F428E7C-CF72-4177-B907-662EDCB35B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884544" y="2265762"/>
            <a:ext cx="6329167" cy="2547872"/>
            <a:chOff x="-2412483" y="5117355"/>
            <a:chExt cx="4342728" cy="1748210"/>
          </a:xfrm>
        </p:grpSpPr>
        <p:sp>
          <p:nvSpPr>
            <p:cNvPr id="16" name="Isosceles Triangle 15">
              <a:extLst>
                <a:ext uri="{FF2B5EF4-FFF2-40B4-BE49-F238E27FC236}">
                  <a16:creationId xmlns:a16="http://schemas.microsoft.com/office/drawing/2014/main" id="{E2C38613-1CC6-42DF-9D5B-1C3CFF91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6174" y="5117355"/>
              <a:ext cx="3496419" cy="174821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FA88567F-0B25-4895-A6DF-304638BE5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12483" y="6202815"/>
              <a:ext cx="1325500" cy="66275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reeform: Shape 18">
            <a:extLst>
              <a:ext uri="{FF2B5EF4-FFF2-40B4-BE49-F238E27FC236}">
                <a16:creationId xmlns:a16="http://schemas.microsoft.com/office/drawing/2014/main" id="{4B7A2B20-C280-41CF-965D-FA68DA2BD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883073" y="-1094168"/>
            <a:ext cx="4864676" cy="3807333"/>
          </a:xfrm>
          <a:custGeom>
            <a:avLst/>
            <a:gdLst>
              <a:gd name="connsiteX0" fmla="*/ 0 w 4864676"/>
              <a:gd name="connsiteY0" fmla="*/ 3191201 h 3807333"/>
              <a:gd name="connsiteX1" fmla="*/ 3191202 w 4864676"/>
              <a:gd name="connsiteY1" fmla="*/ 0 h 3807333"/>
              <a:gd name="connsiteX2" fmla="*/ 4864676 w 4864676"/>
              <a:gd name="connsiteY2" fmla="*/ 1673474 h 3807333"/>
              <a:gd name="connsiteX3" fmla="*/ 4864676 w 4864676"/>
              <a:gd name="connsiteY3" fmla="*/ 3807333 h 3807333"/>
              <a:gd name="connsiteX4" fmla="*/ 0 w 4864676"/>
              <a:gd name="connsiteY4" fmla="*/ 3807333 h 3807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3807333">
                <a:moveTo>
                  <a:pt x="0" y="3191201"/>
                </a:moveTo>
                <a:lnTo>
                  <a:pt x="3191202" y="0"/>
                </a:lnTo>
                <a:lnTo>
                  <a:pt x="4864676" y="1673474"/>
                </a:lnTo>
                <a:lnTo>
                  <a:pt x="4864676" y="3807333"/>
                </a:lnTo>
                <a:lnTo>
                  <a:pt x="0" y="380733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CF218E6-E246-4EBB-BA8D-DB65AB59A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283537" y="3632636"/>
            <a:ext cx="1185708" cy="1185708"/>
          </a:xfrm>
          <a:custGeom>
            <a:avLst/>
            <a:gdLst>
              <a:gd name="connsiteX0" fmla="*/ 0 w 1185708"/>
              <a:gd name="connsiteY0" fmla="*/ 0 h 1185708"/>
              <a:gd name="connsiteX1" fmla="*/ 454971 w 1185708"/>
              <a:gd name="connsiteY1" fmla="*/ 0 h 1185708"/>
              <a:gd name="connsiteX2" fmla="*/ 1185708 w 1185708"/>
              <a:gd name="connsiteY2" fmla="*/ 730737 h 1185708"/>
              <a:gd name="connsiteX3" fmla="*/ 1185708 w 1185708"/>
              <a:gd name="connsiteY3" fmla="*/ 1185708 h 1185708"/>
              <a:gd name="connsiteX4" fmla="*/ 0 w 1185708"/>
              <a:gd name="connsiteY4" fmla="*/ 1185708 h 1185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5708" h="1185708">
                <a:moveTo>
                  <a:pt x="0" y="0"/>
                </a:moveTo>
                <a:lnTo>
                  <a:pt x="454971" y="0"/>
                </a:lnTo>
                <a:lnTo>
                  <a:pt x="1185708" y="730737"/>
                </a:lnTo>
                <a:lnTo>
                  <a:pt x="1185708" y="1185708"/>
                </a:lnTo>
                <a:lnTo>
                  <a:pt x="0" y="118570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3B9D26D-939B-4838-886B-07E227F3A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303927" y="5624986"/>
            <a:ext cx="989294" cy="98929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A4816AD-26D3-4C16-8CD2-0AE877FBAD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2" y="-723949"/>
            <a:ext cx="5389379" cy="5389379"/>
          </a:xfrm>
          <a:custGeom>
            <a:avLst/>
            <a:gdLst>
              <a:gd name="connsiteX0" fmla="*/ 0 w 5389379"/>
              <a:gd name="connsiteY0" fmla="*/ 2602331 h 5389379"/>
              <a:gd name="connsiteX1" fmla="*/ 2602331 w 5389379"/>
              <a:gd name="connsiteY1" fmla="*/ 0 h 5389379"/>
              <a:gd name="connsiteX2" fmla="*/ 5389379 w 5389379"/>
              <a:gd name="connsiteY2" fmla="*/ 0 h 5389379"/>
              <a:gd name="connsiteX3" fmla="*/ 5389379 w 5389379"/>
              <a:gd name="connsiteY3" fmla="*/ 5389379 h 5389379"/>
              <a:gd name="connsiteX4" fmla="*/ 0 w 5389379"/>
              <a:gd name="connsiteY4" fmla="*/ 5389379 h 5389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9379" h="5389379">
                <a:moveTo>
                  <a:pt x="0" y="2602331"/>
                </a:moveTo>
                <a:lnTo>
                  <a:pt x="2602331" y="0"/>
                </a:lnTo>
                <a:lnTo>
                  <a:pt x="5389379" y="0"/>
                </a:lnTo>
                <a:lnTo>
                  <a:pt x="5389379" y="5389379"/>
                </a:lnTo>
                <a:lnTo>
                  <a:pt x="0" y="538937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3">
            <a:alphaModFix amt="30000"/>
            <a:extLst>
              <a:ext uri="{28A0092B-C50C-407E-A947-70E740481C1C}">
                <a14:useLocalDpi xmlns:a14="http://schemas.microsoft.com/office/drawing/2010/main" val="0"/>
              </a:ext>
            </a:extLst>
          </a:blip>
          <a:srcRect l="15857" r="9990"/>
          <a:stretch/>
        </p:blipFill>
        <p:spPr>
          <a:xfrm>
            <a:off x="2285136" y="10"/>
            <a:ext cx="7621733" cy="5781597"/>
          </a:xfrm>
          <a:custGeom>
            <a:avLst/>
            <a:gdLst/>
            <a:ahLst/>
            <a:cxnLst/>
            <a:rect l="l" t="t" r="r" b="b"/>
            <a:pathLst>
              <a:path w="7621733" h="5781607">
                <a:moveTo>
                  <a:pt x="1970741" y="0"/>
                </a:moveTo>
                <a:lnTo>
                  <a:pt x="5650993" y="0"/>
                </a:lnTo>
                <a:lnTo>
                  <a:pt x="7621733" y="1970741"/>
                </a:lnTo>
                <a:lnTo>
                  <a:pt x="3810867" y="5781607"/>
                </a:lnTo>
                <a:lnTo>
                  <a:pt x="0" y="1970741"/>
                </a:lnTo>
                <a:close/>
              </a:path>
            </a:pathLst>
          </a:custGeom>
        </p:spPr>
      </p:pic>
      <p:sp>
        <p:nvSpPr>
          <p:cNvPr id="27" name="Freeform: Shape 26">
            <a:extLst>
              <a:ext uri="{FF2B5EF4-FFF2-40B4-BE49-F238E27FC236}">
                <a16:creationId xmlns:a16="http://schemas.microsoft.com/office/drawing/2014/main" id="{449E75B4-6C35-495B-850B-28CDE6E39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4" y="-1424977"/>
            <a:ext cx="6791435" cy="6791435"/>
          </a:xfrm>
          <a:custGeom>
            <a:avLst/>
            <a:gdLst>
              <a:gd name="connsiteX0" fmla="*/ 0 w 6791435"/>
              <a:gd name="connsiteY0" fmla="*/ 4004387 h 6791435"/>
              <a:gd name="connsiteX1" fmla="*/ 81158 w 6791435"/>
              <a:gd name="connsiteY1" fmla="*/ 3923229 h 6791435"/>
              <a:gd name="connsiteX2" fmla="*/ 81158 w 6791435"/>
              <a:gd name="connsiteY2" fmla="*/ 6710277 h 6791435"/>
              <a:gd name="connsiteX3" fmla="*/ 6710277 w 6791435"/>
              <a:gd name="connsiteY3" fmla="*/ 6710277 h 6791435"/>
              <a:gd name="connsiteX4" fmla="*/ 6710277 w 6791435"/>
              <a:gd name="connsiteY4" fmla="*/ 81158 h 6791435"/>
              <a:gd name="connsiteX5" fmla="*/ 3923229 w 6791435"/>
              <a:gd name="connsiteY5" fmla="*/ 81158 h 6791435"/>
              <a:gd name="connsiteX6" fmla="*/ 4004387 w 6791435"/>
              <a:gd name="connsiteY6" fmla="*/ 0 h 6791435"/>
              <a:gd name="connsiteX7" fmla="*/ 6791435 w 6791435"/>
              <a:gd name="connsiteY7" fmla="*/ 0 h 6791435"/>
              <a:gd name="connsiteX8" fmla="*/ 6791435 w 6791435"/>
              <a:gd name="connsiteY8" fmla="*/ 6791435 h 6791435"/>
              <a:gd name="connsiteX9" fmla="*/ 0 w 6791435"/>
              <a:gd name="connsiteY9"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91435" h="6791435">
                <a:moveTo>
                  <a:pt x="0" y="4004387"/>
                </a:moveTo>
                <a:lnTo>
                  <a:pt x="81158" y="3923229"/>
                </a:lnTo>
                <a:lnTo>
                  <a:pt x="81158" y="6710277"/>
                </a:lnTo>
                <a:lnTo>
                  <a:pt x="6710277" y="6710277"/>
                </a:lnTo>
                <a:lnTo>
                  <a:pt x="6710277" y="81158"/>
                </a:lnTo>
                <a:lnTo>
                  <a:pt x="3923229" y="81158"/>
                </a:lnTo>
                <a:lnTo>
                  <a:pt x="4004387" y="0"/>
                </a:lnTo>
                <a:lnTo>
                  <a:pt x="6791435" y="0"/>
                </a:lnTo>
                <a:lnTo>
                  <a:pt x="679143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4020065" y="3052157"/>
            <a:ext cx="4316627" cy="1039441"/>
          </a:xfrm>
          <a:noFill/>
        </p:spPr>
        <p:txBody>
          <a:bodyPr>
            <a:normAutofit/>
          </a:bodyPr>
          <a:lstStyle/>
          <a:p>
            <a:r>
              <a:rPr lang="en-US" sz="2000" b="1" i="1" dirty="0">
                <a:solidFill>
                  <a:srgbClr val="080808"/>
                </a:solidFill>
                <a:latin typeface="Times New Roman" panose="02020603050405020304" pitchFamily="18" charset="0"/>
                <a:cs typeface="Times New Roman" panose="02020603050405020304" pitchFamily="18" charset="0"/>
              </a:rPr>
              <a:t>Course Instructor: Summayyah Shafique</a:t>
            </a:r>
          </a:p>
          <a:p>
            <a:endParaRPr lang="en-US" sz="2000" b="1" i="1" dirty="0">
              <a:solidFill>
                <a:srgbClr val="080808"/>
              </a:solidFill>
              <a:latin typeface="Times New Roman" panose="02020603050405020304" pitchFamily="18" charset="0"/>
              <a:cs typeface="Times New Roman" panose="02020603050405020304" pitchFamily="18" charset="0"/>
            </a:endParaRPr>
          </a:p>
          <a:p>
            <a:endParaRPr lang="en-US" sz="2000" b="1" i="1" dirty="0">
              <a:solidFill>
                <a:srgbClr val="080808"/>
              </a:solidFill>
              <a:latin typeface="Times New Roman" panose="02020603050405020304" pitchFamily="18" charset="0"/>
              <a:cs typeface="Times New Roman" panose="02020603050405020304" pitchFamily="18" charset="0"/>
            </a:endParaRPr>
          </a:p>
          <a:p>
            <a:pPr>
              <a:spcAft>
                <a:spcPts val="600"/>
              </a:spcAft>
            </a:pPr>
            <a:endParaRPr lang="en-US" sz="2000" b="1" dirty="0">
              <a:solidFill>
                <a:srgbClr val="080808"/>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3287021" y="895381"/>
            <a:ext cx="5782716" cy="2150719"/>
          </a:xfrm>
          <a:noFill/>
        </p:spPr>
        <p:txBody>
          <a:bodyPr anchor="ctr">
            <a:normAutofit/>
          </a:bodyPr>
          <a:lstStyle/>
          <a:p>
            <a:r>
              <a:rPr lang="en-US" sz="3600" b="1">
                <a:solidFill>
                  <a:srgbClr val="080808"/>
                </a:solidFill>
                <a:latin typeface="Times New Roman" panose="02020603050405020304" pitchFamily="18" charset="0"/>
                <a:cs typeface="Times New Roman" panose="02020603050405020304" pitchFamily="18" charset="0"/>
              </a:rPr>
              <a:t>Research Methods</a:t>
            </a:r>
          </a:p>
        </p:txBody>
      </p:sp>
      <p:sp>
        <p:nvSpPr>
          <p:cNvPr id="29" name="Isosceles Triangle 28">
            <a:extLst>
              <a:ext uri="{FF2B5EF4-FFF2-40B4-BE49-F238E27FC236}">
                <a16:creationId xmlns:a16="http://schemas.microsoft.com/office/drawing/2014/main" id="{0EB2D58A-B2F2-4B07-9595-4FED1037F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67461" y="5398157"/>
            <a:ext cx="2934814" cy="146740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DEB95C3F-0968-4E23-80BD-35CE22E83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5580" y="5117355"/>
            <a:ext cx="3496419" cy="174821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16E9C92B-1893-4BFE-B7CF-905EB3F87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9271" y="5949259"/>
            <a:ext cx="1832612" cy="916306"/>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DF8B0-F05C-4EBC-8667-EACA2E0452CF}"/>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Psychology is a Science </a:t>
            </a:r>
            <a:endParaRPr lang="en-US" b="1" dirty="0">
              <a:latin typeface="Times New Roman" panose="02020603050405020304" pitchFamily="18" charset="0"/>
              <a:cs typeface="Times New Roman" panose="02020603050405020304" pitchFamily="18" charset="0"/>
            </a:endParaRPr>
          </a:p>
        </p:txBody>
      </p:sp>
      <p:graphicFrame>
        <p:nvGraphicFramePr>
          <p:cNvPr id="19" name="Content Placeholder 2">
            <a:extLst>
              <a:ext uri="{FF2B5EF4-FFF2-40B4-BE49-F238E27FC236}">
                <a16:creationId xmlns:a16="http://schemas.microsoft.com/office/drawing/2014/main" id="{868D3892-62A1-DD67-8199-EEBBDCAD5803}"/>
              </a:ext>
            </a:extLst>
          </p:cNvPr>
          <p:cNvGraphicFramePr>
            <a:graphicFrameLocks noGrp="1"/>
          </p:cNvGraphicFramePr>
          <p:nvPr>
            <p:ph idx="1"/>
            <p:extLst>
              <p:ext uri="{D42A27DB-BD31-4B8C-83A1-F6EECF244321}">
                <p14:modId xmlns:p14="http://schemas.microsoft.com/office/powerpoint/2010/main" val="39446028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994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37DAAE-F1AF-47C3-B30F-23BDBEDF8D0B}"/>
              </a:ext>
            </a:extLst>
          </p:cNvPr>
          <p:cNvSpPr>
            <a:spLocks noGrp="1"/>
          </p:cNvSpPr>
          <p:nvPr>
            <p:ph type="title"/>
          </p:nvPr>
        </p:nvSpPr>
        <p:spPr>
          <a:xfrm>
            <a:off x="643467" y="321734"/>
            <a:ext cx="10905066" cy="1135737"/>
          </a:xfrm>
        </p:spPr>
        <p:txBody>
          <a:bodyPr>
            <a:normAutofit/>
          </a:bodyPr>
          <a:lstStyle/>
          <a:p>
            <a:br>
              <a:rPr lang="en-US" sz="2500" b="1">
                <a:effectLst/>
                <a:latin typeface="Times New Roman" panose="02020603050405020304" pitchFamily="18" charset="0"/>
                <a:ea typeface="Calibri" panose="020F0502020204030204" pitchFamily="34" charset="0"/>
                <a:cs typeface="Times New Roman" panose="02020603050405020304" pitchFamily="18" charset="0"/>
              </a:rPr>
            </a:br>
            <a:r>
              <a:rPr lang="en-US" sz="2500" b="1">
                <a:effectLst/>
                <a:latin typeface="Times New Roman" panose="02020603050405020304" pitchFamily="18" charset="0"/>
                <a:ea typeface="Calibri" panose="020F0502020204030204" pitchFamily="34" charset="0"/>
                <a:cs typeface="Times New Roman" panose="02020603050405020304" pitchFamily="18" charset="0"/>
              </a:rPr>
              <a:t>What is Research?</a:t>
            </a:r>
            <a:br>
              <a:rPr lang="en-US" sz="2500">
                <a:effectLst/>
                <a:latin typeface="Calibri" panose="020F0502020204030204" pitchFamily="34" charset="0"/>
                <a:ea typeface="Calibri" panose="020F0502020204030204" pitchFamily="34" charset="0"/>
                <a:cs typeface="Times New Roman" panose="02020603050405020304" pitchFamily="18" charset="0"/>
              </a:rPr>
            </a:br>
            <a:endParaRPr lang="en-US" sz="2500"/>
          </a:p>
        </p:txBody>
      </p:sp>
      <p:sp>
        <p:nvSpPr>
          <p:cNvPr id="3" name="Content Placeholder 2">
            <a:extLst>
              <a:ext uri="{FF2B5EF4-FFF2-40B4-BE49-F238E27FC236}">
                <a16:creationId xmlns:a16="http://schemas.microsoft.com/office/drawing/2014/main" id="{1CFF7662-B0EF-44EE-A443-8372AAEA233B}"/>
              </a:ext>
            </a:extLst>
          </p:cNvPr>
          <p:cNvSpPr>
            <a:spLocks noGrp="1"/>
          </p:cNvSpPr>
          <p:nvPr>
            <p:ph idx="1"/>
          </p:nvPr>
        </p:nvSpPr>
        <p:spPr>
          <a:xfrm>
            <a:off x="643469" y="1782981"/>
            <a:ext cx="4008384" cy="4393982"/>
          </a:xfrm>
        </p:spPr>
        <p:txBody>
          <a:bodyPr>
            <a:normAutofit/>
          </a:bodyPr>
          <a:lstStyle/>
          <a:p>
            <a:pPr marL="102870" marR="0" indent="-285750">
              <a:spcBef>
                <a:spcPts val="0"/>
              </a:spcBef>
              <a:spcAft>
                <a:spcPts val="800"/>
              </a:spcAft>
              <a:buFont typeface="Wingdings" panose="05000000000000000000" pitchFamily="2" charset="2"/>
              <a:buChar char="q"/>
            </a:pPr>
            <a:r>
              <a:rPr lang="en-US" sz="2000">
                <a:effectLst/>
                <a:latin typeface="Times New Roman" panose="02020603050405020304" pitchFamily="18" charset="0"/>
                <a:ea typeface="Calibri" panose="020F0502020204030204" pitchFamily="34" charset="0"/>
                <a:cs typeface="Times New Roman" panose="02020603050405020304" pitchFamily="18" charset="0"/>
              </a:rPr>
              <a:t>Research is a scientific method through which we measure behavior or any phenomena of interest. Collecting information (or data) is an important aspect of research.</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a:p>
        </p:txBody>
      </p:sp>
      <p:grpSp>
        <p:nvGrpSpPr>
          <p:cNvPr id="1042" name="Group 103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036" name="Isosceles Triangle 103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descr="How to Do Online Research in 3 Easy Steps">
            <a:extLst>
              <a:ext uri="{FF2B5EF4-FFF2-40B4-BE49-F238E27FC236}">
                <a16:creationId xmlns:a16="http://schemas.microsoft.com/office/drawing/2014/main" id="{AFDD708F-0737-4489-B3CA-6CA165756DE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06289" y="1782981"/>
            <a:ext cx="6231274" cy="4361892"/>
          </a:xfrm>
          <a:prstGeom prst="rect">
            <a:avLst/>
          </a:prstGeom>
          <a:noFill/>
          <a:extLst>
            <a:ext uri="{909E8E84-426E-40DD-AFC4-6F175D3DCCD1}">
              <a14:hiddenFill xmlns:a14="http://schemas.microsoft.com/office/drawing/2010/main">
                <a:solidFill>
                  <a:srgbClr val="FFFFFF"/>
                </a:solidFill>
              </a14:hiddenFill>
            </a:ext>
          </a:extLst>
        </p:spPr>
      </p:pic>
      <p:grpSp>
        <p:nvGrpSpPr>
          <p:cNvPr id="1039" name="Group 103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040" name="Rectangle 103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Isosceles Triangle 104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9479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descr="Diagram&#10;&#10;Description automatically generated">
            <a:extLst>
              <a:ext uri="{FF2B5EF4-FFF2-40B4-BE49-F238E27FC236}">
                <a16:creationId xmlns:a16="http://schemas.microsoft.com/office/drawing/2014/main" id="{9606BE0A-752A-DF0A-DFC6-1F1AA726C1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930" y="643466"/>
            <a:ext cx="10222140" cy="5571067"/>
          </a:xfrm>
          <a:prstGeom prst="rect">
            <a:avLst/>
          </a:prstGeom>
        </p:spPr>
      </p:pic>
    </p:spTree>
    <p:extLst>
      <p:ext uri="{BB962C8B-B14F-4D97-AF65-F5344CB8AC3E}">
        <p14:creationId xmlns:p14="http://schemas.microsoft.com/office/powerpoint/2010/main" val="2830976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A3DA0-1C5F-40B8-B745-09A805C3558F}"/>
              </a:ext>
            </a:extLst>
          </p:cNvPr>
          <p:cNvSpPr>
            <a:spLocks noGrp="1"/>
          </p:cNvSpPr>
          <p:nvPr>
            <p:ph type="title"/>
          </p:nvPr>
        </p:nvSpPr>
        <p:spPr/>
        <p:txBody>
          <a:bodyPr>
            <a:normAutofit fontScale="90000"/>
          </a:bodyPr>
          <a:lstStyle/>
          <a:p>
            <a:br>
              <a:rPr lang="en-US" sz="4000" b="1">
                <a:effectLst/>
                <a:latin typeface="Times New Roman" panose="02020603050405020304" pitchFamily="18" charset="0"/>
                <a:ea typeface="Calibri" panose="020F0502020204030204" pitchFamily="34" charset="0"/>
                <a:cs typeface="Times New Roman" panose="02020603050405020304" pitchFamily="18" charset="0"/>
              </a:rPr>
            </a:br>
            <a:r>
              <a:rPr lang="en-US" sz="4000" b="1">
                <a:effectLst/>
                <a:latin typeface="Times New Roman" panose="02020603050405020304" pitchFamily="18" charset="0"/>
                <a:ea typeface="Calibri" panose="020F0502020204030204" pitchFamily="34" charset="0"/>
                <a:cs typeface="Times New Roman" panose="02020603050405020304" pitchFamily="18" charset="0"/>
              </a:rPr>
              <a:t>Steps of the research process</a:t>
            </a:r>
            <a:br>
              <a:rPr lang="en-US" sz="400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5" name="Content Placeholder 2">
            <a:extLst>
              <a:ext uri="{FF2B5EF4-FFF2-40B4-BE49-F238E27FC236}">
                <a16:creationId xmlns:a16="http://schemas.microsoft.com/office/drawing/2014/main" id="{DAB17146-A478-6633-B3E5-575F1ECBDC7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5466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B6B1-CC70-CB81-33DB-A5C23840D049}"/>
              </a:ext>
            </a:extLst>
          </p:cNvPr>
          <p:cNvSpPr>
            <a:spLocks noGrp="1"/>
          </p:cNvSpPr>
          <p:nvPr>
            <p:ph type="title"/>
          </p:nvPr>
        </p:nvSpPr>
        <p:spPr/>
        <p:txBody>
          <a:bodyPr/>
          <a:lstStyle/>
          <a:p>
            <a:r>
              <a:rPr lang="en-US" b="1" dirty="0"/>
              <a:t>Theory and Hypothesis</a:t>
            </a:r>
          </a:p>
        </p:txBody>
      </p:sp>
      <p:sp>
        <p:nvSpPr>
          <p:cNvPr id="3" name="Content Placeholder 2">
            <a:extLst>
              <a:ext uri="{FF2B5EF4-FFF2-40B4-BE49-F238E27FC236}">
                <a16:creationId xmlns:a16="http://schemas.microsoft.com/office/drawing/2014/main" id="{007FBB4A-16A3-920C-1BEC-770C67144ADA}"/>
              </a:ext>
            </a:extLst>
          </p:cNvPr>
          <p:cNvSpPr>
            <a:spLocks noGrp="1"/>
          </p:cNvSpPr>
          <p:nvPr>
            <p:ph idx="1"/>
          </p:nvPr>
        </p:nvSpPr>
        <p:spPr/>
        <p:txBody>
          <a:bodyPr/>
          <a:lstStyle/>
          <a:p>
            <a:pPr algn="l"/>
            <a:r>
              <a:rPr lang="en-US" sz="1800" b="1" i="0" u="none" strike="noStrike" baseline="0" dirty="0">
                <a:latin typeface="That-Bold"/>
              </a:rPr>
              <a:t>Theories </a:t>
            </a:r>
            <a:r>
              <a:rPr lang="en-US" sz="1800" b="0" i="0" u="none" strike="noStrike" baseline="0" dirty="0">
                <a:latin typeface="That-Book"/>
              </a:rPr>
              <a:t>are broad explanations and predictions concerning phenomena of interest. They provide a framework for understanding the relationships among a set of otherwise unorganized facts or principles.</a:t>
            </a:r>
          </a:p>
          <a:p>
            <a:pPr algn="l"/>
            <a:r>
              <a:rPr lang="en-US" sz="1800" b="0" i="0" u="none" strike="noStrike" baseline="0" dirty="0">
                <a:latin typeface="That-Book"/>
              </a:rPr>
              <a:t>All of us have developed our own informal theories of human behavior, such as “People are basically good” or “People’s behavior is usually motivated by self-interest.”</a:t>
            </a:r>
          </a:p>
          <a:p>
            <a:pPr algn="l"/>
            <a:r>
              <a:rPr lang="en-US" sz="1800" b="0" i="0" u="none" strike="noStrike" baseline="0" dirty="0">
                <a:latin typeface="That-Book"/>
              </a:rPr>
              <a:t>A </a:t>
            </a:r>
            <a:r>
              <a:rPr lang="en-US" sz="1800" b="1" i="0" u="none" strike="noStrike" baseline="0" dirty="0">
                <a:latin typeface="That-Bold"/>
              </a:rPr>
              <a:t>hypothesis </a:t>
            </a:r>
            <a:r>
              <a:rPr lang="en-US" sz="1800" b="0" i="0" u="none" strike="noStrike" baseline="0" dirty="0">
                <a:latin typeface="That-Book"/>
              </a:rPr>
              <a:t>is a prediction stated in a way that allows it to be tested. Hypotheses stem from theories; they help test the underlying soundness of theories. </a:t>
            </a:r>
          </a:p>
          <a:p>
            <a:pPr algn="l"/>
            <a:endParaRPr lang="en-US" dirty="0"/>
          </a:p>
        </p:txBody>
      </p:sp>
    </p:spTree>
    <p:extLst>
      <p:ext uri="{BB962C8B-B14F-4D97-AF65-F5344CB8AC3E}">
        <p14:creationId xmlns:p14="http://schemas.microsoft.com/office/powerpoint/2010/main" val="186996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9274-9E22-4745-A776-CCEBDC2CA6EC}"/>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Research Methods: </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5" name="Content Placeholder 2">
            <a:extLst>
              <a:ext uri="{FF2B5EF4-FFF2-40B4-BE49-F238E27FC236}">
                <a16:creationId xmlns:a16="http://schemas.microsoft.com/office/drawing/2014/main" id="{4F83D6EA-2783-0148-AFD5-F91E2843D1DB}"/>
              </a:ext>
            </a:extLst>
          </p:cNvPr>
          <p:cNvGraphicFramePr>
            <a:graphicFrameLocks noGrp="1"/>
          </p:cNvGraphicFramePr>
          <p:nvPr>
            <p:ph idx="1"/>
            <p:extLst>
              <p:ext uri="{D42A27DB-BD31-4B8C-83A1-F6EECF244321}">
                <p14:modId xmlns:p14="http://schemas.microsoft.com/office/powerpoint/2010/main" val="7374299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726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EB621-F0D8-4BC5-AB1A-F7C1D74FBF64}"/>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Survey Method: </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CDC8CAB-5AE7-4B99-9911-D2CB4473709B}"/>
              </a:ext>
            </a:extLst>
          </p:cNvPr>
          <p:cNvSpPr>
            <a:spLocks noGrp="1"/>
          </p:cNvSpPr>
          <p:nvPr>
            <p:ph idx="1"/>
          </p:nvPr>
        </p:nvSpPr>
        <p:spPr/>
        <p:txBody>
          <a:bodyPr>
            <a:normAutofit/>
          </a:bodyPr>
          <a:lstStyle/>
          <a:p>
            <a:pPr marR="0" lvl="0" algn="just">
              <a:lnSpc>
                <a:spcPct val="200000"/>
              </a:lnSpc>
              <a:spcBef>
                <a:spcPts val="0"/>
              </a:spcBef>
              <a:spcAft>
                <a:spcPts val="0"/>
              </a:spcAft>
              <a:buFont typeface="Wingdings" panose="05000000000000000000" pitchFamily="2" charset="2"/>
              <a:buChar char="q"/>
              <a:tabLst>
                <a:tab pos="2286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Survey research is used to assess people’s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thoughts, opinions and feelings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descriptive method in which participants are asked a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series of question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or respond to a series of statements about some topic. Survey methods includes: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Mail survey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Telephonic survey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Personal survey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Internet survey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1199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9F23E05-E5C5-497C-A842-7BD21B207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D9939-6A96-4A34-BA68-6FCEF073B23E}"/>
              </a:ext>
            </a:extLst>
          </p:cNvPr>
          <p:cNvSpPr>
            <a:spLocks noGrp="1"/>
          </p:cNvSpPr>
          <p:nvPr>
            <p:ph type="title"/>
          </p:nvPr>
        </p:nvSpPr>
        <p:spPr>
          <a:xfrm>
            <a:off x="838200" y="365126"/>
            <a:ext cx="10515600" cy="1306440"/>
          </a:xfrm>
        </p:spPr>
        <p:txBody>
          <a:bodyPr>
            <a:normAutofit/>
          </a:bodyPr>
          <a:lstStyle/>
          <a:p>
            <a:br>
              <a:rPr lang="en-US" sz="2800">
                <a:effectLst/>
                <a:latin typeface="Times New Roman" panose="02020603050405020304" pitchFamily="18" charset="0"/>
                <a:ea typeface="Calibri" panose="020F0502020204030204" pitchFamily="34" charset="0"/>
                <a:cs typeface="Times New Roman" panose="02020603050405020304" pitchFamily="18" charset="0"/>
              </a:rPr>
            </a:br>
            <a:r>
              <a:rPr lang="en-US" sz="2800">
                <a:effectLst/>
                <a:latin typeface="Times New Roman" panose="02020603050405020304" pitchFamily="18" charset="0"/>
                <a:ea typeface="Calibri" panose="020F0502020204030204" pitchFamily="34" charset="0"/>
                <a:cs typeface="Times New Roman" panose="02020603050405020304" pitchFamily="18" charset="0"/>
              </a:rPr>
              <a:t>1. </a:t>
            </a:r>
            <a:r>
              <a:rPr lang="en-US" sz="2800" b="1">
                <a:effectLst/>
                <a:latin typeface="Times New Roman" panose="02020603050405020304" pitchFamily="18" charset="0"/>
                <a:ea typeface="Calibri" panose="020F0502020204030204" pitchFamily="34" charset="0"/>
                <a:cs typeface="Times New Roman" panose="02020603050405020304" pitchFamily="18" charset="0"/>
              </a:rPr>
              <a:t>Mail survey </a:t>
            </a:r>
            <a:br>
              <a:rPr lang="en-US" sz="2800">
                <a:effectLst/>
                <a:latin typeface="Calibri" panose="020F0502020204030204" pitchFamily="34" charset="0"/>
                <a:ea typeface="Calibri" panose="020F0502020204030204" pitchFamily="34" charset="0"/>
                <a:cs typeface="Times New Roman" panose="02020603050405020304" pitchFamily="18" charset="0"/>
              </a:rPr>
            </a:br>
            <a:endParaRPr lang="en-US" sz="2800"/>
          </a:p>
        </p:txBody>
      </p:sp>
      <p:sp>
        <p:nvSpPr>
          <p:cNvPr id="3" name="Content Placeholder 2">
            <a:extLst>
              <a:ext uri="{FF2B5EF4-FFF2-40B4-BE49-F238E27FC236}">
                <a16:creationId xmlns:a16="http://schemas.microsoft.com/office/drawing/2014/main" id="{235A77DB-5A8C-470B-8949-9EDE7CB0AF02}"/>
              </a:ext>
            </a:extLst>
          </p:cNvPr>
          <p:cNvSpPr>
            <a:spLocks noGrp="1"/>
          </p:cNvSpPr>
          <p:nvPr>
            <p:ph idx="1"/>
          </p:nvPr>
        </p:nvSpPr>
        <p:spPr>
          <a:xfrm>
            <a:off x="838200" y="1825625"/>
            <a:ext cx="6714066" cy="4301437"/>
          </a:xfrm>
        </p:spPr>
        <p:txBody>
          <a:bodyPr>
            <a:normAutofit/>
          </a:bodyPr>
          <a:lstStyle/>
          <a:p>
            <a:pPr marL="102870" marR="0" indent="-285750">
              <a:spcBef>
                <a:spcPts val="0"/>
              </a:spcBef>
              <a:spcAft>
                <a:spcPts val="0"/>
              </a:spcAft>
              <a:buFont typeface="Wingdings" panose="05000000000000000000" pitchFamily="2" charset="2"/>
              <a:buChar char="q"/>
            </a:pPr>
            <a:r>
              <a:rPr lang="en-US" sz="2000">
                <a:effectLst/>
                <a:latin typeface="Times New Roman" panose="02020603050405020304" pitchFamily="18" charset="0"/>
                <a:ea typeface="Calibri" panose="020F0502020204030204" pitchFamily="34" charset="0"/>
                <a:cs typeface="Times New Roman" panose="02020603050405020304" pitchFamily="18" charset="0"/>
              </a:rPr>
              <a:t>The questionnaire received through the mail. It is also called self -administered questionnaires.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spcBef>
                <a:spcPts val="0"/>
              </a:spcBef>
              <a:spcAft>
                <a:spcPts val="0"/>
              </a:spcAft>
              <a:buFont typeface="Wingdings" panose="05000000000000000000" pitchFamily="2" charset="2"/>
              <a:buChar char="q"/>
            </a:pPr>
            <a:r>
              <a:rPr lang="en-US" sz="2000" b="1">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marR="0" lvl="3" indent="-285750">
              <a:spcBef>
                <a:spcPts val="0"/>
              </a:spcBef>
              <a:spcAft>
                <a:spcPts val="0"/>
              </a:spcAft>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 Inexpensive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marR="0" lvl="3" indent="-285750">
              <a:spcBef>
                <a:spcPts val="0"/>
              </a:spcBef>
              <a:spcAft>
                <a:spcPts val="0"/>
              </a:spcAft>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Wide number of people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marR="0" lvl="3" indent="-285750">
              <a:spcBef>
                <a:spcPts val="0"/>
              </a:spcBef>
              <a:spcAft>
                <a:spcPts val="0"/>
              </a:spcAft>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Respondent to fill it out at their own convenience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marR="0" lvl="3" indent="-285750">
              <a:spcBef>
                <a:spcPts val="0"/>
              </a:spcBef>
              <a:spcAft>
                <a:spcPts val="0"/>
              </a:spcAft>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 This is the only kind of survey you can do if you have the names and addresses of the target population.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R="0">
              <a:spcBef>
                <a:spcPts val="0"/>
              </a:spcBef>
              <a:spcAft>
                <a:spcPts val="0"/>
              </a:spcAft>
              <a:buFont typeface="Wingdings" panose="05000000000000000000" pitchFamily="2" charset="2"/>
              <a:buChar char="q"/>
            </a:pPr>
            <a:r>
              <a:rPr lang="en-US" sz="2000" b="1">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lvl="3" indent="-285750">
              <a:spcBef>
                <a:spcPts val="0"/>
              </a:spcBef>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Response rates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lvl="3" indent="-285750">
              <a:spcBef>
                <a:spcPts val="0"/>
              </a:spcBef>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Less reliable for asking for detailed written responses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1657350" lvl="3" indent="-285750">
              <a:spcBef>
                <a:spcPts val="0"/>
              </a:spcBef>
              <a:buFont typeface="Arial" panose="020B0604020202020204" pitchFamily="34" charset="0"/>
              <a:buChar char="•"/>
              <a:tabLst>
                <a:tab pos="285750" algn="l"/>
              </a:tabLst>
            </a:pPr>
            <a:r>
              <a:rPr lang="en-US" sz="2000">
                <a:effectLst/>
                <a:latin typeface="Times New Roman" panose="02020603050405020304" pitchFamily="18" charset="0"/>
                <a:ea typeface="Calibri" panose="020F0502020204030204" pitchFamily="34" charset="0"/>
                <a:cs typeface="Times New Roman" panose="02020603050405020304" pitchFamily="18" charset="0"/>
              </a:rPr>
              <a:t>Cannot probe if needed.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a:p>
        </p:txBody>
      </p:sp>
      <p:pic>
        <p:nvPicPr>
          <p:cNvPr id="4" name="Picture 2" descr="Resources and Research - Changing Times Roaring Twenties">
            <a:extLst>
              <a:ext uri="{FF2B5EF4-FFF2-40B4-BE49-F238E27FC236}">
                <a16:creationId xmlns:a16="http://schemas.microsoft.com/office/drawing/2014/main" id="{C1809600-3DE4-4D31-A76F-B128D9E5A7D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264" r="9611" b="1"/>
          <a:stretch/>
        </p:blipFill>
        <p:spPr bwMode="auto">
          <a:xfrm>
            <a:off x="7989296" y="1843285"/>
            <a:ext cx="3364502" cy="3728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585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2F79-92AF-452C-ABDD-A51C421D13F6}"/>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2. Electronic Surveys</a:t>
            </a:r>
            <a:endParaRPr lang="en-US" dirty="0"/>
          </a:p>
        </p:txBody>
      </p:sp>
      <p:sp>
        <p:nvSpPr>
          <p:cNvPr id="3" name="Content Placeholder 2">
            <a:extLst>
              <a:ext uri="{FF2B5EF4-FFF2-40B4-BE49-F238E27FC236}">
                <a16:creationId xmlns:a16="http://schemas.microsoft.com/office/drawing/2014/main" id="{44BB9F23-608F-4186-91BE-67F148D4EE7D}"/>
              </a:ext>
            </a:extLst>
          </p:cNvPr>
          <p:cNvSpPr>
            <a:spLocks noGrp="1"/>
          </p:cNvSpPr>
          <p:nvPr>
            <p:ph idx="1"/>
          </p:nvPr>
        </p:nvSpPr>
        <p:spPr/>
        <p:txBody>
          <a:bodyPr>
            <a:normAutofit lnSpcReduction="10000"/>
          </a:bodyPr>
          <a:lstStyle/>
          <a:p>
            <a:pPr>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These are interviews in which the interviewees enter their own answers directly into a computer. Online survey is a simple, inexpensive way to collect evidence and gather customer opinions and preferences.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lgn="just">
              <a:lnSpc>
                <a:spcPct val="150000"/>
              </a:lnSpc>
              <a:spcBef>
                <a:spcPts val="0"/>
              </a:spcBef>
              <a:spcAft>
                <a:spcPts val="0"/>
              </a:spcAft>
              <a:buFont typeface="Wingdings" panose="05000000000000000000" pitchFamily="2" charset="2"/>
              <a:buChar char="q"/>
              <a:tabLst>
                <a:tab pos="914400" algn="l"/>
              </a:tabLs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Efficient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Low cost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Obtain survey responses from a large number of people.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Just point and click</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Online questionnaires are paperless.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Convenient for the responder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Diverse sample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lgn="just">
              <a:lnSpc>
                <a:spcPct val="150000"/>
              </a:lnSpc>
              <a:spcBef>
                <a:spcPts val="0"/>
              </a:spcBef>
              <a:spcAft>
                <a:spcPts val="0"/>
              </a:spcAft>
              <a:buFont typeface="Wingdings" panose="05000000000000000000" pitchFamily="2" charset="2"/>
              <a:buChar char="q"/>
              <a:tabLst>
                <a:tab pos="914400" algn="l"/>
              </a:tabLs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to sample people?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Lack of control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lgn="just">
              <a:lnSpc>
                <a:spcPct val="150000"/>
              </a:lnSpc>
              <a:spcBef>
                <a:spcPts val="0"/>
              </a:spcBef>
              <a:spcAft>
                <a:spcPts val="0"/>
              </a:spcAft>
              <a:buFont typeface="Wingdings" panose="05000000000000000000" pitchFamily="2" charset="2"/>
              <a:buChar char="§"/>
              <a:tabLst>
                <a:tab pos="228600" algn="l"/>
                <a:tab pos="1371600" algn="l"/>
              </a:tabLs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Response and selection biases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6146" name="Picture 2" descr="What are Online Surveys : Characteristics, Examples, Advantages">
            <a:extLst>
              <a:ext uri="{FF2B5EF4-FFF2-40B4-BE49-F238E27FC236}">
                <a16:creationId xmlns:a16="http://schemas.microsoft.com/office/drawing/2014/main" id="{66D86727-DFBA-4547-AC50-1887FFC15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1924" y="2919756"/>
            <a:ext cx="3648075" cy="329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041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08B108-6E5F-48DF-96BF-A1CBAE0684E5}"/>
              </a:ext>
            </a:extLst>
          </p:cNvPr>
          <p:cNvSpPr>
            <a:spLocks noGrp="1"/>
          </p:cNvSpPr>
          <p:nvPr>
            <p:ph type="title"/>
          </p:nvPr>
        </p:nvSpPr>
        <p:spPr>
          <a:xfrm>
            <a:off x="965199" y="851517"/>
            <a:ext cx="5130795" cy="1461778"/>
          </a:xfrm>
        </p:spPr>
        <p:txBody>
          <a:bodyPr>
            <a:normAutofit/>
          </a:bodyPr>
          <a:lstStyle/>
          <a:p>
            <a:r>
              <a:rPr lang="en-US" sz="4000" b="1" dirty="0">
                <a:latin typeface="Times New Roman" panose="02020603050405020304" pitchFamily="18" charset="0"/>
                <a:cs typeface="Times New Roman" panose="02020603050405020304" pitchFamily="18" charset="0"/>
              </a:rPr>
              <a:t>Interviews </a:t>
            </a:r>
            <a:br>
              <a:rPr lang="en-US" sz="4000" b="1" dirty="0">
                <a:latin typeface="Times New Roman" panose="02020603050405020304" pitchFamily="18" charset="0"/>
                <a:cs typeface="Times New Roman" panose="02020603050405020304" pitchFamily="18" charset="0"/>
              </a:rPr>
            </a:b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1. Telephone Interview</a:t>
            </a:r>
            <a:endParaRPr lang="en-US" sz="4000" b="1"/>
          </a:p>
        </p:txBody>
      </p:sp>
      <p:sp>
        <p:nvSpPr>
          <p:cNvPr id="3" name="Content Placeholder 2">
            <a:extLst>
              <a:ext uri="{FF2B5EF4-FFF2-40B4-BE49-F238E27FC236}">
                <a16:creationId xmlns:a16="http://schemas.microsoft.com/office/drawing/2014/main" id="{C9FDAFB7-DDCA-458D-A9F8-7102C3CD216B}"/>
              </a:ext>
            </a:extLst>
          </p:cNvPr>
          <p:cNvSpPr>
            <a:spLocks noGrp="1"/>
          </p:cNvSpPr>
          <p:nvPr>
            <p:ph idx="1"/>
          </p:nvPr>
        </p:nvSpPr>
        <p:spPr>
          <a:xfrm>
            <a:off x="965200" y="2470248"/>
            <a:ext cx="4048344" cy="3536236"/>
          </a:xfrm>
        </p:spPr>
        <p:txBody>
          <a:bodyPr>
            <a:normAutofit/>
          </a:bodyPr>
          <a:lstStyle/>
          <a:p>
            <a:pPr marL="102870" marR="0" indent="-285750">
              <a:spcBef>
                <a:spcPts val="0"/>
              </a:spcBef>
              <a:spcAft>
                <a:spcPts val="0"/>
              </a:spcAft>
              <a:buFont typeface="Wingdings" panose="05000000000000000000" pitchFamily="2" charset="2"/>
              <a:buChar char="q"/>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Interview through telephone becoming famous day by day for brief surveys. </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spcBef>
                <a:spcPts val="0"/>
              </a:spcBef>
              <a:spcAft>
                <a:spcPts val="0"/>
              </a:spcAft>
              <a:buFont typeface="Wingdings" panose="05000000000000000000" pitchFamily="2" charset="2"/>
              <a:buChar char="q"/>
              <a:tabLst>
                <a:tab pos="914400" algn="l"/>
              </a:tabLst>
            </a:pPr>
            <a:r>
              <a:rPr lang="en-US" sz="1900" b="1"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Gather information rapidly</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High response rate</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They allow the interviewer to ask follow-up questions. </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200150" marR="0" lvl="2" indent="-28575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No field staff is necessary</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spcBef>
                <a:spcPts val="0"/>
              </a:spcBef>
              <a:spcAft>
                <a:spcPts val="0"/>
              </a:spcAft>
              <a:buFont typeface="Wingdings" panose="05000000000000000000" pitchFamily="2" charset="2"/>
              <a:buChar char="q"/>
              <a:tabLst>
                <a:tab pos="914400" algn="l"/>
              </a:tabLst>
            </a:pPr>
            <a:r>
              <a:rPr lang="en-US" sz="19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Cannot observe the body language.</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spcBef>
                <a:spcPts val="0"/>
              </a:spcBef>
              <a:spcAft>
                <a:spcPts val="0"/>
              </a:spcAft>
              <a:buFont typeface="Wingdings" panose="05000000000000000000" pitchFamily="2" charset="2"/>
              <a:buChar char=""/>
              <a:tabLst>
                <a:tab pos="228600" algn="l"/>
                <a:tab pos="137160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Costly </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900" dirty="0"/>
          </a:p>
        </p:txBody>
      </p:sp>
      <p:pic>
        <p:nvPicPr>
          <p:cNvPr id="3076" name="Picture 4" descr="How to nail a phone interview | CITI Recruitment - IT Talent Agency">
            <a:extLst>
              <a:ext uri="{FF2B5EF4-FFF2-40B4-BE49-F238E27FC236}">
                <a16:creationId xmlns:a16="http://schemas.microsoft.com/office/drawing/2014/main" id="{5F5B4670-3C02-4A74-AC4D-F24DA83E5F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651"/>
          <a:stretch/>
        </p:blipFill>
        <p:spPr bwMode="auto">
          <a:xfrm>
            <a:off x="5510369" y="851517"/>
            <a:ext cx="6184807" cy="5154967"/>
          </a:xfrm>
          <a:custGeom>
            <a:avLst/>
            <a:gdLst/>
            <a:ahLst/>
            <a:cxnLst/>
            <a:rect l="l" t="t" r="r" b="b"/>
            <a:pathLst>
              <a:path w="5846002" h="4872577">
                <a:moveTo>
                  <a:pt x="343285" y="2953992"/>
                </a:moveTo>
                <a:cubicBezTo>
                  <a:pt x="343285" y="2953992"/>
                  <a:pt x="343285" y="2953992"/>
                  <a:pt x="849063" y="2953992"/>
                </a:cubicBezTo>
                <a:cubicBezTo>
                  <a:pt x="880743" y="2953992"/>
                  <a:pt x="911330" y="2971406"/>
                  <a:pt x="926624" y="2999703"/>
                </a:cubicBezTo>
                <a:cubicBezTo>
                  <a:pt x="926624" y="2999703"/>
                  <a:pt x="926624" y="2999703"/>
                  <a:pt x="1180059" y="3436136"/>
                </a:cubicBezTo>
                <a:cubicBezTo>
                  <a:pt x="1196445" y="3463345"/>
                  <a:pt x="1196445" y="3498172"/>
                  <a:pt x="1180059" y="3525382"/>
                </a:cubicBezTo>
                <a:cubicBezTo>
                  <a:pt x="1180059" y="3525382"/>
                  <a:pt x="1180059" y="3525382"/>
                  <a:pt x="926624" y="3961814"/>
                </a:cubicBezTo>
                <a:cubicBezTo>
                  <a:pt x="911330" y="3990111"/>
                  <a:pt x="880743" y="4007525"/>
                  <a:pt x="849063" y="4007525"/>
                </a:cubicBezTo>
                <a:cubicBezTo>
                  <a:pt x="849063" y="4007525"/>
                  <a:pt x="849063" y="4007525"/>
                  <a:pt x="343285" y="4007525"/>
                </a:cubicBezTo>
                <a:cubicBezTo>
                  <a:pt x="310513" y="4007525"/>
                  <a:pt x="281019" y="3990111"/>
                  <a:pt x="264633" y="3961814"/>
                </a:cubicBezTo>
                <a:cubicBezTo>
                  <a:pt x="264633" y="3961814"/>
                  <a:pt x="264633" y="3961814"/>
                  <a:pt x="12290" y="3525382"/>
                </a:cubicBezTo>
                <a:cubicBezTo>
                  <a:pt x="-4096" y="3498172"/>
                  <a:pt x="-4096" y="3463345"/>
                  <a:pt x="12290" y="3436136"/>
                </a:cubicBezTo>
                <a:cubicBezTo>
                  <a:pt x="12290" y="3436136"/>
                  <a:pt x="12290" y="3436136"/>
                  <a:pt x="264633" y="2999703"/>
                </a:cubicBezTo>
                <a:cubicBezTo>
                  <a:pt x="281019" y="2971406"/>
                  <a:pt x="310513" y="2953992"/>
                  <a:pt x="343285" y="2953992"/>
                </a:cubicBezTo>
                <a:close/>
                <a:moveTo>
                  <a:pt x="2353334" y="538808"/>
                </a:moveTo>
                <a:cubicBezTo>
                  <a:pt x="2353334" y="538808"/>
                  <a:pt x="2353334" y="538808"/>
                  <a:pt x="2613403" y="538808"/>
                </a:cubicBezTo>
                <a:lnTo>
                  <a:pt x="2643742" y="538808"/>
                </a:lnTo>
                <a:lnTo>
                  <a:pt x="2672692" y="588661"/>
                </a:lnTo>
                <a:cubicBezTo>
                  <a:pt x="2713002" y="658078"/>
                  <a:pt x="2759909" y="738855"/>
                  <a:pt x="2814491" y="832849"/>
                </a:cubicBezTo>
                <a:cubicBezTo>
                  <a:pt x="2839586" y="874521"/>
                  <a:pt x="2839586" y="927860"/>
                  <a:pt x="2814491" y="969531"/>
                </a:cubicBezTo>
                <a:cubicBezTo>
                  <a:pt x="2814491" y="969531"/>
                  <a:pt x="2814491" y="969531"/>
                  <a:pt x="2426350" y="1637936"/>
                </a:cubicBezTo>
                <a:cubicBezTo>
                  <a:pt x="2402927" y="1681274"/>
                  <a:pt x="2356083" y="1707943"/>
                  <a:pt x="2307565" y="1707943"/>
                </a:cubicBezTo>
                <a:cubicBezTo>
                  <a:pt x="2307565" y="1707943"/>
                  <a:pt x="2307565" y="1707943"/>
                  <a:pt x="1532956" y="1707943"/>
                </a:cubicBezTo>
                <a:cubicBezTo>
                  <a:pt x="1520409" y="1707943"/>
                  <a:pt x="1508175" y="1706276"/>
                  <a:pt x="1496490" y="1703099"/>
                </a:cubicBezTo>
                <a:lnTo>
                  <a:pt x="1471408" y="1692583"/>
                </a:lnTo>
                <a:lnTo>
                  <a:pt x="1486736" y="1666073"/>
                </a:lnTo>
                <a:cubicBezTo>
                  <a:pt x="1625328" y="1426376"/>
                  <a:pt x="1802725" y="1119564"/>
                  <a:pt x="2029793" y="726844"/>
                </a:cubicBezTo>
                <a:cubicBezTo>
                  <a:pt x="2097197" y="610441"/>
                  <a:pt x="2218525" y="538808"/>
                  <a:pt x="2353334" y="538808"/>
                </a:cubicBezTo>
                <a:close/>
                <a:moveTo>
                  <a:pt x="1487085" y="0"/>
                </a:moveTo>
                <a:cubicBezTo>
                  <a:pt x="1487085" y="0"/>
                  <a:pt x="1487085" y="0"/>
                  <a:pt x="2360840" y="0"/>
                </a:cubicBezTo>
                <a:cubicBezTo>
                  <a:pt x="2415568" y="0"/>
                  <a:pt x="2468407" y="30084"/>
                  <a:pt x="2494828" y="78969"/>
                </a:cubicBezTo>
                <a:cubicBezTo>
                  <a:pt x="2494828" y="78969"/>
                  <a:pt x="2494828" y="78969"/>
                  <a:pt x="2729665" y="483373"/>
                </a:cubicBezTo>
                <a:lnTo>
                  <a:pt x="2756194" y="529058"/>
                </a:lnTo>
                <a:lnTo>
                  <a:pt x="2735320" y="529058"/>
                </a:lnTo>
                <a:lnTo>
                  <a:pt x="2636659" y="529058"/>
                </a:lnTo>
                <a:lnTo>
                  <a:pt x="2593799" y="455250"/>
                </a:lnTo>
                <a:cubicBezTo>
                  <a:pt x="2430052" y="173267"/>
                  <a:pt x="2430052" y="173267"/>
                  <a:pt x="2430052" y="173267"/>
                </a:cubicBezTo>
                <a:cubicBezTo>
                  <a:pt x="2406629" y="129929"/>
                  <a:pt x="2359785" y="103259"/>
                  <a:pt x="2311267" y="103259"/>
                </a:cubicBezTo>
                <a:cubicBezTo>
                  <a:pt x="1536658" y="103259"/>
                  <a:pt x="1536658" y="103259"/>
                  <a:pt x="1536658" y="103259"/>
                </a:cubicBezTo>
                <a:cubicBezTo>
                  <a:pt x="1486468" y="103259"/>
                  <a:pt x="1441296" y="129929"/>
                  <a:pt x="1416201" y="173267"/>
                </a:cubicBezTo>
                <a:cubicBezTo>
                  <a:pt x="1029733" y="841671"/>
                  <a:pt x="1029733" y="841671"/>
                  <a:pt x="1029733" y="841671"/>
                </a:cubicBezTo>
                <a:cubicBezTo>
                  <a:pt x="1004637" y="883343"/>
                  <a:pt x="1004637" y="936682"/>
                  <a:pt x="1029733" y="978353"/>
                </a:cubicBezTo>
                <a:cubicBezTo>
                  <a:pt x="1416201" y="1646758"/>
                  <a:pt x="1416201" y="1646758"/>
                  <a:pt x="1416201" y="1646758"/>
                </a:cubicBezTo>
                <a:cubicBezTo>
                  <a:pt x="1428749" y="1668427"/>
                  <a:pt x="1446315" y="1685929"/>
                  <a:pt x="1467019" y="1698013"/>
                </a:cubicBezTo>
                <a:lnTo>
                  <a:pt x="1472899" y="1700478"/>
                </a:lnTo>
                <a:lnTo>
                  <a:pt x="1441377" y="1754996"/>
                </a:lnTo>
                <a:lnTo>
                  <a:pt x="1417933" y="1795543"/>
                </a:lnTo>
                <a:lnTo>
                  <a:pt x="1442249" y="1805738"/>
                </a:lnTo>
                <a:cubicBezTo>
                  <a:pt x="1455430" y="1809322"/>
                  <a:pt x="1469230" y="1811202"/>
                  <a:pt x="1483383" y="1811202"/>
                </a:cubicBezTo>
                <a:cubicBezTo>
                  <a:pt x="2357138" y="1811202"/>
                  <a:pt x="2357138" y="1811202"/>
                  <a:pt x="2357138" y="1811202"/>
                </a:cubicBezTo>
                <a:cubicBezTo>
                  <a:pt x="2411866" y="1811202"/>
                  <a:pt x="2464705" y="1781120"/>
                  <a:pt x="2491126" y="1732235"/>
                </a:cubicBezTo>
                <a:cubicBezTo>
                  <a:pt x="2928947" y="978278"/>
                  <a:pt x="2928947" y="978278"/>
                  <a:pt x="2928947" y="978278"/>
                </a:cubicBezTo>
                <a:cubicBezTo>
                  <a:pt x="2957254" y="931274"/>
                  <a:pt x="2957254" y="871108"/>
                  <a:pt x="2928947" y="824102"/>
                </a:cubicBezTo>
                <a:cubicBezTo>
                  <a:pt x="2874220" y="729858"/>
                  <a:pt x="2826333" y="647394"/>
                  <a:pt x="2784432" y="575238"/>
                </a:cubicBezTo>
                <a:lnTo>
                  <a:pt x="2763277" y="538808"/>
                </a:lnTo>
                <a:lnTo>
                  <a:pt x="2861280" y="538808"/>
                </a:lnTo>
                <a:cubicBezTo>
                  <a:pt x="3166048" y="538808"/>
                  <a:pt x="3653676" y="538808"/>
                  <a:pt x="4433881" y="538808"/>
                </a:cubicBezTo>
                <a:cubicBezTo>
                  <a:pt x="4564197" y="538808"/>
                  <a:pt x="4690018" y="610441"/>
                  <a:pt x="4752929" y="726844"/>
                </a:cubicBezTo>
                <a:cubicBezTo>
                  <a:pt x="4752929" y="726844"/>
                  <a:pt x="4752929" y="726844"/>
                  <a:pt x="5795449" y="2522134"/>
                </a:cubicBezTo>
                <a:cubicBezTo>
                  <a:pt x="5862854" y="2634060"/>
                  <a:pt x="5862854" y="2777325"/>
                  <a:pt x="5795449" y="2889251"/>
                </a:cubicBezTo>
                <a:cubicBezTo>
                  <a:pt x="5795449" y="2889251"/>
                  <a:pt x="5795449" y="2889251"/>
                  <a:pt x="4752929" y="4684542"/>
                </a:cubicBezTo>
                <a:cubicBezTo>
                  <a:pt x="4690018" y="4800945"/>
                  <a:pt x="4564197" y="4872577"/>
                  <a:pt x="4433881" y="4872577"/>
                </a:cubicBezTo>
                <a:cubicBezTo>
                  <a:pt x="4433881" y="4872577"/>
                  <a:pt x="4433881" y="4872577"/>
                  <a:pt x="2353334" y="4872577"/>
                </a:cubicBezTo>
                <a:cubicBezTo>
                  <a:pt x="2218525" y="4872577"/>
                  <a:pt x="2097197" y="4800945"/>
                  <a:pt x="2029793" y="4684542"/>
                </a:cubicBezTo>
                <a:cubicBezTo>
                  <a:pt x="2029793" y="4684542"/>
                  <a:pt x="2029793" y="4684542"/>
                  <a:pt x="991766" y="2889251"/>
                </a:cubicBezTo>
                <a:cubicBezTo>
                  <a:pt x="924361" y="2777325"/>
                  <a:pt x="924361" y="2634060"/>
                  <a:pt x="991766" y="2522134"/>
                </a:cubicBezTo>
                <a:cubicBezTo>
                  <a:pt x="991766" y="2522134"/>
                  <a:pt x="991766" y="2522134"/>
                  <a:pt x="1377193" y="1855530"/>
                </a:cubicBezTo>
                <a:lnTo>
                  <a:pt x="1409676" y="1799352"/>
                </a:lnTo>
                <a:lnTo>
                  <a:pt x="1408533" y="1798873"/>
                </a:lnTo>
                <a:cubicBezTo>
                  <a:pt x="1385179" y="1785241"/>
                  <a:pt x="1365364" y="1765500"/>
                  <a:pt x="1351210" y="1741057"/>
                </a:cubicBezTo>
                <a:cubicBezTo>
                  <a:pt x="1351210" y="1741057"/>
                  <a:pt x="1351210" y="1741057"/>
                  <a:pt x="915276" y="987100"/>
                </a:cubicBezTo>
                <a:cubicBezTo>
                  <a:pt x="886968" y="940096"/>
                  <a:pt x="886968" y="879930"/>
                  <a:pt x="915276" y="832924"/>
                </a:cubicBezTo>
                <a:cubicBezTo>
                  <a:pt x="915276" y="832924"/>
                  <a:pt x="915276" y="832924"/>
                  <a:pt x="1351210" y="78969"/>
                </a:cubicBezTo>
                <a:cubicBezTo>
                  <a:pt x="1379517" y="30084"/>
                  <a:pt x="1430471" y="0"/>
                  <a:pt x="1487085"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317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48D4E-2B5A-4B23-BC36-27B028A04B90}"/>
              </a:ext>
            </a:extLst>
          </p:cNvPr>
          <p:cNvSpPr>
            <a:spLocks noGrp="1"/>
          </p:cNvSpPr>
          <p:nvPr>
            <p:ph type="title"/>
          </p:nvPr>
        </p:nvSpPr>
        <p:spPr/>
        <p:txBody>
          <a:bodyPr>
            <a:normAutofit fontScale="90000"/>
          </a:bodyPr>
          <a:lstStyle/>
          <a:p>
            <a:br>
              <a:rPr lang="en-US" sz="4000" b="1">
                <a:effectLst/>
                <a:latin typeface="Times New Roman" panose="02020603050405020304" pitchFamily="18" charset="0"/>
                <a:ea typeface="Calibri" panose="020F0502020204030204" pitchFamily="34" charset="0"/>
                <a:cs typeface="Times New Roman" panose="02020603050405020304" pitchFamily="18" charset="0"/>
              </a:rPr>
            </a:br>
            <a:r>
              <a:rPr lang="en-US" sz="4000" b="1">
                <a:latin typeface="Times New Roman" panose="02020603050405020304" pitchFamily="18" charset="0"/>
                <a:ea typeface="Calibri" panose="020F0502020204030204" pitchFamily="34" charset="0"/>
                <a:cs typeface="Times New Roman" panose="02020603050405020304" pitchFamily="18" charset="0"/>
              </a:rPr>
              <a:t>2. </a:t>
            </a:r>
            <a:r>
              <a:rPr lang="en-US" sz="4000" b="1">
                <a:effectLst/>
                <a:latin typeface="Times New Roman" panose="02020603050405020304" pitchFamily="18" charset="0"/>
                <a:ea typeface="Calibri" panose="020F0502020204030204" pitchFamily="34" charset="0"/>
                <a:cs typeface="Times New Roman" panose="02020603050405020304" pitchFamily="18" charset="0"/>
              </a:rPr>
              <a:t>Personal Interviews:</a:t>
            </a:r>
            <a:br>
              <a:rPr lang="en-US" sz="360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95D9AD7-CFF5-46FD-AD5B-FEE5B21B6F52}"/>
              </a:ext>
            </a:extLst>
          </p:cNvPr>
          <p:cNvSpPr>
            <a:spLocks noGrp="1"/>
          </p:cNvSpPr>
          <p:nvPr>
            <p:ph idx="1"/>
          </p:nvPr>
        </p:nvSpPr>
        <p:spPr/>
        <p:txBody>
          <a:bodyPr>
            <a:normAutofit lnSpcReduction="10000"/>
          </a:bodyPr>
          <a:lstStyle/>
          <a:p>
            <a:pPr marL="800100" lvl="1" indent="-342900" algn="just">
              <a:lnSpc>
                <a:spcPct val="150000"/>
              </a:lnSpc>
              <a:spcBef>
                <a:spcPts val="0"/>
              </a:spcBef>
              <a:buFont typeface="Wingdings" panose="05000000000000000000" pitchFamily="2" charset="2"/>
              <a:buChar char="q"/>
            </a:pPr>
            <a:r>
              <a:rPr lang="en-US" sz="1500">
                <a:effectLst/>
                <a:latin typeface="Times New Roman" panose="02020603050405020304" pitchFamily="18" charset="0"/>
                <a:ea typeface="Calibri" panose="020F0502020204030204" pitchFamily="34" charset="0"/>
                <a:cs typeface="Times New Roman" panose="02020603050405020304" pitchFamily="18" charset="0"/>
              </a:rPr>
              <a:t>Interviews are a far more personal form of research than questionnaires. In the </a:t>
            </a:r>
            <a:r>
              <a:rPr lang="en-US" sz="1500" b="1">
                <a:effectLst/>
                <a:latin typeface="Times New Roman" panose="02020603050405020304" pitchFamily="18" charset="0"/>
                <a:ea typeface="Calibri" panose="020F0502020204030204" pitchFamily="34" charset="0"/>
                <a:cs typeface="Times New Roman" panose="02020603050405020304" pitchFamily="18" charset="0"/>
              </a:rPr>
              <a:t>personal interview</a:t>
            </a:r>
            <a:r>
              <a:rPr lang="en-US" sz="1500">
                <a:effectLst/>
                <a:latin typeface="Times New Roman" panose="02020603050405020304" pitchFamily="18" charset="0"/>
                <a:ea typeface="Calibri" panose="020F0502020204030204" pitchFamily="34" charset="0"/>
                <a:cs typeface="Times New Roman" panose="02020603050405020304" pitchFamily="18" charset="0"/>
              </a:rPr>
              <a:t>, the interviewer works directly with the respondent. An interview is called personal when the interviewer asks the questions </a:t>
            </a:r>
            <a:r>
              <a:rPr lang="en-US" sz="1500" b="1">
                <a:effectLst/>
                <a:latin typeface="Times New Roman" panose="02020603050405020304" pitchFamily="18" charset="0"/>
                <a:ea typeface="Calibri" panose="020F0502020204030204" pitchFamily="34" charset="0"/>
                <a:cs typeface="Times New Roman" panose="02020603050405020304" pitchFamily="18" charset="0"/>
              </a:rPr>
              <a:t>face-to-face </a:t>
            </a:r>
            <a:r>
              <a:rPr lang="en-US" sz="1500">
                <a:effectLst/>
                <a:latin typeface="Times New Roman" panose="02020603050405020304" pitchFamily="18" charset="0"/>
                <a:ea typeface="Calibri" panose="020F0502020204030204" pitchFamily="34" charset="0"/>
                <a:cs typeface="Times New Roman" panose="02020603050405020304" pitchFamily="18" charset="0"/>
              </a:rPr>
              <a:t>with the interviewee.</a:t>
            </a:r>
          </a:p>
          <a:p>
            <a:pPr marL="800100" lvl="1" indent="-342900" algn="just">
              <a:lnSpc>
                <a:spcPct val="150000"/>
              </a:lnSpc>
              <a:spcBef>
                <a:spcPts val="0"/>
              </a:spcBef>
              <a:buFont typeface="Wingdings" panose="05000000000000000000" pitchFamily="2" charset="2"/>
              <a:buChar char="q"/>
            </a:pPr>
            <a:r>
              <a:rPr lang="en-US" sz="1500">
                <a:effectLst/>
                <a:latin typeface="Times New Roman" panose="02020603050405020304" pitchFamily="18" charset="0"/>
                <a:ea typeface="Calibri" panose="020F0502020204030204" pitchFamily="34" charset="0"/>
                <a:cs typeface="Times New Roman" panose="02020603050405020304" pitchFamily="18" charset="0"/>
              </a:rPr>
              <a:t> In this type of survey interviews typically conducted in high-traffic locations such as shopping malls. They allow you to present people with samples of products, packaging, or advertising and gather immediate feedback. </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a:p>
            <a:pPr marL="102870" marR="0" indent="-285750" algn="just">
              <a:lnSpc>
                <a:spcPct val="150000"/>
              </a:lnSpc>
              <a:spcBef>
                <a:spcPts val="0"/>
              </a:spcBef>
              <a:spcAft>
                <a:spcPts val="0"/>
              </a:spcAft>
              <a:buFont typeface="Wingdings" panose="05000000000000000000" pitchFamily="2" charset="2"/>
              <a:buChar char="q"/>
            </a:pPr>
            <a:r>
              <a:rPr lang="en-US" sz="1300" b="1">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Opportunity to probe.</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 Easier for the respondent</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High response rate.</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102870" marR="0" indent="-285750" algn="just">
              <a:lnSpc>
                <a:spcPct val="150000"/>
              </a:lnSpc>
              <a:spcBef>
                <a:spcPts val="0"/>
              </a:spcBef>
              <a:spcAft>
                <a:spcPts val="0"/>
              </a:spcAft>
              <a:buFont typeface="Wingdings" panose="05000000000000000000" pitchFamily="2" charset="2"/>
              <a:buChar char="q"/>
            </a:pPr>
            <a:r>
              <a:rPr lang="en-US" sz="1300" b="1">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Time consuming</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Needs training</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50000"/>
              </a:lnSpc>
              <a:spcBef>
                <a:spcPts val="0"/>
              </a:spcBef>
              <a:spcAft>
                <a:spcPts val="0"/>
              </a:spcAft>
              <a:buFont typeface="Wingdings" panose="05000000000000000000" pitchFamily="2" charset="2"/>
              <a:buChar char=""/>
              <a:tabLst>
                <a:tab pos="228600" algn="l"/>
              </a:tabLst>
            </a:pPr>
            <a:r>
              <a:rPr lang="en-US" sz="1300">
                <a:effectLst/>
                <a:latin typeface="Times New Roman" panose="02020603050405020304" pitchFamily="18" charset="0"/>
                <a:ea typeface="Calibri" panose="020F0502020204030204" pitchFamily="34" charset="0"/>
                <a:cs typeface="Times New Roman" panose="02020603050405020304" pitchFamily="18" charset="0"/>
              </a:rPr>
              <a:t>Expensive </a:t>
            </a:r>
            <a:endParaRPr lang="en-US">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122" name="Picture 2" descr="How to Crack a Personal Interview? - Leverage Edu">
            <a:extLst>
              <a:ext uri="{FF2B5EF4-FFF2-40B4-BE49-F238E27FC236}">
                <a16:creationId xmlns:a16="http://schemas.microsoft.com/office/drawing/2014/main" id="{3F647937-2A0E-4F8C-B68B-B9E9869BC2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7549" y="3924300"/>
            <a:ext cx="3952875" cy="2028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158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6081522" y="3861816"/>
            <a:ext cx="2244852" cy="751332"/>
          </a:xfrm>
          <a:custGeom>
            <a:avLst/>
            <a:gdLst/>
            <a:ahLst/>
            <a:cxnLst/>
            <a:rect l="l" t="t" r="r" b="b"/>
            <a:pathLst>
              <a:path w="2244852" h="751331">
                <a:moveTo>
                  <a:pt x="2244852" y="751331"/>
                </a:moveTo>
                <a:lnTo>
                  <a:pt x="2244852" y="622299"/>
                </a:lnTo>
                <a:lnTo>
                  <a:pt x="28955" y="622299"/>
                </a:lnTo>
                <a:lnTo>
                  <a:pt x="28955" y="0"/>
                </a:lnTo>
                <a:lnTo>
                  <a:pt x="0" y="0"/>
                </a:lnTo>
                <a:lnTo>
                  <a:pt x="0" y="651255"/>
                </a:lnTo>
                <a:lnTo>
                  <a:pt x="2215896" y="651255"/>
                </a:lnTo>
                <a:lnTo>
                  <a:pt x="2215896" y="751331"/>
                </a:lnTo>
                <a:lnTo>
                  <a:pt x="2244852" y="751331"/>
                </a:lnTo>
                <a:close/>
              </a:path>
            </a:pathLst>
          </a:custGeom>
          <a:ln w="28956">
            <a:solidFill>
              <a:srgbClr val="000000"/>
            </a:solidFill>
          </a:ln>
        </p:spPr>
        <p:txBody>
          <a:bodyPr wrap="square" lIns="0" tIns="0" rIns="0" bIns="0" rtlCol="0">
            <a:noAutofit/>
          </a:bodyPr>
          <a:lstStyle/>
          <a:p>
            <a:endParaRPr/>
          </a:p>
        </p:txBody>
      </p:sp>
      <p:sp>
        <p:nvSpPr>
          <p:cNvPr id="13" name="object 13"/>
          <p:cNvSpPr/>
          <p:nvPr/>
        </p:nvSpPr>
        <p:spPr>
          <a:xfrm>
            <a:off x="3865626" y="3861816"/>
            <a:ext cx="2244852" cy="751332"/>
          </a:xfrm>
          <a:custGeom>
            <a:avLst/>
            <a:gdLst/>
            <a:ahLst/>
            <a:cxnLst/>
            <a:rect l="l" t="t" r="r" b="b"/>
            <a:pathLst>
              <a:path w="2244852" h="751331">
                <a:moveTo>
                  <a:pt x="28956" y="651255"/>
                </a:moveTo>
                <a:lnTo>
                  <a:pt x="2244852" y="651255"/>
                </a:lnTo>
                <a:lnTo>
                  <a:pt x="2244852" y="0"/>
                </a:lnTo>
                <a:lnTo>
                  <a:pt x="2215896" y="0"/>
                </a:lnTo>
                <a:lnTo>
                  <a:pt x="2215896" y="622299"/>
                </a:lnTo>
                <a:lnTo>
                  <a:pt x="0" y="622299"/>
                </a:lnTo>
                <a:lnTo>
                  <a:pt x="0" y="751331"/>
                </a:lnTo>
                <a:lnTo>
                  <a:pt x="28956" y="751331"/>
                </a:lnTo>
                <a:lnTo>
                  <a:pt x="28956" y="651255"/>
                </a:lnTo>
              </a:path>
            </a:pathLst>
          </a:custGeom>
          <a:ln w="28956">
            <a:solidFill>
              <a:srgbClr val="000000"/>
            </a:solidFill>
          </a:ln>
        </p:spPr>
        <p:txBody>
          <a:bodyPr wrap="square" lIns="0" tIns="0" rIns="0" bIns="0" rtlCol="0">
            <a:noAutofit/>
          </a:bodyPr>
          <a:lstStyle/>
          <a:p>
            <a:endParaRPr/>
          </a:p>
        </p:txBody>
      </p:sp>
      <p:sp>
        <p:nvSpPr>
          <p:cNvPr id="14" name="object 14"/>
          <p:cNvSpPr/>
          <p:nvPr/>
        </p:nvSpPr>
        <p:spPr>
          <a:xfrm>
            <a:off x="4197097" y="2362200"/>
            <a:ext cx="3797807" cy="1499616"/>
          </a:xfrm>
          <a:custGeom>
            <a:avLst/>
            <a:gdLst/>
            <a:ahLst/>
            <a:cxnLst/>
            <a:rect l="l" t="t" r="r" b="b"/>
            <a:pathLst>
              <a:path w="3797807" h="1499616">
                <a:moveTo>
                  <a:pt x="0" y="249936"/>
                </a:moveTo>
                <a:lnTo>
                  <a:pt x="0" y="1249680"/>
                </a:lnTo>
                <a:lnTo>
                  <a:pt x="828" y="1270180"/>
                </a:lnTo>
                <a:lnTo>
                  <a:pt x="7263" y="1309746"/>
                </a:lnTo>
                <a:lnTo>
                  <a:pt x="19639" y="1346971"/>
                </a:lnTo>
                <a:lnTo>
                  <a:pt x="37443" y="1381341"/>
                </a:lnTo>
                <a:lnTo>
                  <a:pt x="60159" y="1412341"/>
                </a:lnTo>
                <a:lnTo>
                  <a:pt x="87274" y="1439456"/>
                </a:lnTo>
                <a:lnTo>
                  <a:pt x="118274" y="1462172"/>
                </a:lnTo>
                <a:lnTo>
                  <a:pt x="152644" y="1479976"/>
                </a:lnTo>
                <a:lnTo>
                  <a:pt x="189869" y="1492352"/>
                </a:lnTo>
                <a:lnTo>
                  <a:pt x="229435" y="1498787"/>
                </a:lnTo>
                <a:lnTo>
                  <a:pt x="249936" y="1499616"/>
                </a:lnTo>
                <a:lnTo>
                  <a:pt x="3547872" y="1499616"/>
                </a:lnTo>
                <a:lnTo>
                  <a:pt x="3588416" y="1496345"/>
                </a:lnTo>
                <a:lnTo>
                  <a:pt x="3626876" y="1486875"/>
                </a:lnTo>
                <a:lnTo>
                  <a:pt x="3662737" y="1471721"/>
                </a:lnTo>
                <a:lnTo>
                  <a:pt x="3695486" y="1451396"/>
                </a:lnTo>
                <a:lnTo>
                  <a:pt x="3724608" y="1426416"/>
                </a:lnTo>
                <a:lnTo>
                  <a:pt x="3749588" y="1397294"/>
                </a:lnTo>
                <a:lnTo>
                  <a:pt x="3769913" y="1364545"/>
                </a:lnTo>
                <a:lnTo>
                  <a:pt x="3785067" y="1328684"/>
                </a:lnTo>
                <a:lnTo>
                  <a:pt x="3794537" y="1290224"/>
                </a:lnTo>
                <a:lnTo>
                  <a:pt x="3797807" y="1249680"/>
                </a:lnTo>
                <a:lnTo>
                  <a:pt x="3797807" y="249936"/>
                </a:lnTo>
                <a:lnTo>
                  <a:pt x="3794537" y="209391"/>
                </a:lnTo>
                <a:lnTo>
                  <a:pt x="3785067" y="170931"/>
                </a:lnTo>
                <a:lnTo>
                  <a:pt x="3769913" y="135070"/>
                </a:lnTo>
                <a:lnTo>
                  <a:pt x="3749588" y="102321"/>
                </a:lnTo>
                <a:lnTo>
                  <a:pt x="3724608" y="73199"/>
                </a:lnTo>
                <a:lnTo>
                  <a:pt x="3695486" y="48219"/>
                </a:lnTo>
                <a:lnTo>
                  <a:pt x="3662737" y="27894"/>
                </a:lnTo>
                <a:lnTo>
                  <a:pt x="3626876" y="12740"/>
                </a:lnTo>
                <a:lnTo>
                  <a:pt x="3588416" y="3270"/>
                </a:lnTo>
                <a:lnTo>
                  <a:pt x="3547872" y="0"/>
                </a:lnTo>
                <a:lnTo>
                  <a:pt x="249936" y="0"/>
                </a:lnTo>
                <a:lnTo>
                  <a:pt x="209391" y="3270"/>
                </a:lnTo>
                <a:lnTo>
                  <a:pt x="170931" y="12740"/>
                </a:lnTo>
                <a:lnTo>
                  <a:pt x="135070" y="27894"/>
                </a:lnTo>
                <a:lnTo>
                  <a:pt x="102321" y="48219"/>
                </a:lnTo>
                <a:lnTo>
                  <a:pt x="73199" y="73199"/>
                </a:lnTo>
                <a:lnTo>
                  <a:pt x="48219" y="102321"/>
                </a:lnTo>
                <a:lnTo>
                  <a:pt x="27894" y="135070"/>
                </a:lnTo>
                <a:lnTo>
                  <a:pt x="12740" y="170931"/>
                </a:lnTo>
                <a:lnTo>
                  <a:pt x="3270" y="209391"/>
                </a:lnTo>
                <a:lnTo>
                  <a:pt x="0" y="249936"/>
                </a:lnTo>
                <a:close/>
              </a:path>
            </a:pathLst>
          </a:custGeom>
          <a:solidFill>
            <a:schemeClr val="bg1">
              <a:lumMod val="65000"/>
            </a:schemeClr>
          </a:solidFill>
        </p:spPr>
        <p:txBody>
          <a:bodyPr wrap="square" lIns="0" tIns="0" rIns="0" bIns="0" rtlCol="0">
            <a:noAutofit/>
          </a:bodyPr>
          <a:lstStyle/>
          <a:p>
            <a:endParaRPr/>
          </a:p>
        </p:txBody>
      </p:sp>
      <p:sp>
        <p:nvSpPr>
          <p:cNvPr id="15" name="object 15"/>
          <p:cNvSpPr/>
          <p:nvPr/>
        </p:nvSpPr>
        <p:spPr>
          <a:xfrm>
            <a:off x="4192525" y="2357629"/>
            <a:ext cx="3807205" cy="1508887"/>
          </a:xfrm>
          <a:custGeom>
            <a:avLst/>
            <a:gdLst/>
            <a:ahLst/>
            <a:cxnLst/>
            <a:rect l="l" t="t" r="r" b="b"/>
            <a:pathLst>
              <a:path w="3807205" h="1508887">
                <a:moveTo>
                  <a:pt x="254507" y="0"/>
                </a:moveTo>
                <a:lnTo>
                  <a:pt x="3552698" y="0"/>
                </a:lnTo>
                <a:lnTo>
                  <a:pt x="3578479" y="1270"/>
                </a:lnTo>
                <a:lnTo>
                  <a:pt x="3651630" y="20193"/>
                </a:lnTo>
                <a:lnTo>
                  <a:pt x="3694938" y="43561"/>
                </a:lnTo>
                <a:lnTo>
                  <a:pt x="3732911" y="74802"/>
                </a:lnTo>
                <a:lnTo>
                  <a:pt x="3763645" y="112395"/>
                </a:lnTo>
                <a:lnTo>
                  <a:pt x="3787393" y="155575"/>
                </a:lnTo>
                <a:lnTo>
                  <a:pt x="3801999" y="203200"/>
                </a:lnTo>
                <a:lnTo>
                  <a:pt x="3807205" y="254508"/>
                </a:lnTo>
                <a:lnTo>
                  <a:pt x="3807205" y="1254379"/>
                </a:lnTo>
                <a:lnTo>
                  <a:pt x="3801999" y="1305814"/>
                </a:lnTo>
                <a:lnTo>
                  <a:pt x="3787393" y="1353312"/>
                </a:lnTo>
                <a:lnTo>
                  <a:pt x="3763645" y="1396619"/>
                </a:lnTo>
                <a:lnTo>
                  <a:pt x="3732911" y="1434592"/>
                </a:lnTo>
                <a:lnTo>
                  <a:pt x="3694938" y="1465326"/>
                </a:lnTo>
                <a:lnTo>
                  <a:pt x="3651630" y="1489202"/>
                </a:lnTo>
                <a:lnTo>
                  <a:pt x="3604005" y="1503680"/>
                </a:lnTo>
                <a:lnTo>
                  <a:pt x="3552698" y="1508887"/>
                </a:lnTo>
                <a:lnTo>
                  <a:pt x="254507" y="1508887"/>
                </a:lnTo>
                <a:lnTo>
                  <a:pt x="203200" y="1503680"/>
                </a:lnTo>
                <a:lnTo>
                  <a:pt x="155575" y="1489202"/>
                </a:lnTo>
                <a:lnTo>
                  <a:pt x="112394" y="1465326"/>
                </a:lnTo>
                <a:lnTo>
                  <a:pt x="74802" y="1434592"/>
                </a:lnTo>
                <a:lnTo>
                  <a:pt x="43561" y="1396619"/>
                </a:lnTo>
                <a:lnTo>
                  <a:pt x="20193" y="1353312"/>
                </a:lnTo>
                <a:lnTo>
                  <a:pt x="5206" y="1305814"/>
                </a:lnTo>
                <a:lnTo>
                  <a:pt x="0" y="1254379"/>
                </a:lnTo>
                <a:lnTo>
                  <a:pt x="0" y="254508"/>
                </a:lnTo>
                <a:lnTo>
                  <a:pt x="5206" y="203200"/>
                </a:lnTo>
                <a:lnTo>
                  <a:pt x="20193" y="155575"/>
                </a:lnTo>
                <a:lnTo>
                  <a:pt x="43687" y="112268"/>
                </a:lnTo>
                <a:lnTo>
                  <a:pt x="74802" y="74802"/>
                </a:lnTo>
                <a:lnTo>
                  <a:pt x="112394" y="43687"/>
                </a:lnTo>
                <a:lnTo>
                  <a:pt x="155575" y="20193"/>
                </a:lnTo>
                <a:lnTo>
                  <a:pt x="203200" y="5207"/>
                </a:lnTo>
                <a:lnTo>
                  <a:pt x="254507" y="0"/>
                </a:lnTo>
                <a:close/>
              </a:path>
            </a:pathLst>
          </a:custGeom>
          <a:ln w="9144">
            <a:solidFill>
              <a:srgbClr val="000000"/>
            </a:solidFill>
          </a:ln>
        </p:spPr>
        <p:txBody>
          <a:bodyPr wrap="square" lIns="0" tIns="0" rIns="0" bIns="0" rtlCol="0">
            <a:noAutofit/>
          </a:bodyPr>
          <a:lstStyle/>
          <a:p>
            <a:endParaRPr/>
          </a:p>
        </p:txBody>
      </p:sp>
      <p:sp>
        <p:nvSpPr>
          <p:cNvPr id="16" name="object 16"/>
          <p:cNvSpPr/>
          <p:nvPr/>
        </p:nvSpPr>
        <p:spPr>
          <a:xfrm>
            <a:off x="1981200" y="4613149"/>
            <a:ext cx="3799332" cy="1499615"/>
          </a:xfrm>
          <a:custGeom>
            <a:avLst/>
            <a:gdLst/>
            <a:ahLst/>
            <a:cxnLst/>
            <a:rect l="l" t="t" r="r" b="b"/>
            <a:pathLst>
              <a:path w="3799332" h="1499615">
                <a:moveTo>
                  <a:pt x="0" y="249935"/>
                </a:moveTo>
                <a:lnTo>
                  <a:pt x="0" y="1249680"/>
                </a:lnTo>
                <a:lnTo>
                  <a:pt x="828" y="1270178"/>
                </a:lnTo>
                <a:lnTo>
                  <a:pt x="7263" y="1309742"/>
                </a:lnTo>
                <a:lnTo>
                  <a:pt x="19641" y="1346966"/>
                </a:lnTo>
                <a:lnTo>
                  <a:pt x="37446" y="1381335"/>
                </a:lnTo>
                <a:lnTo>
                  <a:pt x="60163" y="1412335"/>
                </a:lnTo>
                <a:lnTo>
                  <a:pt x="87280" y="1439452"/>
                </a:lnTo>
                <a:lnTo>
                  <a:pt x="118280" y="1462169"/>
                </a:lnTo>
                <a:lnTo>
                  <a:pt x="152649" y="1479974"/>
                </a:lnTo>
                <a:lnTo>
                  <a:pt x="189873" y="1492352"/>
                </a:lnTo>
                <a:lnTo>
                  <a:pt x="229437" y="1498787"/>
                </a:lnTo>
                <a:lnTo>
                  <a:pt x="249936" y="1499615"/>
                </a:lnTo>
                <a:lnTo>
                  <a:pt x="3549396" y="1499615"/>
                </a:lnTo>
                <a:lnTo>
                  <a:pt x="3589940" y="1496344"/>
                </a:lnTo>
                <a:lnTo>
                  <a:pt x="3628400" y="1486874"/>
                </a:lnTo>
                <a:lnTo>
                  <a:pt x="3664261" y="1471718"/>
                </a:lnTo>
                <a:lnTo>
                  <a:pt x="3697010" y="1451392"/>
                </a:lnTo>
                <a:lnTo>
                  <a:pt x="3726132" y="1426411"/>
                </a:lnTo>
                <a:lnTo>
                  <a:pt x="3751112" y="1397289"/>
                </a:lnTo>
                <a:lnTo>
                  <a:pt x="3771437" y="1364540"/>
                </a:lnTo>
                <a:lnTo>
                  <a:pt x="3786591" y="1328679"/>
                </a:lnTo>
                <a:lnTo>
                  <a:pt x="3796061" y="1290221"/>
                </a:lnTo>
                <a:lnTo>
                  <a:pt x="3799332" y="1249680"/>
                </a:lnTo>
                <a:lnTo>
                  <a:pt x="3799332" y="249935"/>
                </a:lnTo>
                <a:lnTo>
                  <a:pt x="3796061" y="209391"/>
                </a:lnTo>
                <a:lnTo>
                  <a:pt x="3786591" y="170931"/>
                </a:lnTo>
                <a:lnTo>
                  <a:pt x="3771437" y="135070"/>
                </a:lnTo>
                <a:lnTo>
                  <a:pt x="3751112" y="102321"/>
                </a:lnTo>
                <a:lnTo>
                  <a:pt x="3726132" y="73199"/>
                </a:lnTo>
                <a:lnTo>
                  <a:pt x="3697010" y="48219"/>
                </a:lnTo>
                <a:lnTo>
                  <a:pt x="3664261" y="27894"/>
                </a:lnTo>
                <a:lnTo>
                  <a:pt x="3628400" y="12740"/>
                </a:lnTo>
                <a:lnTo>
                  <a:pt x="3589940" y="3270"/>
                </a:lnTo>
                <a:lnTo>
                  <a:pt x="3549396" y="0"/>
                </a:lnTo>
                <a:lnTo>
                  <a:pt x="249936" y="0"/>
                </a:lnTo>
                <a:lnTo>
                  <a:pt x="209394" y="3270"/>
                </a:lnTo>
                <a:lnTo>
                  <a:pt x="170936" y="12740"/>
                </a:lnTo>
                <a:lnTo>
                  <a:pt x="135075" y="27894"/>
                </a:lnTo>
                <a:lnTo>
                  <a:pt x="102326" y="48219"/>
                </a:lnTo>
                <a:lnTo>
                  <a:pt x="73204" y="73199"/>
                </a:lnTo>
                <a:lnTo>
                  <a:pt x="48223" y="102321"/>
                </a:lnTo>
                <a:lnTo>
                  <a:pt x="27897" y="135070"/>
                </a:lnTo>
                <a:lnTo>
                  <a:pt x="12741" y="170931"/>
                </a:lnTo>
                <a:lnTo>
                  <a:pt x="3271" y="209391"/>
                </a:lnTo>
                <a:lnTo>
                  <a:pt x="0" y="249935"/>
                </a:lnTo>
                <a:close/>
              </a:path>
            </a:pathLst>
          </a:custGeom>
          <a:solidFill>
            <a:schemeClr val="bg1">
              <a:lumMod val="65000"/>
            </a:schemeClr>
          </a:solidFill>
        </p:spPr>
        <p:txBody>
          <a:bodyPr wrap="square" lIns="0" tIns="0" rIns="0" bIns="0" rtlCol="0">
            <a:noAutofit/>
          </a:bodyPr>
          <a:lstStyle/>
          <a:p>
            <a:endParaRPr/>
          </a:p>
        </p:txBody>
      </p:sp>
      <p:sp>
        <p:nvSpPr>
          <p:cNvPr id="17" name="object 17"/>
          <p:cNvSpPr/>
          <p:nvPr/>
        </p:nvSpPr>
        <p:spPr>
          <a:xfrm>
            <a:off x="1976629" y="4608577"/>
            <a:ext cx="3808857" cy="1508937"/>
          </a:xfrm>
          <a:custGeom>
            <a:avLst/>
            <a:gdLst/>
            <a:ahLst/>
            <a:cxnLst/>
            <a:rect l="l" t="t" r="r" b="b"/>
            <a:pathLst>
              <a:path w="3808857" h="1508937">
                <a:moveTo>
                  <a:pt x="254495" y="0"/>
                </a:moveTo>
                <a:lnTo>
                  <a:pt x="3554349" y="0"/>
                </a:lnTo>
                <a:lnTo>
                  <a:pt x="3580130" y="1269"/>
                </a:lnTo>
                <a:lnTo>
                  <a:pt x="3653282" y="20193"/>
                </a:lnTo>
                <a:lnTo>
                  <a:pt x="3696462" y="43561"/>
                </a:lnTo>
                <a:lnTo>
                  <a:pt x="3734435" y="74803"/>
                </a:lnTo>
                <a:lnTo>
                  <a:pt x="3765169" y="112394"/>
                </a:lnTo>
                <a:lnTo>
                  <a:pt x="3789045" y="155575"/>
                </a:lnTo>
                <a:lnTo>
                  <a:pt x="3803523" y="203200"/>
                </a:lnTo>
                <a:lnTo>
                  <a:pt x="3808857" y="254507"/>
                </a:lnTo>
                <a:lnTo>
                  <a:pt x="3808857" y="1254442"/>
                </a:lnTo>
                <a:lnTo>
                  <a:pt x="3803523" y="1305763"/>
                </a:lnTo>
                <a:lnTo>
                  <a:pt x="3789045" y="1353350"/>
                </a:lnTo>
                <a:lnTo>
                  <a:pt x="3765169" y="1396593"/>
                </a:lnTo>
                <a:lnTo>
                  <a:pt x="3734435" y="1434592"/>
                </a:lnTo>
                <a:lnTo>
                  <a:pt x="3696462" y="1465313"/>
                </a:lnTo>
                <a:lnTo>
                  <a:pt x="3653282" y="1489151"/>
                </a:lnTo>
                <a:lnTo>
                  <a:pt x="3605657" y="1503667"/>
                </a:lnTo>
                <a:lnTo>
                  <a:pt x="3554349" y="1508937"/>
                </a:lnTo>
                <a:lnTo>
                  <a:pt x="254495" y="1508937"/>
                </a:lnTo>
                <a:lnTo>
                  <a:pt x="203174" y="1503667"/>
                </a:lnTo>
                <a:lnTo>
                  <a:pt x="155575" y="1489151"/>
                </a:lnTo>
                <a:lnTo>
                  <a:pt x="112331" y="1465300"/>
                </a:lnTo>
                <a:lnTo>
                  <a:pt x="74752" y="1434592"/>
                </a:lnTo>
                <a:lnTo>
                  <a:pt x="43624" y="1396593"/>
                </a:lnTo>
                <a:lnTo>
                  <a:pt x="20180" y="1353350"/>
                </a:lnTo>
                <a:lnTo>
                  <a:pt x="5270" y="1305788"/>
                </a:lnTo>
                <a:lnTo>
                  <a:pt x="0" y="1254442"/>
                </a:lnTo>
                <a:lnTo>
                  <a:pt x="0" y="254507"/>
                </a:lnTo>
                <a:lnTo>
                  <a:pt x="5270" y="203200"/>
                </a:lnTo>
                <a:lnTo>
                  <a:pt x="20180" y="155575"/>
                </a:lnTo>
                <a:lnTo>
                  <a:pt x="43624" y="112394"/>
                </a:lnTo>
                <a:lnTo>
                  <a:pt x="74752" y="74803"/>
                </a:lnTo>
                <a:lnTo>
                  <a:pt x="112331" y="43687"/>
                </a:lnTo>
                <a:lnTo>
                  <a:pt x="155575" y="20193"/>
                </a:lnTo>
                <a:lnTo>
                  <a:pt x="203149" y="5206"/>
                </a:lnTo>
                <a:lnTo>
                  <a:pt x="254495" y="0"/>
                </a:lnTo>
                <a:close/>
              </a:path>
            </a:pathLst>
          </a:custGeom>
          <a:ln w="9144">
            <a:solidFill>
              <a:srgbClr val="000000"/>
            </a:solidFill>
          </a:ln>
        </p:spPr>
        <p:txBody>
          <a:bodyPr wrap="square" lIns="0" tIns="0" rIns="0" bIns="0" rtlCol="0">
            <a:noAutofit/>
          </a:bodyPr>
          <a:lstStyle/>
          <a:p>
            <a:endParaRPr/>
          </a:p>
        </p:txBody>
      </p:sp>
      <p:sp>
        <p:nvSpPr>
          <p:cNvPr id="18" name="object 18"/>
          <p:cNvSpPr/>
          <p:nvPr/>
        </p:nvSpPr>
        <p:spPr>
          <a:xfrm>
            <a:off x="6411467" y="4613149"/>
            <a:ext cx="3799332" cy="1499615"/>
          </a:xfrm>
          <a:custGeom>
            <a:avLst/>
            <a:gdLst/>
            <a:ahLst/>
            <a:cxnLst/>
            <a:rect l="l" t="t" r="r" b="b"/>
            <a:pathLst>
              <a:path w="3799332" h="1499615">
                <a:moveTo>
                  <a:pt x="0" y="249935"/>
                </a:moveTo>
                <a:lnTo>
                  <a:pt x="0" y="1249680"/>
                </a:lnTo>
                <a:lnTo>
                  <a:pt x="828" y="1270178"/>
                </a:lnTo>
                <a:lnTo>
                  <a:pt x="7263" y="1309742"/>
                </a:lnTo>
                <a:lnTo>
                  <a:pt x="19639" y="1346966"/>
                </a:lnTo>
                <a:lnTo>
                  <a:pt x="37443" y="1381335"/>
                </a:lnTo>
                <a:lnTo>
                  <a:pt x="60159" y="1412335"/>
                </a:lnTo>
                <a:lnTo>
                  <a:pt x="87274" y="1439452"/>
                </a:lnTo>
                <a:lnTo>
                  <a:pt x="118274" y="1462169"/>
                </a:lnTo>
                <a:lnTo>
                  <a:pt x="152644" y="1479974"/>
                </a:lnTo>
                <a:lnTo>
                  <a:pt x="189869" y="1492352"/>
                </a:lnTo>
                <a:lnTo>
                  <a:pt x="229435" y="1498787"/>
                </a:lnTo>
                <a:lnTo>
                  <a:pt x="249936" y="1499615"/>
                </a:lnTo>
                <a:lnTo>
                  <a:pt x="3549396" y="1499615"/>
                </a:lnTo>
                <a:lnTo>
                  <a:pt x="3589940" y="1496344"/>
                </a:lnTo>
                <a:lnTo>
                  <a:pt x="3628400" y="1486874"/>
                </a:lnTo>
                <a:lnTo>
                  <a:pt x="3664261" y="1471718"/>
                </a:lnTo>
                <a:lnTo>
                  <a:pt x="3697010" y="1451392"/>
                </a:lnTo>
                <a:lnTo>
                  <a:pt x="3726132" y="1426411"/>
                </a:lnTo>
                <a:lnTo>
                  <a:pt x="3751112" y="1397289"/>
                </a:lnTo>
                <a:lnTo>
                  <a:pt x="3771437" y="1364540"/>
                </a:lnTo>
                <a:lnTo>
                  <a:pt x="3786591" y="1328679"/>
                </a:lnTo>
                <a:lnTo>
                  <a:pt x="3796061" y="1290221"/>
                </a:lnTo>
                <a:lnTo>
                  <a:pt x="3799332" y="1249680"/>
                </a:lnTo>
                <a:lnTo>
                  <a:pt x="3799332" y="249935"/>
                </a:lnTo>
                <a:lnTo>
                  <a:pt x="3796061" y="209391"/>
                </a:lnTo>
                <a:lnTo>
                  <a:pt x="3786591" y="170931"/>
                </a:lnTo>
                <a:lnTo>
                  <a:pt x="3771437" y="135070"/>
                </a:lnTo>
                <a:lnTo>
                  <a:pt x="3751112" y="102321"/>
                </a:lnTo>
                <a:lnTo>
                  <a:pt x="3726132" y="73199"/>
                </a:lnTo>
                <a:lnTo>
                  <a:pt x="3697010" y="48219"/>
                </a:lnTo>
                <a:lnTo>
                  <a:pt x="3664261" y="27894"/>
                </a:lnTo>
                <a:lnTo>
                  <a:pt x="3628400" y="12740"/>
                </a:lnTo>
                <a:lnTo>
                  <a:pt x="3589940" y="3270"/>
                </a:lnTo>
                <a:lnTo>
                  <a:pt x="3549396" y="0"/>
                </a:lnTo>
                <a:lnTo>
                  <a:pt x="249936" y="0"/>
                </a:lnTo>
                <a:lnTo>
                  <a:pt x="209391" y="3270"/>
                </a:lnTo>
                <a:lnTo>
                  <a:pt x="170931" y="12740"/>
                </a:lnTo>
                <a:lnTo>
                  <a:pt x="135070" y="27894"/>
                </a:lnTo>
                <a:lnTo>
                  <a:pt x="102321" y="48219"/>
                </a:lnTo>
                <a:lnTo>
                  <a:pt x="73199" y="73199"/>
                </a:lnTo>
                <a:lnTo>
                  <a:pt x="48219" y="102321"/>
                </a:lnTo>
                <a:lnTo>
                  <a:pt x="27894" y="135070"/>
                </a:lnTo>
                <a:lnTo>
                  <a:pt x="12740" y="170931"/>
                </a:lnTo>
                <a:lnTo>
                  <a:pt x="3270" y="209391"/>
                </a:lnTo>
                <a:lnTo>
                  <a:pt x="0" y="249935"/>
                </a:lnTo>
                <a:close/>
              </a:path>
            </a:pathLst>
          </a:custGeom>
          <a:solidFill>
            <a:schemeClr val="bg1">
              <a:lumMod val="65000"/>
            </a:schemeClr>
          </a:solidFill>
        </p:spPr>
        <p:txBody>
          <a:bodyPr wrap="square" lIns="0" tIns="0" rIns="0" bIns="0" rtlCol="0">
            <a:noAutofit/>
          </a:bodyPr>
          <a:lstStyle/>
          <a:p>
            <a:endParaRPr/>
          </a:p>
        </p:txBody>
      </p:sp>
      <p:sp>
        <p:nvSpPr>
          <p:cNvPr id="19" name="object 19"/>
          <p:cNvSpPr/>
          <p:nvPr/>
        </p:nvSpPr>
        <p:spPr>
          <a:xfrm>
            <a:off x="6406896" y="4608577"/>
            <a:ext cx="3808856" cy="1508937"/>
          </a:xfrm>
          <a:custGeom>
            <a:avLst/>
            <a:gdLst/>
            <a:ahLst/>
            <a:cxnLst/>
            <a:rect l="l" t="t" r="r" b="b"/>
            <a:pathLst>
              <a:path w="3808856" h="1508937">
                <a:moveTo>
                  <a:pt x="254507" y="0"/>
                </a:moveTo>
                <a:lnTo>
                  <a:pt x="3554349" y="0"/>
                </a:lnTo>
                <a:lnTo>
                  <a:pt x="3580129" y="1269"/>
                </a:lnTo>
                <a:lnTo>
                  <a:pt x="3653281" y="20193"/>
                </a:lnTo>
                <a:lnTo>
                  <a:pt x="3696461" y="43561"/>
                </a:lnTo>
                <a:lnTo>
                  <a:pt x="3734434" y="74803"/>
                </a:lnTo>
                <a:lnTo>
                  <a:pt x="3765169" y="112394"/>
                </a:lnTo>
                <a:lnTo>
                  <a:pt x="3789045" y="155575"/>
                </a:lnTo>
                <a:lnTo>
                  <a:pt x="3803523" y="203200"/>
                </a:lnTo>
                <a:lnTo>
                  <a:pt x="3808856" y="254507"/>
                </a:lnTo>
                <a:lnTo>
                  <a:pt x="3808856" y="1254442"/>
                </a:lnTo>
                <a:lnTo>
                  <a:pt x="3803523" y="1305763"/>
                </a:lnTo>
                <a:lnTo>
                  <a:pt x="3789045" y="1353350"/>
                </a:lnTo>
                <a:lnTo>
                  <a:pt x="3765169" y="1396593"/>
                </a:lnTo>
                <a:lnTo>
                  <a:pt x="3734434" y="1434592"/>
                </a:lnTo>
                <a:lnTo>
                  <a:pt x="3696461" y="1465313"/>
                </a:lnTo>
                <a:lnTo>
                  <a:pt x="3653281" y="1489151"/>
                </a:lnTo>
                <a:lnTo>
                  <a:pt x="3605656" y="1503667"/>
                </a:lnTo>
                <a:lnTo>
                  <a:pt x="3554349" y="1508937"/>
                </a:lnTo>
                <a:lnTo>
                  <a:pt x="254507" y="1508937"/>
                </a:lnTo>
                <a:lnTo>
                  <a:pt x="203200" y="1503667"/>
                </a:lnTo>
                <a:lnTo>
                  <a:pt x="155575" y="1489151"/>
                </a:lnTo>
                <a:lnTo>
                  <a:pt x="112394" y="1465300"/>
                </a:lnTo>
                <a:lnTo>
                  <a:pt x="74802" y="1434592"/>
                </a:lnTo>
                <a:lnTo>
                  <a:pt x="43561" y="1396593"/>
                </a:lnTo>
                <a:lnTo>
                  <a:pt x="20192" y="1353350"/>
                </a:lnTo>
                <a:lnTo>
                  <a:pt x="5206" y="1305788"/>
                </a:lnTo>
                <a:lnTo>
                  <a:pt x="0" y="1254442"/>
                </a:lnTo>
                <a:lnTo>
                  <a:pt x="0" y="254507"/>
                </a:lnTo>
                <a:lnTo>
                  <a:pt x="5206" y="203200"/>
                </a:lnTo>
                <a:lnTo>
                  <a:pt x="20192" y="155575"/>
                </a:lnTo>
                <a:lnTo>
                  <a:pt x="43687" y="112394"/>
                </a:lnTo>
                <a:lnTo>
                  <a:pt x="74802" y="74803"/>
                </a:lnTo>
                <a:lnTo>
                  <a:pt x="112267" y="43687"/>
                </a:lnTo>
                <a:lnTo>
                  <a:pt x="155575" y="20193"/>
                </a:lnTo>
                <a:lnTo>
                  <a:pt x="203200" y="5206"/>
                </a:lnTo>
                <a:lnTo>
                  <a:pt x="254507" y="0"/>
                </a:lnTo>
                <a:close/>
              </a:path>
            </a:pathLst>
          </a:custGeom>
          <a:ln w="9144">
            <a:solidFill>
              <a:srgbClr val="000000"/>
            </a:solidFill>
          </a:ln>
        </p:spPr>
        <p:txBody>
          <a:bodyPr wrap="square" lIns="0" tIns="0" rIns="0" bIns="0" rtlCol="0">
            <a:noAutofit/>
          </a:bodyPr>
          <a:lstStyle/>
          <a:p>
            <a:endParaRPr/>
          </a:p>
        </p:txBody>
      </p:sp>
      <p:sp>
        <p:nvSpPr>
          <p:cNvPr id="11" name="object 11"/>
          <p:cNvSpPr txBox="1"/>
          <p:nvPr/>
        </p:nvSpPr>
        <p:spPr>
          <a:xfrm>
            <a:off x="3618358" y="604545"/>
            <a:ext cx="5163692" cy="585012"/>
          </a:xfrm>
          <a:prstGeom prst="rect">
            <a:avLst/>
          </a:prstGeom>
        </p:spPr>
        <p:txBody>
          <a:bodyPr wrap="square" lIns="0" tIns="0" rIns="0" bIns="0" rtlCol="0">
            <a:noAutofit/>
          </a:bodyPr>
          <a:lstStyle/>
          <a:p>
            <a:pPr marL="12700" algn="ctr">
              <a:lnSpc>
                <a:spcPts val="4585"/>
              </a:lnSpc>
              <a:spcBef>
                <a:spcPts val="229"/>
              </a:spcBef>
            </a:pPr>
            <a:r>
              <a:rPr lang="en-US" sz="6600" baseline="3103" dirty="0">
                <a:latin typeface="Times New Roman" panose="02020603050405020304" pitchFamily="18" charset="0"/>
                <a:cs typeface="Times New Roman" panose="02020603050405020304" pitchFamily="18" charset="0"/>
              </a:rPr>
              <a:t>Observations</a:t>
            </a:r>
            <a:endParaRPr sz="44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5216645" y="2935986"/>
            <a:ext cx="1883776" cy="368300"/>
          </a:xfrm>
          <a:prstGeom prst="rect">
            <a:avLst/>
          </a:prstGeom>
        </p:spPr>
        <p:txBody>
          <a:bodyPr wrap="square" lIns="0" tIns="0" rIns="0" bIns="0" rtlCol="0">
            <a:noAutofit/>
          </a:bodyPr>
          <a:lstStyle/>
          <a:p>
            <a:pPr marL="12700">
              <a:lnSpc>
                <a:spcPts val="2895"/>
              </a:lnSpc>
              <a:spcBef>
                <a:spcPts val="144"/>
              </a:spcBef>
            </a:pPr>
            <a:r>
              <a:rPr sz="2700" dirty="0">
                <a:latin typeface="Times New Roman" panose="02020603050405020304" pitchFamily="18" charset="0"/>
                <a:cs typeface="Times New Roman" panose="02020603050405020304" pitchFamily="18" charset="0"/>
              </a:rPr>
              <a:t>O</a:t>
            </a:r>
            <a:r>
              <a:rPr sz="2700" spc="-4" dirty="0">
                <a:latin typeface="Times New Roman" panose="02020603050405020304" pitchFamily="18" charset="0"/>
                <a:cs typeface="Times New Roman" panose="02020603050405020304" pitchFamily="18" charset="0"/>
              </a:rPr>
              <a:t>b</a:t>
            </a:r>
            <a:r>
              <a:rPr sz="2700" dirty="0">
                <a:latin typeface="Times New Roman" panose="02020603050405020304" pitchFamily="18" charset="0"/>
                <a:cs typeface="Times New Roman" panose="02020603050405020304" pitchFamily="18" charset="0"/>
              </a:rPr>
              <a:t>s</a:t>
            </a:r>
            <a:r>
              <a:rPr sz="2700" spc="-9" dirty="0">
                <a:latin typeface="Times New Roman" panose="02020603050405020304" pitchFamily="18" charset="0"/>
                <a:cs typeface="Times New Roman" panose="02020603050405020304" pitchFamily="18" charset="0"/>
              </a:rPr>
              <a:t>e</a:t>
            </a:r>
            <a:r>
              <a:rPr sz="2700" dirty="0">
                <a:latin typeface="Times New Roman" panose="02020603050405020304" pitchFamily="18" charset="0"/>
                <a:cs typeface="Times New Roman" panose="02020603050405020304" pitchFamily="18" charset="0"/>
              </a:rPr>
              <a:t>rvat</a:t>
            </a:r>
            <a:r>
              <a:rPr sz="2700" spc="-9" dirty="0">
                <a:latin typeface="Times New Roman" panose="02020603050405020304" pitchFamily="18" charset="0"/>
                <a:cs typeface="Times New Roman" panose="02020603050405020304" pitchFamily="18" charset="0"/>
              </a:rPr>
              <a:t>i</a:t>
            </a:r>
            <a:r>
              <a:rPr sz="2700" dirty="0">
                <a:latin typeface="Times New Roman" panose="02020603050405020304" pitchFamily="18" charset="0"/>
                <a:cs typeface="Times New Roman" panose="02020603050405020304" pitchFamily="18" charset="0"/>
              </a:rPr>
              <a:t>on</a:t>
            </a:r>
          </a:p>
        </p:txBody>
      </p:sp>
      <p:sp>
        <p:nvSpPr>
          <p:cNvPr id="7" name="object 7"/>
          <p:cNvSpPr txBox="1"/>
          <p:nvPr/>
        </p:nvSpPr>
        <p:spPr>
          <a:xfrm>
            <a:off x="2597303" y="4997452"/>
            <a:ext cx="2591189" cy="779779"/>
          </a:xfrm>
          <a:prstGeom prst="rect">
            <a:avLst/>
          </a:prstGeom>
        </p:spPr>
        <p:txBody>
          <a:bodyPr wrap="square" lIns="0" tIns="0" rIns="0" bIns="0" rtlCol="0">
            <a:noAutofit/>
          </a:bodyPr>
          <a:lstStyle/>
          <a:p>
            <a:pPr marL="341541" marR="365872" algn="ctr">
              <a:lnSpc>
                <a:spcPts val="2895"/>
              </a:lnSpc>
              <a:spcBef>
                <a:spcPts val="144"/>
              </a:spcBef>
            </a:pPr>
            <a:r>
              <a:rPr sz="2700" dirty="0">
                <a:latin typeface="Times New Roman" panose="02020603050405020304" pitchFamily="18" charset="0"/>
                <a:cs typeface="Times New Roman" panose="02020603050405020304" pitchFamily="18" charset="0"/>
              </a:rPr>
              <a:t>O</a:t>
            </a:r>
            <a:r>
              <a:rPr sz="2700" spc="-4" dirty="0">
                <a:latin typeface="Times New Roman" panose="02020603050405020304" pitchFamily="18" charset="0"/>
                <a:cs typeface="Times New Roman" panose="02020603050405020304" pitchFamily="18" charset="0"/>
              </a:rPr>
              <a:t>b</a:t>
            </a:r>
            <a:r>
              <a:rPr sz="2700" dirty="0">
                <a:latin typeface="Times New Roman" panose="02020603050405020304" pitchFamily="18" charset="0"/>
                <a:cs typeface="Times New Roman" panose="02020603050405020304" pitchFamily="18" charset="0"/>
              </a:rPr>
              <a:t>s</a:t>
            </a:r>
            <a:r>
              <a:rPr sz="2700" spc="-9" dirty="0">
                <a:latin typeface="Times New Roman" panose="02020603050405020304" pitchFamily="18" charset="0"/>
                <a:cs typeface="Times New Roman" panose="02020603050405020304" pitchFamily="18" charset="0"/>
              </a:rPr>
              <a:t>e</a:t>
            </a:r>
            <a:r>
              <a:rPr sz="2700" dirty="0">
                <a:latin typeface="Times New Roman" panose="02020603050405020304" pitchFamily="18" charset="0"/>
                <a:cs typeface="Times New Roman" panose="02020603050405020304" pitchFamily="18" charset="0"/>
              </a:rPr>
              <a:t>rvat</a:t>
            </a:r>
            <a:r>
              <a:rPr sz="2700" spc="-9" dirty="0">
                <a:latin typeface="Times New Roman" panose="02020603050405020304" pitchFamily="18" charset="0"/>
                <a:cs typeface="Times New Roman" panose="02020603050405020304" pitchFamily="18" charset="0"/>
              </a:rPr>
              <a:t>i</a:t>
            </a:r>
            <a:r>
              <a:rPr sz="2700" dirty="0">
                <a:latin typeface="Times New Roman" panose="02020603050405020304" pitchFamily="18" charset="0"/>
                <a:cs typeface="Times New Roman" panose="02020603050405020304" pitchFamily="18" charset="0"/>
              </a:rPr>
              <a:t>on</a:t>
            </a:r>
          </a:p>
          <a:p>
            <a:pPr algn="ctr">
              <a:lnSpc>
                <a:spcPts val="3240"/>
              </a:lnSpc>
              <a:spcBef>
                <a:spcPts val="17"/>
              </a:spcBef>
            </a:pPr>
            <a:r>
              <a:rPr sz="4050" baseline="-2045" dirty="0">
                <a:latin typeface="Times New Roman" panose="02020603050405020304" pitchFamily="18" charset="0"/>
                <a:cs typeface="Times New Roman" panose="02020603050405020304" pitchFamily="18" charset="0"/>
              </a:rPr>
              <a:t>with</a:t>
            </a:r>
            <a:r>
              <a:rPr sz="4050" spc="-9" baseline="-2045" dirty="0">
                <a:latin typeface="Times New Roman" panose="02020603050405020304" pitchFamily="18" charset="0"/>
                <a:cs typeface="Times New Roman" panose="02020603050405020304" pitchFamily="18" charset="0"/>
              </a:rPr>
              <a:t> i</a:t>
            </a:r>
            <a:r>
              <a:rPr sz="4050" baseline="-2045" dirty="0">
                <a:latin typeface="Times New Roman" panose="02020603050405020304" pitchFamily="18" charset="0"/>
                <a:cs typeface="Times New Roman" panose="02020603050405020304" pitchFamily="18" charset="0"/>
              </a:rPr>
              <a:t>n</a:t>
            </a:r>
            <a:r>
              <a:rPr sz="4050" spc="-9" baseline="-2045" dirty="0">
                <a:latin typeface="Times New Roman" panose="02020603050405020304" pitchFamily="18" charset="0"/>
                <a:cs typeface="Times New Roman" panose="02020603050405020304" pitchFamily="18" charset="0"/>
              </a:rPr>
              <a:t>t</a:t>
            </a:r>
            <a:r>
              <a:rPr sz="4050" baseline="-2045" dirty="0">
                <a:latin typeface="Times New Roman" panose="02020603050405020304" pitchFamily="18" charset="0"/>
                <a:cs typeface="Times New Roman" panose="02020603050405020304" pitchFamily="18" charset="0"/>
              </a:rPr>
              <a:t>erv</a:t>
            </a:r>
            <a:r>
              <a:rPr sz="4050" spc="-9" baseline="-2045" dirty="0">
                <a:latin typeface="Times New Roman" panose="02020603050405020304" pitchFamily="18" charset="0"/>
                <a:cs typeface="Times New Roman" panose="02020603050405020304" pitchFamily="18" charset="0"/>
              </a:rPr>
              <a:t>e</a:t>
            </a:r>
            <a:r>
              <a:rPr sz="4050" baseline="-2045" dirty="0">
                <a:latin typeface="Times New Roman" panose="02020603050405020304" pitchFamily="18" charset="0"/>
                <a:cs typeface="Times New Roman" panose="02020603050405020304" pitchFamily="18" charset="0"/>
              </a:rPr>
              <a:t>n</a:t>
            </a:r>
            <a:r>
              <a:rPr sz="4050" spc="-9" baseline="-2045" dirty="0">
                <a:latin typeface="Times New Roman" panose="02020603050405020304" pitchFamily="18" charset="0"/>
                <a:cs typeface="Times New Roman" panose="02020603050405020304" pitchFamily="18" charset="0"/>
              </a:rPr>
              <a:t>t</a:t>
            </a:r>
            <a:r>
              <a:rPr sz="4050" baseline="-2045" dirty="0">
                <a:latin typeface="Times New Roman" panose="02020603050405020304" pitchFamily="18" charset="0"/>
                <a:cs typeface="Times New Roman" panose="02020603050405020304" pitchFamily="18" charset="0"/>
              </a:rPr>
              <a:t>i</a:t>
            </a:r>
            <a:r>
              <a:rPr sz="4050" spc="-4" baseline="-2045" dirty="0">
                <a:latin typeface="Times New Roman" panose="02020603050405020304" pitchFamily="18" charset="0"/>
                <a:cs typeface="Times New Roman" panose="02020603050405020304" pitchFamily="18" charset="0"/>
              </a:rPr>
              <a:t>o</a:t>
            </a:r>
            <a:r>
              <a:rPr sz="4050" baseline="-2045" dirty="0">
                <a:latin typeface="Times New Roman" panose="02020603050405020304" pitchFamily="18" charset="0"/>
                <a:cs typeface="Times New Roman" panose="02020603050405020304" pitchFamily="18" charset="0"/>
              </a:rPr>
              <a:t>n</a:t>
            </a:r>
            <a:endParaRPr sz="27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6838316" y="4997452"/>
            <a:ext cx="3081879" cy="779779"/>
          </a:xfrm>
          <a:prstGeom prst="rect">
            <a:avLst/>
          </a:prstGeom>
        </p:spPr>
        <p:txBody>
          <a:bodyPr wrap="square" lIns="0" tIns="0" rIns="0" bIns="0" rtlCol="0">
            <a:noAutofit/>
          </a:bodyPr>
          <a:lstStyle/>
          <a:p>
            <a:pPr marL="532066" marR="666036" algn="ctr">
              <a:lnSpc>
                <a:spcPts val="2895"/>
              </a:lnSpc>
              <a:spcBef>
                <a:spcPts val="144"/>
              </a:spcBef>
            </a:pPr>
            <a:r>
              <a:rPr sz="2700" dirty="0">
                <a:latin typeface="Times New Roman" panose="02020603050405020304" pitchFamily="18" charset="0"/>
                <a:cs typeface="Times New Roman" panose="02020603050405020304" pitchFamily="18" charset="0"/>
              </a:rPr>
              <a:t>O</a:t>
            </a:r>
            <a:r>
              <a:rPr sz="2700" spc="-4" dirty="0">
                <a:latin typeface="Times New Roman" panose="02020603050405020304" pitchFamily="18" charset="0"/>
                <a:cs typeface="Times New Roman" panose="02020603050405020304" pitchFamily="18" charset="0"/>
              </a:rPr>
              <a:t>b</a:t>
            </a:r>
            <a:r>
              <a:rPr sz="2700" dirty="0">
                <a:latin typeface="Times New Roman" panose="02020603050405020304" pitchFamily="18" charset="0"/>
                <a:cs typeface="Times New Roman" panose="02020603050405020304" pitchFamily="18" charset="0"/>
              </a:rPr>
              <a:t>s</a:t>
            </a:r>
            <a:r>
              <a:rPr sz="2700" spc="-9" dirty="0">
                <a:latin typeface="Times New Roman" panose="02020603050405020304" pitchFamily="18" charset="0"/>
                <a:cs typeface="Times New Roman" panose="02020603050405020304" pitchFamily="18" charset="0"/>
              </a:rPr>
              <a:t>e</a:t>
            </a:r>
            <a:r>
              <a:rPr sz="2700" dirty="0">
                <a:latin typeface="Times New Roman" panose="02020603050405020304" pitchFamily="18" charset="0"/>
                <a:cs typeface="Times New Roman" panose="02020603050405020304" pitchFamily="18" charset="0"/>
              </a:rPr>
              <a:t>rvat</a:t>
            </a:r>
            <a:r>
              <a:rPr sz="2700" spc="-9" dirty="0">
                <a:latin typeface="Times New Roman" panose="02020603050405020304" pitchFamily="18" charset="0"/>
                <a:cs typeface="Times New Roman" panose="02020603050405020304" pitchFamily="18" charset="0"/>
              </a:rPr>
              <a:t>i</a:t>
            </a:r>
            <a:r>
              <a:rPr sz="2700" dirty="0">
                <a:latin typeface="Times New Roman" panose="02020603050405020304" pitchFamily="18" charset="0"/>
                <a:cs typeface="Times New Roman" panose="02020603050405020304" pitchFamily="18" charset="0"/>
              </a:rPr>
              <a:t>on</a:t>
            </a:r>
          </a:p>
          <a:p>
            <a:pPr algn="ctr">
              <a:lnSpc>
                <a:spcPts val="3240"/>
              </a:lnSpc>
              <a:spcBef>
                <a:spcPts val="17"/>
              </a:spcBef>
            </a:pPr>
            <a:r>
              <a:rPr sz="4050" baseline="-2045" dirty="0">
                <a:latin typeface="Times New Roman" panose="02020603050405020304" pitchFamily="18" charset="0"/>
                <a:cs typeface="Times New Roman" panose="02020603050405020304" pitchFamily="18" charset="0"/>
              </a:rPr>
              <a:t>wit</a:t>
            </a:r>
            <a:r>
              <a:rPr sz="4050" spc="-14" baseline="-2045" dirty="0">
                <a:latin typeface="Times New Roman" panose="02020603050405020304" pitchFamily="18" charset="0"/>
                <a:cs typeface="Times New Roman" panose="02020603050405020304" pitchFamily="18" charset="0"/>
              </a:rPr>
              <a:t>h</a:t>
            </a:r>
            <a:r>
              <a:rPr sz="4050" baseline="-2045" dirty="0">
                <a:latin typeface="Times New Roman" panose="02020603050405020304" pitchFamily="18" charset="0"/>
                <a:cs typeface="Times New Roman" panose="02020603050405020304" pitchFamily="18" charset="0"/>
              </a:rPr>
              <a:t>o</a:t>
            </a:r>
            <a:r>
              <a:rPr sz="4050" spc="-4" baseline="-2045" dirty="0">
                <a:latin typeface="Times New Roman" panose="02020603050405020304" pitchFamily="18" charset="0"/>
                <a:cs typeface="Times New Roman" panose="02020603050405020304" pitchFamily="18" charset="0"/>
              </a:rPr>
              <a:t>u</a:t>
            </a:r>
            <a:r>
              <a:rPr sz="4050" baseline="-2045" dirty="0">
                <a:latin typeface="Times New Roman" panose="02020603050405020304" pitchFamily="18" charset="0"/>
                <a:cs typeface="Times New Roman" panose="02020603050405020304" pitchFamily="18" charset="0"/>
              </a:rPr>
              <a:t>t </a:t>
            </a:r>
            <a:r>
              <a:rPr sz="4050" spc="-9" baseline="-2045" dirty="0">
                <a:latin typeface="Times New Roman" panose="02020603050405020304" pitchFamily="18" charset="0"/>
                <a:cs typeface="Times New Roman" panose="02020603050405020304" pitchFamily="18" charset="0"/>
              </a:rPr>
              <a:t>i</a:t>
            </a:r>
            <a:r>
              <a:rPr sz="4050" baseline="-2045" dirty="0">
                <a:latin typeface="Times New Roman" panose="02020603050405020304" pitchFamily="18" charset="0"/>
                <a:cs typeface="Times New Roman" panose="02020603050405020304" pitchFamily="18" charset="0"/>
              </a:rPr>
              <a:t>n</a:t>
            </a:r>
            <a:r>
              <a:rPr sz="4050" spc="-9" baseline="-2045" dirty="0">
                <a:latin typeface="Times New Roman" panose="02020603050405020304" pitchFamily="18" charset="0"/>
                <a:cs typeface="Times New Roman" panose="02020603050405020304" pitchFamily="18" charset="0"/>
              </a:rPr>
              <a:t>t</a:t>
            </a:r>
            <a:r>
              <a:rPr sz="4050" baseline="-2045" dirty="0">
                <a:latin typeface="Times New Roman" panose="02020603050405020304" pitchFamily="18" charset="0"/>
                <a:cs typeface="Times New Roman" panose="02020603050405020304" pitchFamily="18" charset="0"/>
              </a:rPr>
              <a:t>erv</a:t>
            </a:r>
            <a:r>
              <a:rPr sz="4050" spc="-9" baseline="-2045" dirty="0">
                <a:latin typeface="Times New Roman" panose="02020603050405020304" pitchFamily="18" charset="0"/>
                <a:cs typeface="Times New Roman" panose="02020603050405020304" pitchFamily="18" charset="0"/>
              </a:rPr>
              <a:t>e</a:t>
            </a:r>
            <a:r>
              <a:rPr sz="4050" baseline="-2045" dirty="0">
                <a:latin typeface="Times New Roman" panose="02020603050405020304" pitchFamily="18" charset="0"/>
                <a:cs typeface="Times New Roman" panose="02020603050405020304" pitchFamily="18" charset="0"/>
              </a:rPr>
              <a:t>n</a:t>
            </a:r>
            <a:r>
              <a:rPr sz="4050" spc="-9" baseline="-2045" dirty="0">
                <a:latin typeface="Times New Roman" panose="02020603050405020304" pitchFamily="18" charset="0"/>
                <a:cs typeface="Times New Roman" panose="02020603050405020304" pitchFamily="18" charset="0"/>
              </a:rPr>
              <a:t>t</a:t>
            </a:r>
            <a:r>
              <a:rPr sz="4050" baseline="-2045" dirty="0">
                <a:latin typeface="Times New Roman" panose="02020603050405020304" pitchFamily="18" charset="0"/>
                <a:cs typeface="Times New Roman" panose="02020603050405020304" pitchFamily="18" charset="0"/>
              </a:rPr>
              <a:t>i</a:t>
            </a:r>
            <a:r>
              <a:rPr sz="4050" spc="-4" baseline="-2045" dirty="0">
                <a:latin typeface="Times New Roman" panose="02020603050405020304" pitchFamily="18" charset="0"/>
                <a:cs typeface="Times New Roman" panose="02020603050405020304" pitchFamily="18" charset="0"/>
              </a:rPr>
              <a:t>o</a:t>
            </a:r>
            <a:r>
              <a:rPr sz="4050" baseline="-2045" dirty="0">
                <a:latin typeface="Times New Roman" panose="02020603050405020304" pitchFamily="18" charset="0"/>
                <a:cs typeface="Times New Roman" panose="02020603050405020304" pitchFamily="18" charset="0"/>
              </a:rPr>
              <a:t>n</a:t>
            </a:r>
            <a:endParaRPr sz="27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3880104" y="3861816"/>
            <a:ext cx="2215896" cy="651256"/>
          </a:xfrm>
          <a:prstGeom prst="rect">
            <a:avLst/>
          </a:prstGeom>
        </p:spPr>
        <p:txBody>
          <a:bodyPr wrap="square" lIns="0" tIns="0" rIns="0" bIns="0" rtlCol="0">
            <a:noAutofit/>
          </a:bodyPr>
          <a:lstStyle/>
          <a:p>
            <a:pPr marL="25400">
              <a:lnSpc>
                <a:spcPts val="1000"/>
              </a:lnSpc>
            </a:pPr>
            <a:endParaRPr sz="1000"/>
          </a:p>
        </p:txBody>
      </p:sp>
      <p:sp>
        <p:nvSpPr>
          <p:cNvPr id="4" name="object 4"/>
          <p:cNvSpPr txBox="1"/>
          <p:nvPr/>
        </p:nvSpPr>
        <p:spPr>
          <a:xfrm>
            <a:off x="6096000" y="3861816"/>
            <a:ext cx="2230374" cy="651256"/>
          </a:xfrm>
          <a:prstGeom prst="rect">
            <a:avLst/>
          </a:prstGeom>
        </p:spPr>
        <p:txBody>
          <a:bodyPr wrap="square" lIns="0" tIns="0" rIns="0" bIns="0" rtlCol="0">
            <a:noAutofit/>
          </a:bodyPr>
          <a:lstStyle/>
          <a:p>
            <a:pPr marL="25400">
              <a:lnSpc>
                <a:spcPts val="1000"/>
              </a:lnSpc>
            </a:pPr>
            <a:endParaRPr sz="1000"/>
          </a:p>
        </p:txBody>
      </p:sp>
      <p:sp>
        <p:nvSpPr>
          <p:cNvPr id="3" name="object 3"/>
          <p:cNvSpPr txBox="1"/>
          <p:nvPr/>
        </p:nvSpPr>
        <p:spPr>
          <a:xfrm>
            <a:off x="3880104" y="4513073"/>
            <a:ext cx="2215896" cy="100075"/>
          </a:xfrm>
          <a:prstGeom prst="rect">
            <a:avLst/>
          </a:prstGeom>
        </p:spPr>
        <p:txBody>
          <a:bodyPr wrap="square" lIns="0" tIns="0" rIns="0" bIns="0" rtlCol="0">
            <a:noAutofit/>
          </a:bodyPr>
          <a:lstStyle/>
          <a:p>
            <a:pPr marL="25400">
              <a:lnSpc>
                <a:spcPts val="750"/>
              </a:lnSpc>
              <a:spcBef>
                <a:spcPts val="37"/>
              </a:spcBef>
            </a:pPr>
            <a:endParaRPr sz="750"/>
          </a:p>
        </p:txBody>
      </p:sp>
      <p:sp>
        <p:nvSpPr>
          <p:cNvPr id="2" name="object 2"/>
          <p:cNvSpPr txBox="1"/>
          <p:nvPr/>
        </p:nvSpPr>
        <p:spPr>
          <a:xfrm>
            <a:off x="6096000" y="4513073"/>
            <a:ext cx="2230374" cy="100075"/>
          </a:xfrm>
          <a:prstGeom prst="rect">
            <a:avLst/>
          </a:prstGeom>
        </p:spPr>
        <p:txBody>
          <a:bodyPr wrap="square" lIns="0" tIns="0" rIns="0" bIns="0" rtlCol="0">
            <a:noAutofit/>
          </a:bodyPr>
          <a:lstStyle/>
          <a:p>
            <a:pPr marL="25400">
              <a:lnSpc>
                <a:spcPts val="750"/>
              </a:lnSpc>
              <a:spcBef>
                <a:spcPts val="37"/>
              </a:spcBef>
            </a:pPr>
            <a:endParaRPr sz="7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9" name="Rectangle 717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81" name="Arc 718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C5C863-B338-41DC-99F5-52F93C6B1DC0}"/>
              </a:ext>
            </a:extLst>
          </p:cNvPr>
          <p:cNvSpPr>
            <a:spLocks noGrp="1"/>
          </p:cNvSpPr>
          <p:nvPr>
            <p:ph type="title"/>
          </p:nvPr>
        </p:nvSpPr>
        <p:spPr>
          <a:xfrm>
            <a:off x="5894962" y="479493"/>
            <a:ext cx="5458838" cy="1325563"/>
          </a:xfrm>
        </p:spPr>
        <p:txBody>
          <a:bodyPr>
            <a:normAutofit/>
          </a:bodyPr>
          <a:lstStyle/>
          <a:p>
            <a:br>
              <a:rPr lang="en-US" sz="2800" b="1">
                <a:effectLst/>
                <a:latin typeface="Times New Roman" panose="02020603050405020304" pitchFamily="18" charset="0"/>
                <a:ea typeface="Calibri" panose="020F0502020204030204" pitchFamily="34" charset="0"/>
                <a:cs typeface="Times New Roman" panose="02020603050405020304" pitchFamily="18" charset="0"/>
              </a:rPr>
            </a:br>
            <a:r>
              <a:rPr lang="en-US" sz="2800" b="1">
                <a:effectLst/>
                <a:latin typeface="Times New Roman" panose="02020603050405020304" pitchFamily="18" charset="0"/>
                <a:ea typeface="Calibri" panose="020F0502020204030204" pitchFamily="34" charset="0"/>
                <a:cs typeface="Times New Roman" panose="02020603050405020304" pitchFamily="18" charset="0"/>
              </a:rPr>
              <a:t>Scientific Observation</a:t>
            </a:r>
            <a:br>
              <a:rPr lang="en-US" sz="2800">
                <a:effectLst/>
                <a:latin typeface="Calibri" panose="020F0502020204030204" pitchFamily="34" charset="0"/>
                <a:ea typeface="Calibri" panose="020F0502020204030204" pitchFamily="34" charset="0"/>
                <a:cs typeface="Times New Roman" panose="02020603050405020304" pitchFamily="18" charset="0"/>
              </a:rPr>
            </a:br>
            <a:endParaRPr lang="en-US" sz="2800"/>
          </a:p>
        </p:txBody>
      </p:sp>
      <p:sp>
        <p:nvSpPr>
          <p:cNvPr id="7183" name="Freeform: Shape 718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74" name="Picture 6" descr="TYPES OF OBSERVATION METHODS IN PSYCHOLOGY - YouTube">
            <a:extLst>
              <a:ext uri="{FF2B5EF4-FFF2-40B4-BE49-F238E27FC236}">
                <a16:creationId xmlns:a16="http://schemas.microsoft.com/office/drawing/2014/main" id="{4D180430-F485-4498-A0FB-39E197D8AE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1552610"/>
            <a:ext cx="4777381" cy="358303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DB4C666-490F-4CD6-B127-944069AC4BC3}"/>
              </a:ext>
            </a:extLst>
          </p:cNvPr>
          <p:cNvSpPr>
            <a:spLocks noGrp="1"/>
          </p:cNvSpPr>
          <p:nvPr>
            <p:ph idx="1"/>
          </p:nvPr>
        </p:nvSpPr>
        <p:spPr>
          <a:xfrm>
            <a:off x="5894962" y="1984443"/>
            <a:ext cx="5458838" cy="4192520"/>
          </a:xfrm>
        </p:spPr>
        <p:txBody>
          <a:bodyPr>
            <a:normAutofit lnSpcReduction="10000"/>
          </a:bodyPr>
          <a:lstStyle/>
          <a:p>
            <a:pPr marR="0" lvl="0">
              <a:spcBef>
                <a:spcPts val="0"/>
              </a:spcBef>
              <a:spcAft>
                <a:spcPts val="0"/>
              </a:spcAft>
              <a:buFont typeface="Wingdings" panose="05000000000000000000" pitchFamily="2" charset="2"/>
              <a:buChar char="q"/>
              <a:tabLst>
                <a:tab pos="28575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Scientific observation is made under precisely defined conditions in a systematic and objective manner with carefully record keeping. </a:t>
            </a:r>
          </a:p>
          <a:p>
            <a:pPr marR="0" lvl="0">
              <a:spcBef>
                <a:spcPts val="0"/>
              </a:spcBef>
              <a:spcAft>
                <a:spcPts val="0"/>
              </a:spcAft>
              <a:buFont typeface="Wingdings" panose="05000000000000000000" pitchFamily="2" charset="2"/>
              <a:buChar char="q"/>
              <a:tabLst>
                <a:tab pos="28575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primary goal of observation is to describe behavior fully and accurately.</a:t>
            </a:r>
          </a:p>
          <a:p>
            <a:pPr marL="102870" marR="0" indent="-285750">
              <a:spcBef>
                <a:spcPts val="0"/>
              </a:spcBef>
              <a:spcAft>
                <a:spcPts val="0"/>
              </a:spcAft>
              <a:buFont typeface="Wingdings" panose="05000000000000000000" pitchFamily="2" charset="2"/>
              <a:buChar char="q"/>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Types of Observations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Observation without intervention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Observation with intervention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8575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71724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1024-2B23-4FBF-A320-86920F58B637}"/>
              </a:ext>
            </a:extLst>
          </p:cNvPr>
          <p:cNvSpPr>
            <a:spLocks noGrp="1"/>
          </p:cNvSpPr>
          <p:nvPr>
            <p:ph type="title"/>
          </p:nvPr>
        </p:nvSpPr>
        <p:spPr>
          <a:xfrm>
            <a:off x="1066799" y="642594"/>
            <a:ext cx="10315575" cy="1371600"/>
          </a:xfrm>
        </p:spPr>
        <p:txBody>
          <a:bodyPr>
            <a:normAutofit fontScale="90000"/>
          </a:bodyPr>
          <a:lstStyle/>
          <a:p>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1. Naturalistic Observation\ Observation without Intervention.</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11A29A7-B173-4432-AB35-9A9B8871ADB3}"/>
              </a:ext>
            </a:extLst>
          </p:cNvPr>
          <p:cNvSpPr>
            <a:spLocks noGrp="1"/>
          </p:cNvSpPr>
          <p:nvPr>
            <p:ph idx="1"/>
          </p:nvPr>
        </p:nvSpPr>
        <p:spPr>
          <a:xfrm>
            <a:off x="742950" y="2103120"/>
            <a:ext cx="5895975" cy="3849624"/>
          </a:xfrm>
        </p:spPr>
        <p:txBody>
          <a:bodyPr>
            <a:normAutofit lnSpcReduction="10000"/>
          </a:bodyPr>
          <a:lstStyle/>
          <a:p>
            <a:pPr marR="0" lvl="0" algn="just">
              <a:lnSpc>
                <a:spcPct val="150000"/>
              </a:lnSpc>
              <a:spcBef>
                <a:spcPts val="0"/>
              </a:spcBef>
              <a:spcAft>
                <a:spcPts val="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Carefully and systematically watching behavior as they occur naturally. With no involvement from the observer.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natural setting as one in which behavior ordinarily occurs and one that has not been arranged specially for the purpose of recording behavior”.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800"/>
              </a:spcAft>
              <a:buFont typeface="Wingdings" panose="05000000000000000000" pitchFamily="2" charset="2"/>
              <a:buChar char="q"/>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 example,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teacher can observe the behavior of his student in the playground or in any other social gathering without making him conscious. Natural observation can be done anywhere without any tools.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8196" name="Picture 4">
            <a:extLst>
              <a:ext uri="{FF2B5EF4-FFF2-40B4-BE49-F238E27FC236}">
                <a16:creationId xmlns:a16="http://schemas.microsoft.com/office/drawing/2014/main" id="{328D52F7-E59E-4B16-9262-1882440D1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3351" y="2338732"/>
            <a:ext cx="3371848" cy="25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030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4A8AE1-9605-41DC-920F-A4B8E8F23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c 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790889" flipH="1">
            <a:off x="715850" y="795372"/>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A9BBD3-9745-4141-B483-AB8AFBC72F7F}"/>
              </a:ext>
            </a:extLst>
          </p:cNvPr>
          <p:cNvSpPr>
            <a:spLocks noGrp="1"/>
          </p:cNvSpPr>
          <p:nvPr>
            <p:ph idx="1"/>
          </p:nvPr>
        </p:nvSpPr>
        <p:spPr>
          <a:xfrm>
            <a:off x="838200" y="1461360"/>
            <a:ext cx="5536397" cy="3935281"/>
          </a:xfrm>
        </p:spPr>
        <p:txBody>
          <a:bodyPr>
            <a:normAutofit/>
          </a:bodyPr>
          <a:lstStyle/>
          <a:p>
            <a:pPr marR="0" lvl="0">
              <a:spcBef>
                <a:spcPts val="0"/>
              </a:spcBef>
              <a:spcAft>
                <a:spcPts val="0"/>
              </a:spcAft>
              <a:buFont typeface="Wingdings" panose="05000000000000000000" pitchFamily="2" charset="2"/>
              <a:buChar char="q"/>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Structured Observation: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 method of observation where the researcher creates a situation where a behavior can occur. They set up a situation where they might be able to see the behavior, they’re interested in. Put people in a specific situation, then see what happens.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12" name="Oval 1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2396"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17460" y="4737713"/>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578252-AF95-4E56-9AAE-9AD479906A46}"/>
              </a:ext>
            </a:extLst>
          </p:cNvPr>
          <p:cNvSpPr>
            <a:spLocks noGrp="1"/>
          </p:cNvSpPr>
          <p:nvPr>
            <p:ph type="title"/>
          </p:nvPr>
        </p:nvSpPr>
        <p:spPr>
          <a:xfrm>
            <a:off x="7474281" y="1396686"/>
            <a:ext cx="3240506" cy="4064628"/>
          </a:xfrm>
        </p:spPr>
        <p:txBody>
          <a:bodyPr>
            <a:normAutofit/>
          </a:bodyPr>
          <a:lstStyle/>
          <a:p>
            <a:r>
              <a:rPr lang="en-US"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2. Observation with Intervention</a:t>
            </a:r>
            <a:endParaRPr lang="en-US">
              <a:solidFill>
                <a:srgbClr val="FFFFFF"/>
              </a:solidFill>
            </a:endParaRPr>
          </a:p>
        </p:txBody>
      </p:sp>
    </p:spTree>
    <p:extLst>
      <p:ext uri="{BB962C8B-B14F-4D97-AF65-F5344CB8AC3E}">
        <p14:creationId xmlns:p14="http://schemas.microsoft.com/office/powerpoint/2010/main" val="1206933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B72CA8-FC1D-BB89-9B97-31AA32015AA7}"/>
              </a:ext>
            </a:extLst>
          </p:cNvPr>
          <p:cNvSpPr>
            <a:spLocks noGrp="1"/>
          </p:cNvSpPr>
          <p:nvPr>
            <p:ph type="title"/>
          </p:nvPr>
        </p:nvSpPr>
        <p:spPr>
          <a:xfrm>
            <a:off x="836679" y="723898"/>
            <a:ext cx="6002110" cy="1495425"/>
          </a:xfrm>
        </p:spPr>
        <p:txBody>
          <a:bodyPr>
            <a:normAutofit/>
          </a:bodyPr>
          <a:lstStyle/>
          <a:p>
            <a:r>
              <a:rPr lang="en-US" sz="4000"/>
              <a:t>Archival Method </a:t>
            </a:r>
          </a:p>
        </p:txBody>
      </p:sp>
      <p:sp>
        <p:nvSpPr>
          <p:cNvPr id="3" name="Content Placeholder 2">
            <a:extLst>
              <a:ext uri="{FF2B5EF4-FFF2-40B4-BE49-F238E27FC236}">
                <a16:creationId xmlns:a16="http://schemas.microsoft.com/office/drawing/2014/main" id="{A1A746B4-505B-B781-4D01-A41B4DDD9130}"/>
              </a:ext>
            </a:extLst>
          </p:cNvPr>
          <p:cNvSpPr>
            <a:spLocks noGrp="1"/>
          </p:cNvSpPr>
          <p:nvPr>
            <p:ph idx="1"/>
          </p:nvPr>
        </p:nvSpPr>
        <p:spPr>
          <a:xfrm>
            <a:off x="836679" y="2405067"/>
            <a:ext cx="6919955" cy="4195430"/>
          </a:xfrm>
        </p:spPr>
        <p:txBody>
          <a:bodyPr>
            <a:normAutofit/>
          </a:bodyPr>
          <a:lstStyle/>
          <a:p>
            <a:r>
              <a:rPr lang="en-US" sz="1400" b="0" i="0" dirty="0">
                <a:effectLst/>
                <a:latin typeface="Times New Roman" panose="02020603050405020304" pitchFamily="18" charset="0"/>
                <a:cs typeface="Times New Roman" panose="02020603050405020304" pitchFamily="18" charset="0"/>
              </a:rPr>
              <a:t>Archival research is </a:t>
            </a:r>
            <a:r>
              <a:rPr lang="en-US" sz="1400" b="1" i="0" dirty="0">
                <a:effectLst/>
                <a:latin typeface="Times New Roman" panose="02020603050405020304" pitchFamily="18" charset="0"/>
                <a:cs typeface="Times New Roman" panose="02020603050405020304" pitchFamily="18" charset="0"/>
              </a:rPr>
              <a:t>research that involves searching for and extracting information and evidence from original archives</a:t>
            </a:r>
            <a:r>
              <a:rPr lang="en-US" sz="1400" b="0" i="0" dirty="0">
                <a:effectLst/>
                <a:latin typeface="Times New Roman" panose="02020603050405020304" pitchFamily="18" charset="0"/>
                <a:cs typeface="Times New Roman" panose="02020603050405020304" pitchFamily="18" charset="0"/>
              </a:rPr>
              <a:t>. </a:t>
            </a:r>
          </a:p>
          <a:p>
            <a:r>
              <a:rPr lang="en-US" sz="1400" b="0" i="0" dirty="0">
                <a:effectLst/>
                <a:latin typeface="Times New Roman" panose="02020603050405020304" pitchFamily="18" charset="0"/>
                <a:cs typeface="Times New Roman" panose="02020603050405020304" pitchFamily="18" charset="0"/>
              </a:rPr>
              <a:t>Archives are historical – non-current – documents, records and other sources relating to the activities and claims of individuals, entities or both.</a:t>
            </a:r>
          </a:p>
          <a:p>
            <a:pPr algn="l"/>
            <a:r>
              <a:rPr lang="en-US" sz="1800" b="0" i="0" u="none" strike="noStrike" baseline="0" dirty="0">
                <a:latin typeface="Times New Roman" panose="02020603050405020304" pitchFamily="18" charset="0"/>
                <a:cs typeface="Times New Roman" panose="02020603050405020304" pitchFamily="18" charset="0"/>
              </a:rPr>
              <a:t>census documents, college records, online databases, and newspaper Clippings</a:t>
            </a:r>
          </a:p>
          <a:p>
            <a:pPr algn="l"/>
            <a:r>
              <a:rPr lang="en-US" sz="1400" b="1" dirty="0">
                <a:latin typeface="Times New Roman" panose="02020603050405020304" pitchFamily="18" charset="0"/>
                <a:cs typeface="Times New Roman" panose="02020603050405020304" pitchFamily="18" charset="0"/>
              </a:rPr>
              <a:t>Advantages </a:t>
            </a:r>
            <a:endParaRPr lang="en-US" sz="1400" b="1"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It saves a lot of time which would otherwise be spent on travelling, surveys, interviews, etc.</a:t>
            </a:r>
          </a:p>
          <a:p>
            <a:pPr>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It is a cost-effective method of research as compared to other research options.</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Limitations </a:t>
            </a:r>
          </a:p>
          <a:p>
            <a:pPr>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It may take hours or days to find the right document or information needed for research.</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Archival sources may not be available or accessible</a:t>
            </a:r>
          </a:p>
          <a:p>
            <a:endParaRPr lang="en-US" sz="1400" dirty="0"/>
          </a:p>
        </p:txBody>
      </p:sp>
      <p:pic>
        <p:nvPicPr>
          <p:cNvPr id="5" name="Picture 4" descr="A picture containing diagram&#10;&#10;Description automatically generated">
            <a:extLst>
              <a:ext uri="{FF2B5EF4-FFF2-40B4-BE49-F238E27FC236}">
                <a16:creationId xmlns:a16="http://schemas.microsoft.com/office/drawing/2014/main" id="{18A110DD-BC81-F8AE-9784-6500EDAE570D}"/>
              </a:ext>
            </a:extLst>
          </p:cNvPr>
          <p:cNvPicPr>
            <a:picLocks noChangeAspect="1"/>
          </p:cNvPicPr>
          <p:nvPr/>
        </p:nvPicPr>
        <p:blipFill rotWithShape="1">
          <a:blip r:embed="rId2"/>
          <a:srcRect t="749" r="2" b="9623"/>
          <a:stretch/>
        </p:blipFill>
        <p:spPr>
          <a:xfrm>
            <a:off x="7199440" y="10"/>
            <a:ext cx="4992560" cy="6857990"/>
          </a:xfrm>
          <a:prstGeom prst="rect">
            <a:avLst/>
          </a:prstGeom>
          <a:effectLst/>
        </p:spPr>
      </p:pic>
    </p:spTree>
    <p:extLst>
      <p:ext uri="{BB962C8B-B14F-4D97-AF65-F5344CB8AC3E}">
        <p14:creationId xmlns:p14="http://schemas.microsoft.com/office/powerpoint/2010/main" val="3744577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0552-0539-44A3-A02F-62B0015D6D9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27FBEBE-4EF0-F9E0-A218-004189E315B8}"/>
              </a:ext>
            </a:extLst>
          </p:cNvPr>
          <p:cNvSpPr>
            <a:spLocks noGrp="1"/>
          </p:cNvSpPr>
          <p:nvPr>
            <p:ph type="subTitle" idx="1"/>
          </p:nvPr>
        </p:nvSpPr>
        <p:spPr/>
        <p:txBody>
          <a:bodyPr/>
          <a:lstStyle/>
          <a:p>
            <a:endParaRPr lang="en-US"/>
          </a:p>
        </p:txBody>
      </p:sp>
      <p:pic>
        <p:nvPicPr>
          <p:cNvPr id="5" name="Picture 4" descr="Diagram&#10;&#10;Description automatically generated">
            <a:extLst>
              <a:ext uri="{FF2B5EF4-FFF2-40B4-BE49-F238E27FC236}">
                <a16:creationId xmlns:a16="http://schemas.microsoft.com/office/drawing/2014/main" id="{B2D941F4-9BE0-E1FE-E32A-649BF5AADEB5}"/>
              </a:ext>
            </a:extLst>
          </p:cNvPr>
          <p:cNvPicPr>
            <a:picLocks noChangeAspect="1"/>
          </p:cNvPicPr>
          <p:nvPr/>
        </p:nvPicPr>
        <p:blipFill rotWithShape="1">
          <a:blip r:embed="rId2"/>
          <a:srcRect t="8391" b="4981"/>
          <a:stretch/>
        </p:blipFill>
        <p:spPr>
          <a:xfrm>
            <a:off x="952500" y="458513"/>
            <a:ext cx="10287000" cy="5940973"/>
          </a:xfrm>
          <a:prstGeom prst="rect">
            <a:avLst/>
          </a:prstGeom>
        </p:spPr>
      </p:pic>
    </p:spTree>
    <p:extLst>
      <p:ext uri="{BB962C8B-B14F-4D97-AF65-F5344CB8AC3E}">
        <p14:creationId xmlns:p14="http://schemas.microsoft.com/office/powerpoint/2010/main" val="2581092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E87F-5927-482B-995E-361AD9AF3409}"/>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Correlational Method</a:t>
            </a:r>
            <a:endParaRPr lang="en-US" dirty="0"/>
          </a:p>
        </p:txBody>
      </p:sp>
      <p:sp>
        <p:nvSpPr>
          <p:cNvPr id="3" name="Content Placeholder 2">
            <a:extLst>
              <a:ext uri="{FF2B5EF4-FFF2-40B4-BE49-F238E27FC236}">
                <a16:creationId xmlns:a16="http://schemas.microsoft.com/office/drawing/2014/main" id="{00C2CFF6-60BE-44C5-8DEE-68ADFE45A9A5}"/>
              </a:ext>
            </a:extLst>
          </p:cNvPr>
          <p:cNvSpPr>
            <a:spLocks noGrp="1"/>
          </p:cNvSpPr>
          <p:nvPr>
            <p:ph idx="1"/>
          </p:nvPr>
        </p:nvSpPr>
        <p:spPr>
          <a:xfrm>
            <a:off x="638175" y="1676400"/>
            <a:ext cx="11068049" cy="4276344"/>
          </a:xfrm>
        </p:spPr>
        <p:txBody>
          <a:bodyPr>
            <a:normAutofit fontScale="92500"/>
          </a:bodyPr>
          <a:lstStyle/>
          <a:p>
            <a:pPr marR="0" lvl="0" algn="just">
              <a:lnSpc>
                <a:spcPct val="150000"/>
              </a:lnSpc>
              <a:spcBef>
                <a:spcPts val="0"/>
              </a:spcBef>
              <a:spcAft>
                <a:spcPts val="0"/>
              </a:spcAft>
              <a:buFont typeface="Wingdings" panose="05000000000000000000" pitchFamily="2" charset="2"/>
              <a:buChar char="q"/>
              <a:tabLst>
                <a:tab pos="2286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correlational method involves systematically measuring the relationship between two or more variables (e.g., how much one can be predicted from the other).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Surveys: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correlational method often relies on surveys, as well as on observational data.  Surveys are used when the variable of interest is not easily observable.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Positive correlations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indicate that an increase in one variable is associated with an increase in the other.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 example,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more time you spend running on a treadmill, the more calories you will burn (2) Those who suffer from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mental illness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tend to have higher rates of suicide than those who do not.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Negative correlations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indicate that an increase in one variable is associated with a decrease in the other.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 example,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there is a negative correlation between self-esteem and depression. The higher our self-esteem, the lower our feelings of depression (2) The more that people are vaccinated for a specific illness, the less that illness occurs (Covid-19).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41005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5FC8C-4047-48AE-AF77-89A497CE17F4}"/>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Experimental Method:</a:t>
            </a:r>
            <a:endParaRPr lang="en-US" dirty="0"/>
          </a:p>
        </p:txBody>
      </p:sp>
      <p:sp>
        <p:nvSpPr>
          <p:cNvPr id="3" name="Content Placeholder 2">
            <a:extLst>
              <a:ext uri="{FF2B5EF4-FFF2-40B4-BE49-F238E27FC236}">
                <a16:creationId xmlns:a16="http://schemas.microsoft.com/office/drawing/2014/main" id="{600CDB1A-CE5D-4FA5-9A1C-8A843CBE928C}"/>
              </a:ext>
            </a:extLst>
          </p:cNvPr>
          <p:cNvSpPr>
            <a:spLocks noGrp="1"/>
          </p:cNvSpPr>
          <p:nvPr>
            <p:ph idx="1"/>
          </p:nvPr>
        </p:nvSpPr>
        <p:spPr>
          <a:xfrm>
            <a:off x="695325" y="1695450"/>
            <a:ext cx="11010899" cy="4667249"/>
          </a:xfrm>
        </p:spPr>
        <p:txBody>
          <a:bodyPr>
            <a:normAutofit fontScale="92500" lnSpcReduction="20000"/>
          </a:bodyPr>
          <a:lstStyle/>
          <a:p>
            <a:pPr marL="102870" marR="0" indent="-285750" algn="just">
              <a:lnSpc>
                <a:spcPct val="150000"/>
              </a:lnSpc>
              <a:spcBef>
                <a:spcPts val="0"/>
              </a:spcBef>
              <a:spcAft>
                <a:spcPts val="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scientific method that seeks to confirm cause and effect relationships by introducing independent variables and observing their effects on dependent variables.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 independent variable is a condition set or selected by an experimenter to see whether it will have an effect on behavior; it might be a stimulus presented, a drug administered, and a new method of training business managers and so 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Dependent variable is so called because its value depends on the value of the independent variable.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Measuring effect of aggression caused by a violent videogame (</a:t>
            </a:r>
            <a:r>
              <a:rPr lang="en-GB" sz="1800" dirty="0" err="1">
                <a:effectLst/>
                <a:latin typeface="Times New Roman" panose="02020603050405020304" pitchFamily="18" charset="0"/>
                <a:ea typeface="Calibri" panose="020F0502020204030204" pitchFamily="34" charset="0"/>
                <a:cs typeface="Times New Roman" panose="02020603050405020304" pitchFamily="18" charset="0"/>
              </a:rPr>
              <a:t>Pubg</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Coffee and sleep or performance.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2286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experimental group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consists of participants exposed to the independent variable. Members of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control group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are exposed to all conditions except the independent variable.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q"/>
            </a:pPr>
            <a:r>
              <a:rPr lang="en-US" sz="1800" b="1" dirty="0">
                <a:effectLst/>
                <a:latin typeface="Times New Roman" panose="02020603050405020304" pitchFamily="18" charset="0"/>
                <a:ea typeface="Calibri" panose="020F0502020204030204" pitchFamily="34" charset="0"/>
              </a:rPr>
              <a:t>Example</a:t>
            </a:r>
            <a:r>
              <a:rPr lang="en-US" sz="1800" dirty="0">
                <a:effectLst/>
                <a:latin typeface="Times New Roman" panose="02020603050405020304" pitchFamily="18" charset="0"/>
                <a:ea typeface="Calibri" panose="020F0502020204030204" pitchFamily="34" charset="0"/>
              </a:rPr>
              <a:t> </a:t>
            </a:r>
          </a:p>
          <a:p>
            <a:pPr>
              <a:buFont typeface="Wingdings" panose="05000000000000000000" pitchFamily="2" charset="2"/>
              <a:buChar char="q"/>
            </a:pPr>
            <a:r>
              <a:rPr lang="en-US" sz="1800" dirty="0">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uppose you notice that you seem to study better while listening to your iPod. This suggests the hypothesis that music improve learning. We could test this idea by forming an experimental group that studies with music. A control group would study without music. Then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could compare their scores on a test. The control group provides a point of reference for comparison. If the average test scores of the experimental group is higher than the average test scores of control group than we can conclude that music improves learning.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05514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Content Placeholder 12" descr="A picture containing vector graphics&#10;&#10;Description automatically generated">
            <a:extLst>
              <a:ext uri="{FF2B5EF4-FFF2-40B4-BE49-F238E27FC236}">
                <a16:creationId xmlns:a16="http://schemas.microsoft.com/office/drawing/2014/main" id="{3517E611-780D-AA1A-8455-B2A4EA82CD3C}"/>
              </a:ext>
            </a:extLst>
          </p:cNvPr>
          <p:cNvPicPr>
            <a:picLocks noGrp="1" noChangeAspect="1"/>
          </p:cNvPicPr>
          <p:nvPr>
            <p:ph idx="1"/>
          </p:nvPr>
        </p:nvPicPr>
        <p:blipFill>
          <a:blip r:embed="rId2"/>
          <a:stretch>
            <a:fillRect/>
          </a:stretch>
        </p:blipFill>
        <p:spPr>
          <a:xfrm>
            <a:off x="1315333" y="597655"/>
            <a:ext cx="9930736" cy="5842067"/>
          </a:xfrm>
        </p:spPr>
      </p:pic>
    </p:spTree>
    <p:extLst>
      <p:ext uri="{BB962C8B-B14F-4D97-AF65-F5344CB8AC3E}">
        <p14:creationId xmlns:p14="http://schemas.microsoft.com/office/powerpoint/2010/main" val="3728542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D0839D-F3DA-4E67-9C54-85D89F0E7347}"/>
              </a:ext>
            </a:extLst>
          </p:cNvPr>
          <p:cNvSpPr>
            <a:spLocks noGrp="1"/>
          </p:cNvSpPr>
          <p:nvPr>
            <p:ph idx="1"/>
          </p:nvPr>
        </p:nvSpPr>
        <p:spPr>
          <a:xfrm>
            <a:off x="1066800" y="1047750"/>
            <a:ext cx="10306050" cy="4904994"/>
          </a:xfrm>
        </p:spPr>
        <p:txBody>
          <a:bodyPr/>
          <a:lstStyle/>
          <a:p>
            <a:pPr algn="just">
              <a:lnSpc>
                <a:spcPct val="150000"/>
              </a:lnSpc>
              <a:buFont typeface="Wingdings" panose="05000000000000000000" pitchFamily="2" charset="2"/>
              <a:buChar char="q"/>
            </a:pPr>
            <a:r>
              <a:rPr lang="en-US" sz="1600" b="1">
                <a:solidFill>
                  <a:schemeClr val="tx1">
                    <a:lumMod val="95000"/>
                    <a:lumOff val="5000"/>
                  </a:schemeClr>
                </a:solidFill>
                <a:latin typeface="Times New Roman" panose="02020603050405020304" pitchFamily="18" charset="0"/>
                <a:cs typeface="Times New Roman" panose="02020603050405020304" pitchFamily="18" charset="0"/>
              </a:rPr>
              <a:t>Example</a:t>
            </a:r>
            <a:endParaRPr 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1600">
                <a:solidFill>
                  <a:schemeClr val="tx1">
                    <a:lumMod val="95000"/>
                    <a:lumOff val="5000"/>
                  </a:schemeClr>
                </a:solidFill>
                <a:latin typeface="Times New Roman" panose="02020603050405020304" pitchFamily="18" charset="0"/>
                <a:cs typeface="Times New Roman" panose="02020603050405020304" pitchFamily="18" charset="0"/>
              </a:rPr>
              <a:t> Independent and dependent variables. You</a:t>
            </a:r>
            <a:r>
              <a:rPr lang="en-US" sz="1600" b="0" i="0">
                <a:solidFill>
                  <a:schemeClr val="tx1">
                    <a:lumMod val="95000"/>
                    <a:lumOff val="5000"/>
                  </a:schemeClr>
                </a:solidFill>
                <a:effectLst/>
                <a:latin typeface="Times New Roman" panose="02020603050405020304" pitchFamily="18" charset="0"/>
                <a:cs typeface="Times New Roman" panose="02020603050405020304" pitchFamily="18" charset="0"/>
              </a:rPr>
              <a:t> design a study to test whether changes in room temperature have an effect on math test scores.</a:t>
            </a:r>
          </a:p>
          <a:p>
            <a:pPr algn="just">
              <a:lnSpc>
                <a:spcPct val="150000"/>
              </a:lnSpc>
              <a:buFont typeface="Wingdings" panose="05000000000000000000" pitchFamily="2" charset="2"/>
              <a:buChar char="q"/>
            </a:pPr>
            <a:r>
              <a:rPr lang="en-US" sz="1600" b="0" i="0">
                <a:solidFill>
                  <a:schemeClr val="tx1">
                    <a:lumMod val="95000"/>
                    <a:lumOff val="5000"/>
                  </a:schemeClr>
                </a:solidFill>
                <a:effectLst/>
                <a:latin typeface="Times New Roman" panose="02020603050405020304" pitchFamily="18" charset="0"/>
                <a:cs typeface="Times New Roman" panose="02020603050405020304" pitchFamily="18" charset="0"/>
              </a:rPr>
              <a:t>Your </a:t>
            </a:r>
            <a:r>
              <a:rPr lang="en-US" sz="1600" b="1" i="0">
                <a:solidFill>
                  <a:schemeClr val="tx1">
                    <a:lumMod val="95000"/>
                    <a:lumOff val="5000"/>
                  </a:schemeClr>
                </a:solidFill>
                <a:effectLst/>
                <a:latin typeface="Times New Roman" panose="02020603050405020304" pitchFamily="18" charset="0"/>
                <a:cs typeface="Times New Roman" panose="02020603050405020304" pitchFamily="18" charset="0"/>
              </a:rPr>
              <a:t>independent variable</a:t>
            </a:r>
            <a:r>
              <a:rPr lang="en-US" sz="1600" b="0" i="0">
                <a:solidFill>
                  <a:schemeClr val="tx1">
                    <a:lumMod val="95000"/>
                    <a:lumOff val="5000"/>
                  </a:schemeClr>
                </a:solidFill>
                <a:effectLst/>
                <a:latin typeface="Times New Roman" panose="02020603050405020304" pitchFamily="18" charset="0"/>
                <a:cs typeface="Times New Roman" panose="02020603050405020304" pitchFamily="18" charset="0"/>
              </a:rPr>
              <a:t> is the temperature of the room. You vary the room temperature by making it cooler for half the participants, and warmer for the other half.</a:t>
            </a:r>
          </a:p>
          <a:p>
            <a:pPr algn="just">
              <a:lnSpc>
                <a:spcPct val="150000"/>
              </a:lnSpc>
              <a:buFont typeface="Wingdings" panose="05000000000000000000" pitchFamily="2" charset="2"/>
              <a:buChar char="q"/>
            </a:pPr>
            <a:r>
              <a:rPr lang="en-US" sz="1600" b="0" i="0">
                <a:solidFill>
                  <a:schemeClr val="tx1">
                    <a:lumMod val="95000"/>
                    <a:lumOff val="5000"/>
                  </a:schemeClr>
                </a:solidFill>
                <a:effectLst/>
                <a:latin typeface="Times New Roman" panose="02020603050405020304" pitchFamily="18" charset="0"/>
                <a:cs typeface="Times New Roman" panose="02020603050405020304" pitchFamily="18" charset="0"/>
              </a:rPr>
              <a:t>Your </a:t>
            </a:r>
            <a:r>
              <a:rPr lang="en-US" sz="1600" b="1" i="0">
                <a:solidFill>
                  <a:schemeClr val="tx1">
                    <a:lumMod val="95000"/>
                    <a:lumOff val="5000"/>
                  </a:schemeClr>
                </a:solidFill>
                <a:effectLst/>
                <a:latin typeface="Times New Roman" panose="02020603050405020304" pitchFamily="18" charset="0"/>
                <a:cs typeface="Times New Roman" panose="02020603050405020304" pitchFamily="18" charset="0"/>
              </a:rPr>
              <a:t>dependent variable</a:t>
            </a:r>
            <a:r>
              <a:rPr lang="en-US" sz="1600" b="0" i="0">
                <a:solidFill>
                  <a:schemeClr val="tx1">
                    <a:lumMod val="95000"/>
                    <a:lumOff val="5000"/>
                  </a:schemeClr>
                </a:solidFill>
                <a:effectLst/>
                <a:latin typeface="Times New Roman" panose="02020603050405020304" pitchFamily="18" charset="0"/>
                <a:cs typeface="Times New Roman" panose="02020603050405020304" pitchFamily="18" charset="0"/>
              </a:rPr>
              <a:t> is math test scores. You measure the math skills of all participants using a standardized test and check whether they differ based on room temperature.</a:t>
            </a:r>
          </a:p>
          <a:p>
            <a:endParaRPr lang="en-US" dirty="0"/>
          </a:p>
        </p:txBody>
      </p:sp>
      <p:pic>
        <p:nvPicPr>
          <p:cNvPr id="4" name="Picture 2" descr="Independent and Dependent Variable Examples Across Different Disciplines">
            <a:extLst>
              <a:ext uri="{FF2B5EF4-FFF2-40B4-BE49-F238E27FC236}">
                <a16:creationId xmlns:a16="http://schemas.microsoft.com/office/drawing/2014/main" id="{60FE9F54-496D-40AE-8DCC-11C80919D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3752850"/>
            <a:ext cx="36576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396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DF7D93D-1131-4A4B-9A17-54BA9BE41EFE}"/>
              </a:ext>
            </a:extLst>
          </p:cNvPr>
          <p:cNvSpPr>
            <a:spLocks noGrp="1"/>
          </p:cNvSpPr>
          <p:nvPr>
            <p:ph type="title"/>
          </p:nvPr>
        </p:nvSpPr>
        <p:spPr>
          <a:xfrm>
            <a:off x="1288060" y="1369938"/>
            <a:ext cx="3210854" cy="4114800"/>
          </a:xfrm>
        </p:spPr>
        <p:txBody>
          <a:bodyPr>
            <a:normAutofit/>
          </a:bodyPr>
          <a:lstStyle/>
          <a:p>
            <a:pPr algn="r"/>
            <a:r>
              <a:rPr lang="en-US" b="1" baseline="3413" dirty="0">
                <a:latin typeface="Times New Roman" panose="02020603050405020304" pitchFamily="18" charset="0"/>
                <a:cs typeface="Times New Roman" panose="02020603050405020304" pitchFamily="18" charset="0"/>
              </a:rPr>
              <a:t>Clini</a:t>
            </a:r>
            <a:r>
              <a:rPr lang="en-US" b="1" spc="-29" baseline="3413" dirty="0">
                <a:latin typeface="Times New Roman" panose="02020603050405020304" pitchFamily="18" charset="0"/>
                <a:cs typeface="Times New Roman" panose="02020603050405020304" pitchFamily="18" charset="0"/>
              </a:rPr>
              <a:t>c</a:t>
            </a:r>
            <a:r>
              <a:rPr lang="en-US" b="1" baseline="3413" dirty="0">
                <a:latin typeface="Times New Roman" panose="02020603050405020304" pitchFamily="18" charset="0"/>
                <a:cs typeface="Times New Roman" panose="02020603050405020304" pitchFamily="18" charset="0"/>
              </a:rPr>
              <a:t>al</a:t>
            </a:r>
            <a:r>
              <a:rPr lang="en-US" b="1" spc="-28" baseline="3413" dirty="0">
                <a:latin typeface="Times New Roman" panose="02020603050405020304" pitchFamily="18" charset="0"/>
                <a:cs typeface="Times New Roman" panose="02020603050405020304" pitchFamily="18" charset="0"/>
              </a:rPr>
              <a:t> </a:t>
            </a:r>
            <a:r>
              <a:rPr lang="en-US" b="1" baseline="3413" dirty="0">
                <a:latin typeface="Times New Roman" panose="02020603050405020304" pitchFamily="18" charset="0"/>
                <a:cs typeface="Times New Roman" panose="02020603050405020304" pitchFamily="18" charset="0"/>
              </a:rPr>
              <a:t>m</a:t>
            </a:r>
            <a:r>
              <a:rPr lang="en-US" b="1" spc="-14" baseline="3413" dirty="0">
                <a:latin typeface="Times New Roman" panose="02020603050405020304" pitchFamily="18" charset="0"/>
                <a:cs typeface="Times New Roman" panose="02020603050405020304" pitchFamily="18" charset="0"/>
              </a:rPr>
              <a:t>e</a:t>
            </a:r>
            <a:r>
              <a:rPr lang="en-US" b="1" baseline="3413" dirty="0">
                <a:latin typeface="Times New Roman" panose="02020603050405020304" pitchFamily="18" charset="0"/>
                <a:cs typeface="Times New Roman" panose="02020603050405020304" pitchFamily="18" charset="0"/>
              </a:rPr>
              <a:t>t</a:t>
            </a:r>
            <a:r>
              <a:rPr lang="en-US" b="1" spc="4" baseline="3413" dirty="0">
                <a:latin typeface="Times New Roman" panose="02020603050405020304" pitchFamily="18" charset="0"/>
                <a:cs typeface="Times New Roman" panose="02020603050405020304" pitchFamily="18" charset="0"/>
              </a:rPr>
              <a:t>h</a:t>
            </a:r>
            <a:r>
              <a:rPr lang="en-US" b="1" baseline="3413" dirty="0">
                <a:latin typeface="Times New Roman" panose="02020603050405020304" pitchFamily="18" charset="0"/>
                <a:cs typeface="Times New Roman" panose="02020603050405020304" pitchFamily="18" charset="0"/>
              </a:rPr>
              <a:t>od</a:t>
            </a:r>
            <a:r>
              <a:rPr lang="en-US" b="1" spc="-41" baseline="3413" dirty="0">
                <a:latin typeface="Times New Roman" panose="02020603050405020304" pitchFamily="18" charset="0"/>
                <a:cs typeface="Times New Roman" panose="02020603050405020304" pitchFamily="18" charset="0"/>
              </a:rPr>
              <a:t> </a:t>
            </a:r>
            <a:r>
              <a:rPr lang="en-US" b="1" baseline="3413" dirty="0">
                <a:latin typeface="Times New Roman" panose="02020603050405020304" pitchFamily="18" charset="0"/>
                <a:cs typeface="Times New Roman" panose="02020603050405020304" pitchFamily="18" charset="0"/>
              </a:rPr>
              <a:t>or </a:t>
            </a:r>
            <a:r>
              <a:rPr lang="en-US" b="1" spc="9" baseline="3413" dirty="0">
                <a:latin typeface="Times New Roman" panose="02020603050405020304" pitchFamily="18" charset="0"/>
                <a:cs typeface="Times New Roman" panose="02020603050405020304" pitchFamily="18" charset="0"/>
              </a:rPr>
              <a:t>C</a:t>
            </a:r>
            <a:r>
              <a:rPr lang="en-US" b="1" baseline="3413" dirty="0">
                <a:latin typeface="Times New Roman" panose="02020603050405020304" pitchFamily="18" charset="0"/>
                <a:cs typeface="Times New Roman" panose="02020603050405020304" pitchFamily="18" charset="0"/>
              </a:rPr>
              <a:t>ase</a:t>
            </a:r>
            <a:r>
              <a:rPr lang="en-US" b="1" spc="-75" baseline="3413" dirty="0">
                <a:latin typeface="Times New Roman" panose="02020603050405020304" pitchFamily="18" charset="0"/>
                <a:cs typeface="Times New Roman" panose="02020603050405020304" pitchFamily="18" charset="0"/>
              </a:rPr>
              <a:t> </a:t>
            </a:r>
            <a:r>
              <a:rPr lang="en-US" b="1" spc="-50" baseline="3413" dirty="0">
                <a:latin typeface="Times New Roman" panose="02020603050405020304" pitchFamily="18" charset="0"/>
                <a:cs typeface="Times New Roman" panose="02020603050405020304" pitchFamily="18" charset="0"/>
              </a:rPr>
              <a:t>s</a:t>
            </a:r>
            <a:r>
              <a:rPr lang="en-US" b="1" baseline="3413" dirty="0">
                <a:latin typeface="Times New Roman" panose="02020603050405020304" pitchFamily="18" charset="0"/>
                <a:cs typeface="Times New Roman" panose="02020603050405020304" pitchFamily="18" charset="0"/>
              </a:rPr>
              <a:t>t</a:t>
            </a:r>
            <a:r>
              <a:rPr lang="en-US" b="1" spc="4" baseline="3413" dirty="0">
                <a:latin typeface="Times New Roman" panose="02020603050405020304" pitchFamily="18" charset="0"/>
                <a:cs typeface="Times New Roman" panose="02020603050405020304" pitchFamily="18" charset="0"/>
              </a:rPr>
              <a:t>u</a:t>
            </a:r>
            <a:r>
              <a:rPr lang="en-US" b="1" baseline="3413" dirty="0">
                <a:latin typeface="Times New Roman" panose="02020603050405020304" pitchFamily="18" charset="0"/>
                <a:cs typeface="Times New Roman" panose="02020603050405020304" pitchFamily="18" charset="0"/>
              </a:rPr>
              <a:t>dy</a:t>
            </a:r>
            <a:r>
              <a:rPr lang="en-US" b="1" spc="-15" baseline="3413" dirty="0">
                <a:latin typeface="Times New Roman" panose="02020603050405020304" pitchFamily="18" charset="0"/>
                <a:cs typeface="Times New Roman" panose="02020603050405020304" pitchFamily="18" charset="0"/>
              </a:rPr>
              <a:t> </a:t>
            </a:r>
            <a:r>
              <a:rPr lang="en-US" b="1" baseline="3413" dirty="0">
                <a:latin typeface="Times New Roman" panose="02020603050405020304" pitchFamily="18" charset="0"/>
                <a:cs typeface="Times New Roman" panose="02020603050405020304" pitchFamily="18" charset="0"/>
              </a:rPr>
              <a:t>metho</a:t>
            </a:r>
            <a:r>
              <a:rPr lang="en-US" b="1" spc="9" baseline="3413" dirty="0">
                <a:latin typeface="Times New Roman" panose="02020603050405020304" pitchFamily="18" charset="0"/>
                <a:cs typeface="Times New Roman" panose="02020603050405020304" pitchFamily="18" charset="0"/>
              </a:rPr>
              <a:t>d</a:t>
            </a:r>
            <a:r>
              <a:rPr lang="en-US" b="1" baseline="3413" dirty="0">
                <a:latin typeface="Times New Roman" panose="02020603050405020304" pitchFamily="18" charset="0"/>
                <a:cs typeface="Times New Roman" panose="02020603050405020304" pitchFamily="18" charset="0"/>
              </a:rPr>
              <a:t>s</a:t>
            </a:r>
            <a:endParaRPr lang="en-US" b="1"/>
          </a:p>
        </p:txBody>
      </p:sp>
      <p:cxnSp>
        <p:nvCxnSpPr>
          <p:cNvPr id="14" name="Straight Connector 13">
            <a:extLst>
              <a:ext uri="{FF2B5EF4-FFF2-40B4-BE49-F238E27FC236}">
                <a16:creationId xmlns:a16="http://schemas.microsoft.com/office/drawing/2014/main" id="{F492F8DF-EE34-4FC5-9FFE-76EB2E3BB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3168614" y="3429000"/>
            <a:ext cx="3200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76B7FC1-97E3-4DC6-B2AE-351DD9D539D0}"/>
              </a:ext>
            </a:extLst>
          </p:cNvPr>
          <p:cNvSpPr>
            <a:spLocks noGrp="1"/>
          </p:cNvSpPr>
          <p:nvPr>
            <p:ph idx="1"/>
          </p:nvPr>
        </p:nvSpPr>
        <p:spPr>
          <a:xfrm>
            <a:off x="5030505" y="1371600"/>
            <a:ext cx="5872185" cy="4114800"/>
          </a:xfrm>
        </p:spPr>
        <p:txBody>
          <a:bodyPr anchor="ctr">
            <a:normAutofit/>
          </a:bodyPr>
          <a:lstStyle/>
          <a:p>
            <a:pPr>
              <a:buFont typeface="Wingdings" panose="05000000000000000000" pitchFamily="2" charset="2"/>
              <a:buChar char="q"/>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Intensive description and analysis of individual. Case studies are a source of hypothesis and ideas about normal and abnormal behavior. </a:t>
            </a:r>
          </a:p>
          <a:p>
            <a:pPr>
              <a:buFont typeface="Wingdings" panose="05000000000000000000" pitchFamily="2" charset="2"/>
              <a:buChar char="q"/>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It includes interviewing the subjects, interviewing people who are close to the subjects, direct observation of the participants, examination of records, and psychological testing. </a:t>
            </a:r>
          </a:p>
          <a:p>
            <a:pPr algn="l"/>
            <a:r>
              <a:rPr lang="en-US" sz="1800" dirty="0">
                <a:latin typeface="That-Book"/>
              </a:rPr>
              <a:t>C</a:t>
            </a:r>
            <a:r>
              <a:rPr lang="en-US" sz="1800" b="0" i="0" u="none" strike="noStrike" baseline="0" dirty="0">
                <a:latin typeface="That-Book"/>
              </a:rPr>
              <a:t>ase studies of terrorists might help identify others who are prone to violence.</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p>
        </p:txBody>
      </p:sp>
    </p:spTree>
    <p:extLst>
      <p:ext uri="{BB962C8B-B14F-4D97-AF65-F5344CB8AC3E}">
        <p14:creationId xmlns:p14="http://schemas.microsoft.com/office/powerpoint/2010/main" val="136138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23287"/>
            <a:ext cx="12191980" cy="685800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285999"/>
            <a:ext cx="8649738" cy="2396063"/>
          </a:xfrm>
        </p:spPr>
        <p:txBody>
          <a:bodyPr>
            <a:normAutofit/>
          </a:bodyPr>
          <a:lstStyle/>
          <a:p>
            <a:r>
              <a:rPr lang="en-US" sz="6800" b="1" dirty="0">
                <a:latin typeface="Times New Roman" panose="02020603050405020304" pitchFamily="18" charset="0"/>
                <a:cs typeface="Times New Roman" panose="02020603050405020304" pitchFamily="18" charset="0"/>
              </a:rPr>
              <a:t>Research Ethics </a:t>
            </a:r>
          </a:p>
        </p:txBody>
      </p:sp>
    </p:spTree>
    <p:extLst>
      <p:ext uri="{BB962C8B-B14F-4D97-AF65-F5344CB8AC3E}">
        <p14:creationId xmlns:p14="http://schemas.microsoft.com/office/powerpoint/2010/main" val="4094733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7C32F65-03FE-43AA-BA34-5B829B70A6FE}"/>
              </a:ext>
            </a:extLst>
          </p:cNvPr>
          <p:cNvSpPr>
            <a:spLocks noGrp="1"/>
          </p:cNvSpPr>
          <p:nvPr>
            <p:ph type="title"/>
          </p:nvPr>
        </p:nvSpPr>
        <p:spPr>
          <a:xfrm>
            <a:off x="1143000" y="990599"/>
            <a:ext cx="9906000" cy="685800"/>
          </a:xfrm>
        </p:spPr>
        <p:txBody>
          <a:bodyPr anchor="t">
            <a:normAutofit/>
          </a:bodyPr>
          <a:lstStyle/>
          <a:p>
            <a:r>
              <a:rPr lang="en-US" sz="4000">
                <a:latin typeface="Times New Roman" panose="02020603050405020304" pitchFamily="18" charset="0"/>
                <a:cs typeface="Times New Roman" panose="02020603050405020304" pitchFamily="18" charset="0"/>
              </a:rPr>
              <a:t>Five ethical principles </a:t>
            </a:r>
          </a:p>
        </p:txBody>
      </p:sp>
      <p:graphicFrame>
        <p:nvGraphicFramePr>
          <p:cNvPr id="5" name="Content Placeholder 2">
            <a:extLst>
              <a:ext uri="{FF2B5EF4-FFF2-40B4-BE49-F238E27FC236}">
                <a16:creationId xmlns:a16="http://schemas.microsoft.com/office/drawing/2014/main" id="{7A95D5A2-AC18-8B5C-0611-B2CD5D7D0742}"/>
              </a:ext>
            </a:extLst>
          </p:cNvPr>
          <p:cNvGraphicFramePr>
            <a:graphicFrameLocks noGrp="1"/>
          </p:cNvGraphicFramePr>
          <p:nvPr>
            <p:ph idx="1"/>
            <p:extLst>
              <p:ext uri="{D42A27DB-BD31-4B8C-83A1-F6EECF244321}">
                <p14:modId xmlns:p14="http://schemas.microsoft.com/office/powerpoint/2010/main" val="3145350622"/>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330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5EF52-51B6-4B42-8463-DAC7411BD21B}"/>
              </a:ext>
            </a:extLst>
          </p:cNvPr>
          <p:cNvSpPr>
            <a:spLocks noGrp="1"/>
          </p:cNvSpPr>
          <p:nvPr>
            <p:ph type="title"/>
          </p:nvPr>
        </p:nvSpPr>
        <p:spPr/>
        <p:txBody>
          <a:bodyPr>
            <a:normAutofit fontScale="90000"/>
          </a:bodyPr>
          <a:lstStyle/>
          <a:p>
            <a:br>
              <a:rPr lang="en-US" sz="3600" b="1" dirty="0">
                <a:effectLst/>
                <a:latin typeface="Times New Roman" panose="02020603050405020304" pitchFamily="18" charset="0"/>
                <a:ea typeface="Calibri" panose="020F0502020204030204" pitchFamily="34" charset="0"/>
                <a:cs typeface="Times New Roman" panose="02020603050405020304" pitchFamily="18" charset="0"/>
              </a:rPr>
            </a:br>
            <a:br>
              <a:rPr lang="en-US" sz="36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Informed Consent</a:t>
            </a:r>
            <a:br>
              <a:rPr lang="en-US" sz="3600" dirty="0">
                <a:effectLst/>
                <a:latin typeface="Times New Roman" panose="02020603050405020304" pitchFamily="18" charset="0"/>
                <a:ea typeface="Calibri" panose="020F0502020204030204" pitchFamily="34" charset="0"/>
                <a:cs typeface="Times New Roman" panose="02020603050405020304" pitchFamily="18" charset="0"/>
              </a:rPr>
            </a:br>
            <a:br>
              <a:rPr lang="en-US" sz="3600" dirty="0">
                <a:effectLst/>
                <a:latin typeface="Calibri" panose="020F0502020204030204" pitchFamily="34" charset="0"/>
                <a:ea typeface="Calibri" panose="020F0502020204030204" pitchFamily="34" charset="0"/>
                <a:cs typeface="Times New Roman" panose="02020603050405020304" pitchFamily="18" charset="0"/>
              </a:rPr>
            </a:br>
            <a:endParaRPr lang="en-US" sz="6600" dirty="0"/>
          </a:p>
        </p:txBody>
      </p:sp>
      <p:sp>
        <p:nvSpPr>
          <p:cNvPr id="3" name="Content Placeholder 2">
            <a:extLst>
              <a:ext uri="{FF2B5EF4-FFF2-40B4-BE49-F238E27FC236}">
                <a16:creationId xmlns:a16="http://schemas.microsoft.com/office/drawing/2014/main" id="{ED923079-08EF-44F3-8391-9D4BC70DECE9}"/>
              </a:ext>
            </a:extLst>
          </p:cNvPr>
          <p:cNvSpPr>
            <a:spLocks noGrp="1"/>
          </p:cNvSpPr>
          <p:nvPr>
            <p:ph idx="1"/>
          </p:nvPr>
        </p:nvSpPr>
        <p:spPr>
          <a:xfrm>
            <a:off x="1066800" y="2103120"/>
            <a:ext cx="6305550" cy="3849624"/>
          </a:xfrm>
        </p:spPr>
        <p:txBody>
          <a:bodyPr>
            <a:normAutofit lnSpcReduction="10000"/>
          </a:bodyPr>
          <a:lstStyle/>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Agreement to participate in an experiment,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granted in full awareness of the nature of the experiment, which has been explained in advance.</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 informed consent form provides a written description of what participants can expect during the experiment, including potential risks and implications of the research.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It also lets participants know that their involvement is completely voluntary and can be discontinued without penalty at any time.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Furthermore, the informed consent guarantees that any data collected in the experiment will remain completely confidential.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cases where research participants are under the age of 18, the parents or legal guardians are required to sign the informed consent form.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9218" name="Picture 2" descr="Informed Consent Images – Browse 1,352 Stock Photos, Vectors, and Video |  Adobe Stock">
            <a:extLst>
              <a:ext uri="{FF2B5EF4-FFF2-40B4-BE49-F238E27FC236}">
                <a16:creationId xmlns:a16="http://schemas.microsoft.com/office/drawing/2014/main" id="{FEC676A3-4FBC-4981-850C-C4D83A169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2900" y="2014194"/>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472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63DC-110E-449A-8AC5-7FE00BF853CC}"/>
              </a:ext>
            </a:extLst>
          </p:cNvPr>
          <p:cNvSpPr>
            <a:spLocks noGrp="1"/>
          </p:cNvSpPr>
          <p:nvPr>
            <p:ph type="title"/>
          </p:nvPr>
        </p:nvSpPr>
        <p:spPr/>
        <p:txBody>
          <a:bodyPr>
            <a:normAutofit fontScale="90000"/>
          </a:bodyPr>
          <a:lstStyle/>
          <a:p>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Confidentiality:</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 </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3DAEEBB-7CB3-4B1E-8847-0D662CBF7A0C}"/>
              </a:ext>
            </a:extLst>
          </p:cNvPr>
          <p:cNvSpPr>
            <a:spLocks noGrp="1"/>
          </p:cNvSpPr>
          <p:nvPr>
            <p:ph idx="1"/>
          </p:nvPr>
        </p:nvSpPr>
        <p:spPr>
          <a:xfrm>
            <a:off x="1066800" y="1685925"/>
            <a:ext cx="10163175" cy="2505076"/>
          </a:xfrm>
        </p:spPr>
        <p:txBody>
          <a:bodyPr>
            <a:normAutofit fontScale="92500" lnSpcReduction="10000"/>
          </a:bodyPr>
          <a:lstStyle/>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Participants should remain anonymous so that data cannot be identified as theirs names should be withheld when data is reported.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Information about a person acquired during a study must be kept confidential and not made available to others without the research participant’s consent.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common practice is to separate the names and other information used to identify participants from the data collected in the study. The data are then identified only by code or case numbers.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that way, no one other than the experimenter has access to how any particular participant responded.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Another common practice is to report only aggregated data for example, data averaged across all participants in the same group or condition. This further protects the privacy of individual research participants.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10244" name="Picture 4" descr="Does your company take confidentiality and trade secrets seriously? —  Creative Business Inc.">
            <a:extLst>
              <a:ext uri="{FF2B5EF4-FFF2-40B4-BE49-F238E27FC236}">
                <a16:creationId xmlns:a16="http://schemas.microsoft.com/office/drawing/2014/main" id="{5A11B9B3-BFA0-4DB8-8245-68338EC6F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7450" y="4267199"/>
            <a:ext cx="76581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866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24453-D740-4E38-BA27-F6EC53B86144}"/>
              </a:ext>
            </a:extLst>
          </p:cNvPr>
          <p:cNvSpPr>
            <a:spLocks noGrp="1"/>
          </p:cNvSpPr>
          <p:nvPr>
            <p:ph type="title"/>
          </p:nvPr>
        </p:nvSpPr>
        <p:spPr/>
        <p:txBody>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Minimal Risk</a:t>
            </a:r>
            <a:endParaRPr lang="en-US" dirty="0"/>
          </a:p>
        </p:txBody>
      </p:sp>
      <p:sp>
        <p:nvSpPr>
          <p:cNvPr id="3" name="Content Placeholder 2">
            <a:extLst>
              <a:ext uri="{FF2B5EF4-FFF2-40B4-BE49-F238E27FC236}">
                <a16:creationId xmlns:a16="http://schemas.microsoft.com/office/drawing/2014/main" id="{4ABD0E75-6353-425D-BD2E-542056E7E00E}"/>
              </a:ext>
            </a:extLst>
          </p:cNvPr>
          <p:cNvSpPr>
            <a:spLocks noGrp="1"/>
          </p:cNvSpPr>
          <p:nvPr>
            <p:ph idx="1"/>
          </p:nvPr>
        </p:nvSpPr>
        <p:spPr/>
        <p:txBody>
          <a:bodyPr/>
          <a:lstStyle/>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most cases, the risks anticipated in the research should be no greater than those ordinarily encountered in daily life. </a:t>
            </a:r>
          </a:p>
          <a:p>
            <a:pPr algn="jus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Obviously, a person should not be exposed to physical harm or injury, but deciding how much psychological stress is ethically justified in a research project is not always so clear-cut.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b="1" dirty="0"/>
          </a:p>
        </p:txBody>
      </p:sp>
      <p:pic>
        <p:nvPicPr>
          <p:cNvPr id="11268" name="Picture 4" descr="Looking for minimum risk | The Finapolis">
            <a:extLst>
              <a:ext uri="{FF2B5EF4-FFF2-40B4-BE49-F238E27FC236}">
                <a16:creationId xmlns:a16="http://schemas.microsoft.com/office/drawing/2014/main" id="{F08FAE78-1A91-46CD-9163-DF5C411D99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4027932"/>
            <a:ext cx="3276600" cy="2033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749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E6994-0A40-409C-9053-8F33F49B7435}"/>
              </a:ext>
            </a:extLst>
          </p:cNvPr>
          <p:cNvSpPr>
            <a:spLocks noGrp="1"/>
          </p:cNvSpPr>
          <p:nvPr>
            <p:ph type="title"/>
          </p:nvPr>
        </p:nvSpPr>
        <p:spPr>
          <a:xfrm>
            <a:off x="965199" y="851517"/>
            <a:ext cx="5130795" cy="1461778"/>
          </a:xfrm>
        </p:spPr>
        <p:txBody>
          <a:bodyPr>
            <a:normAutofit/>
          </a:bodyPr>
          <a:lstStyle/>
          <a:p>
            <a:r>
              <a:rPr lang="en-US" sz="4000" b="1">
                <a:effectLst/>
                <a:latin typeface="Times New Roman" panose="02020603050405020304" pitchFamily="18" charset="0"/>
                <a:ea typeface="Calibri" panose="020F0502020204030204" pitchFamily="34" charset="0"/>
                <a:cs typeface="Times New Roman" panose="02020603050405020304" pitchFamily="18" charset="0"/>
              </a:rPr>
              <a:t>Deception</a:t>
            </a:r>
            <a:endParaRPr lang="en-US" sz="4000"/>
          </a:p>
        </p:txBody>
      </p:sp>
      <p:sp>
        <p:nvSpPr>
          <p:cNvPr id="3" name="Content Placeholder 2">
            <a:extLst>
              <a:ext uri="{FF2B5EF4-FFF2-40B4-BE49-F238E27FC236}">
                <a16:creationId xmlns:a16="http://schemas.microsoft.com/office/drawing/2014/main" id="{3187DC13-A29A-45AD-B158-094E0D08ECFA}"/>
              </a:ext>
            </a:extLst>
          </p:cNvPr>
          <p:cNvSpPr>
            <a:spLocks noGrp="1"/>
          </p:cNvSpPr>
          <p:nvPr>
            <p:ph idx="1"/>
          </p:nvPr>
        </p:nvSpPr>
        <p:spPr>
          <a:xfrm>
            <a:off x="965200" y="2470248"/>
            <a:ext cx="4048344" cy="3536236"/>
          </a:xfrm>
        </p:spPr>
        <p:txBody>
          <a:bodyPr>
            <a:normAutofit/>
          </a:bodyPr>
          <a:lstStyle/>
          <a:p>
            <a:pPr marL="102870" marR="0" indent="-285750">
              <a:spcBef>
                <a:spcPts val="0"/>
              </a:spcBef>
              <a:spcAft>
                <a:spcPts val="800"/>
              </a:spcAft>
              <a:buFont typeface="Wingdings" panose="05000000000000000000" pitchFamily="2" charset="2"/>
              <a:buChar char="q"/>
            </a:pPr>
            <a:r>
              <a:rPr lang="en-US" sz="2200">
                <a:effectLst/>
                <a:latin typeface="Times New Roman" panose="02020603050405020304" pitchFamily="18" charset="0"/>
                <a:ea typeface="Calibri" panose="020F0502020204030204" pitchFamily="34" charset="0"/>
                <a:cs typeface="Times New Roman" panose="02020603050405020304" pitchFamily="18" charset="0"/>
              </a:rPr>
              <a:t>Social psychological research involves misleading participants about the true purpose of a study or the events that transpire. </a:t>
            </a:r>
          </a:p>
          <a:p>
            <a:pPr marL="102870" marR="0" indent="-285750">
              <a:spcBef>
                <a:spcPts val="0"/>
              </a:spcBef>
              <a:spcAft>
                <a:spcPts val="800"/>
              </a:spcAft>
              <a:buFont typeface="Wingdings" panose="05000000000000000000" pitchFamily="2" charset="2"/>
              <a:buChar char="q"/>
            </a:pPr>
            <a:r>
              <a:rPr lang="en-US" sz="2200">
                <a:effectLst/>
                <a:latin typeface="Times New Roman" panose="02020603050405020304" pitchFamily="18" charset="0"/>
                <a:ea typeface="Calibri" panose="020F0502020204030204" pitchFamily="34" charset="0"/>
                <a:cs typeface="Times New Roman" panose="02020603050405020304" pitchFamily="18" charset="0"/>
              </a:rPr>
              <a:t>Note that not all research in social psychology involves deception.</a:t>
            </a:r>
          </a:p>
          <a:p>
            <a:pPr marL="102870" marR="0" indent="-285750">
              <a:spcBef>
                <a:spcPts val="0"/>
              </a:spcBef>
              <a:spcAft>
                <a:spcPts val="800"/>
              </a:spcAft>
              <a:buFont typeface="Wingdings" panose="05000000000000000000" pitchFamily="2" charset="2"/>
              <a:buChar char="q"/>
            </a:pPr>
            <a:r>
              <a:rPr lang="en-US" sz="2200">
                <a:effectLst/>
                <a:latin typeface="Times New Roman" panose="02020603050405020304" pitchFamily="18" charset="0"/>
                <a:ea typeface="Calibri" panose="020F0502020204030204" pitchFamily="34" charset="0"/>
                <a:cs typeface="Times New Roman" panose="02020603050405020304" pitchFamily="18" charset="0"/>
              </a:rPr>
              <a:t>Deception is discouraged </a:t>
            </a:r>
          </a:p>
          <a:p>
            <a:pPr marL="102870" marR="0" indent="-285750">
              <a:spcBef>
                <a:spcPts val="0"/>
              </a:spcBef>
              <a:spcAft>
                <a:spcPts val="800"/>
              </a:spcAft>
              <a:buFont typeface="Wingdings" panose="05000000000000000000" pitchFamily="2" charset="2"/>
              <a:buChar char="q"/>
            </a:pPr>
            <a:r>
              <a:rPr lang="en-US" sz="2200">
                <a:latin typeface="Times New Roman" panose="02020603050405020304" pitchFamily="18" charset="0"/>
                <a:ea typeface="Calibri" panose="020F0502020204030204" pitchFamily="34" charset="0"/>
                <a:cs typeface="Times New Roman" panose="02020603050405020304" pitchFamily="18" charset="0"/>
              </a:rPr>
              <a:t>Incase it is used, debriefing should be done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endParaRPr lang="en-US" sz="2200"/>
          </a:p>
        </p:txBody>
      </p:sp>
      <p:sp>
        <p:nvSpPr>
          <p:cNvPr id="12297" name="Freeform: Shape 12296">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290" name="Picture 2" descr="How to Guard Against Deception in Your Life | God TV News">
            <a:extLst>
              <a:ext uri="{FF2B5EF4-FFF2-40B4-BE49-F238E27FC236}">
                <a16:creationId xmlns:a16="http://schemas.microsoft.com/office/drawing/2014/main" id="{861382F2-47A8-4C3D-8ED1-F6D0CA3ED6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35330" y="2700677"/>
            <a:ext cx="3217333" cy="2026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722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0152-5BC9-4C1C-B758-F5497E0A20F1}"/>
              </a:ext>
            </a:extLst>
          </p:cNvPr>
          <p:cNvSpPr>
            <a:spLocks noGrp="1"/>
          </p:cNvSpPr>
          <p:nvPr>
            <p:ph type="title"/>
          </p:nvPr>
        </p:nvSpPr>
        <p:spPr/>
        <p:txBody>
          <a:bodyPr/>
          <a:lstStyle/>
          <a:p>
            <a:r>
              <a:rPr lang="en-US" sz="4000" b="1">
                <a:effectLst/>
                <a:latin typeface="Times New Roman" panose="02020603050405020304" pitchFamily="18" charset="0"/>
                <a:ea typeface="Calibri" panose="020F0502020204030204" pitchFamily="34" charset="0"/>
                <a:cs typeface="Times New Roman" panose="02020603050405020304" pitchFamily="18" charset="0"/>
              </a:rPr>
              <a:t>Debriefing</a:t>
            </a:r>
            <a:endParaRPr lang="en-US" dirty="0"/>
          </a:p>
        </p:txBody>
      </p:sp>
      <p:sp>
        <p:nvSpPr>
          <p:cNvPr id="3" name="Content Placeholder 2">
            <a:extLst>
              <a:ext uri="{FF2B5EF4-FFF2-40B4-BE49-F238E27FC236}">
                <a16:creationId xmlns:a16="http://schemas.microsoft.com/office/drawing/2014/main" id="{D030C900-497D-42F4-BB33-0FEAAB521E56}"/>
              </a:ext>
            </a:extLst>
          </p:cNvPr>
          <p:cNvSpPr>
            <a:spLocks noGrp="1"/>
          </p:cNvSpPr>
          <p:nvPr>
            <p:ph idx="1"/>
          </p:nvPr>
        </p:nvSpPr>
        <p:spPr/>
        <p:txBody>
          <a:bodyPr/>
          <a:lstStyle/>
          <a:p>
            <a:pPr algn="just">
              <a:buFont typeface="Wingdings" panose="05000000000000000000" pitchFamily="2" charset="2"/>
              <a:buChar char="q"/>
            </a:pPr>
            <a:r>
              <a:rPr lang="en-US" sz="1800">
                <a:effectLst/>
                <a:latin typeface="Times New Roman" panose="02020603050405020304" pitchFamily="18" charset="0"/>
                <a:ea typeface="Calibri" panose="020F0502020204030204" pitchFamily="34" charset="0"/>
                <a:cs typeface="Times New Roman" panose="02020603050405020304" pitchFamily="18" charset="0"/>
              </a:rPr>
              <a:t>When deception is used in a study, the post-experimental interview, called the debriefing session, is crucial. </a:t>
            </a:r>
          </a:p>
          <a:p>
            <a:pPr algn="just">
              <a:buFont typeface="Wingdings" panose="05000000000000000000" pitchFamily="2" charset="2"/>
              <a:buChar char="q"/>
            </a:pPr>
            <a:r>
              <a:rPr lang="en-US" sz="1800">
                <a:effectLst/>
                <a:latin typeface="Times New Roman" panose="02020603050405020304" pitchFamily="18" charset="0"/>
                <a:ea typeface="Calibri" panose="020F0502020204030204" pitchFamily="34" charset="0"/>
                <a:cs typeface="Times New Roman" panose="02020603050405020304" pitchFamily="18" charset="0"/>
              </a:rPr>
              <a:t>Debriefing is the process of explaining to the participants, at the end of an experiment, the true purpose of the study and exactly what transpired. </a:t>
            </a:r>
          </a:p>
          <a:p>
            <a:pPr algn="just">
              <a:buFont typeface="Wingdings" panose="05000000000000000000" pitchFamily="2" charset="2"/>
              <a:buChar char="q"/>
            </a:pPr>
            <a:r>
              <a:rPr lang="en-US" sz="1800">
                <a:effectLst/>
                <a:latin typeface="Times New Roman" panose="02020603050405020304" pitchFamily="18" charset="0"/>
                <a:ea typeface="Calibri" panose="020F0502020204030204" pitchFamily="34" charset="0"/>
                <a:cs typeface="Times New Roman" panose="02020603050405020304" pitchFamily="18" charset="0"/>
              </a:rPr>
              <a:t>If any participants have experienced discomfort, the researchers attempt to undo and alleviate it. During debriefing too the participants learn about the goals and purpose of the research. </a:t>
            </a:r>
          </a:p>
          <a:p>
            <a:pPr algn="just">
              <a:buFont typeface="Wingdings" panose="05000000000000000000" pitchFamily="2" charset="2"/>
              <a:buChar char="q"/>
            </a:pPr>
            <a:r>
              <a:rPr lang="en-US" sz="1800">
                <a:effectLst/>
                <a:latin typeface="Times New Roman" panose="02020603050405020304" pitchFamily="18" charset="0"/>
                <a:ea typeface="Calibri" panose="020F0502020204030204" pitchFamily="34" charset="0"/>
                <a:cs typeface="Times New Roman" panose="02020603050405020304" pitchFamily="18" charset="0"/>
              </a:rPr>
              <a:t>The best researchers question their participants carefully and listen to what they say, regardless of whether or not deception was used in the experiment.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13314" name="Picture 2" descr="Debriefing Stock Photos - Free &amp; Royalty-Free Stock Photos from Dreamstime">
            <a:extLst>
              <a:ext uri="{FF2B5EF4-FFF2-40B4-BE49-F238E27FC236}">
                <a16:creationId xmlns:a16="http://schemas.microsoft.com/office/drawing/2014/main" id="{A8894B47-E89E-416A-9AEC-919D66E55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075" y="4343400"/>
            <a:ext cx="7620000" cy="180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425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23287"/>
            <a:ext cx="12191980" cy="685800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285999"/>
            <a:ext cx="8649738" cy="2396063"/>
          </a:xfrm>
        </p:spPr>
        <p:txBody>
          <a:bodyPr>
            <a:normAutofit/>
          </a:bodyPr>
          <a:lstStyle/>
          <a:p>
            <a:r>
              <a:rPr lang="en-US" sz="6600" b="1" dirty="0">
                <a:latin typeface="Times New Roman" panose="02020603050405020304" pitchFamily="18" charset="0"/>
                <a:cs typeface="Times New Roman" panose="02020603050405020304" pitchFamily="18" charset="0"/>
              </a:rPr>
              <a:t>Questions?</a:t>
            </a:r>
            <a:endParaRPr lang="en-US"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5382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59D436-C82E-43E0-8A01-53DF9CED60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2025</Words>
  <Application>Microsoft Office PowerPoint</Application>
  <PresentationFormat>Widescreen</PresentationFormat>
  <Paragraphs>168</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Calibri Light</vt:lpstr>
      <vt:lpstr>That-Bold</vt:lpstr>
      <vt:lpstr>That-Book</vt:lpstr>
      <vt:lpstr>Times New Roman</vt:lpstr>
      <vt:lpstr>Wingdings</vt:lpstr>
      <vt:lpstr>Office Theme</vt:lpstr>
      <vt:lpstr>Research Methods</vt:lpstr>
      <vt:lpstr>Psychology is a Science </vt:lpstr>
      <vt:lpstr> What is Research? </vt:lpstr>
      <vt:lpstr>PowerPoint Presentation</vt:lpstr>
      <vt:lpstr> Steps of the research process </vt:lpstr>
      <vt:lpstr>Theory and Hypothesis</vt:lpstr>
      <vt:lpstr>Research Methods:  </vt:lpstr>
      <vt:lpstr>Survey Method:  </vt:lpstr>
      <vt:lpstr> 1. Mail survey  </vt:lpstr>
      <vt:lpstr>2. Electronic Surveys</vt:lpstr>
      <vt:lpstr>Interviews  1. Telephone Interview</vt:lpstr>
      <vt:lpstr> 2. Personal Interviews: </vt:lpstr>
      <vt:lpstr>PowerPoint Presentation</vt:lpstr>
      <vt:lpstr> Scientific Observation </vt:lpstr>
      <vt:lpstr> 1. Naturalistic Observation\ Observation without Intervention. </vt:lpstr>
      <vt:lpstr>2. Observation with Intervention</vt:lpstr>
      <vt:lpstr>Archival Method </vt:lpstr>
      <vt:lpstr>PowerPoint Presentation</vt:lpstr>
      <vt:lpstr>Correlational Method</vt:lpstr>
      <vt:lpstr>Experimental Method:</vt:lpstr>
      <vt:lpstr>PowerPoint Presentation</vt:lpstr>
      <vt:lpstr>PowerPoint Presentation</vt:lpstr>
      <vt:lpstr>Clinical method or Case study methods</vt:lpstr>
      <vt:lpstr>Research Ethics </vt:lpstr>
      <vt:lpstr>Five ethical principles </vt:lpstr>
      <vt:lpstr>  Informed Consent  </vt:lpstr>
      <vt:lpstr> Confidentiality:  </vt:lpstr>
      <vt:lpstr>Minimal Risk</vt:lpstr>
      <vt:lpstr>Deception</vt:lpstr>
      <vt:lpstr>Debriefing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2022-10-09T07:46:28Z</dcterms:created>
  <dcterms:modified xsi:type="dcterms:W3CDTF">2023-02-27T06:33:02Z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