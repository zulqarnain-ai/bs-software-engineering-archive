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45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06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54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9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44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57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77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64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818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22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1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137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81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210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903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1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799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476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686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601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916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1533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defTabSz="457200"/>
            <a:r>
              <a:rPr lang="en-US" sz="8000" dirty="0">
                <a:solidFill>
                  <a:prstClr val="black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defTabSz="457200"/>
            <a:r>
              <a:rPr lang="en-US" sz="8000" dirty="0">
                <a:solidFill>
                  <a:prstClr val="black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926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982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770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6926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9499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52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6CFEC-2DBC-47E3-A577-6F97263EC3E2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56196-3731-41AF-87E7-9353E7BE70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6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E9BFFB69-46B3-4750-912C-E29F4B8DA2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</a:rPr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8ACE3F9D-533B-438E-AA49-48601E6C708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70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3276" y="637061"/>
            <a:ext cx="1917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</a:t>
            </a:r>
            <a:r>
              <a:rPr lang="en-US" sz="2800" b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sz="2800" b="1" u="sng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56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Maximal flow problem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max flow problem is a classic optimization problem in graph theory that involves finding the maximum amount of flow that can be sent through a network of pipes, channels, or other pathways, subject to capacity constraints. The problem can be used to model a wide variety of real-world situations, such as transportation systems, communication networks, and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280587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490" y="303847"/>
            <a:ext cx="7429499" cy="3541714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/>
              <a:t>In the max flow problem, we have a directed graph with a source node s and a sink node t, and each edge has a capacity that represents the maximum amount of flow that can be sent through it. The goal is to find the maximum amount of flow that can be sent from s to t, while respecting the capacity constraints on the edges.</a:t>
            </a:r>
          </a:p>
        </p:txBody>
      </p:sp>
    </p:spTree>
    <p:extLst>
      <p:ext uri="{BB962C8B-B14F-4D97-AF65-F5344CB8AC3E}">
        <p14:creationId xmlns:p14="http://schemas.microsoft.com/office/powerpoint/2010/main" val="33733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 flow problem</a:t>
            </a:r>
          </a:p>
        </p:txBody>
      </p:sp>
      <p:sp>
        <p:nvSpPr>
          <p:cNvPr id="5" name="Content Placeholder 5"/>
          <p:cNvSpPr txBox="1"/>
          <p:nvPr/>
        </p:nvSpPr>
        <p:spPr>
          <a:xfrm>
            <a:off x="856059" y="2025405"/>
            <a:ext cx="7429499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58" y="2097088"/>
            <a:ext cx="7429499" cy="47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49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 flow problem</a:t>
            </a:r>
          </a:p>
        </p:txBody>
      </p:sp>
      <p:sp>
        <p:nvSpPr>
          <p:cNvPr id="5" name="Content Placeholder 5"/>
          <p:cNvSpPr txBox="1"/>
          <p:nvPr/>
        </p:nvSpPr>
        <p:spPr>
          <a:xfrm>
            <a:off x="856059" y="2025405"/>
            <a:ext cx="7429499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58" y="2025406"/>
            <a:ext cx="7429499" cy="3784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52024" y="2836260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4/</a:t>
            </a:r>
          </a:p>
        </p:txBody>
      </p:sp>
      <p:sp>
        <p:nvSpPr>
          <p:cNvPr id="8" name="Rectangle 7"/>
          <p:cNvSpPr/>
          <p:nvPr/>
        </p:nvSpPr>
        <p:spPr>
          <a:xfrm>
            <a:off x="3910818" y="2276200"/>
            <a:ext cx="405619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0/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9785" y="2687462"/>
            <a:ext cx="4056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8/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6058" y="5809958"/>
            <a:ext cx="7429498" cy="8201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0-1-3-5=12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855" y="3786741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9276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 flow problem</a:t>
            </a:r>
          </a:p>
        </p:txBody>
      </p:sp>
      <p:sp>
        <p:nvSpPr>
          <p:cNvPr id="5" name="Content Placeholder 5"/>
          <p:cNvSpPr txBox="1"/>
          <p:nvPr/>
        </p:nvSpPr>
        <p:spPr>
          <a:xfrm>
            <a:off x="856059" y="2025405"/>
            <a:ext cx="7429499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58" y="2025406"/>
            <a:ext cx="7429499" cy="3784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52024" y="2836260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4/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9221" y="2220343"/>
            <a:ext cx="9179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block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89785" y="2687462"/>
            <a:ext cx="4056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8/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6058" y="5809958"/>
            <a:ext cx="7429498" cy="8201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0-1-3-5=12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0-2-4-5=4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854" y="3786741"/>
            <a:ext cx="886265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12+4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5242" y="4569475"/>
            <a:ext cx="393895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9/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6074" y="5249898"/>
            <a:ext cx="560363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10/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1279" y="4648163"/>
            <a:ext cx="405619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0/</a:t>
            </a:r>
          </a:p>
        </p:txBody>
      </p:sp>
    </p:spTree>
    <p:extLst>
      <p:ext uri="{BB962C8B-B14F-4D97-AF65-F5344CB8AC3E}">
        <p14:creationId xmlns:p14="http://schemas.microsoft.com/office/powerpoint/2010/main" val="275156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 flow problem</a:t>
            </a:r>
          </a:p>
        </p:txBody>
      </p:sp>
      <p:sp>
        <p:nvSpPr>
          <p:cNvPr id="5" name="Content Placeholder 5"/>
          <p:cNvSpPr txBox="1"/>
          <p:nvPr/>
        </p:nvSpPr>
        <p:spPr>
          <a:xfrm>
            <a:off x="856059" y="2025405"/>
            <a:ext cx="7429499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922" y="2041466"/>
            <a:ext cx="7429499" cy="29250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52023" y="2682048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4/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1848" y="2085726"/>
            <a:ext cx="9179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block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17096" y="2514821"/>
            <a:ext cx="405619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8/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6058" y="4982544"/>
            <a:ext cx="7429498" cy="16476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0-1-3-5=12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0-2-4-5=4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0-2-4-3-5=7  </a:t>
            </a: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74854" y="3313501"/>
            <a:ext cx="1069145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12+4+7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2024" y="4022124"/>
            <a:ext cx="647113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2/9/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0990" y="4460692"/>
            <a:ext cx="754641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3/10/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2715" y="3962233"/>
            <a:ext cx="9179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block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55096" y="3329562"/>
            <a:ext cx="405619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0/</a:t>
            </a:r>
          </a:p>
        </p:txBody>
      </p:sp>
    </p:spTree>
    <p:extLst>
      <p:ext uri="{BB962C8B-B14F-4D97-AF65-F5344CB8AC3E}">
        <p14:creationId xmlns:p14="http://schemas.microsoft.com/office/powerpoint/2010/main" val="18009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 flow problem</a:t>
            </a:r>
          </a:p>
        </p:txBody>
      </p:sp>
      <p:sp>
        <p:nvSpPr>
          <p:cNvPr id="5" name="Content Placeholder 5"/>
          <p:cNvSpPr txBox="1"/>
          <p:nvPr/>
        </p:nvSpPr>
        <p:spPr>
          <a:xfrm>
            <a:off x="856059" y="2025405"/>
            <a:ext cx="7429499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922" y="2041466"/>
            <a:ext cx="7429499" cy="29250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52023" y="2682048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4/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1848" y="2085726"/>
            <a:ext cx="9179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block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17096" y="2514821"/>
            <a:ext cx="405619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8/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6058" y="4982544"/>
            <a:ext cx="7429498" cy="16476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Maximum flow is =12+4+7=23</a:t>
            </a: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74855" y="3313501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2024" y="4022124"/>
            <a:ext cx="647114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2/9/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0990" y="4460692"/>
            <a:ext cx="754641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3/10/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2715" y="3962233"/>
            <a:ext cx="9179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block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55096" y="3329562"/>
            <a:ext cx="405619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0/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99178" y="3327677"/>
            <a:ext cx="917918" cy="380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block</a:t>
            </a:r>
            <a:endParaRPr lang="en-US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00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867150"/>
            <a:ext cx="4831715" cy="2990850"/>
          </a:xfrm>
          <a:prstGeom prst="rect">
            <a:avLst/>
          </a:prstGeom>
        </p:spPr>
      </p:pic>
      <p:pic>
        <p:nvPicPr>
          <p:cNvPr id="4" name="Picture 3" descr="ne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76200"/>
            <a:ext cx="6096000" cy="35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5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65765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224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Circuit</vt:lpstr>
      <vt:lpstr>PowerPoint Presentation</vt:lpstr>
      <vt:lpstr>Maximal flow problem</vt:lpstr>
      <vt:lpstr>PowerPoint Presentation</vt:lpstr>
      <vt:lpstr>Maximal flow problem</vt:lpstr>
      <vt:lpstr>Maximal flow problem</vt:lpstr>
      <vt:lpstr>Maximal flow problem</vt:lpstr>
      <vt:lpstr>Maximal flow problem</vt:lpstr>
      <vt:lpstr>Maximal flow problem</vt:lpstr>
      <vt:lpstr>PowerPoint Presentation</vt:lpstr>
      <vt:lpstr>Thank you! 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4G Traders</dc:creator>
  <cp:lastModifiedBy>4G Traders</cp:lastModifiedBy>
  <cp:revision>4</cp:revision>
  <dcterms:created xsi:type="dcterms:W3CDTF">2025-04-24T06:15:20Z</dcterms:created>
  <dcterms:modified xsi:type="dcterms:W3CDTF">2025-12-02T06:16:23Z</dcterms:modified>
</cp:coreProperties>
</file>