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714" r:id="rId2"/>
  </p:sldMasterIdLst>
  <p:notesMasterIdLst>
    <p:notesMasterId r:id="rId19"/>
  </p:notesMasterIdLst>
  <p:sldIdLst>
    <p:sldId id="368" r:id="rId3"/>
    <p:sldId id="369" r:id="rId4"/>
    <p:sldId id="426" r:id="rId5"/>
    <p:sldId id="427" r:id="rId6"/>
    <p:sldId id="428" r:id="rId7"/>
    <p:sldId id="429" r:id="rId8"/>
    <p:sldId id="430" r:id="rId9"/>
    <p:sldId id="431" r:id="rId10"/>
    <p:sldId id="432" r:id="rId11"/>
    <p:sldId id="433" r:id="rId12"/>
    <p:sldId id="434" r:id="rId13"/>
    <p:sldId id="435" r:id="rId14"/>
    <p:sldId id="436" r:id="rId15"/>
    <p:sldId id="437" r:id="rId16"/>
    <p:sldId id="438" r:id="rId17"/>
    <p:sldId id="371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14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9194E4-79C8-41B0-9AF4-53058728BAB5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BFD4BB-E70E-4D5C-83E2-D95045F6F6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167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D63FB-4DD9-4903-83FE-F80270576417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1980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7DFA81-FF35-40E2-AA6F-C4E4697E2C73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5027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708B4E-9E6D-47DB-A8C9-443A66B04FA1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9426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AD187-3CAF-4EEB-B511-D277A7E40C82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9662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DFEB82-3297-42CA-9AC7-D3ECF198E013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86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348733-E273-4EF3-8143-57B6AA49A592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993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16BD8-1159-4CEE-BF69-08E8DE6F04D4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55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55B0FE-4AC0-4D7B-83B1-A18CD9CB8AEE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26147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2F497-D16F-472A-8AB2-6923D245D09D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8744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0E3EED-3DA2-4ED4-9C83-CEA1A9E43AAB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173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7ADCE-E054-4FA0-B715-AC4537BA8B51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57042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71281" y="2091263"/>
            <a:ext cx="6801440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6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71575" y="4682062"/>
            <a:ext cx="6803136" cy="502920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4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400"/>
            </a:lvl2pPr>
            <a:lvl3pPr marL="914400" indent="0" algn="ctr">
              <a:buNone/>
              <a:defRPr sz="1400"/>
            </a:lvl3pPr>
            <a:lvl4pPr marL="1371600" indent="0" algn="ctr">
              <a:buNone/>
              <a:defRPr sz="1400"/>
            </a:lvl4pPr>
            <a:lvl5pPr marL="1828800" indent="0" algn="ctr">
              <a:buNone/>
              <a:defRPr sz="1400"/>
            </a:lvl5pPr>
            <a:lvl6pPr marL="2286000" indent="0" algn="ctr">
              <a:buNone/>
              <a:defRPr sz="1400"/>
            </a:lvl6pPr>
            <a:lvl7pPr marL="2743200" indent="0" algn="ctr">
              <a:buNone/>
              <a:defRPr sz="1400"/>
            </a:lvl7pPr>
            <a:lvl8pPr marL="3200400" indent="0" algn="ctr">
              <a:buNone/>
              <a:defRPr sz="1400"/>
            </a:lvl8pPr>
            <a:lvl9pPr marL="3657600" indent="0" algn="ctr">
              <a:buNone/>
              <a:defRPr sz="1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3931920" y="1327188"/>
            <a:ext cx="1280160" cy="457200"/>
          </a:xfrm>
        </p:spPr>
        <p:txBody>
          <a:bodyPr/>
          <a:lstStyle>
            <a:lvl1pPr algn="ctr">
              <a:defRPr sz="11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104936" y="5211060"/>
            <a:ext cx="4429125" cy="228600"/>
          </a:xfrm>
        </p:spPr>
        <p:txBody>
          <a:bodyPr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6455190" y="5212080"/>
            <a:ext cx="158391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42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49527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980902" y="1275025"/>
            <a:ext cx="7182197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088136" y="1385316"/>
            <a:ext cx="6967728" cy="4087368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3794760" y="1267730"/>
            <a:ext cx="1554480" cy="640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3886200" y="1267731"/>
            <a:ext cx="1371600" cy="548640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2717" y="2094309"/>
            <a:ext cx="6803136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6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2718" y="4682062"/>
            <a:ext cx="6803136" cy="50292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931920" y="1325880"/>
            <a:ext cx="1280160" cy="457200"/>
          </a:xfrm>
        </p:spPr>
        <p:txBody>
          <a:bodyPr/>
          <a:lstStyle>
            <a:lvl1pPr algn="ctr">
              <a:defRPr lang="en-US" sz="11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04679" y="5211060"/>
            <a:ext cx="4430268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3378" y="5211060"/>
            <a:ext cx="1584198" cy="228600"/>
          </a:xfrm>
        </p:spPr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9531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4880" y="2103120"/>
            <a:ext cx="3657600" cy="393192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05604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755898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2074334"/>
            <a:ext cx="365760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756581"/>
            <a:ext cx="365760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3494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4892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01809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184147" y="173736"/>
            <a:ext cx="6398514" cy="651052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7392"/>
            <a:ext cx="1823085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4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976" y="907143"/>
            <a:ext cx="5428856" cy="5043714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3085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7795258" y="6310086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5615809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6765290" y="173736"/>
            <a:ext cx="2194560" cy="651052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2300" y="603504"/>
            <a:ext cx="1824228" cy="1645920"/>
          </a:xfrm>
        </p:spPr>
        <p:txBody>
          <a:bodyPr anchor="b">
            <a:noAutofit/>
          </a:bodyPr>
          <a:lstStyle>
            <a:lvl1pPr algn="l">
              <a:defRPr sz="24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449" y="173736"/>
            <a:ext cx="6398514" cy="6510528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72300" y="2286000"/>
            <a:ext cx="1824228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3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9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97546" y="6309360"/>
            <a:ext cx="109728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868160" y="274320"/>
            <a:ext cx="1988820" cy="6309360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7626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0431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762000"/>
            <a:ext cx="177165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762000"/>
            <a:ext cx="60579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0E4EF-B5E4-4C0A-9787-C4B535462EFA}" type="datetimeFigureOut">
              <a:rPr lang="en-US" smtClean="0"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446708-658B-4B12-8D2A-9E703D701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927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446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76022" y="173736"/>
            <a:ext cx="8791956" cy="6510528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642594"/>
            <a:ext cx="768096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768096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34768" y="6309360"/>
            <a:ext cx="20574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9BFFB69-46B3-4750-912C-E29F4B8DA29C}" type="datetime1">
              <a:rPr lang="en-US" smtClean="0"/>
              <a:pPr/>
              <a:t>5/16/2024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96896" y="6309360"/>
            <a:ext cx="3950208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CSC102 Discrete Structures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23382" y="6309360"/>
            <a:ext cx="10972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8ACE3F9D-533B-438E-AA49-48601E6C708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9663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0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C545C-EAC2-4814-AE8B-2D0C943C30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9211BDA-D7DF-4130-A3B3-EE01676363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2237" y="4391464"/>
            <a:ext cx="6400800" cy="2206283"/>
          </a:xfrm>
        </p:spPr>
        <p:txBody>
          <a:bodyPr>
            <a:normAutofit lnSpcReduction="10000"/>
          </a:bodyPr>
          <a:lstStyle/>
          <a:p>
            <a:pPr algn="ctr"/>
            <a:r>
              <a:rPr lang="en-US" sz="3900" b="1" dirty="0"/>
              <a:t>Probability and Statistics</a:t>
            </a:r>
          </a:p>
          <a:p>
            <a:pPr algn="ctr"/>
            <a:r>
              <a:rPr lang="en-US" sz="2800" b="1" dirty="0">
                <a:solidFill>
                  <a:srgbClr val="000000">
                    <a:lumMod val="75000"/>
                    <a:lumOff val="25000"/>
                  </a:srgbClr>
                </a:solidFill>
              </a:rPr>
              <a:t>(Software Engineering)</a:t>
            </a:r>
            <a:endParaRPr lang="en-US" sz="3200" b="1" dirty="0"/>
          </a:p>
          <a:p>
            <a:pPr algn="ctr"/>
            <a:r>
              <a:rPr lang="en-US" sz="2600" dirty="0"/>
              <a:t>Instructor </a:t>
            </a:r>
            <a:endParaRPr lang="en-US" dirty="0"/>
          </a:p>
          <a:p>
            <a:pPr algn="ctr"/>
            <a:r>
              <a:rPr lang="en-US" sz="3000" b="1" dirty="0"/>
              <a:t>Dr. Bakhtawar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7F458A-708A-4E75-9D30-9C4DBEA48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71600"/>
            <a:ext cx="9144000" cy="2661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531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CB47B213-893D-4F6D-B8C4-8D60C6F88C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09" y="200903"/>
            <a:ext cx="8820443" cy="6439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9246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AD61EC-3F97-446C-8169-02F084502C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5" y="209842"/>
            <a:ext cx="8806375" cy="654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96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6AF0A-2F39-4E0B-8184-2B90C9B76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8" y="201636"/>
            <a:ext cx="8764172" cy="6494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470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73D2685-E76C-4499-8FC7-20BBB4F306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6" y="196214"/>
            <a:ext cx="8806374" cy="6500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1714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5B481E9-9BA9-4652-BD71-F03535EA9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80975"/>
            <a:ext cx="8820443" cy="6543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7960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B484C53-8584-4E67-92B5-D70AA9CA6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68666"/>
            <a:ext cx="8806376" cy="651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0723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941EC0-6892-41F0-AFEA-0CB76817C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68812"/>
            <a:ext cx="8764172" cy="6513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9746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748BAF0-3235-49E7-A4D6-F9191593AF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8" y="185664"/>
            <a:ext cx="8947052" cy="649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07009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73D8C2-1C27-4B35-A4E2-1F8F8757C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76359"/>
            <a:ext cx="8806375" cy="651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662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70BB4F-716C-4DDA-B111-4F32F4EAD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6945"/>
            <a:ext cx="8848577" cy="650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9670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EF270B-55F2-4984-823E-31C8005696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82146"/>
            <a:ext cx="8961120" cy="647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4289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24AF170-5367-4ED8-B70F-FE9B690DBF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45" y="171302"/>
            <a:ext cx="8820443" cy="6686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5186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6E82AB-77EF-4F23-81CD-D203A99259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183099"/>
            <a:ext cx="8820443" cy="656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54959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2CA712F-D241-485A-A904-798B41EDA7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947" y="190646"/>
            <a:ext cx="8806375" cy="6505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60246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92DC8-6100-4113-B55B-C0FFE292B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 algn="ctr">
              <a:spcBef>
                <a:spcPts val="0"/>
              </a:spcBef>
              <a:buClrTx/>
              <a:buSzTx/>
              <a:buNone/>
            </a:pPr>
            <a:endParaRPr lang="en-GB" sz="5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ClrTx/>
              <a:buSzTx/>
              <a:buNone/>
            </a:pPr>
            <a:endParaRPr lang="en-GB" sz="54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algn="ctr">
              <a:spcBef>
                <a:spcPts val="0"/>
              </a:spcBef>
              <a:buClrTx/>
              <a:buSzTx/>
              <a:buNone/>
            </a:pPr>
            <a:r>
              <a:rPr lang="en-GB" sz="5400" b="1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you!</a:t>
            </a:r>
            <a:endParaRPr lang="en-GB" sz="4800" b="1" dirty="0">
              <a:solidFill>
                <a:prstClr val="black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1145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/Relationships>
</file>

<file path=ppt/theme/theme1.xml><?xml version="1.0" encoding="utf-8"?>
<a:theme xmlns:a="http://schemas.openxmlformats.org/drawingml/2006/main" name="Clarity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1426</TotalTime>
  <Words>14</Words>
  <Application>Microsoft Office PowerPoint</Application>
  <PresentationFormat>On-screen Show (4:3)</PresentationFormat>
  <Paragraphs>7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Century Gothic</vt:lpstr>
      <vt:lpstr>Garamond</vt:lpstr>
      <vt:lpstr>Clarity</vt:lpstr>
      <vt:lpstr>Savon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120</cp:revision>
  <dcterms:created xsi:type="dcterms:W3CDTF">2022-09-10T13:48:09Z</dcterms:created>
  <dcterms:modified xsi:type="dcterms:W3CDTF">2024-05-16T17:17:49Z</dcterms:modified>
</cp:coreProperties>
</file>