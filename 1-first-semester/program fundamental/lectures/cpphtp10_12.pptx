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s/slide38.xml" ContentType="application/vnd.openxmlformats-officedocument.presentationml.slide+xml"/>
  <Override PartName="/ppt/slides/slide47.xml" ContentType="application/vnd.openxmlformats-officedocument.presentationml.slide+xml"/>
  <Override PartName="/ppt/slides/slide56.xml" ContentType="application/vnd.openxmlformats-officedocument.presentationml.slide+xml"/>
  <Override PartName="/ppt/slides/slide58.xml" ContentType="application/vnd.openxmlformats-officedocument.presentationml.slide+xml"/>
  <Override PartName="/ppt/slides/slide67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s/slide36.xml" ContentType="application/vnd.openxmlformats-officedocument.presentationml.slide+xml"/>
  <Override PartName="/ppt/slides/slide45.xml" ContentType="application/vnd.openxmlformats-officedocument.presentationml.slide+xml"/>
  <Override PartName="/ppt/slides/slide54.xml" ContentType="application/vnd.openxmlformats-officedocument.presentationml.slide+xml"/>
  <Override PartName="/ppt/slides/slide65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slides/slide43.xml" ContentType="application/vnd.openxmlformats-officedocument.presentationml.slide+xml"/>
  <Override PartName="/ppt/slides/slide52.xml" ContentType="application/vnd.openxmlformats-officedocument.presentationml.slide+xml"/>
  <Override PartName="/ppt/slides/slide63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slides/slide32.xml" ContentType="application/vnd.openxmlformats-officedocument.presentationml.slide+xml"/>
  <Override PartName="/ppt/slides/slide41.xml" ContentType="application/vnd.openxmlformats-officedocument.presentationml.slide+xml"/>
  <Override PartName="/ppt/slides/slide50.xml" ContentType="application/vnd.openxmlformats-officedocument.presentationml.slide+xml"/>
  <Override PartName="/ppt/slides/slide61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s/slide7.xml" ContentType="application/vnd.openxmlformats-officedocument.presentationml.slide+xml"/>
  <Override PartName="/ppt/slides/slide9.xml" ContentType="application/vnd.openxmlformats-officedocument.presentationml.slide+xml"/>
  <Override PartName="/ppt/slides/slide59.xml" ContentType="application/vnd.openxmlformats-officedocument.presentationml.slide+xml"/>
  <Override PartName="/ppt/slides/slide68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s/slide48.xml" ContentType="application/vnd.openxmlformats-officedocument.presentationml.slide+xml"/>
  <Override PartName="/ppt/slides/slide57.xml" ContentType="application/vnd.openxmlformats-officedocument.presentationml.slide+xml"/>
  <Override PartName="/ppt/slides/slide66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Default Extension="png" ContentType="image/png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slides/slide46.xml" ContentType="application/vnd.openxmlformats-officedocument.presentationml.slide+xml"/>
  <Override PartName="/ppt/slides/slide55.xml" ContentType="application/vnd.openxmlformats-officedocument.presentationml.slide+xml"/>
  <Override PartName="/ppt/slides/slide64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s/slide44.xml" ContentType="application/vnd.openxmlformats-officedocument.presentationml.slide+xml"/>
  <Override PartName="/ppt/slides/slide53.xml" ContentType="application/vnd.openxmlformats-officedocument.presentationml.slide+xml"/>
  <Override PartName="/ppt/slides/slide62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s/slide51.xml" ContentType="application/vnd.openxmlformats-officedocument.presentationml.slide+xml"/>
  <Override PartName="/ppt/slides/slide60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s/slide40.xml" ContentType="application/vnd.openxmlformats-officedocument.presentationml.slide+xml"/>
  <Override PartName="/ppt/slideLayouts/slideLayout10.xml" ContentType="application/vnd.openxmlformats-officedocument.presentationml.slideLayout+xml"/>
  <Override PartName="/ppt/slides/slide8.xml" ContentType="application/vnd.openxmlformats-officedocument.presentationml.slide+xml"/>
  <Override PartName="/ppt/slides/slide49.xml" ContentType="application/vnd.openxmlformats-officedocument.presentationml.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70"/>
  </p:notesMasterIdLst>
  <p:sldIdLst>
    <p:sldId id="327" r:id="rId2"/>
    <p:sldId id="258" r:id="rId3"/>
    <p:sldId id="259" r:id="rId4"/>
    <p:sldId id="260" r:id="rId5"/>
    <p:sldId id="263" r:id="rId6"/>
    <p:sldId id="264" r:id="rId7"/>
    <p:sldId id="265" r:id="rId8"/>
    <p:sldId id="266" r:id="rId9"/>
    <p:sldId id="267" r:id="rId10"/>
    <p:sldId id="268" r:id="rId11"/>
    <p:sldId id="269" r:id="rId12"/>
    <p:sldId id="270" r:id="rId13"/>
    <p:sldId id="271" r:id="rId14"/>
    <p:sldId id="272" r:id="rId15"/>
    <p:sldId id="273" r:id="rId16"/>
    <p:sldId id="274" r:id="rId17"/>
    <p:sldId id="275" r:id="rId18"/>
    <p:sldId id="276" r:id="rId19"/>
    <p:sldId id="277" r:id="rId20"/>
    <p:sldId id="278" r:id="rId21"/>
    <p:sldId id="279" r:id="rId22"/>
    <p:sldId id="280" r:id="rId23"/>
    <p:sldId id="281" r:id="rId24"/>
    <p:sldId id="282" r:id="rId25"/>
    <p:sldId id="283" r:id="rId26"/>
    <p:sldId id="284" r:id="rId27"/>
    <p:sldId id="285" r:id="rId28"/>
    <p:sldId id="286" r:id="rId29"/>
    <p:sldId id="287" r:id="rId30"/>
    <p:sldId id="288" r:id="rId31"/>
    <p:sldId id="289" r:id="rId32"/>
    <p:sldId id="290" r:id="rId33"/>
    <p:sldId id="291" r:id="rId34"/>
    <p:sldId id="292" r:id="rId35"/>
    <p:sldId id="293" r:id="rId36"/>
    <p:sldId id="294" r:id="rId37"/>
    <p:sldId id="295" r:id="rId38"/>
    <p:sldId id="296" r:id="rId39"/>
    <p:sldId id="297" r:id="rId40"/>
    <p:sldId id="298" r:id="rId41"/>
    <p:sldId id="299" r:id="rId42"/>
    <p:sldId id="300" r:id="rId43"/>
    <p:sldId id="301" r:id="rId44"/>
    <p:sldId id="302" r:id="rId45"/>
    <p:sldId id="303" r:id="rId46"/>
    <p:sldId id="304" r:id="rId47"/>
    <p:sldId id="305" r:id="rId48"/>
    <p:sldId id="306" r:id="rId49"/>
    <p:sldId id="307" r:id="rId50"/>
    <p:sldId id="308" r:id="rId51"/>
    <p:sldId id="309" r:id="rId52"/>
    <p:sldId id="310" r:id="rId53"/>
    <p:sldId id="311" r:id="rId54"/>
    <p:sldId id="312" r:id="rId55"/>
    <p:sldId id="313" r:id="rId56"/>
    <p:sldId id="314" r:id="rId57"/>
    <p:sldId id="315" r:id="rId58"/>
    <p:sldId id="316" r:id="rId59"/>
    <p:sldId id="317" r:id="rId60"/>
    <p:sldId id="318" r:id="rId61"/>
    <p:sldId id="319" r:id="rId62"/>
    <p:sldId id="320" r:id="rId63"/>
    <p:sldId id="321" r:id="rId64"/>
    <p:sldId id="322" r:id="rId65"/>
    <p:sldId id="323" r:id="rId66"/>
    <p:sldId id="324" r:id="rId67"/>
    <p:sldId id="325" r:id="rId68"/>
    <p:sldId id="326" r:id="rId69"/>
  </p:sldIdLst>
  <p:sldSz cx="12192000" cy="6858000"/>
  <p:notesSz cx="6858000" cy="9144000"/>
  <p:photoAlbum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-798" y="-9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7" Type="http://schemas.openxmlformats.org/officeDocument/2006/relationships/slide" Target="slides/slide6.xml"/><Relationship Id="rId71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61" Type="http://schemas.openxmlformats.org/officeDocument/2006/relationships/slide" Target="slides/slide60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093C509-4C04-4CF2-AA3A-5B4391C85D55}" type="datetimeFigureOut">
              <a:rPr lang="en-US" smtClean="0"/>
              <a:pPr/>
              <a:t>9/22/2016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F1E5E86-EEED-4CD8-B62B-D6512F8EE4B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426361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3AFF98-033A-4CF3-885F-5D750793F76E}" type="slidenum">
              <a:rPr lang="en-US" altLang="en-US" smtClean="0"/>
              <a:pPr/>
              <a:t>1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xmlns="" val="26403600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1E8D10-DD11-4202-9278-0A3918AA1FA2}" type="datetime1">
              <a:rPr lang="en-US" smtClean="0"/>
              <a:pPr/>
              <a:t>9/22/2016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1F8B8C-8291-457E-AF92-733AD36F183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7775964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E467B-4446-4159-B4C6-EAA3362D6523}" type="datetime1">
              <a:rPr lang="en-US" smtClean="0"/>
              <a:pPr/>
              <a:t>9/22/2016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1F8B8C-8291-457E-AF92-733AD36F183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6546950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E260B-BF7C-4A1D-9CFC-5A418EBC59BB}" type="datetime1">
              <a:rPr lang="en-US" smtClean="0"/>
              <a:pPr/>
              <a:t>9/22/2016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1F8B8C-8291-457E-AF92-733AD36F183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5519460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B7DB2A-CC5F-47EC-BB51-3B1FA46EFB6E}" type="datetime1">
              <a:rPr lang="en-US" smtClean="0"/>
              <a:pPr/>
              <a:t>9/22/2016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1F8B8C-8291-457E-AF92-733AD36F183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2751605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7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15AA68-97E7-4A03-8AFA-DC5355D50B23}" type="datetime1">
              <a:rPr lang="en-US" smtClean="0"/>
              <a:pPr/>
              <a:t>9/22/2016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1F8B8C-8291-457E-AF92-733AD36F183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4319302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00EE76-1915-4E53-9BD5-EF3E39AA417A}" type="datetime1">
              <a:rPr lang="en-US" smtClean="0"/>
              <a:pPr/>
              <a:t>9/22/2016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1F8B8C-8291-457E-AF92-733AD36F183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5621681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136E72-3E4B-4C07-B981-C4A568ADFE41}" type="datetime1">
              <a:rPr lang="en-US" smtClean="0"/>
              <a:pPr/>
              <a:t>9/22/2016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1F8B8C-8291-457E-AF92-733AD36F183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5222235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162BED-750F-4BD9-BB2A-03D390EDC531}" type="datetime1">
              <a:rPr lang="en-US" smtClean="0"/>
              <a:pPr/>
              <a:t>9/22/2016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1F8B8C-8291-457E-AF92-733AD36F183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7849371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7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582018-B0F2-40E9-AA5B-C998AAC3C902}" type="datetime1">
              <a:rPr lang="en-US" smtClean="0"/>
              <a:pPr/>
              <a:t>9/22/2016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1F8B8C-8291-457E-AF92-733AD36F183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9777799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2EBB7B-77A4-4D8A-B1FA-E9D00992BB09}" type="datetime1">
              <a:rPr lang="en-US" smtClean="0"/>
              <a:pPr/>
              <a:t>9/22/2016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1F8B8C-8291-457E-AF92-733AD36F183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6322362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53F25-470A-4641-9463-F54EC7556C1F}" type="datetime1">
              <a:rPr lang="en-US" smtClean="0"/>
              <a:pPr/>
              <a:t>9/22/2016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1F8B8C-8291-457E-AF92-733AD36F183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618378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C12AD9-F615-4376-B48C-E91716B25AA5}" type="datetime1">
              <a:rPr lang="en-US" smtClean="0"/>
              <a:pPr/>
              <a:t>9/22/2016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A1F8B8C-8291-457E-AF92-733AD36F183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7253603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7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7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7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7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7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dirty="0" smtClean="0">
                <a:solidFill>
                  <a:srgbClr val="3380E6"/>
                </a:solidFill>
                <a:latin typeface="Goudy Sans Medium"/>
              </a:rPr>
              <a:t>Object-Oriented Programming: Polymorphism</a:t>
            </a:r>
          </a:p>
        </p:txBody>
      </p:sp>
      <p:sp>
        <p:nvSpPr>
          <p:cNvPr id="10243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marR="0"/>
            <a:r>
              <a:rPr lang="en-US" altLang="en-US" dirty="0" smtClean="0"/>
              <a:t>Based on Chapter 12 of C++ How to Program, 10/e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2931049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12_Page_02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14288"/>
            <a:ext cx="12192000" cy="6827837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1834478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12_Page_03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839788" y="0"/>
            <a:ext cx="10510837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687447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12_Page_04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400050"/>
            <a:ext cx="12192000" cy="60579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3806085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12_Page_07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420688"/>
            <a:ext cx="12192000" cy="6015037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6129206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12_Page_08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396875"/>
            <a:ext cx="12192000" cy="606425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1157770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12_Page_09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871538" y="0"/>
            <a:ext cx="1044892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1167500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12_Page_10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871538" y="0"/>
            <a:ext cx="1044892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1037255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12_Page_11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919163" y="0"/>
            <a:ext cx="1035367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5065080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12_Page_12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955675" y="0"/>
            <a:ext cx="1028065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4272070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12_Page_13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803275" y="0"/>
            <a:ext cx="1058545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416173377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12_Page_14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227138" y="0"/>
            <a:ext cx="9736137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16031775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12_Page_15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23825" y="0"/>
            <a:ext cx="11942763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78412791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12_Page_16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1498600"/>
            <a:ext cx="12192000" cy="3859213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03561006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12_Page_17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1500188"/>
            <a:ext cx="12192000" cy="3856037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16321041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12_Page_18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1501775"/>
            <a:ext cx="12192000" cy="3852863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85121380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12_Page_19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1489075"/>
            <a:ext cx="12192000" cy="3878263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414870157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12_Page_20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274638" y="0"/>
            <a:ext cx="11641137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2068622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12_Page_21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871538" y="0"/>
            <a:ext cx="1044892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09046038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12_Page_22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463550" y="0"/>
            <a:ext cx="112649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73846586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12_Page_23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346200" y="0"/>
            <a:ext cx="94996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32745624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12_Page_24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676275" y="0"/>
            <a:ext cx="10837863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413162929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12_Page_25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463550" y="0"/>
            <a:ext cx="112649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77817606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12_Page_26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463550" y="0"/>
            <a:ext cx="112649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70384161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12_Page_27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120775" y="0"/>
            <a:ext cx="9948863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71998501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12_Page_28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177800"/>
            <a:ext cx="12192000" cy="6500813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00713616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12_Page_29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1220788"/>
            <a:ext cx="12192000" cy="4414837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96112257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12_Page_30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2060575"/>
            <a:ext cx="12192000" cy="273685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34453630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12_Page_31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1512888"/>
            <a:ext cx="12192000" cy="3832225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88853679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12_Page_32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1776413"/>
            <a:ext cx="12192000" cy="3303587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90760414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12_Page_33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1487488"/>
            <a:ext cx="12192000" cy="3881437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88055933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12_Page_34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1454150"/>
            <a:ext cx="12192000" cy="3948113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93250422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12_Page_35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1204913"/>
            <a:ext cx="12192000" cy="4448175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93974210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12_Page_36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576263"/>
            <a:ext cx="12192000" cy="5705475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19247154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12_Page_37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031875" y="0"/>
            <a:ext cx="10126663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01423804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12_Page_38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081088" y="0"/>
            <a:ext cx="1002982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43887668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12_Page_39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647700" y="0"/>
            <a:ext cx="108966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63070140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12_Page_40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898525"/>
            <a:ext cx="12192000" cy="506095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10350103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12_Page_41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203325" y="0"/>
            <a:ext cx="9783763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12076298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12_Page_42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171450"/>
            <a:ext cx="12192000" cy="6513513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93343983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12_Page_43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171450"/>
            <a:ext cx="12192000" cy="6513513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87738089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12_Page_44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1187450"/>
            <a:ext cx="12192000" cy="4481513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69126712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12_Page_45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203325" y="0"/>
            <a:ext cx="9783763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78999137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12_Page_46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27327205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12_Page_47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203325" y="0"/>
            <a:ext cx="9783763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84800938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12_Page_48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1624013"/>
            <a:ext cx="12192000" cy="3609975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29302828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12_Page_49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362075" y="0"/>
            <a:ext cx="9466263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722062913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12_Page_50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203325" y="0"/>
            <a:ext cx="9783763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373422389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12_Page_51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1187450"/>
            <a:ext cx="12192000" cy="4481513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969807672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12_Page_52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171450"/>
            <a:ext cx="12192000" cy="6513513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4129146829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12_Page_53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1187450"/>
            <a:ext cx="12192000" cy="4481513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681550727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12_Page_54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362075" y="0"/>
            <a:ext cx="9466263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338894866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12_Page_55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647700" y="0"/>
            <a:ext cx="108966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678626729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12_Page_56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466725" y="0"/>
            <a:ext cx="11256963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562065171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12_Page_57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241300" y="0"/>
            <a:ext cx="117094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4016706120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12_Page_58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230313" y="0"/>
            <a:ext cx="9729787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977861212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12_Page_59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293688"/>
            <a:ext cx="12192000" cy="6269037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775835718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12_Page_60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176213"/>
            <a:ext cx="12192000" cy="6505575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050125869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12_Page_61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63513" y="0"/>
            <a:ext cx="11863387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798497404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12_Page_62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176213"/>
            <a:ext cx="12192000" cy="6505575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21897208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12_Page_63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660525" y="0"/>
            <a:ext cx="8869363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353498734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12_Page_64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1487488"/>
            <a:ext cx="12192000" cy="3883025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521218230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12_Page_65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120650"/>
            <a:ext cx="12192000" cy="66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790268681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12_Page_66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362075" y="0"/>
            <a:ext cx="9466263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657513958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12_Page_67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647700" y="0"/>
            <a:ext cx="108966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700108454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12_Page_68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1044575"/>
            <a:ext cx="12192000" cy="476885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440898744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12_Page_69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542925" y="0"/>
            <a:ext cx="1110615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4007684952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12_Page_70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2000250"/>
            <a:ext cx="12192000" cy="28575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1846668"/>
      </p:ext>
    </p:extLst>
  </p:cSld>
  <p:clrMapOvr>
    <a:masterClrMapping/>
  </p:clrMapOvr>
</p:sld>
</file>

<file path=ppt/theme/theme1.xml><?xml version="1.0" encoding="utf-8"?>
<a:theme xmlns:a="http://schemas.openxmlformats.org/drawingml/2006/main" name="Theme1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Theme1" id="{3DE4FA8F-8ACA-45D7-93E4-7534A5F48D5B}" vid="{D4CC59B7-4017-4F3C-84AE-F6ED526978D3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cpphtp10_11</Template>
  <TotalTime>1</TotalTime>
  <Words>833</Words>
  <Application>Microsoft Office PowerPoint</Application>
  <PresentationFormat>Custom</PresentationFormat>
  <Paragraphs>71</Paragraphs>
  <Slides>68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68</vt:i4>
      </vt:variant>
    </vt:vector>
  </HeadingPairs>
  <TitlesOfParts>
    <vt:vector size="69" baseType="lpstr">
      <vt:lpstr>Theme1</vt:lpstr>
      <vt:lpstr>Object-Oriented Programming: Polymorphism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Object-Oriented Programming: Polymorphism</dc:title>
  <dc:creator>Paul Deitel</dc:creator>
  <cp:lastModifiedBy>Binod</cp:lastModifiedBy>
  <cp:revision>2</cp:revision>
  <dcterms:created xsi:type="dcterms:W3CDTF">2016-07-20T19:04:05Z</dcterms:created>
  <dcterms:modified xsi:type="dcterms:W3CDTF">2016-09-22T10:16:49Z</dcterms:modified>
</cp:coreProperties>
</file>